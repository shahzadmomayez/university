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305" r:id="rId2"/>
    <p:sldId id="314" r:id="rId3"/>
    <p:sldId id="258" r:id="rId4"/>
    <p:sldId id="309" r:id="rId5"/>
    <p:sldId id="280" r:id="rId6"/>
    <p:sldId id="315" r:id="rId7"/>
    <p:sldId id="259" r:id="rId8"/>
    <p:sldId id="318" r:id="rId9"/>
    <p:sldId id="319" r:id="rId10"/>
    <p:sldId id="333" r:id="rId11"/>
    <p:sldId id="322" r:id="rId12"/>
    <p:sldId id="283" r:id="rId13"/>
    <p:sldId id="324" r:id="rId14"/>
    <p:sldId id="265" r:id="rId15"/>
    <p:sldId id="335" r:id="rId16"/>
    <p:sldId id="326" r:id="rId17"/>
    <p:sldId id="327" r:id="rId18"/>
    <p:sldId id="262" r:id="rId19"/>
    <p:sldId id="336" r:id="rId20"/>
    <p:sldId id="331" r:id="rId21"/>
    <p:sldId id="32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4B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7" d="100"/>
          <a:sy n="67" d="100"/>
        </p:scale>
        <p:origin x="24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B527D8-2F3C-4102-B477-7073917547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5F0BE2F-9931-49C4-9364-94DA9EEEC4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80C11D-338E-493D-9C7B-803F68D3383E}" type="datetimeFigureOut">
              <a:rPr lang="en-US" smtClean="0"/>
              <a:t>12/28/2023</a:t>
            </a:fld>
            <a:endParaRPr lang="en-US"/>
          </a:p>
        </p:txBody>
      </p:sp>
      <p:sp>
        <p:nvSpPr>
          <p:cNvPr id="4" name="Footer Placeholder 3">
            <a:extLst>
              <a:ext uri="{FF2B5EF4-FFF2-40B4-BE49-F238E27FC236}">
                <a16:creationId xmlns:a16="http://schemas.microsoft.com/office/drawing/2014/main" id="{ED3FA323-B754-453E-8DF7-75A9572812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CC5882-42D9-4F3C-BE4B-48469FB409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43B-E80A-4A99-B00E-677263353CD2}" type="slidenum">
              <a:rPr lang="en-US" smtClean="0"/>
              <a:t>‹#›</a:t>
            </a:fld>
            <a:endParaRPr lang="en-US"/>
          </a:p>
        </p:txBody>
      </p:sp>
    </p:spTree>
    <p:extLst>
      <p:ext uri="{BB962C8B-B14F-4D97-AF65-F5344CB8AC3E}">
        <p14:creationId xmlns:p14="http://schemas.microsoft.com/office/powerpoint/2010/main" val="194821925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6D67E-45A1-4C36-89FE-CDF8778A7BB0}" type="datetimeFigureOut">
              <a:rPr lang="en-US" smtClean="0"/>
              <a:t>12/28/2023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DE3CDF-0CC2-4D38-8EA3-6F407DF6AC1E}" type="slidenum">
              <a:rPr lang="en-US" smtClean="0"/>
              <a:t>‹#›</a:t>
            </a:fld>
            <a:endParaRPr lang="en-US"/>
          </a:p>
        </p:txBody>
      </p:sp>
    </p:spTree>
    <p:extLst>
      <p:ext uri="{BB962C8B-B14F-4D97-AF65-F5344CB8AC3E}">
        <p14:creationId xmlns:p14="http://schemas.microsoft.com/office/powerpoint/2010/main" val="21343936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8"/>
        <p:cNvGrpSpPr/>
        <p:nvPr/>
      </p:nvGrpSpPr>
      <p:grpSpPr>
        <a:xfrm>
          <a:off x="0" y="0"/>
          <a:ext cx="0" cy="0"/>
          <a:chOff x="0" y="0"/>
          <a:chExt cx="0" cy="0"/>
        </a:xfrm>
      </p:grpSpPr>
      <p:sp>
        <p:nvSpPr>
          <p:cNvPr id="3459" name="Google Shape;3459;g8728718f4e_1_1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0" name="Google Shape;3460;g8728718f4e_1_1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6"/>
        <p:cNvGrpSpPr/>
        <p:nvPr/>
      </p:nvGrpSpPr>
      <p:grpSpPr>
        <a:xfrm>
          <a:off x="0" y="0"/>
          <a:ext cx="0" cy="0"/>
          <a:chOff x="0" y="0"/>
          <a:chExt cx="0" cy="0"/>
        </a:xfrm>
      </p:grpSpPr>
      <p:sp>
        <p:nvSpPr>
          <p:cNvPr id="7847" name="Google Shape;7847;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48" name="Google Shape;7848;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g8714a43093_3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4" name="Google Shape;2324;g8714a43093_3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p:cNvGrpSpPr/>
        <p:nvPr/>
      </p:nvGrpSpPr>
      <p:grpSpPr>
        <a:xfrm>
          <a:off x="0" y="0"/>
          <a:ext cx="0" cy="0"/>
          <a:chOff x="0" y="0"/>
          <a:chExt cx="0" cy="0"/>
        </a:xfrm>
      </p:grpSpPr>
      <p:sp>
        <p:nvSpPr>
          <p:cNvPr id="2221" name="Google Shape;2221;g804e9800b4_0_1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E131-8BC7-4F03-8AD7-0B3B8E0611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857B18-91F5-44EC-9A80-977ED94AC8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AAA37C0-41D6-41C1-A7BB-C465573C087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6473DD1-0F7F-4DED-9CBF-C0AD71410D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F7F211-79E6-462A-9CF2-3C8D47C1E8D6}"/>
              </a:ext>
            </a:extLst>
          </p:cNvPr>
          <p:cNvSpPr>
            <a:spLocks noGrp="1"/>
          </p:cNvSpPr>
          <p:nvPr>
            <p:ph type="sldNum" sz="quarter" idx="12"/>
          </p:nvPr>
        </p:nvSpPr>
        <p:spPr/>
        <p:txBody>
          <a:bodyPr/>
          <a:lstStyle/>
          <a:p>
            <a:fld id="{1881035F-0EC6-443A-970D-AA78E91C5812}" type="slidenum">
              <a:rPr lang="en-US" smtClean="0"/>
              <a:t>‹#›</a:t>
            </a:fld>
            <a:endParaRPr lang="en-US"/>
          </a:p>
        </p:txBody>
      </p:sp>
    </p:spTree>
    <p:extLst>
      <p:ext uri="{BB962C8B-B14F-4D97-AF65-F5344CB8AC3E}">
        <p14:creationId xmlns:p14="http://schemas.microsoft.com/office/powerpoint/2010/main" val="15843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41717-B093-4081-9ED3-A54948C749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38ACFE-426C-4129-AB76-CF0D215345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B1CFF8-FA16-4C26-A47A-44A3DAD4FC6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5D762D9-613D-43DE-A2C4-69A5D51308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E7A4FD-F116-497C-9A41-0E741B747A21}"/>
              </a:ext>
            </a:extLst>
          </p:cNvPr>
          <p:cNvSpPr>
            <a:spLocks noGrp="1"/>
          </p:cNvSpPr>
          <p:nvPr>
            <p:ph type="sldNum" sz="quarter" idx="12"/>
          </p:nvPr>
        </p:nvSpPr>
        <p:spPr/>
        <p:txBody>
          <a:bodyPr/>
          <a:lstStyle/>
          <a:p>
            <a:fld id="{1881035F-0EC6-443A-970D-AA78E91C5812}" type="slidenum">
              <a:rPr lang="en-US" smtClean="0"/>
              <a:t>‹#›</a:t>
            </a:fld>
            <a:endParaRPr lang="en-US"/>
          </a:p>
        </p:txBody>
      </p:sp>
    </p:spTree>
    <p:extLst>
      <p:ext uri="{BB962C8B-B14F-4D97-AF65-F5344CB8AC3E}">
        <p14:creationId xmlns:p14="http://schemas.microsoft.com/office/powerpoint/2010/main" val="1134278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7097E-C0B9-41F7-9217-6C93B599E7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DA1FC9-AAD4-4B23-9117-670A0E2AB5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5B140-55C3-432C-BADE-348B9C8D7BD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7A9DF1F-5772-4621-9550-B72440F82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B82FEB-303B-44D7-8896-A805B2D4ED57}"/>
              </a:ext>
            </a:extLst>
          </p:cNvPr>
          <p:cNvSpPr>
            <a:spLocks noGrp="1"/>
          </p:cNvSpPr>
          <p:nvPr>
            <p:ph type="sldNum" sz="quarter" idx="12"/>
          </p:nvPr>
        </p:nvSpPr>
        <p:spPr/>
        <p:txBody>
          <a:bodyPr/>
          <a:lstStyle/>
          <a:p>
            <a:fld id="{1881035F-0EC6-443A-970D-AA78E91C5812}" type="slidenum">
              <a:rPr lang="en-US" smtClean="0"/>
              <a:t>‹#›</a:t>
            </a:fld>
            <a:endParaRPr lang="en-US"/>
          </a:p>
        </p:txBody>
      </p:sp>
    </p:spTree>
    <p:extLst>
      <p:ext uri="{BB962C8B-B14F-4D97-AF65-F5344CB8AC3E}">
        <p14:creationId xmlns:p14="http://schemas.microsoft.com/office/powerpoint/2010/main" val="4096549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6095E-A42D-4672-80A0-360896A92A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3C7B1C-FBC8-4CAF-B8BD-8E1F4370D8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433987-AFA0-4316-862E-906D83FF00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267DBA-3241-4727-8B17-23FA857DE6D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E469CD2-7F8B-4074-B4AA-2666EAC4C3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B96887-23DF-480B-AC69-8CBFF810E610}"/>
              </a:ext>
            </a:extLst>
          </p:cNvPr>
          <p:cNvSpPr>
            <a:spLocks noGrp="1"/>
          </p:cNvSpPr>
          <p:nvPr>
            <p:ph type="sldNum" sz="quarter" idx="12"/>
          </p:nvPr>
        </p:nvSpPr>
        <p:spPr/>
        <p:txBody>
          <a:bodyPr/>
          <a:lstStyle/>
          <a:p>
            <a:fld id="{1881035F-0EC6-443A-970D-AA78E91C5812}" type="slidenum">
              <a:rPr lang="en-US" smtClean="0"/>
              <a:t>‹#›</a:t>
            </a:fld>
            <a:endParaRPr lang="en-US"/>
          </a:p>
        </p:txBody>
      </p:sp>
    </p:spTree>
    <p:extLst>
      <p:ext uri="{BB962C8B-B14F-4D97-AF65-F5344CB8AC3E}">
        <p14:creationId xmlns:p14="http://schemas.microsoft.com/office/powerpoint/2010/main" val="419546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64797-DA3C-4590-9CD9-FD349FBED9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6F4E17-7E8A-4B49-A103-A48CA5BC07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AE6FB5-B8CD-4628-BC86-10D6186171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331194-3ED7-4C44-B619-3DD1DF8C30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B9082A-63D3-412A-9A07-17EEB11FD9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6D8A25-0A2B-4D3D-A844-CC4643A133C6}"/>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1116BB1A-BB45-471C-89A6-5AC35D4C9C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DAC4ED-1F6A-4CB5-ADD2-4EA1B86F79A5}"/>
              </a:ext>
            </a:extLst>
          </p:cNvPr>
          <p:cNvSpPr>
            <a:spLocks noGrp="1"/>
          </p:cNvSpPr>
          <p:nvPr>
            <p:ph type="sldNum" sz="quarter" idx="12"/>
          </p:nvPr>
        </p:nvSpPr>
        <p:spPr/>
        <p:txBody>
          <a:bodyPr/>
          <a:lstStyle/>
          <a:p>
            <a:fld id="{1881035F-0EC6-443A-970D-AA78E91C5812}" type="slidenum">
              <a:rPr lang="en-US" smtClean="0"/>
              <a:t>‹#›</a:t>
            </a:fld>
            <a:endParaRPr lang="en-US"/>
          </a:p>
        </p:txBody>
      </p:sp>
    </p:spTree>
    <p:extLst>
      <p:ext uri="{BB962C8B-B14F-4D97-AF65-F5344CB8AC3E}">
        <p14:creationId xmlns:p14="http://schemas.microsoft.com/office/powerpoint/2010/main" val="3619805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45254-4F41-4A7A-BF41-8D282C983B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1719D2-E5CB-4EB5-A5E5-1454DF6C9B12}"/>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2793E45-CA89-4520-9BCE-F000CEEF5B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8BCF15-7640-4D11-B332-ABA0FE0C48FD}"/>
              </a:ext>
            </a:extLst>
          </p:cNvPr>
          <p:cNvSpPr>
            <a:spLocks noGrp="1"/>
          </p:cNvSpPr>
          <p:nvPr>
            <p:ph type="sldNum" sz="quarter" idx="12"/>
          </p:nvPr>
        </p:nvSpPr>
        <p:spPr/>
        <p:txBody>
          <a:bodyPr/>
          <a:lstStyle/>
          <a:p>
            <a:fld id="{1881035F-0EC6-443A-970D-AA78E91C5812}" type="slidenum">
              <a:rPr lang="en-US" smtClean="0"/>
              <a:t>‹#›</a:t>
            </a:fld>
            <a:endParaRPr lang="en-US"/>
          </a:p>
        </p:txBody>
      </p:sp>
    </p:spTree>
    <p:extLst>
      <p:ext uri="{BB962C8B-B14F-4D97-AF65-F5344CB8AC3E}">
        <p14:creationId xmlns:p14="http://schemas.microsoft.com/office/powerpoint/2010/main" val="299574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828DDE-B7C5-478E-BBD5-EAB00996C875}"/>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0FE498C7-3303-4A2C-A738-E37A9885C7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758D15-2DFD-4332-8A2D-662F981681D1}"/>
              </a:ext>
            </a:extLst>
          </p:cNvPr>
          <p:cNvSpPr>
            <a:spLocks noGrp="1"/>
          </p:cNvSpPr>
          <p:nvPr>
            <p:ph type="sldNum" sz="quarter" idx="12"/>
          </p:nvPr>
        </p:nvSpPr>
        <p:spPr/>
        <p:txBody>
          <a:bodyPr/>
          <a:lstStyle/>
          <a:p>
            <a:fld id="{1881035F-0EC6-443A-970D-AA78E91C5812}" type="slidenum">
              <a:rPr lang="en-US" smtClean="0"/>
              <a:t>‹#›</a:t>
            </a:fld>
            <a:endParaRPr lang="en-US"/>
          </a:p>
        </p:txBody>
      </p:sp>
    </p:spTree>
    <p:extLst>
      <p:ext uri="{BB962C8B-B14F-4D97-AF65-F5344CB8AC3E}">
        <p14:creationId xmlns:p14="http://schemas.microsoft.com/office/powerpoint/2010/main" val="2217469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1F0E8-56DA-45C3-BB2A-3317719B10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0D6EA4-4A00-4B41-AD20-5D241080F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69CAF9-6C98-4C0D-BEF4-66AA12B883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9FA8B3-90C2-44DC-84CC-7AE95178F27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00F33BC-B830-41F1-86A8-3A0579797F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B2C294-5AC0-401F-A93F-09B2BC882E1A}"/>
              </a:ext>
            </a:extLst>
          </p:cNvPr>
          <p:cNvSpPr>
            <a:spLocks noGrp="1"/>
          </p:cNvSpPr>
          <p:nvPr>
            <p:ph type="sldNum" sz="quarter" idx="12"/>
          </p:nvPr>
        </p:nvSpPr>
        <p:spPr/>
        <p:txBody>
          <a:bodyPr/>
          <a:lstStyle/>
          <a:p>
            <a:fld id="{1881035F-0EC6-443A-970D-AA78E91C5812}" type="slidenum">
              <a:rPr lang="en-US" smtClean="0"/>
              <a:t>‹#›</a:t>
            </a:fld>
            <a:endParaRPr lang="en-US"/>
          </a:p>
        </p:txBody>
      </p:sp>
    </p:spTree>
    <p:extLst>
      <p:ext uri="{BB962C8B-B14F-4D97-AF65-F5344CB8AC3E}">
        <p14:creationId xmlns:p14="http://schemas.microsoft.com/office/powerpoint/2010/main" val="150652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95A4B-1152-48A6-8A4C-D8835C84A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4D037F-37EF-4BA5-96FB-A269664C30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B61795-5853-4A2C-95DD-3EAC9965C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F31748-B067-4372-A18C-253ADA6B6B8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5806817-1168-48A6-8256-86BF556649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42F246-41B5-480B-A5A9-EC31A48BB0C6}"/>
              </a:ext>
            </a:extLst>
          </p:cNvPr>
          <p:cNvSpPr>
            <a:spLocks noGrp="1"/>
          </p:cNvSpPr>
          <p:nvPr>
            <p:ph type="sldNum" sz="quarter" idx="12"/>
          </p:nvPr>
        </p:nvSpPr>
        <p:spPr/>
        <p:txBody>
          <a:bodyPr/>
          <a:lstStyle/>
          <a:p>
            <a:fld id="{1881035F-0EC6-443A-970D-AA78E91C5812}" type="slidenum">
              <a:rPr lang="en-US" smtClean="0"/>
              <a:t>‹#›</a:t>
            </a:fld>
            <a:endParaRPr lang="en-US"/>
          </a:p>
        </p:txBody>
      </p:sp>
    </p:spTree>
    <p:extLst>
      <p:ext uri="{BB962C8B-B14F-4D97-AF65-F5344CB8AC3E}">
        <p14:creationId xmlns:p14="http://schemas.microsoft.com/office/powerpoint/2010/main" val="3753906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09DF-93EC-4EF4-8EED-6F0CAD58BB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201539-3037-43F5-9F75-740D38990D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23E07A-7275-4D95-A009-F5265EF7F4A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34E7E8D-B583-4E20-AEF8-DB0BDC40D4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63C07C-52D1-454E-81B6-56DB362C5BC9}"/>
              </a:ext>
            </a:extLst>
          </p:cNvPr>
          <p:cNvSpPr>
            <a:spLocks noGrp="1"/>
          </p:cNvSpPr>
          <p:nvPr>
            <p:ph type="sldNum" sz="quarter" idx="12"/>
          </p:nvPr>
        </p:nvSpPr>
        <p:spPr/>
        <p:txBody>
          <a:bodyPr/>
          <a:lstStyle/>
          <a:p>
            <a:fld id="{1881035F-0EC6-443A-970D-AA78E91C5812}" type="slidenum">
              <a:rPr lang="en-US" smtClean="0"/>
              <a:t>‹#›</a:t>
            </a:fld>
            <a:endParaRPr lang="en-US"/>
          </a:p>
        </p:txBody>
      </p:sp>
    </p:spTree>
    <p:extLst>
      <p:ext uri="{BB962C8B-B14F-4D97-AF65-F5344CB8AC3E}">
        <p14:creationId xmlns:p14="http://schemas.microsoft.com/office/powerpoint/2010/main" val="2413686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20CEB6-542F-4FA6-B97E-94821A4742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CD335F-ECE7-469D-93F7-442AD0B832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65651E-B3B4-4E27-AC05-D042922D4E6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083CD2F-42CA-4804-AC2E-9DECF3195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157D8A-ADD4-4B82-878F-BC60E883FCD0}"/>
              </a:ext>
            </a:extLst>
          </p:cNvPr>
          <p:cNvSpPr>
            <a:spLocks noGrp="1"/>
          </p:cNvSpPr>
          <p:nvPr>
            <p:ph type="sldNum" sz="quarter" idx="12"/>
          </p:nvPr>
        </p:nvSpPr>
        <p:spPr/>
        <p:txBody>
          <a:bodyPr/>
          <a:lstStyle/>
          <a:p>
            <a:fld id="{1881035F-0EC6-443A-970D-AA78E91C5812}" type="slidenum">
              <a:rPr lang="en-US" smtClean="0"/>
              <a:t>‹#›</a:t>
            </a:fld>
            <a:endParaRPr lang="en-US"/>
          </a:p>
        </p:txBody>
      </p:sp>
    </p:spTree>
    <p:extLst>
      <p:ext uri="{BB962C8B-B14F-4D97-AF65-F5344CB8AC3E}">
        <p14:creationId xmlns:p14="http://schemas.microsoft.com/office/powerpoint/2010/main" val="2296816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3">
  <p:cSld name="Title and body 3">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3377184" y="451104"/>
            <a:ext cx="54500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41" name="Google Shape;1141;p23"/>
          <p:cNvSpPr txBox="1">
            <a:spLocks noGrp="1"/>
          </p:cNvSpPr>
          <p:nvPr>
            <p:ph type="body" idx="1"/>
          </p:nvPr>
        </p:nvSpPr>
        <p:spPr>
          <a:xfrm>
            <a:off x="952867" y="1536200"/>
            <a:ext cx="10274000" cy="4706000"/>
          </a:xfrm>
          <a:prstGeom prst="rect">
            <a:avLst/>
          </a:prstGeom>
          <a:noFill/>
          <a:ln>
            <a:noFill/>
          </a:ln>
        </p:spPr>
        <p:txBody>
          <a:bodyPr spcFirstLastPara="1" wrap="square" lIns="91425" tIns="91425" rIns="91425" bIns="91425" anchor="ctr" anchorCtr="0">
            <a:noAutofit/>
          </a:bodyPr>
          <a:lstStyle>
            <a:lvl1pPr marL="609585" lvl="0" indent="-406390" rtl="0">
              <a:spcBef>
                <a:spcPts val="0"/>
              </a:spcBef>
              <a:spcAft>
                <a:spcPts val="0"/>
              </a:spcAft>
              <a:buClr>
                <a:srgbClr val="434343"/>
              </a:buClr>
              <a:buSzPts val="1200"/>
              <a:buFont typeface="Barlow Semi Condensed Medium"/>
              <a:buAutoNum type="arabicPeriod"/>
              <a:defRPr sz="1600">
                <a:solidFill>
                  <a:schemeClr val="dk2"/>
                </a:solidFill>
                <a:latin typeface="Barlow Semi Condensed"/>
                <a:ea typeface="Barlow Semi Condensed"/>
                <a:cs typeface="Barlow Semi Condensed"/>
                <a:sym typeface="Barlow Semi Condensed"/>
              </a:defRPr>
            </a:lvl1pPr>
            <a:lvl2pPr marL="1219170" lvl="1" indent="-40639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marL="1828754" lvl="2" indent="-40639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marL="2438339" lvl="3" indent="-40639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marL="3047924" lvl="4" indent="-40639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marL="3657509" lvl="5" indent="-40639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marL="4267093" lvl="6" indent="-40639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marL="4876678" lvl="7" indent="-40639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marL="5486263" lvl="8" indent="-40639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a:endParaRPr/>
          </a:p>
        </p:txBody>
      </p:sp>
      <p:cxnSp>
        <p:nvCxnSpPr>
          <p:cNvPr id="1142" name="Google Shape;1142;p23"/>
          <p:cNvCxnSpPr/>
          <p:nvPr/>
        </p:nvCxnSpPr>
        <p:spPr>
          <a:xfrm rot="10800000">
            <a:off x="404000" y="4479167"/>
            <a:ext cx="202400" cy="12764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5776733"/>
            <a:ext cx="595600" cy="8852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400985" y="5557067"/>
            <a:ext cx="389367" cy="390100"/>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49" name="Google Shape;1149;p23"/>
          <p:cNvGrpSpPr/>
          <p:nvPr/>
        </p:nvGrpSpPr>
        <p:grpSpPr>
          <a:xfrm>
            <a:off x="198386" y="4299067"/>
            <a:ext cx="390815" cy="391184"/>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156" name="Google Shape;1156;p23"/>
          <p:cNvCxnSpPr/>
          <p:nvPr/>
        </p:nvCxnSpPr>
        <p:spPr>
          <a:xfrm rot="10800000">
            <a:off x="9595967" y="393467"/>
            <a:ext cx="1542800" cy="7236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11138767" y="-8833"/>
            <a:ext cx="1055200" cy="11152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10752367" y="702567"/>
            <a:ext cx="775733" cy="776467"/>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65" name="Google Shape;1165;p23"/>
          <p:cNvGrpSpPr/>
          <p:nvPr/>
        </p:nvGrpSpPr>
        <p:grpSpPr>
          <a:xfrm>
            <a:off x="9378501" y="227834"/>
            <a:ext cx="389367" cy="390100"/>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70" name="Google Shape;1170;p23"/>
          <p:cNvGrpSpPr/>
          <p:nvPr/>
        </p:nvGrpSpPr>
        <p:grpSpPr>
          <a:xfrm>
            <a:off x="11677267" y="306200"/>
            <a:ext cx="233333" cy="233333"/>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75" name="Google Shape;1175;p23"/>
          <p:cNvGrpSpPr/>
          <p:nvPr/>
        </p:nvGrpSpPr>
        <p:grpSpPr>
          <a:xfrm>
            <a:off x="11320067" y="227833"/>
            <a:ext cx="233351" cy="36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79" name="Google Shape;1179;p23"/>
          <p:cNvGrpSpPr/>
          <p:nvPr/>
        </p:nvGrpSpPr>
        <p:grpSpPr>
          <a:xfrm>
            <a:off x="10555134" y="1499467"/>
            <a:ext cx="233351" cy="36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9176210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889504" y="4072128"/>
            <a:ext cx="6412800" cy="1512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5979326" y="5910667"/>
            <a:ext cx="233351" cy="36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5" name="Google Shape;115;p4"/>
          <p:cNvSpPr txBox="1">
            <a:spLocks noGrp="1"/>
          </p:cNvSpPr>
          <p:nvPr>
            <p:ph type="title"/>
          </p:nvPr>
        </p:nvSpPr>
        <p:spPr>
          <a:xfrm>
            <a:off x="2889504" y="3304032"/>
            <a:ext cx="64128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577134" y="0"/>
            <a:ext cx="11037733" cy="68876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4527775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7876032" y="475488"/>
            <a:ext cx="3486800" cy="76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2218944" y="573024"/>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2218944" y="950976"/>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2218944" y="2011680"/>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2218944" y="2389632"/>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2218944" y="3450336"/>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2218944" y="3828288"/>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2218944" y="4888992"/>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2218944" y="5266944"/>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1085088" y="963168"/>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4" name="Google Shape;634;p13"/>
          <p:cNvSpPr txBox="1">
            <a:spLocks noGrp="1"/>
          </p:cNvSpPr>
          <p:nvPr>
            <p:ph type="title" idx="13" hasCustomPrompt="1"/>
          </p:nvPr>
        </p:nvSpPr>
        <p:spPr>
          <a:xfrm>
            <a:off x="1085088" y="2401824"/>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5" name="Google Shape;635;p13"/>
          <p:cNvSpPr txBox="1">
            <a:spLocks noGrp="1"/>
          </p:cNvSpPr>
          <p:nvPr>
            <p:ph type="title" idx="14" hasCustomPrompt="1"/>
          </p:nvPr>
        </p:nvSpPr>
        <p:spPr>
          <a:xfrm>
            <a:off x="1085088" y="3840480"/>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6" name="Google Shape;636;p13"/>
          <p:cNvSpPr txBox="1">
            <a:spLocks noGrp="1"/>
          </p:cNvSpPr>
          <p:nvPr>
            <p:ph type="title" idx="15" hasCustomPrompt="1"/>
          </p:nvPr>
        </p:nvSpPr>
        <p:spPr>
          <a:xfrm>
            <a:off x="1085088" y="5279136"/>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Tree>
    <p:extLst>
      <p:ext uri="{BB962C8B-B14F-4D97-AF65-F5344CB8AC3E}">
        <p14:creationId xmlns:p14="http://schemas.microsoft.com/office/powerpoint/2010/main" val="11934766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288"/>
        <p:cNvGrpSpPr/>
        <p:nvPr/>
      </p:nvGrpSpPr>
      <p:grpSpPr>
        <a:xfrm>
          <a:off x="0" y="0"/>
          <a:ext cx="0" cy="0"/>
          <a:chOff x="0" y="0"/>
          <a:chExt cx="0" cy="0"/>
        </a:xfrm>
      </p:grpSpPr>
      <p:sp>
        <p:nvSpPr>
          <p:cNvPr id="1289" name="Google Shape;1289;p26"/>
          <p:cNvSpPr txBox="1">
            <a:spLocks noGrp="1"/>
          </p:cNvSpPr>
          <p:nvPr>
            <p:ph type="title"/>
          </p:nvPr>
        </p:nvSpPr>
        <p:spPr>
          <a:xfrm>
            <a:off x="965000" y="702567"/>
            <a:ext cx="10262000" cy="7636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cxnSp>
        <p:nvCxnSpPr>
          <p:cNvPr id="1290" name="Google Shape;1290;p26"/>
          <p:cNvCxnSpPr/>
          <p:nvPr/>
        </p:nvCxnSpPr>
        <p:spPr>
          <a:xfrm rot="10800000">
            <a:off x="10812000" y="668367"/>
            <a:ext cx="983600" cy="983600"/>
          </a:xfrm>
          <a:prstGeom prst="straightConnector1">
            <a:avLst/>
          </a:prstGeom>
          <a:noFill/>
          <a:ln w="9525" cap="flat" cmpd="sng">
            <a:solidFill>
              <a:schemeClr val="dk2"/>
            </a:solidFill>
            <a:prstDash val="solid"/>
            <a:round/>
            <a:headEnd type="none" w="med" len="med"/>
            <a:tailEnd type="none" w="med" len="med"/>
          </a:ln>
        </p:spPr>
      </p:cxnSp>
      <p:cxnSp>
        <p:nvCxnSpPr>
          <p:cNvPr id="1291" name="Google Shape;1291;p26"/>
          <p:cNvCxnSpPr/>
          <p:nvPr/>
        </p:nvCxnSpPr>
        <p:spPr>
          <a:xfrm>
            <a:off x="776633" y="376251"/>
            <a:ext cx="1617200" cy="563600"/>
          </a:xfrm>
          <a:prstGeom prst="straightConnector1">
            <a:avLst/>
          </a:prstGeom>
          <a:noFill/>
          <a:ln w="9525" cap="flat" cmpd="sng">
            <a:solidFill>
              <a:schemeClr val="dk2"/>
            </a:solidFill>
            <a:prstDash val="solid"/>
            <a:round/>
            <a:headEnd type="none" w="med" len="med"/>
            <a:tailEnd type="none" w="med" len="med"/>
          </a:ln>
        </p:spPr>
      </p:cxnSp>
      <p:cxnSp>
        <p:nvCxnSpPr>
          <p:cNvPr id="1292" name="Google Shape;1292;p26"/>
          <p:cNvCxnSpPr/>
          <p:nvPr/>
        </p:nvCxnSpPr>
        <p:spPr>
          <a:xfrm rot="10800000" flipH="1">
            <a:off x="0" y="365584"/>
            <a:ext cx="776800" cy="872400"/>
          </a:xfrm>
          <a:prstGeom prst="straightConnector1">
            <a:avLst/>
          </a:prstGeom>
          <a:noFill/>
          <a:ln w="9525" cap="flat" cmpd="sng">
            <a:solidFill>
              <a:schemeClr val="dk2"/>
            </a:solidFill>
            <a:prstDash val="solid"/>
            <a:round/>
            <a:headEnd type="none" w="med" len="med"/>
            <a:tailEnd type="none" w="med" len="med"/>
          </a:ln>
        </p:spPr>
      </p:cxnSp>
      <p:grpSp>
        <p:nvGrpSpPr>
          <p:cNvPr id="1293" name="Google Shape;1293;p26"/>
          <p:cNvGrpSpPr/>
          <p:nvPr/>
        </p:nvGrpSpPr>
        <p:grpSpPr>
          <a:xfrm flipH="1">
            <a:off x="565001" y="167151"/>
            <a:ext cx="389367" cy="390100"/>
            <a:chOff x="7353050" y="316275"/>
            <a:chExt cx="292025" cy="292575"/>
          </a:xfrm>
        </p:grpSpPr>
        <p:sp>
          <p:nvSpPr>
            <p:cNvPr id="1294" name="Google Shape;1294;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5" name="Google Shape;1295;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6" name="Google Shape;1296;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7" name="Google Shape;1297;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98" name="Google Shape;1298;p26"/>
          <p:cNvGrpSpPr/>
          <p:nvPr/>
        </p:nvGrpSpPr>
        <p:grpSpPr>
          <a:xfrm>
            <a:off x="2184986" y="744217"/>
            <a:ext cx="390815" cy="391184"/>
            <a:chOff x="3164039" y="430875"/>
            <a:chExt cx="293111" cy="293388"/>
          </a:xfrm>
        </p:grpSpPr>
        <p:sp>
          <p:nvSpPr>
            <p:cNvPr id="1299" name="Google Shape;1299;p2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0" name="Google Shape;1300;p2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1" name="Google Shape;1301;p2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2" name="Google Shape;1302;p2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3" name="Google Shape;1303;p2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4" name="Google Shape;1304;p2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05" name="Google Shape;1305;p26"/>
          <p:cNvGrpSpPr/>
          <p:nvPr/>
        </p:nvGrpSpPr>
        <p:grpSpPr>
          <a:xfrm>
            <a:off x="2122334" y="483467"/>
            <a:ext cx="233351" cy="36000"/>
            <a:chOff x="5662375" y="212375"/>
            <a:chExt cx="175013" cy="27000"/>
          </a:xfrm>
        </p:grpSpPr>
        <p:sp>
          <p:nvSpPr>
            <p:cNvPr id="1306" name="Google Shape;1306;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7" name="Google Shape;1307;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8" name="Google Shape;1308;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309" name="Google Shape;1309;p26"/>
          <p:cNvCxnSpPr/>
          <p:nvPr/>
        </p:nvCxnSpPr>
        <p:spPr>
          <a:xfrm flipH="1">
            <a:off x="10868433" y="9167"/>
            <a:ext cx="1336800" cy="659200"/>
          </a:xfrm>
          <a:prstGeom prst="straightConnector1">
            <a:avLst/>
          </a:prstGeom>
          <a:noFill/>
          <a:ln w="9525" cap="flat" cmpd="sng">
            <a:solidFill>
              <a:schemeClr val="dk2"/>
            </a:solidFill>
            <a:prstDash val="solid"/>
            <a:round/>
            <a:headEnd type="none" w="med" len="med"/>
            <a:tailEnd type="none" w="med" len="med"/>
          </a:ln>
        </p:spPr>
      </p:cxnSp>
      <p:grpSp>
        <p:nvGrpSpPr>
          <p:cNvPr id="1310" name="Google Shape;1310;p26"/>
          <p:cNvGrpSpPr/>
          <p:nvPr/>
        </p:nvGrpSpPr>
        <p:grpSpPr>
          <a:xfrm>
            <a:off x="10431834" y="269833"/>
            <a:ext cx="775733" cy="776467"/>
            <a:chOff x="8064275" y="887850"/>
            <a:chExt cx="581800" cy="582350"/>
          </a:xfrm>
        </p:grpSpPr>
        <p:sp>
          <p:nvSpPr>
            <p:cNvPr id="1311" name="Google Shape;1311;p2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2" name="Google Shape;1312;p2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3" name="Google Shape;1313;p2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4" name="Google Shape;1314;p2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5" name="Google Shape;1315;p2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6" name="Google Shape;1316;p2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17" name="Google Shape;1317;p26"/>
          <p:cNvGrpSpPr/>
          <p:nvPr/>
        </p:nvGrpSpPr>
        <p:grpSpPr>
          <a:xfrm flipH="1">
            <a:off x="11598201" y="1489985"/>
            <a:ext cx="389367" cy="390100"/>
            <a:chOff x="7353050" y="316275"/>
            <a:chExt cx="292025" cy="292575"/>
          </a:xfrm>
        </p:grpSpPr>
        <p:sp>
          <p:nvSpPr>
            <p:cNvPr id="1318" name="Google Shape;1318;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9" name="Google Shape;1319;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0" name="Google Shape;1320;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1" name="Google Shape;1321;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22" name="Google Shape;1322;p26"/>
          <p:cNvGrpSpPr/>
          <p:nvPr/>
        </p:nvGrpSpPr>
        <p:grpSpPr>
          <a:xfrm>
            <a:off x="11571134" y="2109067"/>
            <a:ext cx="233351" cy="36000"/>
            <a:chOff x="5662375" y="212375"/>
            <a:chExt cx="175013" cy="27000"/>
          </a:xfrm>
        </p:grpSpPr>
        <p:sp>
          <p:nvSpPr>
            <p:cNvPr id="1323" name="Google Shape;1323;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4" name="Google Shape;1324;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5" name="Google Shape;1325;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4366310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Highlighted numbers">
  <p:cSld name="Highlighted numbers">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3767328" y="938784"/>
            <a:ext cx="4645200" cy="756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4800">
                <a:solidFill>
                  <a:schemeClr val="accent1"/>
                </a:solidFill>
              </a:defRPr>
            </a:lvl1pPr>
            <a:lvl2pPr lvl="1" algn="ctr" rtl="0">
              <a:spcBef>
                <a:spcPts val="0"/>
              </a:spcBef>
              <a:spcAft>
                <a:spcPts val="0"/>
              </a:spcAft>
              <a:buClr>
                <a:schemeClr val="accent1"/>
              </a:buClr>
              <a:buSzPts val="3600"/>
              <a:buNone/>
              <a:defRPr sz="4800">
                <a:solidFill>
                  <a:schemeClr val="accent1"/>
                </a:solidFill>
              </a:defRPr>
            </a:lvl2pPr>
            <a:lvl3pPr lvl="2" algn="ctr" rtl="0">
              <a:spcBef>
                <a:spcPts val="0"/>
              </a:spcBef>
              <a:spcAft>
                <a:spcPts val="0"/>
              </a:spcAft>
              <a:buClr>
                <a:schemeClr val="accent1"/>
              </a:buClr>
              <a:buSzPts val="3600"/>
              <a:buNone/>
              <a:defRPr sz="4800">
                <a:solidFill>
                  <a:schemeClr val="accent1"/>
                </a:solidFill>
              </a:defRPr>
            </a:lvl3pPr>
            <a:lvl4pPr lvl="3" algn="ctr" rtl="0">
              <a:spcBef>
                <a:spcPts val="0"/>
              </a:spcBef>
              <a:spcAft>
                <a:spcPts val="0"/>
              </a:spcAft>
              <a:buClr>
                <a:schemeClr val="accent1"/>
              </a:buClr>
              <a:buSzPts val="3600"/>
              <a:buNone/>
              <a:defRPr sz="4800">
                <a:solidFill>
                  <a:schemeClr val="accent1"/>
                </a:solidFill>
              </a:defRPr>
            </a:lvl4pPr>
            <a:lvl5pPr lvl="4" algn="ctr" rtl="0">
              <a:spcBef>
                <a:spcPts val="0"/>
              </a:spcBef>
              <a:spcAft>
                <a:spcPts val="0"/>
              </a:spcAft>
              <a:buClr>
                <a:schemeClr val="accent1"/>
              </a:buClr>
              <a:buSzPts val="3600"/>
              <a:buNone/>
              <a:defRPr sz="4800">
                <a:solidFill>
                  <a:schemeClr val="accent1"/>
                </a:solidFill>
              </a:defRPr>
            </a:lvl5pPr>
            <a:lvl6pPr lvl="5" algn="ctr" rtl="0">
              <a:spcBef>
                <a:spcPts val="0"/>
              </a:spcBef>
              <a:spcAft>
                <a:spcPts val="0"/>
              </a:spcAft>
              <a:buClr>
                <a:schemeClr val="accent1"/>
              </a:buClr>
              <a:buSzPts val="3600"/>
              <a:buNone/>
              <a:defRPr sz="4800">
                <a:solidFill>
                  <a:schemeClr val="accent1"/>
                </a:solidFill>
              </a:defRPr>
            </a:lvl6pPr>
            <a:lvl7pPr lvl="6" algn="ctr" rtl="0">
              <a:spcBef>
                <a:spcPts val="0"/>
              </a:spcBef>
              <a:spcAft>
                <a:spcPts val="0"/>
              </a:spcAft>
              <a:buClr>
                <a:schemeClr val="accent1"/>
              </a:buClr>
              <a:buSzPts val="3600"/>
              <a:buNone/>
              <a:defRPr sz="4800">
                <a:solidFill>
                  <a:schemeClr val="accent1"/>
                </a:solidFill>
              </a:defRPr>
            </a:lvl7pPr>
            <a:lvl8pPr lvl="7" algn="ctr" rtl="0">
              <a:spcBef>
                <a:spcPts val="0"/>
              </a:spcBef>
              <a:spcAft>
                <a:spcPts val="0"/>
              </a:spcAft>
              <a:buClr>
                <a:schemeClr val="accent1"/>
              </a:buClr>
              <a:buSzPts val="3600"/>
              <a:buNone/>
              <a:defRPr sz="4800">
                <a:solidFill>
                  <a:schemeClr val="accent1"/>
                </a:solidFill>
              </a:defRPr>
            </a:lvl8pPr>
            <a:lvl9pPr lvl="8" algn="ctr" rtl="0">
              <a:spcBef>
                <a:spcPts val="0"/>
              </a:spcBef>
              <a:spcAft>
                <a:spcPts val="0"/>
              </a:spcAft>
              <a:buClr>
                <a:schemeClr val="accent1"/>
              </a:buClr>
              <a:buSzPts val="3600"/>
              <a:buNone/>
              <a:defRPr sz="4800">
                <a:solidFill>
                  <a:schemeClr val="accent1"/>
                </a:solidFill>
              </a:defRPr>
            </a:lvl9pPr>
          </a:lstStyle>
          <a:p>
            <a:r>
              <a:t>xx%</a:t>
            </a:r>
          </a:p>
        </p:txBody>
      </p:sp>
      <p:sp>
        <p:nvSpPr>
          <p:cNvPr id="987" name="Google Shape;987;p20"/>
          <p:cNvSpPr txBox="1">
            <a:spLocks noGrp="1"/>
          </p:cNvSpPr>
          <p:nvPr>
            <p:ph type="subTitle" idx="1"/>
          </p:nvPr>
        </p:nvSpPr>
        <p:spPr>
          <a:xfrm>
            <a:off x="3767328" y="1633728"/>
            <a:ext cx="4645200" cy="365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88" name="Google Shape;988;p20"/>
          <p:cNvSpPr txBox="1">
            <a:spLocks noGrp="1"/>
          </p:cNvSpPr>
          <p:nvPr>
            <p:ph type="title" idx="2" hasCustomPrompt="1"/>
          </p:nvPr>
        </p:nvSpPr>
        <p:spPr>
          <a:xfrm>
            <a:off x="3767328" y="2913888"/>
            <a:ext cx="4645200" cy="756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4800">
                <a:solidFill>
                  <a:schemeClr val="accent1"/>
                </a:solidFill>
              </a:defRPr>
            </a:lvl1pPr>
            <a:lvl2pPr lvl="1" algn="ctr" rtl="0">
              <a:spcBef>
                <a:spcPts val="0"/>
              </a:spcBef>
              <a:spcAft>
                <a:spcPts val="0"/>
              </a:spcAft>
              <a:buClr>
                <a:schemeClr val="accent1"/>
              </a:buClr>
              <a:buSzPts val="3600"/>
              <a:buNone/>
              <a:defRPr sz="4800">
                <a:solidFill>
                  <a:schemeClr val="accent1"/>
                </a:solidFill>
              </a:defRPr>
            </a:lvl2pPr>
            <a:lvl3pPr lvl="2" algn="ctr" rtl="0">
              <a:spcBef>
                <a:spcPts val="0"/>
              </a:spcBef>
              <a:spcAft>
                <a:spcPts val="0"/>
              </a:spcAft>
              <a:buClr>
                <a:schemeClr val="accent1"/>
              </a:buClr>
              <a:buSzPts val="3600"/>
              <a:buNone/>
              <a:defRPr sz="4800">
                <a:solidFill>
                  <a:schemeClr val="accent1"/>
                </a:solidFill>
              </a:defRPr>
            </a:lvl3pPr>
            <a:lvl4pPr lvl="3" algn="ctr" rtl="0">
              <a:spcBef>
                <a:spcPts val="0"/>
              </a:spcBef>
              <a:spcAft>
                <a:spcPts val="0"/>
              </a:spcAft>
              <a:buClr>
                <a:schemeClr val="accent1"/>
              </a:buClr>
              <a:buSzPts val="3600"/>
              <a:buNone/>
              <a:defRPr sz="4800">
                <a:solidFill>
                  <a:schemeClr val="accent1"/>
                </a:solidFill>
              </a:defRPr>
            </a:lvl4pPr>
            <a:lvl5pPr lvl="4" algn="ctr" rtl="0">
              <a:spcBef>
                <a:spcPts val="0"/>
              </a:spcBef>
              <a:spcAft>
                <a:spcPts val="0"/>
              </a:spcAft>
              <a:buClr>
                <a:schemeClr val="accent1"/>
              </a:buClr>
              <a:buSzPts val="3600"/>
              <a:buNone/>
              <a:defRPr sz="4800">
                <a:solidFill>
                  <a:schemeClr val="accent1"/>
                </a:solidFill>
              </a:defRPr>
            </a:lvl5pPr>
            <a:lvl6pPr lvl="5" algn="ctr" rtl="0">
              <a:spcBef>
                <a:spcPts val="0"/>
              </a:spcBef>
              <a:spcAft>
                <a:spcPts val="0"/>
              </a:spcAft>
              <a:buClr>
                <a:schemeClr val="accent1"/>
              </a:buClr>
              <a:buSzPts val="3600"/>
              <a:buNone/>
              <a:defRPr sz="4800">
                <a:solidFill>
                  <a:schemeClr val="accent1"/>
                </a:solidFill>
              </a:defRPr>
            </a:lvl6pPr>
            <a:lvl7pPr lvl="6" algn="ctr" rtl="0">
              <a:spcBef>
                <a:spcPts val="0"/>
              </a:spcBef>
              <a:spcAft>
                <a:spcPts val="0"/>
              </a:spcAft>
              <a:buClr>
                <a:schemeClr val="accent1"/>
              </a:buClr>
              <a:buSzPts val="3600"/>
              <a:buNone/>
              <a:defRPr sz="4800">
                <a:solidFill>
                  <a:schemeClr val="accent1"/>
                </a:solidFill>
              </a:defRPr>
            </a:lvl7pPr>
            <a:lvl8pPr lvl="7" algn="ctr" rtl="0">
              <a:spcBef>
                <a:spcPts val="0"/>
              </a:spcBef>
              <a:spcAft>
                <a:spcPts val="0"/>
              </a:spcAft>
              <a:buClr>
                <a:schemeClr val="accent1"/>
              </a:buClr>
              <a:buSzPts val="3600"/>
              <a:buNone/>
              <a:defRPr sz="4800">
                <a:solidFill>
                  <a:schemeClr val="accent1"/>
                </a:solidFill>
              </a:defRPr>
            </a:lvl8pPr>
            <a:lvl9pPr lvl="8" algn="ctr" rtl="0">
              <a:spcBef>
                <a:spcPts val="0"/>
              </a:spcBef>
              <a:spcAft>
                <a:spcPts val="0"/>
              </a:spcAft>
              <a:buClr>
                <a:schemeClr val="accent1"/>
              </a:buClr>
              <a:buSzPts val="3600"/>
              <a:buNone/>
              <a:defRPr sz="4800">
                <a:solidFill>
                  <a:schemeClr val="accent1"/>
                </a:solidFill>
              </a:defRPr>
            </a:lvl9pPr>
          </a:lstStyle>
          <a:p>
            <a:r>
              <a:t>xx%</a:t>
            </a:r>
          </a:p>
        </p:txBody>
      </p:sp>
      <p:sp>
        <p:nvSpPr>
          <p:cNvPr id="989" name="Google Shape;989;p20"/>
          <p:cNvSpPr txBox="1">
            <a:spLocks noGrp="1"/>
          </p:cNvSpPr>
          <p:nvPr>
            <p:ph type="subTitle" idx="3"/>
          </p:nvPr>
        </p:nvSpPr>
        <p:spPr>
          <a:xfrm>
            <a:off x="3767328" y="3596640"/>
            <a:ext cx="4645200" cy="365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90" name="Google Shape;990;p20"/>
          <p:cNvSpPr txBox="1">
            <a:spLocks noGrp="1"/>
          </p:cNvSpPr>
          <p:nvPr>
            <p:ph type="title" idx="4" hasCustomPrompt="1"/>
          </p:nvPr>
        </p:nvSpPr>
        <p:spPr>
          <a:xfrm>
            <a:off x="3767328" y="4864608"/>
            <a:ext cx="4645200" cy="756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4800">
                <a:solidFill>
                  <a:schemeClr val="accent1"/>
                </a:solidFill>
              </a:defRPr>
            </a:lvl1pPr>
            <a:lvl2pPr lvl="1" algn="ctr" rtl="0">
              <a:spcBef>
                <a:spcPts val="0"/>
              </a:spcBef>
              <a:spcAft>
                <a:spcPts val="0"/>
              </a:spcAft>
              <a:buClr>
                <a:schemeClr val="accent1"/>
              </a:buClr>
              <a:buSzPts val="3600"/>
              <a:buNone/>
              <a:defRPr sz="4800">
                <a:solidFill>
                  <a:schemeClr val="accent1"/>
                </a:solidFill>
              </a:defRPr>
            </a:lvl2pPr>
            <a:lvl3pPr lvl="2" algn="ctr" rtl="0">
              <a:spcBef>
                <a:spcPts val="0"/>
              </a:spcBef>
              <a:spcAft>
                <a:spcPts val="0"/>
              </a:spcAft>
              <a:buClr>
                <a:schemeClr val="accent1"/>
              </a:buClr>
              <a:buSzPts val="3600"/>
              <a:buNone/>
              <a:defRPr sz="4800">
                <a:solidFill>
                  <a:schemeClr val="accent1"/>
                </a:solidFill>
              </a:defRPr>
            </a:lvl3pPr>
            <a:lvl4pPr lvl="3" algn="ctr" rtl="0">
              <a:spcBef>
                <a:spcPts val="0"/>
              </a:spcBef>
              <a:spcAft>
                <a:spcPts val="0"/>
              </a:spcAft>
              <a:buClr>
                <a:schemeClr val="accent1"/>
              </a:buClr>
              <a:buSzPts val="3600"/>
              <a:buNone/>
              <a:defRPr sz="4800">
                <a:solidFill>
                  <a:schemeClr val="accent1"/>
                </a:solidFill>
              </a:defRPr>
            </a:lvl4pPr>
            <a:lvl5pPr lvl="4" algn="ctr" rtl="0">
              <a:spcBef>
                <a:spcPts val="0"/>
              </a:spcBef>
              <a:spcAft>
                <a:spcPts val="0"/>
              </a:spcAft>
              <a:buClr>
                <a:schemeClr val="accent1"/>
              </a:buClr>
              <a:buSzPts val="3600"/>
              <a:buNone/>
              <a:defRPr sz="4800">
                <a:solidFill>
                  <a:schemeClr val="accent1"/>
                </a:solidFill>
              </a:defRPr>
            </a:lvl5pPr>
            <a:lvl6pPr lvl="5" algn="ctr" rtl="0">
              <a:spcBef>
                <a:spcPts val="0"/>
              </a:spcBef>
              <a:spcAft>
                <a:spcPts val="0"/>
              </a:spcAft>
              <a:buClr>
                <a:schemeClr val="accent1"/>
              </a:buClr>
              <a:buSzPts val="3600"/>
              <a:buNone/>
              <a:defRPr sz="4800">
                <a:solidFill>
                  <a:schemeClr val="accent1"/>
                </a:solidFill>
              </a:defRPr>
            </a:lvl6pPr>
            <a:lvl7pPr lvl="6" algn="ctr" rtl="0">
              <a:spcBef>
                <a:spcPts val="0"/>
              </a:spcBef>
              <a:spcAft>
                <a:spcPts val="0"/>
              </a:spcAft>
              <a:buClr>
                <a:schemeClr val="accent1"/>
              </a:buClr>
              <a:buSzPts val="3600"/>
              <a:buNone/>
              <a:defRPr sz="4800">
                <a:solidFill>
                  <a:schemeClr val="accent1"/>
                </a:solidFill>
              </a:defRPr>
            </a:lvl7pPr>
            <a:lvl8pPr lvl="7" algn="ctr" rtl="0">
              <a:spcBef>
                <a:spcPts val="0"/>
              </a:spcBef>
              <a:spcAft>
                <a:spcPts val="0"/>
              </a:spcAft>
              <a:buClr>
                <a:schemeClr val="accent1"/>
              </a:buClr>
              <a:buSzPts val="3600"/>
              <a:buNone/>
              <a:defRPr sz="4800">
                <a:solidFill>
                  <a:schemeClr val="accent1"/>
                </a:solidFill>
              </a:defRPr>
            </a:lvl8pPr>
            <a:lvl9pPr lvl="8" algn="ctr" rtl="0">
              <a:spcBef>
                <a:spcPts val="0"/>
              </a:spcBef>
              <a:spcAft>
                <a:spcPts val="0"/>
              </a:spcAft>
              <a:buClr>
                <a:schemeClr val="accent1"/>
              </a:buClr>
              <a:buSzPts val="3600"/>
              <a:buNone/>
              <a:defRPr sz="4800">
                <a:solidFill>
                  <a:schemeClr val="accent1"/>
                </a:solidFill>
              </a:defRPr>
            </a:lvl9pPr>
          </a:lstStyle>
          <a:p>
            <a:r>
              <a:t>xx%</a:t>
            </a:r>
          </a:p>
        </p:txBody>
      </p:sp>
      <p:sp>
        <p:nvSpPr>
          <p:cNvPr id="991" name="Google Shape;991;p20"/>
          <p:cNvSpPr txBox="1">
            <a:spLocks noGrp="1"/>
          </p:cNvSpPr>
          <p:nvPr>
            <p:ph type="subTitle" idx="5"/>
          </p:nvPr>
        </p:nvSpPr>
        <p:spPr>
          <a:xfrm>
            <a:off x="3779520" y="5559552"/>
            <a:ext cx="4645200" cy="365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992" name="Google Shape;992;p20"/>
          <p:cNvCxnSpPr/>
          <p:nvPr/>
        </p:nvCxnSpPr>
        <p:spPr>
          <a:xfrm rot="5400000">
            <a:off x="9692944" y="4432733"/>
            <a:ext cx="1510800" cy="40840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0"/>
          <p:cNvCxnSpPr/>
          <p:nvPr/>
        </p:nvCxnSpPr>
        <p:spPr>
          <a:xfrm rot="-5400000" flipH="1">
            <a:off x="9575211" y="2776533"/>
            <a:ext cx="1789600" cy="42040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0"/>
          <p:cNvCxnSpPr/>
          <p:nvPr/>
        </p:nvCxnSpPr>
        <p:spPr>
          <a:xfrm rot="5400000">
            <a:off x="9643244" y="981833"/>
            <a:ext cx="1776000" cy="52280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0"/>
          <p:cNvCxnSpPr/>
          <p:nvPr/>
        </p:nvCxnSpPr>
        <p:spPr>
          <a:xfrm rot="5400000">
            <a:off x="10891244" y="-88800"/>
            <a:ext cx="365200" cy="542800"/>
          </a:xfrm>
          <a:prstGeom prst="straightConnector1">
            <a:avLst/>
          </a:prstGeom>
          <a:noFill/>
          <a:ln w="9525" cap="flat" cmpd="sng">
            <a:solidFill>
              <a:schemeClr val="dk2"/>
            </a:solidFill>
            <a:prstDash val="solid"/>
            <a:round/>
            <a:headEnd type="none" w="med" len="med"/>
            <a:tailEnd type="none" w="med" len="med"/>
          </a:ln>
        </p:spPr>
      </p:cxnSp>
      <p:grpSp>
        <p:nvGrpSpPr>
          <p:cNvPr id="996" name="Google Shape;996;p20"/>
          <p:cNvGrpSpPr/>
          <p:nvPr/>
        </p:nvGrpSpPr>
        <p:grpSpPr>
          <a:xfrm rot="5400000" flipH="1">
            <a:off x="9876444" y="1713233"/>
            <a:ext cx="775733" cy="776467"/>
            <a:chOff x="8064275" y="887850"/>
            <a:chExt cx="581800" cy="582350"/>
          </a:xfrm>
        </p:grpSpPr>
        <p:sp>
          <p:nvSpPr>
            <p:cNvPr id="997" name="Google Shape;997;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8" name="Google Shape;998;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9" name="Google Shape;999;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0" name="Google Shape;1000;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1" name="Google Shape;1001;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2" name="Google Shape;1002;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03" name="Google Shape;1003;p20"/>
          <p:cNvGrpSpPr/>
          <p:nvPr/>
        </p:nvGrpSpPr>
        <p:grpSpPr>
          <a:xfrm rot="5400000" flipH="1">
            <a:off x="10492961" y="3672267"/>
            <a:ext cx="389367" cy="390100"/>
            <a:chOff x="7353050" y="316275"/>
            <a:chExt cx="292025" cy="292575"/>
          </a:xfrm>
        </p:grpSpPr>
        <p:sp>
          <p:nvSpPr>
            <p:cNvPr id="1004" name="Google Shape;1004;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5" name="Google Shape;1005;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6" name="Google Shape;1006;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7" name="Google Shape;1007;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08" name="Google Shape;1008;p20"/>
          <p:cNvGrpSpPr/>
          <p:nvPr/>
        </p:nvGrpSpPr>
        <p:grpSpPr>
          <a:xfrm rot="5400000" flipH="1">
            <a:off x="10683278" y="237567"/>
            <a:ext cx="233333" cy="233333"/>
            <a:chOff x="8792300" y="321275"/>
            <a:chExt cx="175000" cy="175000"/>
          </a:xfrm>
        </p:grpSpPr>
        <p:sp>
          <p:nvSpPr>
            <p:cNvPr id="1009" name="Google Shape;1009;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0" name="Google Shape;1010;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1" name="Google Shape;1011;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2" name="Google Shape;1012;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13" name="Google Shape;1013;p20"/>
          <p:cNvGrpSpPr/>
          <p:nvPr/>
        </p:nvGrpSpPr>
        <p:grpSpPr>
          <a:xfrm rot="5400000">
            <a:off x="10068911" y="5173235"/>
            <a:ext cx="390815" cy="391184"/>
            <a:chOff x="3164039" y="430875"/>
            <a:chExt cx="293111" cy="293388"/>
          </a:xfrm>
        </p:grpSpPr>
        <p:sp>
          <p:nvSpPr>
            <p:cNvPr id="1014" name="Google Shape;1014;p2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5" name="Google Shape;1015;p2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6" name="Google Shape;1016;p2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7" name="Google Shape;1017;p2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8" name="Google Shape;1018;p2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9" name="Google Shape;1019;p2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20" name="Google Shape;1020;p20"/>
          <p:cNvGrpSpPr/>
          <p:nvPr/>
        </p:nvGrpSpPr>
        <p:grpSpPr>
          <a:xfrm rot="5400000" flipH="1">
            <a:off x="11012070" y="430859"/>
            <a:ext cx="233351" cy="36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2" name="Google Shape;102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3" name="Google Shape;102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024" name="Google Shape;1024;p20"/>
          <p:cNvCxnSpPr/>
          <p:nvPr/>
        </p:nvCxnSpPr>
        <p:spPr>
          <a:xfrm rot="5400000" flipH="1">
            <a:off x="987800" y="3464433"/>
            <a:ext cx="2230000" cy="1680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0"/>
          <p:cNvCxnSpPr/>
          <p:nvPr/>
        </p:nvCxnSpPr>
        <p:spPr>
          <a:xfrm rot="-5400000">
            <a:off x="1129467" y="4738667"/>
            <a:ext cx="1106000" cy="9912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0"/>
          <p:cNvCxnSpPr/>
          <p:nvPr/>
        </p:nvCxnSpPr>
        <p:spPr>
          <a:xfrm rot="5400000" flipH="1">
            <a:off x="1474367" y="5535000"/>
            <a:ext cx="1062000" cy="1584000"/>
          </a:xfrm>
          <a:prstGeom prst="straightConnector1">
            <a:avLst/>
          </a:prstGeom>
          <a:noFill/>
          <a:ln w="9525" cap="flat" cmpd="sng">
            <a:solidFill>
              <a:schemeClr val="dk2"/>
            </a:solidFill>
            <a:prstDash val="solid"/>
            <a:round/>
            <a:headEnd type="none" w="med" len="med"/>
            <a:tailEnd type="none" w="med" len="med"/>
          </a:ln>
        </p:spPr>
      </p:cxnSp>
      <p:grpSp>
        <p:nvGrpSpPr>
          <p:cNvPr id="1027" name="Google Shape;1027;p20"/>
          <p:cNvGrpSpPr/>
          <p:nvPr/>
        </p:nvGrpSpPr>
        <p:grpSpPr>
          <a:xfrm rot="5400000">
            <a:off x="828634" y="5416033"/>
            <a:ext cx="775733" cy="776467"/>
            <a:chOff x="8064275" y="887850"/>
            <a:chExt cx="581800" cy="582350"/>
          </a:xfrm>
        </p:grpSpPr>
        <p:sp>
          <p:nvSpPr>
            <p:cNvPr id="1028" name="Google Shape;1028;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9" name="Google Shape;1029;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0" name="Google Shape;1030;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1" name="Google Shape;1031;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2" name="Google Shape;1032;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3" name="Google Shape;1033;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34" name="Google Shape;1034;p20"/>
          <p:cNvGrpSpPr/>
          <p:nvPr/>
        </p:nvGrpSpPr>
        <p:grpSpPr>
          <a:xfrm rot="5400000">
            <a:off x="1977101" y="4467734"/>
            <a:ext cx="389367" cy="390100"/>
            <a:chOff x="7353050" y="316275"/>
            <a:chExt cx="292025" cy="292575"/>
          </a:xfrm>
        </p:grpSpPr>
        <p:sp>
          <p:nvSpPr>
            <p:cNvPr id="1035" name="Google Shape;1035;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6" name="Google Shape;1036;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7" name="Google Shape;1037;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8" name="Google Shape;1038;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39" name="Google Shape;1039;p20"/>
          <p:cNvGrpSpPr/>
          <p:nvPr/>
        </p:nvGrpSpPr>
        <p:grpSpPr>
          <a:xfrm rot="5400000">
            <a:off x="2126834" y="6387100"/>
            <a:ext cx="233333" cy="233333"/>
            <a:chOff x="8792300" y="321275"/>
            <a:chExt cx="175000" cy="175000"/>
          </a:xfrm>
        </p:grpSpPr>
        <p:sp>
          <p:nvSpPr>
            <p:cNvPr id="1040" name="Google Shape;1040;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1" name="Google Shape;1041;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2" name="Google Shape;1042;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3" name="Google Shape;1043;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44" name="Google Shape;1044;p20"/>
          <p:cNvSpPr/>
          <p:nvPr/>
        </p:nvSpPr>
        <p:spPr>
          <a:xfrm rot="5400000">
            <a:off x="1836156" y="2251658"/>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45" name="Google Shape;1045;p20"/>
          <p:cNvSpPr/>
          <p:nvPr/>
        </p:nvSpPr>
        <p:spPr>
          <a:xfrm rot="5400000">
            <a:off x="1833168" y="2248281"/>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46" name="Google Shape;1046;p20"/>
          <p:cNvSpPr/>
          <p:nvPr/>
        </p:nvSpPr>
        <p:spPr>
          <a:xfrm rot="5400000">
            <a:off x="1884814" y="230031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47" name="Google Shape;1047;p20"/>
          <p:cNvSpPr/>
          <p:nvPr/>
        </p:nvSpPr>
        <p:spPr>
          <a:xfrm rot="5400000">
            <a:off x="1881817" y="2296952"/>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48" name="Google Shape;1048;p20"/>
          <p:cNvSpPr/>
          <p:nvPr/>
        </p:nvSpPr>
        <p:spPr>
          <a:xfrm rot="5400000">
            <a:off x="1937786" y="2352910"/>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49" name="Google Shape;1049;p20"/>
          <p:cNvSpPr/>
          <p:nvPr/>
        </p:nvSpPr>
        <p:spPr>
          <a:xfrm rot="5400000">
            <a:off x="1934595" y="235010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50" name="Google Shape;1050;p20"/>
          <p:cNvGrpSpPr/>
          <p:nvPr/>
        </p:nvGrpSpPr>
        <p:grpSpPr>
          <a:xfrm rot="5400000">
            <a:off x="2268159" y="2020508"/>
            <a:ext cx="233351" cy="36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2" name="Google Shape;105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3" name="Google Shape;105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54" name="Google Shape;1054;p20"/>
          <p:cNvGrpSpPr/>
          <p:nvPr/>
        </p:nvGrpSpPr>
        <p:grpSpPr>
          <a:xfrm rot="5400000">
            <a:off x="2426026" y="6082775"/>
            <a:ext cx="233351" cy="36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6" name="Google Shape;1056;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7" name="Google Shape;1057;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58" name="Google Shape;1058;p20"/>
          <p:cNvGrpSpPr/>
          <p:nvPr/>
        </p:nvGrpSpPr>
        <p:grpSpPr>
          <a:xfrm rot="5400000">
            <a:off x="544793" y="5521041"/>
            <a:ext cx="233351" cy="36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0" name="Google Shape;1060;p2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1" name="Google Shape;1061;p2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2504872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our columns of text">
  <p:cSld name="Four columns of text">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2091700" y="589800"/>
            <a:ext cx="8008400" cy="79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67" name="Google Shape;667;p15"/>
          <p:cNvSpPr txBox="1">
            <a:spLocks noGrp="1"/>
          </p:cNvSpPr>
          <p:nvPr>
            <p:ph type="subTitle" idx="1"/>
          </p:nvPr>
        </p:nvSpPr>
        <p:spPr>
          <a:xfrm>
            <a:off x="2279904" y="2060448"/>
            <a:ext cx="2593600" cy="50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68" name="Google Shape;668;p15"/>
          <p:cNvSpPr txBox="1">
            <a:spLocks noGrp="1"/>
          </p:cNvSpPr>
          <p:nvPr>
            <p:ph type="subTitle" idx="2"/>
          </p:nvPr>
        </p:nvSpPr>
        <p:spPr>
          <a:xfrm>
            <a:off x="2279904" y="2584704"/>
            <a:ext cx="2593600" cy="10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69" name="Google Shape;669;p15"/>
          <p:cNvSpPr txBox="1">
            <a:spLocks noGrp="1"/>
          </p:cNvSpPr>
          <p:nvPr>
            <p:ph type="subTitle" idx="3"/>
          </p:nvPr>
        </p:nvSpPr>
        <p:spPr>
          <a:xfrm>
            <a:off x="7290816" y="2060448"/>
            <a:ext cx="2596800" cy="50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0" name="Google Shape;670;p15"/>
          <p:cNvSpPr txBox="1">
            <a:spLocks noGrp="1"/>
          </p:cNvSpPr>
          <p:nvPr>
            <p:ph type="subTitle" idx="4"/>
          </p:nvPr>
        </p:nvSpPr>
        <p:spPr>
          <a:xfrm>
            <a:off x="7290816" y="2584704"/>
            <a:ext cx="2596800" cy="10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71" name="Google Shape;671;p15"/>
          <p:cNvSpPr txBox="1">
            <a:spLocks noGrp="1"/>
          </p:cNvSpPr>
          <p:nvPr>
            <p:ph type="subTitle" idx="5"/>
          </p:nvPr>
        </p:nvSpPr>
        <p:spPr>
          <a:xfrm>
            <a:off x="3767328" y="4267200"/>
            <a:ext cx="2593600" cy="50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2" name="Google Shape;672;p15"/>
          <p:cNvSpPr txBox="1">
            <a:spLocks noGrp="1"/>
          </p:cNvSpPr>
          <p:nvPr>
            <p:ph type="subTitle" idx="6"/>
          </p:nvPr>
        </p:nvSpPr>
        <p:spPr>
          <a:xfrm>
            <a:off x="3767328" y="4791456"/>
            <a:ext cx="2593600" cy="10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73" name="Google Shape;673;p15"/>
          <p:cNvSpPr txBox="1">
            <a:spLocks noGrp="1"/>
          </p:cNvSpPr>
          <p:nvPr>
            <p:ph type="subTitle" idx="7"/>
          </p:nvPr>
        </p:nvSpPr>
        <p:spPr>
          <a:xfrm>
            <a:off x="8619744" y="4267200"/>
            <a:ext cx="2658000" cy="500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67">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4" name="Google Shape;674;p15"/>
          <p:cNvSpPr txBox="1">
            <a:spLocks noGrp="1"/>
          </p:cNvSpPr>
          <p:nvPr>
            <p:ph type="subTitle" idx="8"/>
          </p:nvPr>
        </p:nvSpPr>
        <p:spPr>
          <a:xfrm>
            <a:off x="8619744" y="4791456"/>
            <a:ext cx="2658000" cy="10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675" name="Google Shape;675;p15"/>
          <p:cNvCxnSpPr/>
          <p:nvPr/>
        </p:nvCxnSpPr>
        <p:spPr>
          <a:xfrm rot="10800000">
            <a:off x="10812000" y="668367"/>
            <a:ext cx="983600" cy="9836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776633" y="376251"/>
            <a:ext cx="1617200" cy="5636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365584"/>
            <a:ext cx="776800" cy="8724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565001" y="167151"/>
            <a:ext cx="389367" cy="390100"/>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83" name="Google Shape;683;p15"/>
          <p:cNvGrpSpPr/>
          <p:nvPr/>
        </p:nvGrpSpPr>
        <p:grpSpPr>
          <a:xfrm>
            <a:off x="2184986" y="744217"/>
            <a:ext cx="390815" cy="391184"/>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90" name="Google Shape;690;p15"/>
          <p:cNvGrpSpPr/>
          <p:nvPr/>
        </p:nvGrpSpPr>
        <p:grpSpPr>
          <a:xfrm>
            <a:off x="2122334" y="483467"/>
            <a:ext cx="233351" cy="36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694" name="Google Shape;694;p15"/>
          <p:cNvCxnSpPr/>
          <p:nvPr/>
        </p:nvCxnSpPr>
        <p:spPr>
          <a:xfrm flipH="1">
            <a:off x="10868433" y="9167"/>
            <a:ext cx="1336800" cy="6592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10431834" y="269833"/>
            <a:ext cx="775733" cy="776467"/>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02" name="Google Shape;702;p15"/>
          <p:cNvGrpSpPr/>
          <p:nvPr/>
        </p:nvGrpSpPr>
        <p:grpSpPr>
          <a:xfrm flipH="1">
            <a:off x="11598201" y="1489985"/>
            <a:ext cx="389367" cy="390100"/>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07" name="Google Shape;707;p15"/>
          <p:cNvGrpSpPr/>
          <p:nvPr/>
        </p:nvGrpSpPr>
        <p:grpSpPr>
          <a:xfrm>
            <a:off x="11571134" y="2109067"/>
            <a:ext cx="233351" cy="36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5664492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183"/>
        <p:cNvGrpSpPr/>
        <p:nvPr/>
      </p:nvGrpSpPr>
      <p:grpSpPr>
        <a:xfrm>
          <a:off x="0" y="0"/>
          <a:ext cx="0" cy="0"/>
          <a:chOff x="0" y="0"/>
          <a:chExt cx="0" cy="0"/>
        </a:xfrm>
      </p:grpSpPr>
      <p:sp>
        <p:nvSpPr>
          <p:cNvPr id="1184" name="Google Shape;1184;p24"/>
          <p:cNvSpPr txBox="1">
            <a:spLocks noGrp="1"/>
          </p:cNvSpPr>
          <p:nvPr>
            <p:ph type="title"/>
          </p:nvPr>
        </p:nvSpPr>
        <p:spPr>
          <a:xfrm>
            <a:off x="965000" y="702567"/>
            <a:ext cx="10262000" cy="7636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cxnSp>
        <p:nvCxnSpPr>
          <p:cNvPr id="1185" name="Google Shape;1185;p24"/>
          <p:cNvCxnSpPr/>
          <p:nvPr/>
        </p:nvCxnSpPr>
        <p:spPr>
          <a:xfrm>
            <a:off x="787267" y="5787467"/>
            <a:ext cx="893600" cy="564000"/>
          </a:xfrm>
          <a:prstGeom prst="straightConnector1">
            <a:avLst/>
          </a:prstGeom>
          <a:noFill/>
          <a:ln w="9525" cap="flat" cmpd="sng">
            <a:solidFill>
              <a:schemeClr val="dk1"/>
            </a:solidFill>
            <a:prstDash val="solid"/>
            <a:round/>
            <a:headEnd type="none" w="med" len="med"/>
            <a:tailEnd type="none" w="med" len="med"/>
          </a:ln>
        </p:spPr>
      </p:cxnSp>
      <p:cxnSp>
        <p:nvCxnSpPr>
          <p:cNvPr id="1186" name="Google Shape;1186;p24"/>
          <p:cNvCxnSpPr/>
          <p:nvPr/>
        </p:nvCxnSpPr>
        <p:spPr>
          <a:xfrm rot="10800000" flipH="1">
            <a:off x="0" y="5776733"/>
            <a:ext cx="787600" cy="885200"/>
          </a:xfrm>
          <a:prstGeom prst="straightConnector1">
            <a:avLst/>
          </a:prstGeom>
          <a:noFill/>
          <a:ln w="9525" cap="flat" cmpd="sng">
            <a:solidFill>
              <a:schemeClr val="dk1"/>
            </a:solidFill>
            <a:prstDash val="solid"/>
            <a:round/>
            <a:headEnd type="none" w="med" len="med"/>
            <a:tailEnd type="none" w="med" len="med"/>
          </a:ln>
        </p:spPr>
      </p:cxnSp>
      <p:grpSp>
        <p:nvGrpSpPr>
          <p:cNvPr id="1187" name="Google Shape;1187;p24"/>
          <p:cNvGrpSpPr/>
          <p:nvPr/>
        </p:nvGrpSpPr>
        <p:grpSpPr>
          <a:xfrm flipH="1">
            <a:off x="575634" y="5578367"/>
            <a:ext cx="389367" cy="390100"/>
            <a:chOff x="7353050" y="316275"/>
            <a:chExt cx="292025" cy="292575"/>
          </a:xfrm>
        </p:grpSpPr>
        <p:sp>
          <p:nvSpPr>
            <p:cNvPr id="1188" name="Google Shape;1188;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9" name="Google Shape;1189;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0" name="Google Shape;1190;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1" name="Google Shape;1191;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92" name="Google Shape;1192;p24"/>
          <p:cNvGrpSpPr/>
          <p:nvPr/>
        </p:nvGrpSpPr>
        <p:grpSpPr>
          <a:xfrm>
            <a:off x="1434386" y="6139567"/>
            <a:ext cx="390815" cy="391184"/>
            <a:chOff x="3164039" y="430875"/>
            <a:chExt cx="293111" cy="293388"/>
          </a:xfrm>
        </p:grpSpPr>
        <p:sp>
          <p:nvSpPr>
            <p:cNvPr id="1193" name="Google Shape;1193;p24"/>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4" name="Google Shape;1194;p24"/>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5" name="Google Shape;1195;p24"/>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6" name="Google Shape;1196;p24"/>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7" name="Google Shape;1197;p24"/>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8" name="Google Shape;1198;p24"/>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199" name="Google Shape;1199;p24"/>
          <p:cNvCxnSpPr/>
          <p:nvPr/>
        </p:nvCxnSpPr>
        <p:spPr>
          <a:xfrm rot="10800000">
            <a:off x="9595967" y="393467"/>
            <a:ext cx="1542800" cy="72360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24"/>
          <p:cNvCxnSpPr/>
          <p:nvPr/>
        </p:nvCxnSpPr>
        <p:spPr>
          <a:xfrm flipH="1">
            <a:off x="11138767" y="-8833"/>
            <a:ext cx="1055200" cy="1115200"/>
          </a:xfrm>
          <a:prstGeom prst="straightConnector1">
            <a:avLst/>
          </a:prstGeom>
          <a:noFill/>
          <a:ln w="9525" cap="flat" cmpd="sng">
            <a:solidFill>
              <a:schemeClr val="dk2"/>
            </a:solidFill>
            <a:prstDash val="solid"/>
            <a:round/>
            <a:headEnd type="none" w="med" len="med"/>
            <a:tailEnd type="none" w="med" len="med"/>
          </a:ln>
        </p:spPr>
      </p:cxnSp>
      <p:grpSp>
        <p:nvGrpSpPr>
          <p:cNvPr id="1201" name="Google Shape;1201;p24"/>
          <p:cNvGrpSpPr/>
          <p:nvPr/>
        </p:nvGrpSpPr>
        <p:grpSpPr>
          <a:xfrm>
            <a:off x="10752367" y="702567"/>
            <a:ext cx="775733" cy="776467"/>
            <a:chOff x="8064275" y="887850"/>
            <a:chExt cx="581800" cy="582350"/>
          </a:xfrm>
        </p:grpSpPr>
        <p:sp>
          <p:nvSpPr>
            <p:cNvPr id="1202" name="Google Shape;1202;p2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3" name="Google Shape;1203;p2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4" name="Google Shape;1204;p2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5" name="Google Shape;1205;p2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6" name="Google Shape;1206;p2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7" name="Google Shape;1207;p2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08" name="Google Shape;1208;p24"/>
          <p:cNvGrpSpPr/>
          <p:nvPr/>
        </p:nvGrpSpPr>
        <p:grpSpPr>
          <a:xfrm>
            <a:off x="9378501" y="227834"/>
            <a:ext cx="389367" cy="390100"/>
            <a:chOff x="7353050" y="316275"/>
            <a:chExt cx="292025" cy="292575"/>
          </a:xfrm>
        </p:grpSpPr>
        <p:sp>
          <p:nvSpPr>
            <p:cNvPr id="1209" name="Google Shape;1209;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0" name="Google Shape;1210;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1" name="Google Shape;1211;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2" name="Google Shape;1212;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13" name="Google Shape;1213;p24"/>
          <p:cNvGrpSpPr/>
          <p:nvPr/>
        </p:nvGrpSpPr>
        <p:grpSpPr>
          <a:xfrm>
            <a:off x="11677267" y="306200"/>
            <a:ext cx="233333" cy="233333"/>
            <a:chOff x="8792300" y="321275"/>
            <a:chExt cx="175000" cy="175000"/>
          </a:xfrm>
        </p:grpSpPr>
        <p:sp>
          <p:nvSpPr>
            <p:cNvPr id="1214" name="Google Shape;1214;p2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5" name="Google Shape;1215;p2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6" name="Google Shape;1216;p2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7" name="Google Shape;1217;p2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18" name="Google Shape;1218;p24"/>
          <p:cNvGrpSpPr/>
          <p:nvPr/>
        </p:nvGrpSpPr>
        <p:grpSpPr>
          <a:xfrm>
            <a:off x="11320067" y="227833"/>
            <a:ext cx="233351" cy="36000"/>
            <a:chOff x="5662375" y="212375"/>
            <a:chExt cx="175013" cy="27000"/>
          </a:xfrm>
        </p:grpSpPr>
        <p:sp>
          <p:nvSpPr>
            <p:cNvPr id="1219" name="Google Shape;1219;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0" name="Google Shape;1220;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1" name="Google Shape;1221;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22" name="Google Shape;1222;p24"/>
          <p:cNvGrpSpPr/>
          <p:nvPr/>
        </p:nvGrpSpPr>
        <p:grpSpPr>
          <a:xfrm>
            <a:off x="10555134" y="1499467"/>
            <a:ext cx="233351" cy="36000"/>
            <a:chOff x="5662375" y="212375"/>
            <a:chExt cx="175013" cy="27000"/>
          </a:xfrm>
        </p:grpSpPr>
        <p:sp>
          <p:nvSpPr>
            <p:cNvPr id="1223" name="Google Shape;1223;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4" name="Google Shape;1224;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5" name="Google Shape;1225;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186292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43"/>
        <p:cNvGrpSpPr/>
        <p:nvPr/>
      </p:nvGrpSpPr>
      <p:grpSpPr>
        <a:xfrm>
          <a:off x="0" y="0"/>
          <a:ext cx="0" cy="0"/>
          <a:chOff x="0" y="0"/>
          <a:chExt cx="0" cy="0"/>
        </a:xfrm>
      </p:grpSpPr>
      <p:grpSp>
        <p:nvGrpSpPr>
          <p:cNvPr id="44" name="Google Shape;44;p3"/>
          <p:cNvGrpSpPr/>
          <p:nvPr/>
        </p:nvGrpSpPr>
        <p:grpSpPr>
          <a:xfrm>
            <a:off x="2843532" y="951004"/>
            <a:ext cx="6504936" cy="4956005"/>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7" name="Google Shape;47;p3"/>
          <p:cNvSpPr txBox="1">
            <a:spLocks noGrp="1"/>
          </p:cNvSpPr>
          <p:nvPr>
            <p:ph type="title"/>
          </p:nvPr>
        </p:nvSpPr>
        <p:spPr>
          <a:xfrm>
            <a:off x="3962400" y="2974848"/>
            <a:ext cx="4267200" cy="107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48" name="Google Shape;48;p3"/>
          <p:cNvSpPr txBox="1">
            <a:spLocks noGrp="1"/>
          </p:cNvSpPr>
          <p:nvPr>
            <p:ph type="title" idx="2" hasCustomPrompt="1"/>
          </p:nvPr>
        </p:nvSpPr>
        <p:spPr>
          <a:xfrm>
            <a:off x="3962400" y="1548384"/>
            <a:ext cx="3956800" cy="142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12800"/>
            </a:lvl1pPr>
            <a:lvl2pPr lvl="1" algn="ctr" rtl="0">
              <a:spcBef>
                <a:spcPts val="0"/>
              </a:spcBef>
              <a:spcAft>
                <a:spcPts val="0"/>
              </a:spcAft>
              <a:buSzPts val="9600"/>
              <a:buNone/>
              <a:defRPr sz="12800"/>
            </a:lvl2pPr>
            <a:lvl3pPr lvl="2" algn="ctr" rtl="0">
              <a:spcBef>
                <a:spcPts val="0"/>
              </a:spcBef>
              <a:spcAft>
                <a:spcPts val="0"/>
              </a:spcAft>
              <a:buSzPts val="9600"/>
              <a:buNone/>
              <a:defRPr sz="12800"/>
            </a:lvl3pPr>
            <a:lvl4pPr lvl="3" algn="ctr" rtl="0">
              <a:spcBef>
                <a:spcPts val="0"/>
              </a:spcBef>
              <a:spcAft>
                <a:spcPts val="0"/>
              </a:spcAft>
              <a:buSzPts val="9600"/>
              <a:buNone/>
              <a:defRPr sz="12800"/>
            </a:lvl4pPr>
            <a:lvl5pPr lvl="4" algn="ctr" rtl="0">
              <a:spcBef>
                <a:spcPts val="0"/>
              </a:spcBef>
              <a:spcAft>
                <a:spcPts val="0"/>
              </a:spcAft>
              <a:buSzPts val="9600"/>
              <a:buNone/>
              <a:defRPr sz="12800"/>
            </a:lvl5pPr>
            <a:lvl6pPr lvl="5" algn="ctr" rtl="0">
              <a:spcBef>
                <a:spcPts val="0"/>
              </a:spcBef>
              <a:spcAft>
                <a:spcPts val="0"/>
              </a:spcAft>
              <a:buSzPts val="9600"/>
              <a:buNone/>
              <a:defRPr sz="12800"/>
            </a:lvl6pPr>
            <a:lvl7pPr lvl="6" algn="ctr" rtl="0">
              <a:spcBef>
                <a:spcPts val="0"/>
              </a:spcBef>
              <a:spcAft>
                <a:spcPts val="0"/>
              </a:spcAft>
              <a:buSzPts val="9600"/>
              <a:buNone/>
              <a:defRPr sz="12800"/>
            </a:lvl7pPr>
            <a:lvl8pPr lvl="7" algn="ctr" rtl="0">
              <a:spcBef>
                <a:spcPts val="0"/>
              </a:spcBef>
              <a:spcAft>
                <a:spcPts val="0"/>
              </a:spcAft>
              <a:buSzPts val="9600"/>
              <a:buNone/>
              <a:defRPr sz="12800"/>
            </a:lvl8pPr>
            <a:lvl9pPr lvl="8" algn="ctr" rtl="0">
              <a:spcBef>
                <a:spcPts val="0"/>
              </a:spcBef>
              <a:spcAft>
                <a:spcPts val="0"/>
              </a:spcAft>
              <a:buSzPts val="9600"/>
              <a:buNone/>
              <a:defRPr sz="12800"/>
            </a:lvl9pPr>
          </a:lstStyle>
          <a:p>
            <a:r>
              <a:t>xx%</a:t>
            </a:r>
          </a:p>
        </p:txBody>
      </p:sp>
      <p:sp>
        <p:nvSpPr>
          <p:cNvPr id="49" name="Google Shape;49;p3"/>
          <p:cNvSpPr txBox="1">
            <a:spLocks noGrp="1"/>
          </p:cNvSpPr>
          <p:nvPr>
            <p:ph type="subTitle" idx="1"/>
          </p:nvPr>
        </p:nvSpPr>
        <p:spPr>
          <a:xfrm>
            <a:off x="3964300" y="3998976"/>
            <a:ext cx="4267200" cy="914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577134" y="0"/>
            <a:ext cx="11037733" cy="68876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2280746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1072896" y="2645664"/>
            <a:ext cx="4389200" cy="1828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2533">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2533">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2533">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2533">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2533">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2533">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2533">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2533">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2533">
                <a:solidFill>
                  <a:schemeClr val="dk2"/>
                </a:solidFill>
                <a:latin typeface="Barlow Semi Condensed"/>
                <a:ea typeface="Barlow Semi Condensed"/>
                <a:cs typeface="Barlow Semi Condensed"/>
                <a:sym typeface="Barlow Semi Condensed"/>
              </a:defRPr>
            </a:lvl9pPr>
          </a:lstStyle>
          <a:p>
            <a:endParaRPr/>
          </a:p>
        </p:txBody>
      </p:sp>
      <p:sp>
        <p:nvSpPr>
          <p:cNvPr id="305" name="Google Shape;305;p7"/>
          <p:cNvSpPr txBox="1">
            <a:spLocks noGrp="1"/>
          </p:cNvSpPr>
          <p:nvPr>
            <p:ph type="title"/>
          </p:nvPr>
        </p:nvSpPr>
        <p:spPr>
          <a:xfrm>
            <a:off x="1072896" y="4425696"/>
            <a:ext cx="4389200" cy="5364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2133">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306" name="Google Shape;306;p7"/>
          <p:cNvCxnSpPr/>
          <p:nvPr/>
        </p:nvCxnSpPr>
        <p:spPr>
          <a:xfrm>
            <a:off x="2194567" y="697500"/>
            <a:ext cx="2230000" cy="168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1070733" y="706233"/>
            <a:ext cx="1106000" cy="9912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86933"/>
            <a:ext cx="1062000" cy="1584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665867" y="1279567"/>
            <a:ext cx="775733" cy="776467"/>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16" name="Google Shape;316;p7"/>
          <p:cNvGrpSpPr/>
          <p:nvPr/>
        </p:nvGrpSpPr>
        <p:grpSpPr>
          <a:xfrm flipH="1">
            <a:off x="2000534" y="517467"/>
            <a:ext cx="389367" cy="390100"/>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1" name="Google Shape;321;p7"/>
          <p:cNvSpPr/>
          <p:nvPr/>
        </p:nvSpPr>
        <p:spPr>
          <a:xfrm flipH="1">
            <a:off x="4221708" y="663510"/>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2" name="Google Shape;322;p7"/>
          <p:cNvSpPr/>
          <p:nvPr/>
        </p:nvSpPr>
        <p:spPr>
          <a:xfrm flipH="1">
            <a:off x="4218719" y="660133"/>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3" name="Google Shape;323;p7"/>
          <p:cNvSpPr/>
          <p:nvPr/>
        </p:nvSpPr>
        <p:spPr>
          <a:xfrm flipH="1">
            <a:off x="4270374" y="71217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4" name="Google Shape;324;p7"/>
          <p:cNvSpPr/>
          <p:nvPr/>
        </p:nvSpPr>
        <p:spPr>
          <a:xfrm flipH="1">
            <a:off x="4267368" y="708803"/>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5" name="Google Shape;325;p7"/>
          <p:cNvSpPr/>
          <p:nvPr/>
        </p:nvSpPr>
        <p:spPr>
          <a:xfrm flipH="1">
            <a:off x="4323522" y="764946"/>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6" name="Google Shape;326;p7"/>
          <p:cNvSpPr/>
          <p:nvPr/>
        </p:nvSpPr>
        <p:spPr>
          <a:xfrm flipH="1">
            <a:off x="4320146" y="76195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27" name="Google Shape;327;p7"/>
          <p:cNvGrpSpPr/>
          <p:nvPr/>
        </p:nvGrpSpPr>
        <p:grpSpPr>
          <a:xfrm flipH="1">
            <a:off x="4702817" y="481467"/>
            <a:ext cx="233351" cy="36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31" name="Google Shape;331;p7"/>
          <p:cNvGrpSpPr/>
          <p:nvPr/>
        </p:nvGrpSpPr>
        <p:grpSpPr>
          <a:xfrm flipH="1">
            <a:off x="640550" y="323600"/>
            <a:ext cx="233351" cy="36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35" name="Google Shape;335;p7"/>
          <p:cNvGrpSpPr/>
          <p:nvPr/>
        </p:nvGrpSpPr>
        <p:grpSpPr>
          <a:xfrm flipH="1">
            <a:off x="1202283" y="2204833"/>
            <a:ext cx="233351" cy="36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339" name="Google Shape;339;p7"/>
          <p:cNvCxnSpPr/>
          <p:nvPr/>
        </p:nvCxnSpPr>
        <p:spPr>
          <a:xfrm>
            <a:off x="1055200" y="5616533"/>
            <a:ext cx="1542800" cy="7236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5627233"/>
            <a:ext cx="1055200" cy="11152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665867" y="5254567"/>
            <a:ext cx="775733" cy="776467"/>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48" name="Google Shape;348;p7"/>
          <p:cNvGrpSpPr/>
          <p:nvPr/>
        </p:nvGrpSpPr>
        <p:grpSpPr>
          <a:xfrm rot="10800000">
            <a:off x="2426101" y="6115667"/>
            <a:ext cx="389367" cy="390100"/>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3" name="Google Shape;353;p7"/>
          <p:cNvGrpSpPr/>
          <p:nvPr/>
        </p:nvGrpSpPr>
        <p:grpSpPr>
          <a:xfrm rot="10800000">
            <a:off x="283367" y="6194067"/>
            <a:ext cx="233333" cy="233333"/>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8" name="Google Shape;358;p7"/>
          <p:cNvGrpSpPr/>
          <p:nvPr/>
        </p:nvGrpSpPr>
        <p:grpSpPr>
          <a:xfrm rot="10800000">
            <a:off x="640550" y="6469767"/>
            <a:ext cx="233351" cy="36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2" name="Google Shape;362;p7"/>
          <p:cNvGrpSpPr/>
          <p:nvPr/>
        </p:nvGrpSpPr>
        <p:grpSpPr>
          <a:xfrm rot="10800000">
            <a:off x="1405483" y="5198133"/>
            <a:ext cx="233351" cy="36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77000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FD522E-241C-4CD6-8BDD-4C6B28FCE5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A98265-F369-4CA8-BBD9-FBCB81FAB2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A5EA6F-7DBF-48CB-AB31-A5758645C5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5B788ADD-DE1D-45F0-BD22-117C7DEB7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6816BE9-D479-4145-8D92-527BE392D5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81035F-0EC6-443A-970D-AA78E91C5812}" type="slidenum">
              <a:rPr lang="en-US" smtClean="0"/>
              <a:t>‹#›</a:t>
            </a:fld>
            <a:endParaRPr lang="en-US"/>
          </a:p>
        </p:txBody>
      </p:sp>
    </p:spTree>
    <p:extLst>
      <p:ext uri="{BB962C8B-B14F-4D97-AF65-F5344CB8AC3E}">
        <p14:creationId xmlns:p14="http://schemas.microsoft.com/office/powerpoint/2010/main" val="3344180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hyperlink" Target="https://www.google.com/search?sca_esv=594277298&amp;rlz=1C1CHBF_enIR914IR914&amp;cs=0&amp;sxsrf=AM9HkKkCjPPgFUl-a_CyRulV-PAdq-bjRQ:1703790293925&amp;q=maestra&amp;stick=H4sIAAAAAAAAAOMwVGI0i5ILyS9QMFNwLC3JVwguTSrJLMlJVXBPzUstSizJLyr-xSgBliqGSaUjpJg44l39QjxDIuM3sDC-YuEUYvdOLCjPzEt_xcImxBLm6uryioVLiANm6isWFSElt8Tk1KT8_GyFRKCpuYklmckKyYkFJZn5eQppqYklpUVAZbxC3DA9TqlAPrsQa1hmSmo-2ArfxNTikqJEsMnOGanJ2UCXgSXcMnNy80ESQO0eiQUFlcHJRZlJqWCFUXAnAM1yzE0sSlzEyp4LMekWmyTDgSuZS3Y-vTLV5sw-3_AJvQzvzM6v0m-UEQUAklaYbyMBAAA&amp;sa=X&amp;ved=2ahUKEwjH8fW56bKDAxWE7gIHHWeHAvwQ7fAIegUIABCVAQ" TargetMode="External"/><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hyperlink" Target="https://www.kapwing.com/" TargetMode="External"/><Relationship Id="rId5" Type="http://schemas.openxmlformats.org/officeDocument/2006/relationships/hyperlink" Target="https://www.quicc.io/" TargetMode="External"/><Relationship Id="rId4" Type="http://schemas.openxmlformats.org/officeDocument/2006/relationships/hyperlink" Target="https://zubtitle.com/"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CA3A121-D979-457A-9504-6A481E4C3BA4}"/>
              </a:ext>
            </a:extLst>
          </p:cNvPr>
          <p:cNvSpPr txBox="1">
            <a:spLocks/>
          </p:cNvSpPr>
          <p:nvPr/>
        </p:nvSpPr>
        <p:spPr>
          <a:xfrm>
            <a:off x="1847112" y="2074653"/>
            <a:ext cx="8954977" cy="1670835"/>
          </a:xfrm>
          <a:prstGeom prst="rect">
            <a:avLst/>
          </a:prstGeom>
          <a:noFill/>
          <a:ln>
            <a:noFill/>
          </a:ln>
        </p:spPr>
        <p:txBody>
          <a:bodyPr spcFirstLastPara="1" wrap="square" lIns="121900" tIns="121900" rIns="121900" bIns="121900" anchor="t" anchorCtr="0">
            <a:normAutofit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9pPr>
          </a:lstStyle>
          <a:p>
            <a:r>
              <a:rPr lang="en-US" sz="4800" b="1" i="1" dirty="0">
                <a:solidFill>
                  <a:srgbClr val="292D34"/>
                </a:solidFill>
                <a:latin typeface="Times New Roman" panose="02020603050405020304" pitchFamily="18" charset="0"/>
                <a:ea typeface="+mn-ea"/>
                <a:cs typeface="Times New Roman" panose="02020603050405020304" pitchFamily="18" charset="0"/>
              </a:rPr>
              <a:t>Artificial Intelligence Tools for Students</a:t>
            </a:r>
          </a:p>
        </p:txBody>
      </p:sp>
      <p:sp>
        <p:nvSpPr>
          <p:cNvPr id="5" name="Subtitle 2">
            <a:extLst>
              <a:ext uri="{FF2B5EF4-FFF2-40B4-BE49-F238E27FC236}">
                <a16:creationId xmlns:a16="http://schemas.microsoft.com/office/drawing/2014/main" id="{88F852DF-9CDA-4DC5-BDA6-70F6E96A269E}"/>
              </a:ext>
            </a:extLst>
          </p:cNvPr>
          <p:cNvSpPr txBox="1">
            <a:spLocks/>
          </p:cNvSpPr>
          <p:nvPr/>
        </p:nvSpPr>
        <p:spPr>
          <a:xfrm>
            <a:off x="1618512" y="3947929"/>
            <a:ext cx="8954977" cy="1670833"/>
          </a:xfrm>
          <a:prstGeom prst="rect">
            <a:avLst/>
          </a:prstGeom>
          <a:noFill/>
          <a:ln>
            <a:noFill/>
          </a:ln>
        </p:spPr>
        <p:txBody>
          <a:bodyPr spcFirstLastPara="1" wrap="square" lIns="121900" tIns="121900" rIns="121900" bIns="121900" anchor="ctr" anchorCtr="0">
            <a:normAutofit fontScale="62500" lnSpcReduction="20000"/>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Barlow Semi Condensed Medium"/>
              <a:buAutoNum type="arabicPeriod"/>
              <a:defRPr sz="1200" b="0" i="0" u="none" strike="noStrike" cap="none">
                <a:solidFill>
                  <a:schemeClr val="dk2"/>
                </a:solidFill>
                <a:latin typeface="Barlow Semi Condensed"/>
                <a:ea typeface="Barlow Semi Condensed"/>
                <a:cs typeface="Barlow Semi Condensed"/>
                <a:sym typeface="Barlow Semi Condensed"/>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9pPr>
          </a:lstStyle>
          <a:p>
            <a:pPr marL="203195" indent="0" algn="ctr">
              <a:buNone/>
            </a:pPr>
            <a:r>
              <a:rPr lang="en-US" sz="3400" i="1" dirty="0">
                <a:solidFill>
                  <a:srgbClr val="292D34"/>
                </a:solidFill>
                <a:latin typeface="Times New Roman" panose="02020603050405020304" pitchFamily="18" charset="0"/>
                <a:ea typeface="+mn-ea"/>
                <a:cs typeface="Times New Roman" panose="02020603050405020304" pitchFamily="18" charset="0"/>
              </a:rPr>
              <a:t>Instructor: Dr. Shirazi</a:t>
            </a:r>
          </a:p>
          <a:p>
            <a:pPr marL="203195" indent="0" algn="ctr">
              <a:buNone/>
            </a:pPr>
            <a:endParaRPr lang="en-US" sz="3400" i="1" dirty="0">
              <a:solidFill>
                <a:srgbClr val="292D34"/>
              </a:solidFill>
              <a:latin typeface="Times New Roman" panose="02020603050405020304" pitchFamily="18" charset="0"/>
              <a:ea typeface="+mn-ea"/>
              <a:cs typeface="Times New Roman" panose="02020603050405020304" pitchFamily="18" charset="0"/>
            </a:endParaRPr>
          </a:p>
          <a:p>
            <a:pPr marL="203195" indent="0" algn="ctr">
              <a:buNone/>
            </a:pPr>
            <a:r>
              <a:rPr lang="en" sz="3400" i="1" dirty="0">
                <a:solidFill>
                  <a:srgbClr val="292D34"/>
                </a:solidFill>
                <a:latin typeface="Times New Roman" panose="02020603050405020304" pitchFamily="18" charset="0"/>
                <a:ea typeface="+mn-ea"/>
                <a:cs typeface="Times New Roman" panose="02020603050405020304" pitchFamily="18" charset="0"/>
              </a:rPr>
              <a:t>Presenters: Shahzad Momayez , Narges Seyed Hayeri, Hasti Shakibaei</a:t>
            </a:r>
          </a:p>
          <a:p>
            <a:pPr marL="203195" indent="0" algn="ctr">
              <a:buNone/>
            </a:pPr>
            <a:endParaRPr lang="en" sz="3400" i="1" dirty="0">
              <a:solidFill>
                <a:srgbClr val="292D34"/>
              </a:solidFill>
              <a:latin typeface="Times New Roman" panose="02020603050405020304" pitchFamily="18" charset="0"/>
              <a:ea typeface="+mn-ea"/>
              <a:cs typeface="Times New Roman" panose="02020603050405020304" pitchFamily="18" charset="0"/>
            </a:endParaRPr>
          </a:p>
          <a:p>
            <a:pPr marL="203195" indent="0" algn="ctr">
              <a:buNone/>
            </a:pPr>
            <a:r>
              <a:rPr lang="en-US" sz="3400" i="1" dirty="0">
                <a:solidFill>
                  <a:srgbClr val="292D34"/>
                </a:solidFill>
                <a:latin typeface="Times New Roman" panose="02020603050405020304" pitchFamily="18" charset="0"/>
                <a:ea typeface="+mn-ea"/>
                <a:cs typeface="Times New Roman" panose="02020603050405020304" pitchFamily="18" charset="0"/>
              </a:rPr>
              <a:t>Fall 1402</a:t>
            </a:r>
          </a:p>
          <a:p>
            <a:pPr algn="ctr"/>
            <a:endParaRPr lang="en-US" sz="1600" dirty="0"/>
          </a:p>
          <a:p>
            <a:endParaRPr lang="en-US" sz="1600" dirty="0">
              <a:latin typeface="Work Sans" panose="020B0604020202020204" pitchFamily="2" charset="0"/>
            </a:endParaRPr>
          </a:p>
        </p:txBody>
      </p:sp>
      <p:pic>
        <p:nvPicPr>
          <p:cNvPr id="8" name="Picture 7">
            <a:extLst>
              <a:ext uri="{FF2B5EF4-FFF2-40B4-BE49-F238E27FC236}">
                <a16:creationId xmlns:a16="http://schemas.microsoft.com/office/drawing/2014/main" id="{5BF6842B-39EC-45C3-8DA9-50B5163CD0FD}"/>
              </a:ext>
            </a:extLst>
          </p:cNvPr>
          <p:cNvPicPr>
            <a:picLocks noChangeAspect="1"/>
          </p:cNvPicPr>
          <p:nvPr/>
        </p:nvPicPr>
        <p:blipFill rotWithShape="1">
          <a:blip r:embed="rId2">
            <a:extLst>
              <a:ext uri="{28A0092B-C50C-407E-A947-70E740481C1C}">
                <a14:useLocalDpi xmlns:a14="http://schemas.microsoft.com/office/drawing/2010/main" val="0"/>
              </a:ext>
            </a:extLst>
          </a:blip>
          <a:srcRect b="48738"/>
          <a:stretch/>
        </p:blipFill>
        <p:spPr>
          <a:xfrm>
            <a:off x="163644" y="196173"/>
            <a:ext cx="1844098" cy="14692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481276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88396A-2740-4F88-9919-74846ACB5C83}"/>
              </a:ext>
            </a:extLst>
          </p:cNvPr>
          <p:cNvSpPr>
            <a:spLocks noGrp="1"/>
          </p:cNvSpPr>
          <p:nvPr>
            <p:ph type="title"/>
          </p:nvPr>
        </p:nvSpPr>
        <p:spPr>
          <a:xfrm>
            <a:off x="2486781" y="2884282"/>
            <a:ext cx="7218437" cy="1089435"/>
          </a:xfrm>
        </p:spPr>
        <p:txBody>
          <a:bodyPr/>
          <a:lstStyle/>
          <a:p>
            <a:r>
              <a:rPr lang="en-US" b="1" i="1" dirty="0">
                <a:solidFill>
                  <a:srgbClr val="292D34"/>
                </a:solidFill>
                <a:latin typeface="Times New Roman" panose="02020603050405020304" pitchFamily="18" charset="0"/>
                <a:ea typeface="+mn-ea"/>
                <a:cs typeface="Times New Roman" panose="02020603050405020304" pitchFamily="18" charset="0"/>
              </a:rPr>
              <a:t>In The Name of Allah</a:t>
            </a:r>
          </a:p>
        </p:txBody>
      </p:sp>
    </p:spTree>
    <p:extLst>
      <p:ext uri="{BB962C8B-B14F-4D97-AF65-F5344CB8AC3E}">
        <p14:creationId xmlns:p14="http://schemas.microsoft.com/office/powerpoint/2010/main" val="413969680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2106" name="Google Shape;2106;p37"/>
          <p:cNvGrpSpPr/>
          <p:nvPr/>
        </p:nvGrpSpPr>
        <p:grpSpPr>
          <a:xfrm>
            <a:off x="966488" y="762938"/>
            <a:ext cx="846800" cy="97952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121900" tIns="121900" rIns="121900" bIns="121900" anchor="ctr" anchorCtr="0">
                <a:noAutofit/>
              </a:bodyPr>
              <a:lstStyle/>
              <a:p>
                <a:endParaRPr sz="2400">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121900" tIns="121900" rIns="121900" bIns="121900" anchor="ctr" anchorCtr="0">
                <a:noAutofit/>
              </a:bodyPr>
              <a:lstStyle/>
              <a:p>
                <a:endParaRPr sz="2400">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121900" tIns="121900" rIns="121900" bIns="121900" anchor="ctr" anchorCtr="0">
                <a:noAutofit/>
              </a:bodyPr>
              <a:lstStyle/>
              <a:p>
                <a:endParaRPr sz="2400">
                  <a:solidFill>
                    <a:srgbClr val="595959"/>
                  </a:solidFill>
                </a:endParaRPr>
              </a:p>
            </p:txBody>
          </p:sp>
        </p:grpSp>
      </p:grpSp>
      <p:grpSp>
        <p:nvGrpSpPr>
          <p:cNvPr id="2114" name="Google Shape;2114;p37"/>
          <p:cNvGrpSpPr/>
          <p:nvPr/>
        </p:nvGrpSpPr>
        <p:grpSpPr>
          <a:xfrm>
            <a:off x="975529" y="2200613"/>
            <a:ext cx="846800" cy="977987"/>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121900" tIns="121900" rIns="121900" bIns="121900" anchor="ctr" anchorCtr="0">
                <a:noAutofit/>
              </a:bodyPr>
              <a:lstStyle/>
              <a:p>
                <a:endParaRPr sz="2400">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121900" tIns="121900" rIns="121900" bIns="121900" anchor="ctr" anchorCtr="0">
                <a:noAutofit/>
              </a:bodyPr>
              <a:lstStyle/>
              <a:p>
                <a:endParaRPr sz="2400">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121900" tIns="121900" rIns="121900" bIns="121900" anchor="ctr" anchorCtr="0">
                <a:noAutofit/>
              </a:bodyPr>
              <a:lstStyle/>
              <a:p>
                <a:endParaRPr sz="2400">
                  <a:solidFill>
                    <a:srgbClr val="595959"/>
                  </a:solidFill>
                </a:endParaRPr>
              </a:p>
            </p:txBody>
          </p:sp>
        </p:grpSp>
      </p:grpSp>
      <p:grpSp>
        <p:nvGrpSpPr>
          <p:cNvPr id="2122" name="Google Shape;2122;p37"/>
          <p:cNvGrpSpPr/>
          <p:nvPr/>
        </p:nvGrpSpPr>
        <p:grpSpPr>
          <a:xfrm>
            <a:off x="975529" y="3637703"/>
            <a:ext cx="846800" cy="979979"/>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121900" tIns="121900" rIns="121900" bIns="121900" anchor="ctr" anchorCtr="0">
                <a:noAutofit/>
              </a:bodyPr>
              <a:lstStyle/>
              <a:p>
                <a:endParaRPr sz="2400">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121900" tIns="121900" rIns="121900" bIns="121900" anchor="ctr" anchorCtr="0">
                <a:noAutofit/>
              </a:bodyPr>
              <a:lstStyle/>
              <a:p>
                <a:endParaRPr sz="2400">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121900" tIns="121900" rIns="121900" bIns="121900" anchor="ctr" anchorCtr="0">
                <a:noAutofit/>
              </a:bodyPr>
              <a:lstStyle/>
              <a:p>
                <a:endParaRPr sz="2400">
                  <a:solidFill>
                    <a:srgbClr val="595959"/>
                  </a:solidFill>
                </a:endParaRPr>
              </a:p>
            </p:txBody>
          </p:sp>
        </p:grpSp>
      </p:grpSp>
      <p:grpSp>
        <p:nvGrpSpPr>
          <p:cNvPr id="2130" name="Google Shape;2130;p37"/>
          <p:cNvGrpSpPr/>
          <p:nvPr/>
        </p:nvGrpSpPr>
        <p:grpSpPr>
          <a:xfrm>
            <a:off x="975529" y="5075567"/>
            <a:ext cx="846800" cy="979605"/>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121900" tIns="121900" rIns="121900" bIns="121900" anchor="ctr" anchorCtr="0">
                <a:noAutofit/>
              </a:bodyPr>
              <a:lstStyle/>
              <a:p>
                <a:endParaRPr sz="2400">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121900" tIns="121900" rIns="121900" bIns="121900" anchor="ctr" anchorCtr="0">
                <a:noAutofit/>
              </a:bodyPr>
              <a:lstStyle/>
              <a:p>
                <a:endParaRPr sz="2400">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121900" tIns="121900" rIns="121900" bIns="121900" anchor="ctr" anchorCtr="0">
                <a:noAutofit/>
              </a:bodyPr>
              <a:lstStyle/>
              <a:p>
                <a:endParaRPr sz="2400">
                  <a:solidFill>
                    <a:srgbClr val="595959"/>
                  </a:solidFill>
                </a:endParaRPr>
              </a:p>
            </p:txBody>
          </p:sp>
        </p:grpSp>
      </p:grpSp>
      <p:sp>
        <p:nvSpPr>
          <p:cNvPr id="2138" name="Google Shape;2138;p37"/>
          <p:cNvSpPr txBox="1">
            <a:spLocks noGrp="1"/>
          </p:cNvSpPr>
          <p:nvPr>
            <p:ph type="title"/>
          </p:nvPr>
        </p:nvSpPr>
        <p:spPr>
          <a:xfrm>
            <a:off x="6507775" y="475488"/>
            <a:ext cx="4855057" cy="768000"/>
          </a:xfrm>
          <a:prstGeom prst="rect">
            <a:avLst/>
          </a:prstGeom>
        </p:spPr>
        <p:txBody>
          <a:bodyPr spcFirstLastPara="1" vert="horz" wrap="square" lIns="121900" tIns="121900" rIns="121900" bIns="121900" rtlCol="0" anchor="ctr" anchorCtr="0">
            <a:noAutofit/>
          </a:bodyPr>
          <a:lstStyle/>
          <a:p>
            <a:r>
              <a:rPr lang="en"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Table of Contents</a:t>
            </a:r>
            <a:endParaRPr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139" name="Google Shape;2139;p37"/>
          <p:cNvSpPr txBox="1">
            <a:spLocks noGrp="1"/>
          </p:cNvSpPr>
          <p:nvPr>
            <p:ph type="subTitle" idx="2"/>
          </p:nvPr>
        </p:nvSpPr>
        <p:spPr>
          <a:xfrm>
            <a:off x="2238373" y="1063626"/>
            <a:ext cx="3821626" cy="768000"/>
          </a:xfrm>
          <a:prstGeom prst="rect">
            <a:avLst/>
          </a:prstGeom>
        </p:spPr>
        <p:txBody>
          <a:bodyPr spcFirstLastPara="1" vert="horz" wrap="square" lIns="121900" tIns="121900" rIns="121900" bIns="121900" rtlCol="0" anchor="t" anchorCtr="0">
            <a:noAutofit/>
          </a:bodyPr>
          <a:lstStyle/>
          <a:p>
            <a:pPr marL="0" indent="0">
              <a:buClr>
                <a:schemeClr val="dk1"/>
              </a:buClr>
              <a:buSzPts val="1100"/>
            </a:pPr>
            <a:r>
              <a:rPr lang="en-US" sz="1800" b="0" i="1" dirty="0">
                <a:solidFill>
                  <a:srgbClr val="374151"/>
                </a:solidFill>
                <a:effectLst/>
                <a:latin typeface="Times New Roman" panose="02020603050405020304" pitchFamily="18" charset="0"/>
                <a:cs typeface="Times New Roman" panose="02020603050405020304" pitchFamily="18" charset="0"/>
              </a:rPr>
              <a:t>AI tools are significantly transforming the educational landscape.</a:t>
            </a:r>
            <a:endParaRPr sz="1800" i="1" dirty="0">
              <a:latin typeface="Times New Roman" panose="02020603050405020304" pitchFamily="18" charset="0"/>
              <a:cs typeface="Times New Roman" panose="02020603050405020304" pitchFamily="18" charset="0"/>
            </a:endParaRPr>
          </a:p>
        </p:txBody>
      </p:sp>
      <p:sp>
        <p:nvSpPr>
          <p:cNvPr id="2140" name="Google Shape;2140;p37"/>
          <p:cNvSpPr txBox="1">
            <a:spLocks noGrp="1"/>
          </p:cNvSpPr>
          <p:nvPr>
            <p:ph type="subTitle" idx="1"/>
          </p:nvPr>
        </p:nvSpPr>
        <p:spPr>
          <a:xfrm>
            <a:off x="2218944" y="573024"/>
            <a:ext cx="3486800" cy="512000"/>
          </a:xfrm>
          <a:prstGeom prst="rect">
            <a:avLst/>
          </a:prstGeom>
        </p:spPr>
        <p:txBody>
          <a:bodyPr spcFirstLastPara="1" vert="horz" wrap="square" lIns="121900" tIns="121900" rIns="121900" bIns="121900" rtlCol="0" anchor="t" anchorCtr="0">
            <a:noAutofit/>
          </a:bodyPr>
          <a:lstStyle/>
          <a:p>
            <a:pPr marL="0" indent="0">
              <a:lnSpc>
                <a:spcPct val="115000"/>
              </a:lnSpc>
            </a:pPr>
            <a:r>
              <a:rPr lang="en-US" b="1" i="1" dirty="0">
                <a:latin typeface="Times New Roman" panose="02020603050405020304" pitchFamily="18" charset="0"/>
                <a:cs typeface="Times New Roman" panose="02020603050405020304" pitchFamily="18" charset="0"/>
              </a:rPr>
              <a:t>Introduction</a:t>
            </a:r>
            <a:endParaRPr sz="2800" b="1" i="1" dirty="0">
              <a:latin typeface="Times New Roman" panose="02020603050405020304" pitchFamily="18" charset="0"/>
              <a:cs typeface="Times New Roman" panose="02020603050405020304" pitchFamily="18" charset="0"/>
            </a:endParaRPr>
          </a:p>
        </p:txBody>
      </p:sp>
      <p:sp>
        <p:nvSpPr>
          <p:cNvPr id="2141" name="Google Shape;2141;p37"/>
          <p:cNvSpPr txBox="1">
            <a:spLocks noGrp="1"/>
          </p:cNvSpPr>
          <p:nvPr>
            <p:ph type="subTitle" idx="3"/>
          </p:nvPr>
        </p:nvSpPr>
        <p:spPr>
          <a:xfrm>
            <a:off x="2202141" y="1934672"/>
            <a:ext cx="4409132" cy="512000"/>
          </a:xfrm>
          <a:prstGeom prst="rect">
            <a:avLst/>
          </a:prstGeom>
        </p:spPr>
        <p:txBody>
          <a:bodyPr spcFirstLastPara="1" vert="horz" wrap="square" lIns="121900" tIns="121900" rIns="121900" bIns="121900" rtlCol="0" anchor="t" anchorCtr="0">
            <a:noAutofit/>
          </a:bodyPr>
          <a:lstStyle/>
          <a:p>
            <a:pPr marL="0" indent="0">
              <a:lnSpc>
                <a:spcPct val="115000"/>
              </a:lnSpc>
            </a:pPr>
            <a:r>
              <a:rPr lang="en-US" sz="2000" b="1" i="1" dirty="0">
                <a:latin typeface="Times New Roman" panose="02020603050405020304" pitchFamily="18" charset="0"/>
                <a:cs typeface="Times New Roman" panose="02020603050405020304" pitchFamily="18" charset="0"/>
              </a:rPr>
              <a:t>Advantages of AI Sites for Students</a:t>
            </a:r>
          </a:p>
        </p:txBody>
      </p:sp>
      <p:sp>
        <p:nvSpPr>
          <p:cNvPr id="2142" name="Google Shape;2142;p37"/>
          <p:cNvSpPr txBox="1">
            <a:spLocks noGrp="1"/>
          </p:cNvSpPr>
          <p:nvPr>
            <p:ph type="subTitle" idx="4"/>
          </p:nvPr>
        </p:nvSpPr>
        <p:spPr>
          <a:xfrm>
            <a:off x="2202141" y="2385476"/>
            <a:ext cx="5925655" cy="768000"/>
          </a:xfrm>
          <a:prstGeom prst="rect">
            <a:avLst/>
          </a:prstGeom>
        </p:spPr>
        <p:txBody>
          <a:bodyPr spcFirstLastPara="1" vert="horz" wrap="square" lIns="121900" tIns="121900" rIns="121900" bIns="121900" rtlCol="0" anchor="t" anchorCtr="0">
            <a:noAutofit/>
          </a:bodyPr>
          <a:lstStyle/>
          <a:p>
            <a:pPr marL="0" indent="0">
              <a:buClr>
                <a:schemeClr val="dk1"/>
              </a:buClr>
              <a:buSzPts val="1100"/>
            </a:pPr>
            <a:r>
              <a:rPr lang="en-US" sz="1800" i="1" dirty="0">
                <a:solidFill>
                  <a:srgbClr val="374151"/>
                </a:solidFill>
                <a:latin typeface="Times New Roman" panose="02020603050405020304" pitchFamily="18" charset="0"/>
                <a:cs typeface="Times New Roman" panose="02020603050405020304" pitchFamily="18" charset="0"/>
              </a:rPr>
              <a:t>AI sites for students provide tailored learning experiences, instant feedback, and adaptive resources, improving comprehension and engagement</a:t>
            </a:r>
            <a:r>
              <a:rPr lang="en-US" b="0" i="1" dirty="0">
                <a:solidFill>
                  <a:srgbClr val="374151"/>
                </a:solidFill>
                <a:effectLst/>
                <a:latin typeface="Söhne"/>
              </a:rPr>
              <a:t>.</a:t>
            </a:r>
            <a:endParaRPr lang="en-US" i="1" dirty="0"/>
          </a:p>
        </p:txBody>
      </p:sp>
      <p:sp>
        <p:nvSpPr>
          <p:cNvPr id="2143" name="Google Shape;2143;p37"/>
          <p:cNvSpPr txBox="1">
            <a:spLocks noGrp="1"/>
          </p:cNvSpPr>
          <p:nvPr>
            <p:ph type="subTitle" idx="5"/>
          </p:nvPr>
        </p:nvSpPr>
        <p:spPr>
          <a:xfrm>
            <a:off x="2125306" y="3549103"/>
            <a:ext cx="3486800" cy="512000"/>
          </a:xfrm>
          <a:prstGeom prst="rect">
            <a:avLst/>
          </a:prstGeom>
        </p:spPr>
        <p:txBody>
          <a:bodyPr spcFirstLastPara="1" vert="horz" wrap="square" lIns="121900" tIns="121900" rIns="121900" bIns="121900" rtlCol="0" anchor="t" anchorCtr="0">
            <a:noAutofit/>
          </a:bodyPr>
          <a:lstStyle/>
          <a:p>
            <a:pPr marL="0" indent="0">
              <a:lnSpc>
                <a:spcPct val="115000"/>
              </a:lnSpc>
            </a:pPr>
            <a:r>
              <a:rPr lang="en-US" sz="2000" b="1" i="1" dirty="0">
                <a:latin typeface="Times New Roman" panose="02020603050405020304" pitchFamily="18" charset="0"/>
                <a:cs typeface="Times New Roman" panose="02020603050405020304" pitchFamily="18" charset="0"/>
              </a:rPr>
              <a:t> Helpful AI tools for Students</a:t>
            </a:r>
            <a:endParaRPr sz="2000" b="1" i="1" dirty="0">
              <a:latin typeface="Times New Roman" panose="02020603050405020304" pitchFamily="18" charset="0"/>
              <a:cs typeface="Times New Roman" panose="02020603050405020304" pitchFamily="18" charset="0"/>
            </a:endParaRPr>
          </a:p>
        </p:txBody>
      </p:sp>
      <p:sp>
        <p:nvSpPr>
          <p:cNvPr id="2144" name="Google Shape;2144;p37"/>
          <p:cNvSpPr txBox="1">
            <a:spLocks noGrp="1"/>
          </p:cNvSpPr>
          <p:nvPr>
            <p:ph type="subTitle" idx="6"/>
          </p:nvPr>
        </p:nvSpPr>
        <p:spPr>
          <a:xfrm>
            <a:off x="2238373" y="3904234"/>
            <a:ext cx="4866888" cy="1043702"/>
          </a:xfrm>
          <a:prstGeom prst="rect">
            <a:avLst/>
          </a:prstGeom>
        </p:spPr>
        <p:txBody>
          <a:bodyPr spcFirstLastPara="1" vert="horz" wrap="square" lIns="121900" tIns="121900" rIns="121900" bIns="121900" rtlCol="0" anchor="t" anchorCtr="0">
            <a:noAutofit/>
          </a:bodyPr>
          <a:lstStyle/>
          <a:p>
            <a:pPr marL="0" indent="0">
              <a:buClr>
                <a:schemeClr val="dk1"/>
              </a:buClr>
              <a:buSzPts val="1100"/>
            </a:pPr>
            <a:r>
              <a:rPr lang="en-US" sz="1800" i="1" dirty="0">
                <a:solidFill>
                  <a:srgbClr val="374151"/>
                </a:solidFill>
                <a:latin typeface="Times New Roman" panose="02020603050405020304" pitchFamily="18" charset="0"/>
                <a:cs typeface="Times New Roman" panose="02020603050405020304" pitchFamily="18" charset="0"/>
              </a:rPr>
              <a:t>Introducing AI tools designed to facilitate students in completing their tasks more effortlessly.</a:t>
            </a:r>
            <a:endParaRPr sz="1800" i="1" dirty="0">
              <a:solidFill>
                <a:srgbClr val="374151"/>
              </a:solidFill>
              <a:latin typeface="Times New Roman" panose="02020603050405020304" pitchFamily="18" charset="0"/>
              <a:cs typeface="Times New Roman" panose="02020603050405020304" pitchFamily="18" charset="0"/>
            </a:endParaRPr>
          </a:p>
        </p:txBody>
      </p:sp>
      <p:sp>
        <p:nvSpPr>
          <p:cNvPr id="2145" name="Google Shape;2145;p37"/>
          <p:cNvSpPr txBox="1">
            <a:spLocks noGrp="1"/>
          </p:cNvSpPr>
          <p:nvPr>
            <p:ph type="subTitle" idx="7"/>
          </p:nvPr>
        </p:nvSpPr>
        <p:spPr>
          <a:xfrm>
            <a:off x="2218944" y="4898387"/>
            <a:ext cx="3486800" cy="512000"/>
          </a:xfrm>
          <a:prstGeom prst="rect">
            <a:avLst/>
          </a:prstGeom>
        </p:spPr>
        <p:txBody>
          <a:bodyPr spcFirstLastPara="1" vert="horz" wrap="square" lIns="121900" tIns="121900" rIns="121900" bIns="121900" rtlCol="0" anchor="t" anchorCtr="0">
            <a:noAutofit/>
          </a:bodyPr>
          <a:lstStyle/>
          <a:p>
            <a:pPr marL="0" indent="0">
              <a:lnSpc>
                <a:spcPct val="115000"/>
              </a:lnSpc>
            </a:pPr>
            <a:r>
              <a:rPr lang="en-US" b="1" i="1" dirty="0">
                <a:latin typeface="Times New Roman" panose="02020603050405020304" pitchFamily="18" charset="0"/>
                <a:cs typeface="Times New Roman" panose="02020603050405020304" pitchFamily="18" charset="0"/>
              </a:rPr>
              <a:t>conclusion</a:t>
            </a:r>
            <a:endParaRPr b="1" i="1" dirty="0">
              <a:latin typeface="Times New Roman" panose="02020603050405020304" pitchFamily="18" charset="0"/>
              <a:cs typeface="Times New Roman" panose="02020603050405020304" pitchFamily="18" charset="0"/>
            </a:endParaRPr>
          </a:p>
        </p:txBody>
      </p:sp>
      <p:sp>
        <p:nvSpPr>
          <p:cNvPr id="2146" name="Google Shape;2146;p37"/>
          <p:cNvSpPr txBox="1">
            <a:spLocks noGrp="1"/>
          </p:cNvSpPr>
          <p:nvPr>
            <p:ph type="subTitle" idx="8"/>
          </p:nvPr>
        </p:nvSpPr>
        <p:spPr>
          <a:xfrm>
            <a:off x="2190474" y="5036656"/>
            <a:ext cx="4418287" cy="768000"/>
          </a:xfrm>
          <a:prstGeom prst="rect">
            <a:avLst/>
          </a:prstGeom>
        </p:spPr>
        <p:txBody>
          <a:bodyPr spcFirstLastPara="1" vert="horz" wrap="square" lIns="121900" tIns="121900" rIns="121900" bIns="121900" rtlCol="0" anchor="t" anchorCtr="0">
            <a:noAutofit/>
          </a:bodyPr>
          <a:lstStyle/>
          <a:p>
            <a:pPr marL="0" indent="0">
              <a:buClr>
                <a:schemeClr val="dk1"/>
              </a:buClr>
              <a:buSzPts val="1100"/>
            </a:pPr>
            <a:br>
              <a:rPr lang="en-US" i="1" dirty="0"/>
            </a:br>
            <a:r>
              <a:rPr lang="en-US" sz="1800" i="1" dirty="0">
                <a:solidFill>
                  <a:srgbClr val="374151"/>
                </a:solidFill>
                <a:latin typeface="Times New Roman" panose="02020603050405020304" pitchFamily="18" charset="0"/>
                <a:cs typeface="Times New Roman" panose="02020603050405020304" pitchFamily="18" charset="0"/>
              </a:rPr>
              <a:t>The future of AI in education holds vast potential</a:t>
            </a:r>
            <a:r>
              <a:rPr lang="en-US" sz="1800" dirty="0">
                <a:solidFill>
                  <a:srgbClr val="374151"/>
                </a:solidFill>
                <a:latin typeface="Times New Roman" panose="02020603050405020304" pitchFamily="18" charset="0"/>
                <a:cs typeface="Times New Roman" panose="02020603050405020304" pitchFamily="18" charset="0"/>
              </a:rPr>
              <a:t>.</a:t>
            </a:r>
            <a:endParaRPr sz="1800" dirty="0">
              <a:solidFill>
                <a:srgbClr val="374151"/>
              </a:solidFill>
              <a:latin typeface="Times New Roman" panose="02020603050405020304" pitchFamily="18" charset="0"/>
              <a:cs typeface="Times New Roman" panose="02020603050405020304" pitchFamily="18" charset="0"/>
            </a:endParaRPr>
          </a:p>
        </p:txBody>
      </p:sp>
      <p:sp>
        <p:nvSpPr>
          <p:cNvPr id="2147" name="Google Shape;2147;p37"/>
          <p:cNvSpPr txBox="1">
            <a:spLocks noGrp="1"/>
          </p:cNvSpPr>
          <p:nvPr>
            <p:ph type="title" idx="9"/>
          </p:nvPr>
        </p:nvSpPr>
        <p:spPr>
          <a:xfrm>
            <a:off x="1085088" y="963168"/>
            <a:ext cx="609600" cy="463200"/>
          </a:xfrm>
          <a:prstGeom prst="rect">
            <a:avLst/>
          </a:prstGeom>
        </p:spPr>
        <p:txBody>
          <a:bodyPr spcFirstLastPara="1" vert="horz" wrap="square" lIns="121900" tIns="121900" rIns="121900" bIns="121900" rtlCol="0" anchor="ctr" anchorCtr="0">
            <a:noAutofit/>
          </a:bodyPr>
          <a:lstStyle/>
          <a:p>
            <a:r>
              <a:rPr lang="en" dirty="0"/>
              <a:t>01</a:t>
            </a:r>
            <a:endParaRPr dirty="0"/>
          </a:p>
        </p:txBody>
      </p:sp>
      <p:sp>
        <p:nvSpPr>
          <p:cNvPr id="2148" name="Google Shape;2148;p37"/>
          <p:cNvSpPr txBox="1">
            <a:spLocks noGrp="1"/>
          </p:cNvSpPr>
          <p:nvPr>
            <p:ph type="title" idx="13"/>
          </p:nvPr>
        </p:nvSpPr>
        <p:spPr>
          <a:xfrm>
            <a:off x="1085088" y="2401824"/>
            <a:ext cx="609600" cy="463200"/>
          </a:xfrm>
          <a:prstGeom prst="rect">
            <a:avLst/>
          </a:prstGeom>
        </p:spPr>
        <p:txBody>
          <a:bodyPr spcFirstLastPara="1" vert="horz" wrap="square" lIns="121900" tIns="121900" rIns="121900" bIns="121900" rtlCol="0" anchor="ctr" anchorCtr="0">
            <a:noAutofit/>
          </a:bodyPr>
          <a:lstStyle/>
          <a:p>
            <a:r>
              <a:rPr lang="en" dirty="0"/>
              <a:t>02</a:t>
            </a:r>
            <a:endParaRPr dirty="0"/>
          </a:p>
        </p:txBody>
      </p:sp>
      <p:sp>
        <p:nvSpPr>
          <p:cNvPr id="2149" name="Google Shape;2149;p37"/>
          <p:cNvSpPr txBox="1">
            <a:spLocks noGrp="1"/>
          </p:cNvSpPr>
          <p:nvPr>
            <p:ph type="title" idx="14"/>
          </p:nvPr>
        </p:nvSpPr>
        <p:spPr>
          <a:xfrm>
            <a:off x="1085088" y="3840480"/>
            <a:ext cx="609600" cy="463200"/>
          </a:xfrm>
          <a:prstGeom prst="rect">
            <a:avLst/>
          </a:prstGeom>
        </p:spPr>
        <p:txBody>
          <a:bodyPr spcFirstLastPara="1" vert="horz" wrap="square" lIns="121900" tIns="121900" rIns="121900" bIns="121900" rtlCol="0" anchor="ctr" anchorCtr="0">
            <a:noAutofit/>
          </a:bodyPr>
          <a:lstStyle/>
          <a:p>
            <a:r>
              <a:rPr lang="en"/>
              <a:t>03</a:t>
            </a:r>
            <a:endParaRPr/>
          </a:p>
        </p:txBody>
      </p:sp>
      <p:sp>
        <p:nvSpPr>
          <p:cNvPr id="2150" name="Google Shape;2150;p37"/>
          <p:cNvSpPr txBox="1">
            <a:spLocks noGrp="1"/>
          </p:cNvSpPr>
          <p:nvPr>
            <p:ph type="title" idx="15"/>
          </p:nvPr>
        </p:nvSpPr>
        <p:spPr>
          <a:xfrm>
            <a:off x="1085088" y="5279136"/>
            <a:ext cx="609600" cy="463200"/>
          </a:xfrm>
          <a:prstGeom prst="rect">
            <a:avLst/>
          </a:prstGeom>
        </p:spPr>
        <p:txBody>
          <a:bodyPr spcFirstLastPara="1" vert="horz" wrap="square" lIns="121900" tIns="121900" rIns="121900" bIns="121900" rtlCol="0" anchor="ctr" anchorCtr="0">
            <a:noAutofit/>
          </a:bodyPr>
          <a:lstStyle/>
          <a:p>
            <a:r>
              <a:rPr lang="en"/>
              <a:t>04</a:t>
            </a:r>
            <a:endParaRPr/>
          </a:p>
        </p:txBody>
      </p:sp>
      <p:grpSp>
        <p:nvGrpSpPr>
          <p:cNvPr id="2243" name="Google Shape;1690;p35">
            <a:extLst>
              <a:ext uri="{FF2B5EF4-FFF2-40B4-BE49-F238E27FC236}">
                <a16:creationId xmlns:a16="http://schemas.microsoft.com/office/drawing/2014/main" id="{7EC929AF-36A2-2D88-B3B8-0973B233911C}"/>
              </a:ext>
            </a:extLst>
          </p:cNvPr>
          <p:cNvGrpSpPr/>
          <p:nvPr/>
        </p:nvGrpSpPr>
        <p:grpSpPr>
          <a:xfrm>
            <a:off x="6539561" y="2569596"/>
            <a:ext cx="5343540" cy="4183680"/>
            <a:chOff x="469775" y="238125"/>
            <a:chExt cx="6679425" cy="5229600"/>
          </a:xfrm>
        </p:grpSpPr>
        <p:sp>
          <p:nvSpPr>
            <p:cNvPr id="2244" name="Google Shape;1691;p35">
              <a:extLst>
                <a:ext uri="{FF2B5EF4-FFF2-40B4-BE49-F238E27FC236}">
                  <a16:creationId xmlns:a16="http://schemas.microsoft.com/office/drawing/2014/main" id="{A04147A6-FE90-70A8-C894-C41D8490D470}"/>
                </a:ext>
              </a:extLst>
            </p:cNvPr>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45" name="Google Shape;1692;p35">
              <a:extLst>
                <a:ext uri="{FF2B5EF4-FFF2-40B4-BE49-F238E27FC236}">
                  <a16:creationId xmlns:a16="http://schemas.microsoft.com/office/drawing/2014/main" id="{6CC98699-A915-72B2-BDD9-430541CB732E}"/>
                </a:ext>
              </a:extLst>
            </p:cNvPr>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5">
                <a:lumMod val="60000"/>
                <a:lumOff val="40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46" name="Google Shape;1693;p35">
              <a:extLst>
                <a:ext uri="{FF2B5EF4-FFF2-40B4-BE49-F238E27FC236}">
                  <a16:creationId xmlns:a16="http://schemas.microsoft.com/office/drawing/2014/main" id="{C86AEE94-F7BD-09EF-E691-5E3437BAEEA1}"/>
                </a:ext>
              </a:extLst>
            </p:cNvPr>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47" name="Google Shape;1694;p35">
              <a:extLst>
                <a:ext uri="{FF2B5EF4-FFF2-40B4-BE49-F238E27FC236}">
                  <a16:creationId xmlns:a16="http://schemas.microsoft.com/office/drawing/2014/main" id="{7D397E7E-E5AD-15EF-B33F-56F5A36C297A}"/>
                </a:ext>
              </a:extLst>
            </p:cNvPr>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48" name="Google Shape;1695;p35">
              <a:extLst>
                <a:ext uri="{FF2B5EF4-FFF2-40B4-BE49-F238E27FC236}">
                  <a16:creationId xmlns:a16="http://schemas.microsoft.com/office/drawing/2014/main" id="{56434D42-D3A2-8B7A-A025-86722514829D}"/>
                </a:ext>
              </a:extLst>
            </p:cNvPr>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49" name="Google Shape;1696;p35">
              <a:extLst>
                <a:ext uri="{FF2B5EF4-FFF2-40B4-BE49-F238E27FC236}">
                  <a16:creationId xmlns:a16="http://schemas.microsoft.com/office/drawing/2014/main" id="{71642E53-3016-6BD3-4D4B-7065B64592C3}"/>
                </a:ext>
              </a:extLst>
            </p:cNvPr>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50" name="Google Shape;1697;p35">
              <a:extLst>
                <a:ext uri="{FF2B5EF4-FFF2-40B4-BE49-F238E27FC236}">
                  <a16:creationId xmlns:a16="http://schemas.microsoft.com/office/drawing/2014/main" id="{117312CE-C1B3-B736-79F1-465CB2E43439}"/>
                </a:ext>
              </a:extLst>
            </p:cNvPr>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51" name="Google Shape;1698;p35">
              <a:extLst>
                <a:ext uri="{FF2B5EF4-FFF2-40B4-BE49-F238E27FC236}">
                  <a16:creationId xmlns:a16="http://schemas.microsoft.com/office/drawing/2014/main" id="{734D8B76-1B98-31C3-DCE9-B614E344BF74}"/>
                </a:ext>
              </a:extLst>
            </p:cNvPr>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52" name="Google Shape;1699;p35">
              <a:extLst>
                <a:ext uri="{FF2B5EF4-FFF2-40B4-BE49-F238E27FC236}">
                  <a16:creationId xmlns:a16="http://schemas.microsoft.com/office/drawing/2014/main" id="{6232B79C-C2CF-F5B3-637B-6574C3385982}"/>
                </a:ext>
              </a:extLst>
            </p:cNvPr>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53" name="Google Shape;1700;p35">
              <a:extLst>
                <a:ext uri="{FF2B5EF4-FFF2-40B4-BE49-F238E27FC236}">
                  <a16:creationId xmlns:a16="http://schemas.microsoft.com/office/drawing/2014/main" id="{883CCE2F-9F55-E093-7835-DFA5D53273C6}"/>
                </a:ext>
              </a:extLst>
            </p:cNvPr>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54" name="Google Shape;1701;p35">
              <a:extLst>
                <a:ext uri="{FF2B5EF4-FFF2-40B4-BE49-F238E27FC236}">
                  <a16:creationId xmlns:a16="http://schemas.microsoft.com/office/drawing/2014/main" id="{6CB967D3-2139-38D9-6EAE-C6B63AD0DE45}"/>
                </a:ext>
              </a:extLst>
            </p:cNvPr>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55" name="Google Shape;1702;p35">
              <a:extLst>
                <a:ext uri="{FF2B5EF4-FFF2-40B4-BE49-F238E27FC236}">
                  <a16:creationId xmlns:a16="http://schemas.microsoft.com/office/drawing/2014/main" id="{B08D5375-3B6D-6A0B-61D7-B00D55BB445A}"/>
                </a:ext>
              </a:extLst>
            </p:cNvPr>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56" name="Google Shape;1703;p35">
              <a:extLst>
                <a:ext uri="{FF2B5EF4-FFF2-40B4-BE49-F238E27FC236}">
                  <a16:creationId xmlns:a16="http://schemas.microsoft.com/office/drawing/2014/main" id="{133110E2-CB1F-BE2E-6E89-6584A8AD84C7}"/>
                </a:ext>
              </a:extLst>
            </p:cNvPr>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57" name="Google Shape;1704;p35">
              <a:extLst>
                <a:ext uri="{FF2B5EF4-FFF2-40B4-BE49-F238E27FC236}">
                  <a16:creationId xmlns:a16="http://schemas.microsoft.com/office/drawing/2014/main" id="{9CDCC0D8-4FFA-3E70-2807-AA8CCD15CC30}"/>
                </a:ext>
              </a:extLst>
            </p:cNvPr>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58" name="Google Shape;1705;p35">
              <a:extLst>
                <a:ext uri="{FF2B5EF4-FFF2-40B4-BE49-F238E27FC236}">
                  <a16:creationId xmlns:a16="http://schemas.microsoft.com/office/drawing/2014/main" id="{B6EC7A50-B19F-4F15-DC49-6159041DD8EE}"/>
                </a:ext>
              </a:extLst>
            </p:cNvPr>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59" name="Google Shape;1706;p35">
              <a:extLst>
                <a:ext uri="{FF2B5EF4-FFF2-40B4-BE49-F238E27FC236}">
                  <a16:creationId xmlns:a16="http://schemas.microsoft.com/office/drawing/2014/main" id="{44A606CC-AA0C-231A-F1B5-DCEAD5F77DC2}"/>
                </a:ext>
              </a:extLst>
            </p:cNvPr>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60" name="Google Shape;1707;p35">
              <a:extLst>
                <a:ext uri="{FF2B5EF4-FFF2-40B4-BE49-F238E27FC236}">
                  <a16:creationId xmlns:a16="http://schemas.microsoft.com/office/drawing/2014/main" id="{698E0461-9187-A5C9-A083-12925C6B20EB}"/>
                </a:ext>
              </a:extLst>
            </p:cNvPr>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61" name="Google Shape;1708;p35">
              <a:extLst>
                <a:ext uri="{FF2B5EF4-FFF2-40B4-BE49-F238E27FC236}">
                  <a16:creationId xmlns:a16="http://schemas.microsoft.com/office/drawing/2014/main" id="{F8E2E0DD-322B-F888-5565-0240FA80B70C}"/>
                </a:ext>
              </a:extLst>
            </p:cNvPr>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62" name="Google Shape;1709;p35">
              <a:extLst>
                <a:ext uri="{FF2B5EF4-FFF2-40B4-BE49-F238E27FC236}">
                  <a16:creationId xmlns:a16="http://schemas.microsoft.com/office/drawing/2014/main" id="{2649B306-5258-0469-D42C-C81666610CAE}"/>
                </a:ext>
              </a:extLst>
            </p:cNvPr>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63" name="Google Shape;1710;p35">
              <a:extLst>
                <a:ext uri="{FF2B5EF4-FFF2-40B4-BE49-F238E27FC236}">
                  <a16:creationId xmlns:a16="http://schemas.microsoft.com/office/drawing/2014/main" id="{3BD21C49-2693-1C04-F818-D586BD20C8E4}"/>
                </a:ext>
              </a:extLst>
            </p:cNvPr>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64" name="Google Shape;1711;p35">
              <a:extLst>
                <a:ext uri="{FF2B5EF4-FFF2-40B4-BE49-F238E27FC236}">
                  <a16:creationId xmlns:a16="http://schemas.microsoft.com/office/drawing/2014/main" id="{0B669A71-0164-8D8D-3B10-6CB17DC45115}"/>
                </a:ext>
              </a:extLst>
            </p:cNvPr>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65" name="Google Shape;1712;p35">
              <a:extLst>
                <a:ext uri="{FF2B5EF4-FFF2-40B4-BE49-F238E27FC236}">
                  <a16:creationId xmlns:a16="http://schemas.microsoft.com/office/drawing/2014/main" id="{71E65033-4456-6BB4-71A1-5AD49B92B690}"/>
                </a:ext>
              </a:extLst>
            </p:cNvPr>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66" name="Google Shape;1713;p35">
              <a:extLst>
                <a:ext uri="{FF2B5EF4-FFF2-40B4-BE49-F238E27FC236}">
                  <a16:creationId xmlns:a16="http://schemas.microsoft.com/office/drawing/2014/main" id="{6BB975C2-4C86-5835-E945-CE1E240F62D6}"/>
                </a:ext>
              </a:extLst>
            </p:cNvPr>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67" name="Google Shape;1714;p35">
              <a:extLst>
                <a:ext uri="{FF2B5EF4-FFF2-40B4-BE49-F238E27FC236}">
                  <a16:creationId xmlns:a16="http://schemas.microsoft.com/office/drawing/2014/main" id="{6E8E3207-A38F-701E-DDEF-B16666E5B1D8}"/>
                </a:ext>
              </a:extLst>
            </p:cNvPr>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68" name="Google Shape;1715;p35">
              <a:extLst>
                <a:ext uri="{FF2B5EF4-FFF2-40B4-BE49-F238E27FC236}">
                  <a16:creationId xmlns:a16="http://schemas.microsoft.com/office/drawing/2014/main" id="{5C68125B-69B7-4351-A6F3-295420D52D4F}"/>
                </a:ext>
              </a:extLst>
            </p:cNvPr>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69" name="Google Shape;1716;p35">
              <a:extLst>
                <a:ext uri="{FF2B5EF4-FFF2-40B4-BE49-F238E27FC236}">
                  <a16:creationId xmlns:a16="http://schemas.microsoft.com/office/drawing/2014/main" id="{560879E9-BE4D-EA51-B96B-409DFA943E18}"/>
                </a:ext>
              </a:extLst>
            </p:cNvPr>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70" name="Google Shape;1717;p35">
              <a:extLst>
                <a:ext uri="{FF2B5EF4-FFF2-40B4-BE49-F238E27FC236}">
                  <a16:creationId xmlns:a16="http://schemas.microsoft.com/office/drawing/2014/main" id="{68759F31-3401-0D2A-0152-64A6CD9BB6D5}"/>
                </a:ext>
              </a:extLst>
            </p:cNvPr>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71" name="Google Shape;1718;p35">
              <a:extLst>
                <a:ext uri="{FF2B5EF4-FFF2-40B4-BE49-F238E27FC236}">
                  <a16:creationId xmlns:a16="http://schemas.microsoft.com/office/drawing/2014/main" id="{DE41DD84-672A-A9B3-D048-A7D80B6AF0B6}"/>
                </a:ext>
              </a:extLst>
            </p:cNvPr>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72" name="Google Shape;1719;p35">
              <a:extLst>
                <a:ext uri="{FF2B5EF4-FFF2-40B4-BE49-F238E27FC236}">
                  <a16:creationId xmlns:a16="http://schemas.microsoft.com/office/drawing/2014/main" id="{358F696C-539E-D3A6-31DA-2A8E47E11793}"/>
                </a:ext>
              </a:extLst>
            </p:cNvPr>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73" name="Google Shape;1720;p35">
              <a:extLst>
                <a:ext uri="{FF2B5EF4-FFF2-40B4-BE49-F238E27FC236}">
                  <a16:creationId xmlns:a16="http://schemas.microsoft.com/office/drawing/2014/main" id="{A1C1826C-D326-B404-6BA7-5CC2E7E8FAAA}"/>
                </a:ext>
              </a:extLst>
            </p:cNvPr>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74" name="Google Shape;1721;p35">
              <a:extLst>
                <a:ext uri="{FF2B5EF4-FFF2-40B4-BE49-F238E27FC236}">
                  <a16:creationId xmlns:a16="http://schemas.microsoft.com/office/drawing/2014/main" id="{C2ACF5C3-A97B-9DE7-7A7C-94FD64A5BF7F}"/>
                </a:ext>
              </a:extLst>
            </p:cNvPr>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75" name="Google Shape;1722;p35">
              <a:extLst>
                <a:ext uri="{FF2B5EF4-FFF2-40B4-BE49-F238E27FC236}">
                  <a16:creationId xmlns:a16="http://schemas.microsoft.com/office/drawing/2014/main" id="{60362726-EAE3-4455-638A-18F8547F5FD7}"/>
                </a:ext>
              </a:extLst>
            </p:cNvPr>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76" name="Google Shape;1723;p35">
              <a:extLst>
                <a:ext uri="{FF2B5EF4-FFF2-40B4-BE49-F238E27FC236}">
                  <a16:creationId xmlns:a16="http://schemas.microsoft.com/office/drawing/2014/main" id="{942E3CB3-38AC-DFA7-E81C-F3A1B5E1E8FC}"/>
                </a:ext>
              </a:extLst>
            </p:cNvPr>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77" name="Google Shape;1724;p35">
              <a:extLst>
                <a:ext uri="{FF2B5EF4-FFF2-40B4-BE49-F238E27FC236}">
                  <a16:creationId xmlns:a16="http://schemas.microsoft.com/office/drawing/2014/main" id="{11D70662-01D4-F44A-F91E-4AF6BF475241}"/>
                </a:ext>
              </a:extLst>
            </p:cNvPr>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78" name="Google Shape;1725;p35">
              <a:extLst>
                <a:ext uri="{FF2B5EF4-FFF2-40B4-BE49-F238E27FC236}">
                  <a16:creationId xmlns:a16="http://schemas.microsoft.com/office/drawing/2014/main" id="{269367EC-4735-DCD1-9C62-34E24AC10D58}"/>
                </a:ext>
              </a:extLst>
            </p:cNvPr>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79" name="Google Shape;1726;p35">
              <a:extLst>
                <a:ext uri="{FF2B5EF4-FFF2-40B4-BE49-F238E27FC236}">
                  <a16:creationId xmlns:a16="http://schemas.microsoft.com/office/drawing/2014/main" id="{9183BD82-05E6-74D4-A795-02082C51132A}"/>
                </a:ext>
              </a:extLst>
            </p:cNvPr>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80" name="Google Shape;1727;p35">
              <a:extLst>
                <a:ext uri="{FF2B5EF4-FFF2-40B4-BE49-F238E27FC236}">
                  <a16:creationId xmlns:a16="http://schemas.microsoft.com/office/drawing/2014/main" id="{97E6DD5A-65C7-15E6-0ADE-97DACAC3B947}"/>
                </a:ext>
              </a:extLst>
            </p:cNvPr>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81" name="Google Shape;1728;p35">
              <a:extLst>
                <a:ext uri="{FF2B5EF4-FFF2-40B4-BE49-F238E27FC236}">
                  <a16:creationId xmlns:a16="http://schemas.microsoft.com/office/drawing/2014/main" id="{D3CA1600-97EF-F75F-97FA-8B742B104DAE}"/>
                </a:ext>
              </a:extLst>
            </p:cNvPr>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82" name="Google Shape;1729;p35">
              <a:extLst>
                <a:ext uri="{FF2B5EF4-FFF2-40B4-BE49-F238E27FC236}">
                  <a16:creationId xmlns:a16="http://schemas.microsoft.com/office/drawing/2014/main" id="{FAB75ED1-42B6-62DF-4415-2F1D86852EDD}"/>
                </a:ext>
              </a:extLst>
            </p:cNvPr>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83" name="Google Shape;1730;p35">
              <a:extLst>
                <a:ext uri="{FF2B5EF4-FFF2-40B4-BE49-F238E27FC236}">
                  <a16:creationId xmlns:a16="http://schemas.microsoft.com/office/drawing/2014/main" id="{4AECD58C-A85E-4EDD-DACD-B94CFEF7903E}"/>
                </a:ext>
              </a:extLst>
            </p:cNvPr>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84" name="Google Shape;1731;p35">
              <a:extLst>
                <a:ext uri="{FF2B5EF4-FFF2-40B4-BE49-F238E27FC236}">
                  <a16:creationId xmlns:a16="http://schemas.microsoft.com/office/drawing/2014/main" id="{FA587BD6-CB7C-F48D-F65B-76256855E99A}"/>
                </a:ext>
              </a:extLst>
            </p:cNvPr>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85" name="Google Shape;1732;p35">
              <a:extLst>
                <a:ext uri="{FF2B5EF4-FFF2-40B4-BE49-F238E27FC236}">
                  <a16:creationId xmlns:a16="http://schemas.microsoft.com/office/drawing/2014/main" id="{4DFAA37F-C29B-A8F9-95AC-BDDF2458F018}"/>
                </a:ext>
              </a:extLst>
            </p:cNvPr>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86" name="Google Shape;1733;p35">
              <a:extLst>
                <a:ext uri="{FF2B5EF4-FFF2-40B4-BE49-F238E27FC236}">
                  <a16:creationId xmlns:a16="http://schemas.microsoft.com/office/drawing/2014/main" id="{FDCC3803-1456-AF1F-D507-66C84A67E2DE}"/>
                </a:ext>
              </a:extLst>
            </p:cNvPr>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87" name="Google Shape;1734;p35">
              <a:extLst>
                <a:ext uri="{FF2B5EF4-FFF2-40B4-BE49-F238E27FC236}">
                  <a16:creationId xmlns:a16="http://schemas.microsoft.com/office/drawing/2014/main" id="{575E1A9F-AE73-8F98-D607-F3900CE1ACC0}"/>
                </a:ext>
              </a:extLst>
            </p:cNvPr>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88" name="Google Shape;1735;p35">
              <a:extLst>
                <a:ext uri="{FF2B5EF4-FFF2-40B4-BE49-F238E27FC236}">
                  <a16:creationId xmlns:a16="http://schemas.microsoft.com/office/drawing/2014/main" id="{A8D3AF26-11CC-D035-5698-3225C9E87E1E}"/>
                </a:ext>
              </a:extLst>
            </p:cNvPr>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89" name="Google Shape;1736;p35">
              <a:extLst>
                <a:ext uri="{FF2B5EF4-FFF2-40B4-BE49-F238E27FC236}">
                  <a16:creationId xmlns:a16="http://schemas.microsoft.com/office/drawing/2014/main" id="{E9BBFFE6-E5ED-FAB8-F5AB-75F69549D8D2}"/>
                </a:ext>
              </a:extLst>
            </p:cNvPr>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90" name="Google Shape;1737;p35">
              <a:extLst>
                <a:ext uri="{FF2B5EF4-FFF2-40B4-BE49-F238E27FC236}">
                  <a16:creationId xmlns:a16="http://schemas.microsoft.com/office/drawing/2014/main" id="{4D5535CD-85E5-37EA-E302-0A9449792039}"/>
                </a:ext>
              </a:extLst>
            </p:cNvPr>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91" name="Google Shape;1738;p35">
              <a:extLst>
                <a:ext uri="{FF2B5EF4-FFF2-40B4-BE49-F238E27FC236}">
                  <a16:creationId xmlns:a16="http://schemas.microsoft.com/office/drawing/2014/main" id="{3D8E8054-95F4-5635-3FD3-8C41761EC057}"/>
                </a:ext>
              </a:extLst>
            </p:cNvPr>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92" name="Google Shape;1739;p35">
              <a:extLst>
                <a:ext uri="{FF2B5EF4-FFF2-40B4-BE49-F238E27FC236}">
                  <a16:creationId xmlns:a16="http://schemas.microsoft.com/office/drawing/2014/main" id="{60E5DBD2-8C36-4CC6-647E-A7184BB3C3DF}"/>
                </a:ext>
              </a:extLst>
            </p:cNvPr>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93" name="Google Shape;1740;p35">
              <a:extLst>
                <a:ext uri="{FF2B5EF4-FFF2-40B4-BE49-F238E27FC236}">
                  <a16:creationId xmlns:a16="http://schemas.microsoft.com/office/drawing/2014/main" id="{C8BDB189-7407-264A-4F2F-2AE0530D94DE}"/>
                </a:ext>
              </a:extLst>
            </p:cNvPr>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94" name="Google Shape;1741;p35">
              <a:extLst>
                <a:ext uri="{FF2B5EF4-FFF2-40B4-BE49-F238E27FC236}">
                  <a16:creationId xmlns:a16="http://schemas.microsoft.com/office/drawing/2014/main" id="{034FB59A-53BC-E3EC-C3A0-6797854F209E}"/>
                </a:ext>
              </a:extLst>
            </p:cNvPr>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95" name="Google Shape;1742;p35">
              <a:extLst>
                <a:ext uri="{FF2B5EF4-FFF2-40B4-BE49-F238E27FC236}">
                  <a16:creationId xmlns:a16="http://schemas.microsoft.com/office/drawing/2014/main" id="{C1018213-A23E-8D13-EF6C-B0F02FB24549}"/>
                </a:ext>
              </a:extLst>
            </p:cNvPr>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96" name="Google Shape;1743;p35">
              <a:extLst>
                <a:ext uri="{FF2B5EF4-FFF2-40B4-BE49-F238E27FC236}">
                  <a16:creationId xmlns:a16="http://schemas.microsoft.com/office/drawing/2014/main" id="{C7ECF8A2-D3C5-392E-25DD-4C723E8BECFE}"/>
                </a:ext>
              </a:extLst>
            </p:cNvPr>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97" name="Google Shape;1744;p35">
              <a:extLst>
                <a:ext uri="{FF2B5EF4-FFF2-40B4-BE49-F238E27FC236}">
                  <a16:creationId xmlns:a16="http://schemas.microsoft.com/office/drawing/2014/main" id="{D9CE1853-91D1-A610-9A4B-6993B279C0D5}"/>
                </a:ext>
              </a:extLst>
            </p:cNvPr>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98" name="Google Shape;1745;p35">
              <a:extLst>
                <a:ext uri="{FF2B5EF4-FFF2-40B4-BE49-F238E27FC236}">
                  <a16:creationId xmlns:a16="http://schemas.microsoft.com/office/drawing/2014/main" id="{E8D9B5A1-77DB-E498-D73A-0B246487C3D9}"/>
                </a:ext>
              </a:extLst>
            </p:cNvPr>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299" name="Google Shape;1746;p35">
              <a:extLst>
                <a:ext uri="{FF2B5EF4-FFF2-40B4-BE49-F238E27FC236}">
                  <a16:creationId xmlns:a16="http://schemas.microsoft.com/office/drawing/2014/main" id="{18630372-AC31-65DC-F4BC-EA69BCA40A56}"/>
                </a:ext>
              </a:extLst>
            </p:cNvPr>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00" name="Google Shape;1747;p35">
              <a:extLst>
                <a:ext uri="{FF2B5EF4-FFF2-40B4-BE49-F238E27FC236}">
                  <a16:creationId xmlns:a16="http://schemas.microsoft.com/office/drawing/2014/main" id="{E85A8A24-B759-2AC0-FF93-28B733CAD9AE}"/>
                </a:ext>
              </a:extLst>
            </p:cNvPr>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01" name="Google Shape;1748;p35">
              <a:extLst>
                <a:ext uri="{FF2B5EF4-FFF2-40B4-BE49-F238E27FC236}">
                  <a16:creationId xmlns:a16="http://schemas.microsoft.com/office/drawing/2014/main" id="{2C0E311C-18EB-A4AC-3630-ECB441E687CF}"/>
                </a:ext>
              </a:extLst>
            </p:cNvPr>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02" name="Google Shape;1749;p35">
              <a:extLst>
                <a:ext uri="{FF2B5EF4-FFF2-40B4-BE49-F238E27FC236}">
                  <a16:creationId xmlns:a16="http://schemas.microsoft.com/office/drawing/2014/main" id="{1DFA0805-2CB6-83A0-8993-7A47880E72E7}"/>
                </a:ext>
              </a:extLst>
            </p:cNvPr>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03" name="Google Shape;1750;p35">
              <a:extLst>
                <a:ext uri="{FF2B5EF4-FFF2-40B4-BE49-F238E27FC236}">
                  <a16:creationId xmlns:a16="http://schemas.microsoft.com/office/drawing/2014/main" id="{E8CE0376-4178-D4BF-77DB-B566B208D716}"/>
                </a:ext>
              </a:extLst>
            </p:cNvPr>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04" name="Google Shape;1751;p35">
              <a:extLst>
                <a:ext uri="{FF2B5EF4-FFF2-40B4-BE49-F238E27FC236}">
                  <a16:creationId xmlns:a16="http://schemas.microsoft.com/office/drawing/2014/main" id="{AD444690-9AF5-ACC5-4511-6881F0C6D5B1}"/>
                </a:ext>
              </a:extLst>
            </p:cNvPr>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05" name="Google Shape;1752;p35">
              <a:extLst>
                <a:ext uri="{FF2B5EF4-FFF2-40B4-BE49-F238E27FC236}">
                  <a16:creationId xmlns:a16="http://schemas.microsoft.com/office/drawing/2014/main" id="{EFBFC134-3F5B-3372-EFAD-99F5F6779F0B}"/>
                </a:ext>
              </a:extLst>
            </p:cNvPr>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06" name="Google Shape;1753;p35">
              <a:extLst>
                <a:ext uri="{FF2B5EF4-FFF2-40B4-BE49-F238E27FC236}">
                  <a16:creationId xmlns:a16="http://schemas.microsoft.com/office/drawing/2014/main" id="{D73AAF0E-50C8-4A87-2F2F-3D041E8FCB76}"/>
                </a:ext>
              </a:extLst>
            </p:cNvPr>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07" name="Google Shape;1754;p35">
              <a:extLst>
                <a:ext uri="{FF2B5EF4-FFF2-40B4-BE49-F238E27FC236}">
                  <a16:creationId xmlns:a16="http://schemas.microsoft.com/office/drawing/2014/main" id="{709538E3-0C7C-7070-7117-CAD09F76DCD9}"/>
                </a:ext>
              </a:extLst>
            </p:cNvPr>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08" name="Google Shape;1755;p35">
              <a:extLst>
                <a:ext uri="{FF2B5EF4-FFF2-40B4-BE49-F238E27FC236}">
                  <a16:creationId xmlns:a16="http://schemas.microsoft.com/office/drawing/2014/main" id="{4A574900-B55E-65B2-3E52-31DCDE4D2BF5}"/>
                </a:ext>
              </a:extLst>
            </p:cNvPr>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09" name="Google Shape;1756;p35">
              <a:extLst>
                <a:ext uri="{FF2B5EF4-FFF2-40B4-BE49-F238E27FC236}">
                  <a16:creationId xmlns:a16="http://schemas.microsoft.com/office/drawing/2014/main" id="{6D9D7118-3BBB-5FAC-5164-0EFE7A4E2314}"/>
                </a:ext>
              </a:extLst>
            </p:cNvPr>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10" name="Google Shape;1757;p35">
              <a:extLst>
                <a:ext uri="{FF2B5EF4-FFF2-40B4-BE49-F238E27FC236}">
                  <a16:creationId xmlns:a16="http://schemas.microsoft.com/office/drawing/2014/main" id="{2AD26DC6-7297-117A-A764-527F88AEA86E}"/>
                </a:ext>
              </a:extLst>
            </p:cNvPr>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11" name="Google Shape;1758;p35">
              <a:extLst>
                <a:ext uri="{FF2B5EF4-FFF2-40B4-BE49-F238E27FC236}">
                  <a16:creationId xmlns:a16="http://schemas.microsoft.com/office/drawing/2014/main" id="{BDFF4041-65A1-E1DA-0AD7-2F361F389D66}"/>
                </a:ext>
              </a:extLst>
            </p:cNvPr>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12" name="Google Shape;1759;p35">
              <a:extLst>
                <a:ext uri="{FF2B5EF4-FFF2-40B4-BE49-F238E27FC236}">
                  <a16:creationId xmlns:a16="http://schemas.microsoft.com/office/drawing/2014/main" id="{6C1DFF97-8823-9BC1-9730-D9B56C87A94F}"/>
                </a:ext>
              </a:extLst>
            </p:cNvPr>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13" name="Google Shape;1760;p35">
              <a:extLst>
                <a:ext uri="{FF2B5EF4-FFF2-40B4-BE49-F238E27FC236}">
                  <a16:creationId xmlns:a16="http://schemas.microsoft.com/office/drawing/2014/main" id="{81EA0FDA-AE3E-FEB8-3B52-D26ECC0FD9C8}"/>
                </a:ext>
              </a:extLst>
            </p:cNvPr>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14" name="Google Shape;1761;p35">
              <a:extLst>
                <a:ext uri="{FF2B5EF4-FFF2-40B4-BE49-F238E27FC236}">
                  <a16:creationId xmlns:a16="http://schemas.microsoft.com/office/drawing/2014/main" id="{CE6B9A9A-D8E3-D49F-4E08-C4258FF1E604}"/>
                </a:ext>
              </a:extLst>
            </p:cNvPr>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15" name="Google Shape;1762;p35">
              <a:extLst>
                <a:ext uri="{FF2B5EF4-FFF2-40B4-BE49-F238E27FC236}">
                  <a16:creationId xmlns:a16="http://schemas.microsoft.com/office/drawing/2014/main" id="{E9804F52-E570-9DF2-F46D-8015C3B2870E}"/>
                </a:ext>
              </a:extLst>
            </p:cNvPr>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16" name="Google Shape;1763;p35">
              <a:extLst>
                <a:ext uri="{FF2B5EF4-FFF2-40B4-BE49-F238E27FC236}">
                  <a16:creationId xmlns:a16="http://schemas.microsoft.com/office/drawing/2014/main" id="{3C6FB152-88E2-DD19-8DC9-73B1F7D7A847}"/>
                </a:ext>
              </a:extLst>
            </p:cNvPr>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17" name="Google Shape;1764;p35">
              <a:extLst>
                <a:ext uri="{FF2B5EF4-FFF2-40B4-BE49-F238E27FC236}">
                  <a16:creationId xmlns:a16="http://schemas.microsoft.com/office/drawing/2014/main" id="{D03E57B5-88B6-EC07-203C-3EB8AD068E74}"/>
                </a:ext>
              </a:extLst>
            </p:cNvPr>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18" name="Google Shape;1765;p35">
              <a:extLst>
                <a:ext uri="{FF2B5EF4-FFF2-40B4-BE49-F238E27FC236}">
                  <a16:creationId xmlns:a16="http://schemas.microsoft.com/office/drawing/2014/main" id="{7E513264-A309-230F-8981-16F840557F88}"/>
                </a:ext>
              </a:extLst>
            </p:cNvPr>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19" name="Google Shape;1766;p35">
              <a:extLst>
                <a:ext uri="{FF2B5EF4-FFF2-40B4-BE49-F238E27FC236}">
                  <a16:creationId xmlns:a16="http://schemas.microsoft.com/office/drawing/2014/main" id="{774E404A-5C6A-72BC-E1D7-6114682E1BCF}"/>
                </a:ext>
              </a:extLst>
            </p:cNvPr>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20" name="Google Shape;1767;p35">
              <a:extLst>
                <a:ext uri="{FF2B5EF4-FFF2-40B4-BE49-F238E27FC236}">
                  <a16:creationId xmlns:a16="http://schemas.microsoft.com/office/drawing/2014/main" id="{5F61EEC2-3348-7AE2-F638-138B630E92D6}"/>
                </a:ext>
              </a:extLst>
            </p:cNvPr>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21" name="Google Shape;1768;p35">
              <a:extLst>
                <a:ext uri="{FF2B5EF4-FFF2-40B4-BE49-F238E27FC236}">
                  <a16:creationId xmlns:a16="http://schemas.microsoft.com/office/drawing/2014/main" id="{B5AC1D9D-C291-E24B-5CB6-95E73558205F}"/>
                </a:ext>
              </a:extLst>
            </p:cNvPr>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22" name="Google Shape;1769;p35">
              <a:extLst>
                <a:ext uri="{FF2B5EF4-FFF2-40B4-BE49-F238E27FC236}">
                  <a16:creationId xmlns:a16="http://schemas.microsoft.com/office/drawing/2014/main" id="{E32E4915-69C0-CA21-F63F-900CDFBCF189}"/>
                </a:ext>
              </a:extLst>
            </p:cNvPr>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23" name="Google Shape;1770;p35">
              <a:extLst>
                <a:ext uri="{FF2B5EF4-FFF2-40B4-BE49-F238E27FC236}">
                  <a16:creationId xmlns:a16="http://schemas.microsoft.com/office/drawing/2014/main" id="{723F2904-CCC5-C8C7-D0C1-BCF192736E1A}"/>
                </a:ext>
              </a:extLst>
            </p:cNvPr>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24" name="Google Shape;1771;p35">
              <a:extLst>
                <a:ext uri="{FF2B5EF4-FFF2-40B4-BE49-F238E27FC236}">
                  <a16:creationId xmlns:a16="http://schemas.microsoft.com/office/drawing/2014/main" id="{2BA6017B-6935-8D2B-11B3-7D2FAA64E2D0}"/>
                </a:ext>
              </a:extLst>
            </p:cNvPr>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25" name="Google Shape;1772;p35">
              <a:extLst>
                <a:ext uri="{FF2B5EF4-FFF2-40B4-BE49-F238E27FC236}">
                  <a16:creationId xmlns:a16="http://schemas.microsoft.com/office/drawing/2014/main" id="{693BE5AF-C3C0-8AF6-51CF-1D467B0971E0}"/>
                </a:ext>
              </a:extLst>
            </p:cNvPr>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26" name="Google Shape;1773;p35">
              <a:extLst>
                <a:ext uri="{FF2B5EF4-FFF2-40B4-BE49-F238E27FC236}">
                  <a16:creationId xmlns:a16="http://schemas.microsoft.com/office/drawing/2014/main" id="{7EB7994A-C79D-B173-E6C8-739C80327443}"/>
                </a:ext>
              </a:extLst>
            </p:cNvPr>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27" name="Google Shape;1774;p35">
              <a:extLst>
                <a:ext uri="{FF2B5EF4-FFF2-40B4-BE49-F238E27FC236}">
                  <a16:creationId xmlns:a16="http://schemas.microsoft.com/office/drawing/2014/main" id="{E168B972-6BC4-74CE-F424-4C4415D91264}"/>
                </a:ext>
              </a:extLst>
            </p:cNvPr>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28" name="Google Shape;1775;p35">
              <a:extLst>
                <a:ext uri="{FF2B5EF4-FFF2-40B4-BE49-F238E27FC236}">
                  <a16:creationId xmlns:a16="http://schemas.microsoft.com/office/drawing/2014/main" id="{51816A2F-44D6-88C0-0B32-897F2607920C}"/>
                </a:ext>
              </a:extLst>
            </p:cNvPr>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29" name="Google Shape;1776;p35">
              <a:extLst>
                <a:ext uri="{FF2B5EF4-FFF2-40B4-BE49-F238E27FC236}">
                  <a16:creationId xmlns:a16="http://schemas.microsoft.com/office/drawing/2014/main" id="{FFF373B4-FB5F-9BDA-99EE-76EABD39052B}"/>
                </a:ext>
              </a:extLst>
            </p:cNvPr>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30" name="Google Shape;1777;p35">
              <a:extLst>
                <a:ext uri="{FF2B5EF4-FFF2-40B4-BE49-F238E27FC236}">
                  <a16:creationId xmlns:a16="http://schemas.microsoft.com/office/drawing/2014/main" id="{D6B335B5-FDCD-C65C-BB88-A95D72D5BDFF}"/>
                </a:ext>
              </a:extLst>
            </p:cNvPr>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31" name="Google Shape;1778;p35">
              <a:extLst>
                <a:ext uri="{FF2B5EF4-FFF2-40B4-BE49-F238E27FC236}">
                  <a16:creationId xmlns:a16="http://schemas.microsoft.com/office/drawing/2014/main" id="{D5AAAF68-E72C-CBAF-B1D8-ECD4736B557A}"/>
                </a:ext>
              </a:extLst>
            </p:cNvPr>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32" name="Google Shape;1779;p35">
              <a:extLst>
                <a:ext uri="{FF2B5EF4-FFF2-40B4-BE49-F238E27FC236}">
                  <a16:creationId xmlns:a16="http://schemas.microsoft.com/office/drawing/2014/main" id="{5397C247-FCAF-73D7-240C-3057659A9530}"/>
                </a:ext>
              </a:extLst>
            </p:cNvPr>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33" name="Google Shape;1780;p35">
              <a:extLst>
                <a:ext uri="{FF2B5EF4-FFF2-40B4-BE49-F238E27FC236}">
                  <a16:creationId xmlns:a16="http://schemas.microsoft.com/office/drawing/2014/main" id="{6AC40341-0589-1EC2-A972-487AB73F091A}"/>
                </a:ext>
              </a:extLst>
            </p:cNvPr>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34" name="Google Shape;1781;p35">
              <a:extLst>
                <a:ext uri="{FF2B5EF4-FFF2-40B4-BE49-F238E27FC236}">
                  <a16:creationId xmlns:a16="http://schemas.microsoft.com/office/drawing/2014/main" id="{921D78E2-7978-437F-8F48-3415655A0AA7}"/>
                </a:ext>
              </a:extLst>
            </p:cNvPr>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35" name="Google Shape;1782;p35">
              <a:extLst>
                <a:ext uri="{FF2B5EF4-FFF2-40B4-BE49-F238E27FC236}">
                  <a16:creationId xmlns:a16="http://schemas.microsoft.com/office/drawing/2014/main" id="{D52DA2DF-F64C-42F2-AF1A-31A2E50D6180}"/>
                </a:ext>
              </a:extLst>
            </p:cNvPr>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36" name="Google Shape;1783;p35">
              <a:extLst>
                <a:ext uri="{FF2B5EF4-FFF2-40B4-BE49-F238E27FC236}">
                  <a16:creationId xmlns:a16="http://schemas.microsoft.com/office/drawing/2014/main" id="{547C0187-919D-156A-561C-A69099DCE561}"/>
                </a:ext>
              </a:extLst>
            </p:cNvPr>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37" name="Google Shape;1784;p35">
              <a:extLst>
                <a:ext uri="{FF2B5EF4-FFF2-40B4-BE49-F238E27FC236}">
                  <a16:creationId xmlns:a16="http://schemas.microsoft.com/office/drawing/2014/main" id="{5D7C67C4-BAA7-3DFB-A5CB-5F85AB61CAC5}"/>
                </a:ext>
              </a:extLst>
            </p:cNvPr>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38" name="Google Shape;1785;p35">
              <a:extLst>
                <a:ext uri="{FF2B5EF4-FFF2-40B4-BE49-F238E27FC236}">
                  <a16:creationId xmlns:a16="http://schemas.microsoft.com/office/drawing/2014/main" id="{D99006C9-6BB8-B0A1-FD70-0071ABECD339}"/>
                </a:ext>
              </a:extLst>
            </p:cNvPr>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39" name="Google Shape;1786;p35">
              <a:extLst>
                <a:ext uri="{FF2B5EF4-FFF2-40B4-BE49-F238E27FC236}">
                  <a16:creationId xmlns:a16="http://schemas.microsoft.com/office/drawing/2014/main" id="{7ED64F52-E725-56AD-A5BD-DBED2F55BC96}"/>
                </a:ext>
              </a:extLst>
            </p:cNvPr>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40" name="Google Shape;1787;p35">
              <a:extLst>
                <a:ext uri="{FF2B5EF4-FFF2-40B4-BE49-F238E27FC236}">
                  <a16:creationId xmlns:a16="http://schemas.microsoft.com/office/drawing/2014/main" id="{6CBCD59D-8D41-D8FB-3BC2-05AC431B4F0B}"/>
                </a:ext>
              </a:extLst>
            </p:cNvPr>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41" name="Google Shape;1788;p35">
              <a:extLst>
                <a:ext uri="{FF2B5EF4-FFF2-40B4-BE49-F238E27FC236}">
                  <a16:creationId xmlns:a16="http://schemas.microsoft.com/office/drawing/2014/main" id="{83DAD279-B651-93ED-17E9-3A68039EB54C}"/>
                </a:ext>
              </a:extLst>
            </p:cNvPr>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42" name="Google Shape;1789;p35">
              <a:extLst>
                <a:ext uri="{FF2B5EF4-FFF2-40B4-BE49-F238E27FC236}">
                  <a16:creationId xmlns:a16="http://schemas.microsoft.com/office/drawing/2014/main" id="{CC1EAF96-4BB7-B089-ED6C-22B309E75BC6}"/>
                </a:ext>
              </a:extLst>
            </p:cNvPr>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43" name="Google Shape;1790;p35">
              <a:extLst>
                <a:ext uri="{FF2B5EF4-FFF2-40B4-BE49-F238E27FC236}">
                  <a16:creationId xmlns:a16="http://schemas.microsoft.com/office/drawing/2014/main" id="{717AB7EC-50DC-B915-F2A3-7F7BDDAC3FA2}"/>
                </a:ext>
              </a:extLst>
            </p:cNvPr>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44" name="Google Shape;1791;p35">
              <a:extLst>
                <a:ext uri="{FF2B5EF4-FFF2-40B4-BE49-F238E27FC236}">
                  <a16:creationId xmlns:a16="http://schemas.microsoft.com/office/drawing/2014/main" id="{D113BADD-0E0E-773B-7EBD-9C9EC33EEDBA}"/>
                </a:ext>
              </a:extLst>
            </p:cNvPr>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45" name="Google Shape;1792;p35">
              <a:extLst>
                <a:ext uri="{FF2B5EF4-FFF2-40B4-BE49-F238E27FC236}">
                  <a16:creationId xmlns:a16="http://schemas.microsoft.com/office/drawing/2014/main" id="{2C6472E1-12F0-EC37-EDC4-BF9140FEFEFA}"/>
                </a:ext>
              </a:extLst>
            </p:cNvPr>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46" name="Google Shape;1793;p35">
              <a:extLst>
                <a:ext uri="{FF2B5EF4-FFF2-40B4-BE49-F238E27FC236}">
                  <a16:creationId xmlns:a16="http://schemas.microsoft.com/office/drawing/2014/main" id="{06ED983C-927E-62BA-07EA-67118D7D3F0D}"/>
                </a:ext>
              </a:extLst>
            </p:cNvPr>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47" name="Google Shape;1794;p35">
              <a:extLst>
                <a:ext uri="{FF2B5EF4-FFF2-40B4-BE49-F238E27FC236}">
                  <a16:creationId xmlns:a16="http://schemas.microsoft.com/office/drawing/2014/main" id="{DA0C09C3-706D-A250-7C47-1F5D554DDB19}"/>
                </a:ext>
              </a:extLst>
            </p:cNvPr>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48" name="Google Shape;1795;p35">
              <a:extLst>
                <a:ext uri="{FF2B5EF4-FFF2-40B4-BE49-F238E27FC236}">
                  <a16:creationId xmlns:a16="http://schemas.microsoft.com/office/drawing/2014/main" id="{F1AB6FC0-42D2-FB00-ACBC-03ACBF683E83}"/>
                </a:ext>
              </a:extLst>
            </p:cNvPr>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49" name="Google Shape;1796;p35">
              <a:extLst>
                <a:ext uri="{FF2B5EF4-FFF2-40B4-BE49-F238E27FC236}">
                  <a16:creationId xmlns:a16="http://schemas.microsoft.com/office/drawing/2014/main" id="{BF0EB351-A15C-D4CD-EE76-02369860378E}"/>
                </a:ext>
              </a:extLst>
            </p:cNvPr>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50" name="Google Shape;1797;p35">
              <a:extLst>
                <a:ext uri="{FF2B5EF4-FFF2-40B4-BE49-F238E27FC236}">
                  <a16:creationId xmlns:a16="http://schemas.microsoft.com/office/drawing/2014/main" id="{40CDD854-E69A-88DE-BA74-CE607EE404A0}"/>
                </a:ext>
              </a:extLst>
            </p:cNvPr>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51" name="Google Shape;1798;p35">
              <a:extLst>
                <a:ext uri="{FF2B5EF4-FFF2-40B4-BE49-F238E27FC236}">
                  <a16:creationId xmlns:a16="http://schemas.microsoft.com/office/drawing/2014/main" id="{7F7CCD2A-3202-932D-89A5-3A76892C30CA}"/>
                </a:ext>
              </a:extLst>
            </p:cNvPr>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52" name="Google Shape;1799;p35">
              <a:extLst>
                <a:ext uri="{FF2B5EF4-FFF2-40B4-BE49-F238E27FC236}">
                  <a16:creationId xmlns:a16="http://schemas.microsoft.com/office/drawing/2014/main" id="{F5E8BBFD-3866-4BAE-678C-B7469EB2BDBD}"/>
                </a:ext>
              </a:extLst>
            </p:cNvPr>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53" name="Google Shape;1800;p35">
              <a:extLst>
                <a:ext uri="{FF2B5EF4-FFF2-40B4-BE49-F238E27FC236}">
                  <a16:creationId xmlns:a16="http://schemas.microsoft.com/office/drawing/2014/main" id="{4D1C06F7-C88B-20A0-591E-7576055A2412}"/>
                </a:ext>
              </a:extLst>
            </p:cNvPr>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54" name="Google Shape;1801;p35">
              <a:extLst>
                <a:ext uri="{FF2B5EF4-FFF2-40B4-BE49-F238E27FC236}">
                  <a16:creationId xmlns:a16="http://schemas.microsoft.com/office/drawing/2014/main" id="{1C979225-52F5-39CE-54FB-EE9380E14893}"/>
                </a:ext>
              </a:extLst>
            </p:cNvPr>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55" name="Google Shape;1802;p35">
              <a:extLst>
                <a:ext uri="{FF2B5EF4-FFF2-40B4-BE49-F238E27FC236}">
                  <a16:creationId xmlns:a16="http://schemas.microsoft.com/office/drawing/2014/main" id="{E52CF22B-F7D1-5DE2-422D-F889C9CB6EF7}"/>
                </a:ext>
              </a:extLst>
            </p:cNvPr>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56" name="Google Shape;1803;p35">
              <a:extLst>
                <a:ext uri="{FF2B5EF4-FFF2-40B4-BE49-F238E27FC236}">
                  <a16:creationId xmlns:a16="http://schemas.microsoft.com/office/drawing/2014/main" id="{DC373ACF-EA84-A506-637E-C47BCB865100}"/>
                </a:ext>
              </a:extLst>
            </p:cNvPr>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rgbClr val="FFFFFF"/>
            </a:solidFill>
            <a:ln w="9525" cap="flat" cmpd="sng">
              <a:solidFill>
                <a:srgbClr val="494949"/>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57" name="Google Shape;1804;p35">
              <a:extLst>
                <a:ext uri="{FF2B5EF4-FFF2-40B4-BE49-F238E27FC236}">
                  <a16:creationId xmlns:a16="http://schemas.microsoft.com/office/drawing/2014/main" id="{E2727169-9C24-22D9-3C40-65E09EB611AF}"/>
                </a:ext>
              </a:extLst>
            </p:cNvPr>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58" name="Google Shape;1805;p35">
              <a:extLst>
                <a:ext uri="{FF2B5EF4-FFF2-40B4-BE49-F238E27FC236}">
                  <a16:creationId xmlns:a16="http://schemas.microsoft.com/office/drawing/2014/main" id="{6477AA9D-BF0B-052A-EC11-74AE63209B82}"/>
                </a:ext>
              </a:extLst>
            </p:cNvPr>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59" name="Google Shape;1806;p35">
              <a:extLst>
                <a:ext uri="{FF2B5EF4-FFF2-40B4-BE49-F238E27FC236}">
                  <a16:creationId xmlns:a16="http://schemas.microsoft.com/office/drawing/2014/main" id="{CE7F4BC1-E5B6-8A49-4AAB-DAB084890390}"/>
                </a:ext>
              </a:extLst>
            </p:cNvPr>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60" name="Google Shape;1807;p35">
              <a:extLst>
                <a:ext uri="{FF2B5EF4-FFF2-40B4-BE49-F238E27FC236}">
                  <a16:creationId xmlns:a16="http://schemas.microsoft.com/office/drawing/2014/main" id="{C50C8751-D3E1-CED2-718B-3C8D73CB1F9D}"/>
                </a:ext>
              </a:extLst>
            </p:cNvPr>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61" name="Google Shape;1808;p35">
              <a:extLst>
                <a:ext uri="{FF2B5EF4-FFF2-40B4-BE49-F238E27FC236}">
                  <a16:creationId xmlns:a16="http://schemas.microsoft.com/office/drawing/2014/main" id="{B39B3B48-D2A0-70AB-1692-AD52CAF2BFEC}"/>
                </a:ext>
              </a:extLst>
            </p:cNvPr>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62" name="Google Shape;1809;p35">
              <a:extLst>
                <a:ext uri="{FF2B5EF4-FFF2-40B4-BE49-F238E27FC236}">
                  <a16:creationId xmlns:a16="http://schemas.microsoft.com/office/drawing/2014/main" id="{DEFD2F71-4335-8545-30AC-AB4933DD77D9}"/>
                </a:ext>
              </a:extLst>
            </p:cNvPr>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63" name="Google Shape;1810;p35">
              <a:extLst>
                <a:ext uri="{FF2B5EF4-FFF2-40B4-BE49-F238E27FC236}">
                  <a16:creationId xmlns:a16="http://schemas.microsoft.com/office/drawing/2014/main" id="{41CE7929-84AD-F322-DEA0-C94371CD8C90}"/>
                </a:ext>
              </a:extLst>
            </p:cNvPr>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64" name="Google Shape;1811;p35">
              <a:extLst>
                <a:ext uri="{FF2B5EF4-FFF2-40B4-BE49-F238E27FC236}">
                  <a16:creationId xmlns:a16="http://schemas.microsoft.com/office/drawing/2014/main" id="{AFA050B9-7486-7168-DCD5-3EDC9B3BCE7B}"/>
                </a:ext>
              </a:extLst>
            </p:cNvPr>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65" name="Google Shape;1812;p35">
              <a:extLst>
                <a:ext uri="{FF2B5EF4-FFF2-40B4-BE49-F238E27FC236}">
                  <a16:creationId xmlns:a16="http://schemas.microsoft.com/office/drawing/2014/main" id="{CEC76F4C-54D1-23E6-B497-310A1146F5FF}"/>
                </a:ext>
              </a:extLst>
            </p:cNvPr>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66" name="Google Shape;1813;p35">
              <a:extLst>
                <a:ext uri="{FF2B5EF4-FFF2-40B4-BE49-F238E27FC236}">
                  <a16:creationId xmlns:a16="http://schemas.microsoft.com/office/drawing/2014/main" id="{0144DFB4-90BD-AEFB-C9C6-B22BAB3C26F9}"/>
                </a:ext>
              </a:extLst>
            </p:cNvPr>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67" name="Google Shape;1814;p35">
              <a:extLst>
                <a:ext uri="{FF2B5EF4-FFF2-40B4-BE49-F238E27FC236}">
                  <a16:creationId xmlns:a16="http://schemas.microsoft.com/office/drawing/2014/main" id="{E4A2EFC5-E858-5349-DF0F-31C013C6ED77}"/>
                </a:ext>
              </a:extLst>
            </p:cNvPr>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68" name="Google Shape;1815;p35">
              <a:extLst>
                <a:ext uri="{FF2B5EF4-FFF2-40B4-BE49-F238E27FC236}">
                  <a16:creationId xmlns:a16="http://schemas.microsoft.com/office/drawing/2014/main" id="{58AC5AEA-8F72-C9CE-E7E3-CE81E2E4C804}"/>
                </a:ext>
              </a:extLst>
            </p:cNvPr>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69" name="Google Shape;1816;p35">
              <a:extLst>
                <a:ext uri="{FF2B5EF4-FFF2-40B4-BE49-F238E27FC236}">
                  <a16:creationId xmlns:a16="http://schemas.microsoft.com/office/drawing/2014/main" id="{CC7A8A2A-3F9E-24A4-14A3-89F0CD077356}"/>
                </a:ext>
              </a:extLst>
            </p:cNvPr>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70" name="Google Shape;1817;p35">
              <a:extLst>
                <a:ext uri="{FF2B5EF4-FFF2-40B4-BE49-F238E27FC236}">
                  <a16:creationId xmlns:a16="http://schemas.microsoft.com/office/drawing/2014/main" id="{0DA93AA7-9968-5CE3-BE52-012612F9D7E1}"/>
                </a:ext>
              </a:extLst>
            </p:cNvPr>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71" name="Google Shape;1818;p35">
              <a:extLst>
                <a:ext uri="{FF2B5EF4-FFF2-40B4-BE49-F238E27FC236}">
                  <a16:creationId xmlns:a16="http://schemas.microsoft.com/office/drawing/2014/main" id="{9FA7B3B9-C048-4805-6FDE-2824F3D97999}"/>
                </a:ext>
              </a:extLst>
            </p:cNvPr>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72" name="Google Shape;1819;p35">
              <a:extLst>
                <a:ext uri="{FF2B5EF4-FFF2-40B4-BE49-F238E27FC236}">
                  <a16:creationId xmlns:a16="http://schemas.microsoft.com/office/drawing/2014/main" id="{3515C431-15F0-1D04-8D34-02A9A6A69AF8}"/>
                </a:ext>
              </a:extLst>
            </p:cNvPr>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73" name="Google Shape;1820;p35">
              <a:extLst>
                <a:ext uri="{FF2B5EF4-FFF2-40B4-BE49-F238E27FC236}">
                  <a16:creationId xmlns:a16="http://schemas.microsoft.com/office/drawing/2014/main" id="{070ECD3F-EF02-00BD-9655-61788E275AE0}"/>
                </a:ext>
              </a:extLst>
            </p:cNvPr>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74" name="Google Shape;1821;p35">
              <a:extLst>
                <a:ext uri="{FF2B5EF4-FFF2-40B4-BE49-F238E27FC236}">
                  <a16:creationId xmlns:a16="http://schemas.microsoft.com/office/drawing/2014/main" id="{7DE2D141-F3BD-BC2B-A959-D9D20DF36DBB}"/>
                </a:ext>
              </a:extLst>
            </p:cNvPr>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75" name="Google Shape;1822;p35">
              <a:extLst>
                <a:ext uri="{FF2B5EF4-FFF2-40B4-BE49-F238E27FC236}">
                  <a16:creationId xmlns:a16="http://schemas.microsoft.com/office/drawing/2014/main" id="{6E2913EB-4C17-3445-16ED-1B8D187EB184}"/>
                </a:ext>
              </a:extLst>
            </p:cNvPr>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76" name="Google Shape;1823;p35">
              <a:extLst>
                <a:ext uri="{FF2B5EF4-FFF2-40B4-BE49-F238E27FC236}">
                  <a16:creationId xmlns:a16="http://schemas.microsoft.com/office/drawing/2014/main" id="{80AA6CA9-BA67-8E2B-8386-854BE6D53C30}"/>
                </a:ext>
              </a:extLst>
            </p:cNvPr>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77" name="Google Shape;1824;p35">
              <a:extLst>
                <a:ext uri="{FF2B5EF4-FFF2-40B4-BE49-F238E27FC236}">
                  <a16:creationId xmlns:a16="http://schemas.microsoft.com/office/drawing/2014/main" id="{FB5D97FF-6EF9-897A-3DF7-F40F8B4E8CEE}"/>
                </a:ext>
              </a:extLst>
            </p:cNvPr>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78" name="Google Shape;1825;p35">
              <a:extLst>
                <a:ext uri="{FF2B5EF4-FFF2-40B4-BE49-F238E27FC236}">
                  <a16:creationId xmlns:a16="http://schemas.microsoft.com/office/drawing/2014/main" id="{5E5EE844-E725-9EE1-A3CE-F938E6949793}"/>
                </a:ext>
              </a:extLst>
            </p:cNvPr>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79" name="Google Shape;1826;p35">
              <a:extLst>
                <a:ext uri="{FF2B5EF4-FFF2-40B4-BE49-F238E27FC236}">
                  <a16:creationId xmlns:a16="http://schemas.microsoft.com/office/drawing/2014/main" id="{C18239E2-CD5C-4C00-78A8-D3EB3600DFD3}"/>
                </a:ext>
              </a:extLst>
            </p:cNvPr>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80" name="Google Shape;1827;p35">
              <a:extLst>
                <a:ext uri="{FF2B5EF4-FFF2-40B4-BE49-F238E27FC236}">
                  <a16:creationId xmlns:a16="http://schemas.microsoft.com/office/drawing/2014/main" id="{8BEA21E5-6E49-9843-650B-FABDD16B1AFD}"/>
                </a:ext>
              </a:extLst>
            </p:cNvPr>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81" name="Google Shape;1828;p35">
              <a:extLst>
                <a:ext uri="{FF2B5EF4-FFF2-40B4-BE49-F238E27FC236}">
                  <a16:creationId xmlns:a16="http://schemas.microsoft.com/office/drawing/2014/main" id="{2B0FE510-844F-C417-1067-C9DC8B4B7F35}"/>
                </a:ext>
              </a:extLst>
            </p:cNvPr>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82" name="Google Shape;1829;p35">
              <a:extLst>
                <a:ext uri="{FF2B5EF4-FFF2-40B4-BE49-F238E27FC236}">
                  <a16:creationId xmlns:a16="http://schemas.microsoft.com/office/drawing/2014/main" id="{2F9A2261-D52C-3801-32F6-2180127FC863}"/>
                </a:ext>
              </a:extLst>
            </p:cNvPr>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83" name="Google Shape;1830;p35">
              <a:extLst>
                <a:ext uri="{FF2B5EF4-FFF2-40B4-BE49-F238E27FC236}">
                  <a16:creationId xmlns:a16="http://schemas.microsoft.com/office/drawing/2014/main" id="{E5605BD4-BB96-8CF6-694E-B71B3BA30FB2}"/>
                </a:ext>
              </a:extLst>
            </p:cNvPr>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84" name="Google Shape;1831;p35">
              <a:extLst>
                <a:ext uri="{FF2B5EF4-FFF2-40B4-BE49-F238E27FC236}">
                  <a16:creationId xmlns:a16="http://schemas.microsoft.com/office/drawing/2014/main" id="{13C292ED-EBB2-7C8F-FC47-DB798A7D3F95}"/>
                </a:ext>
              </a:extLst>
            </p:cNvPr>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85" name="Google Shape;1832;p35">
              <a:extLst>
                <a:ext uri="{FF2B5EF4-FFF2-40B4-BE49-F238E27FC236}">
                  <a16:creationId xmlns:a16="http://schemas.microsoft.com/office/drawing/2014/main" id="{D162B83B-4E1E-E687-ED7A-0C2E0DFDFDA5}"/>
                </a:ext>
              </a:extLst>
            </p:cNvPr>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86" name="Google Shape;1833;p35">
              <a:extLst>
                <a:ext uri="{FF2B5EF4-FFF2-40B4-BE49-F238E27FC236}">
                  <a16:creationId xmlns:a16="http://schemas.microsoft.com/office/drawing/2014/main" id="{FB1C81E8-83FA-9523-D869-5D5BE3E15DD3}"/>
                </a:ext>
              </a:extLst>
            </p:cNvPr>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87" name="Google Shape;1834;p35">
              <a:extLst>
                <a:ext uri="{FF2B5EF4-FFF2-40B4-BE49-F238E27FC236}">
                  <a16:creationId xmlns:a16="http://schemas.microsoft.com/office/drawing/2014/main" id="{B95FF87B-2C97-03B2-0E3B-1AAE8CAE328A}"/>
                </a:ext>
              </a:extLst>
            </p:cNvPr>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88" name="Google Shape;1835;p35">
              <a:extLst>
                <a:ext uri="{FF2B5EF4-FFF2-40B4-BE49-F238E27FC236}">
                  <a16:creationId xmlns:a16="http://schemas.microsoft.com/office/drawing/2014/main" id="{F7F4B56C-DF66-BBDD-554F-CE61A4736284}"/>
                </a:ext>
              </a:extLst>
            </p:cNvPr>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89" name="Google Shape;1836;p35">
              <a:extLst>
                <a:ext uri="{FF2B5EF4-FFF2-40B4-BE49-F238E27FC236}">
                  <a16:creationId xmlns:a16="http://schemas.microsoft.com/office/drawing/2014/main" id="{911602F0-B7A5-CAF0-01DE-08C3A9555A25}"/>
                </a:ext>
              </a:extLst>
            </p:cNvPr>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90" name="Google Shape;1837;p35">
              <a:extLst>
                <a:ext uri="{FF2B5EF4-FFF2-40B4-BE49-F238E27FC236}">
                  <a16:creationId xmlns:a16="http://schemas.microsoft.com/office/drawing/2014/main" id="{F4C8281F-4548-5ADF-CE33-8110F734C2E0}"/>
                </a:ext>
              </a:extLst>
            </p:cNvPr>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91" name="Google Shape;1838;p35">
              <a:extLst>
                <a:ext uri="{FF2B5EF4-FFF2-40B4-BE49-F238E27FC236}">
                  <a16:creationId xmlns:a16="http://schemas.microsoft.com/office/drawing/2014/main" id="{BE4C6790-EBE9-9B0C-8159-1AF573079802}"/>
                </a:ext>
              </a:extLst>
            </p:cNvPr>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92" name="Google Shape;1839;p35">
              <a:extLst>
                <a:ext uri="{FF2B5EF4-FFF2-40B4-BE49-F238E27FC236}">
                  <a16:creationId xmlns:a16="http://schemas.microsoft.com/office/drawing/2014/main" id="{5F6F158E-B92C-6AA7-9D4A-D776C4BC2B3E}"/>
                </a:ext>
              </a:extLst>
            </p:cNvPr>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93" name="Google Shape;1840;p35">
              <a:extLst>
                <a:ext uri="{FF2B5EF4-FFF2-40B4-BE49-F238E27FC236}">
                  <a16:creationId xmlns:a16="http://schemas.microsoft.com/office/drawing/2014/main" id="{A693E397-EBCD-759B-9EAE-CF372CE27CDC}"/>
                </a:ext>
              </a:extLst>
            </p:cNvPr>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94" name="Google Shape;1841;p35">
              <a:extLst>
                <a:ext uri="{FF2B5EF4-FFF2-40B4-BE49-F238E27FC236}">
                  <a16:creationId xmlns:a16="http://schemas.microsoft.com/office/drawing/2014/main" id="{A3B3C231-B880-0974-369C-DE03AB776E6C}"/>
                </a:ext>
              </a:extLst>
            </p:cNvPr>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95" name="Google Shape;1842;p35">
              <a:extLst>
                <a:ext uri="{FF2B5EF4-FFF2-40B4-BE49-F238E27FC236}">
                  <a16:creationId xmlns:a16="http://schemas.microsoft.com/office/drawing/2014/main" id="{977DCA2A-9887-2207-3DDA-3B0E158BAED6}"/>
                </a:ext>
              </a:extLst>
            </p:cNvPr>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96" name="Google Shape;1843;p35">
              <a:extLst>
                <a:ext uri="{FF2B5EF4-FFF2-40B4-BE49-F238E27FC236}">
                  <a16:creationId xmlns:a16="http://schemas.microsoft.com/office/drawing/2014/main" id="{5792331B-CDC2-6D7F-85E4-027D455B6BEE}"/>
                </a:ext>
              </a:extLst>
            </p:cNvPr>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rgbClr val="9E9E9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97" name="Google Shape;1844;p35">
              <a:extLst>
                <a:ext uri="{FF2B5EF4-FFF2-40B4-BE49-F238E27FC236}">
                  <a16:creationId xmlns:a16="http://schemas.microsoft.com/office/drawing/2014/main" id="{2B9B0A5D-76E9-A5E6-C847-764D13DBBB44}"/>
                </a:ext>
              </a:extLst>
            </p:cNvPr>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rgbClr val="9E9E9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98" name="Google Shape;1845;p35">
              <a:extLst>
                <a:ext uri="{FF2B5EF4-FFF2-40B4-BE49-F238E27FC236}">
                  <a16:creationId xmlns:a16="http://schemas.microsoft.com/office/drawing/2014/main" id="{58B8F0CC-637E-B4EB-2F19-D98948FFBE6D}"/>
                </a:ext>
              </a:extLst>
            </p:cNvPr>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399" name="Google Shape;1846;p35">
              <a:extLst>
                <a:ext uri="{FF2B5EF4-FFF2-40B4-BE49-F238E27FC236}">
                  <a16:creationId xmlns:a16="http://schemas.microsoft.com/office/drawing/2014/main" id="{ACF99F14-DF57-58F5-BC8C-D7ABF72582FF}"/>
                </a:ext>
              </a:extLst>
            </p:cNvPr>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00" name="Google Shape;1847;p35">
              <a:extLst>
                <a:ext uri="{FF2B5EF4-FFF2-40B4-BE49-F238E27FC236}">
                  <a16:creationId xmlns:a16="http://schemas.microsoft.com/office/drawing/2014/main" id="{061226E6-509A-4304-3162-BEDDA17EFD96}"/>
                </a:ext>
              </a:extLst>
            </p:cNvPr>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01" name="Google Shape;1848;p35">
              <a:extLst>
                <a:ext uri="{FF2B5EF4-FFF2-40B4-BE49-F238E27FC236}">
                  <a16:creationId xmlns:a16="http://schemas.microsoft.com/office/drawing/2014/main" id="{AD81E6FD-41B5-6FF5-D48C-5EDF5BE694F9}"/>
                </a:ext>
              </a:extLst>
            </p:cNvPr>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02" name="Google Shape;1849;p35">
              <a:extLst>
                <a:ext uri="{FF2B5EF4-FFF2-40B4-BE49-F238E27FC236}">
                  <a16:creationId xmlns:a16="http://schemas.microsoft.com/office/drawing/2014/main" id="{55AE9B74-BA05-C31F-2FDB-D90AC4E50906}"/>
                </a:ext>
              </a:extLst>
            </p:cNvPr>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03" name="Google Shape;1850;p35">
              <a:extLst>
                <a:ext uri="{FF2B5EF4-FFF2-40B4-BE49-F238E27FC236}">
                  <a16:creationId xmlns:a16="http://schemas.microsoft.com/office/drawing/2014/main" id="{03757D34-8A46-B629-14C1-7A9FC97E530C}"/>
                </a:ext>
              </a:extLst>
            </p:cNvPr>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04" name="Google Shape;1851;p35">
              <a:extLst>
                <a:ext uri="{FF2B5EF4-FFF2-40B4-BE49-F238E27FC236}">
                  <a16:creationId xmlns:a16="http://schemas.microsoft.com/office/drawing/2014/main" id="{EE72A0CF-234B-4D90-DBE4-30C16E3F5EDD}"/>
                </a:ext>
              </a:extLst>
            </p:cNvPr>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05" name="Google Shape;1852;p35">
              <a:extLst>
                <a:ext uri="{FF2B5EF4-FFF2-40B4-BE49-F238E27FC236}">
                  <a16:creationId xmlns:a16="http://schemas.microsoft.com/office/drawing/2014/main" id="{1A2E9A35-5F11-46DC-0085-8974D68D5CBE}"/>
                </a:ext>
              </a:extLst>
            </p:cNvPr>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06" name="Google Shape;1853;p35">
              <a:extLst>
                <a:ext uri="{FF2B5EF4-FFF2-40B4-BE49-F238E27FC236}">
                  <a16:creationId xmlns:a16="http://schemas.microsoft.com/office/drawing/2014/main" id="{AF163EEF-E987-DED7-55EE-EFE464AC635F}"/>
                </a:ext>
              </a:extLst>
            </p:cNvPr>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07" name="Google Shape;1854;p35">
              <a:extLst>
                <a:ext uri="{FF2B5EF4-FFF2-40B4-BE49-F238E27FC236}">
                  <a16:creationId xmlns:a16="http://schemas.microsoft.com/office/drawing/2014/main" id="{E3607A50-51AF-D431-75AB-0E9022054C44}"/>
                </a:ext>
              </a:extLst>
            </p:cNvPr>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08" name="Google Shape;1855;p35">
              <a:extLst>
                <a:ext uri="{FF2B5EF4-FFF2-40B4-BE49-F238E27FC236}">
                  <a16:creationId xmlns:a16="http://schemas.microsoft.com/office/drawing/2014/main" id="{F63EB4EC-AF6C-EE12-518A-CFF1BBE5180A}"/>
                </a:ext>
              </a:extLst>
            </p:cNvPr>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09" name="Google Shape;1856;p35">
              <a:extLst>
                <a:ext uri="{FF2B5EF4-FFF2-40B4-BE49-F238E27FC236}">
                  <a16:creationId xmlns:a16="http://schemas.microsoft.com/office/drawing/2014/main" id="{42D73DAE-865C-147E-079B-FE0D2A4FF4DD}"/>
                </a:ext>
              </a:extLst>
            </p:cNvPr>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10" name="Google Shape;1857;p35">
              <a:extLst>
                <a:ext uri="{FF2B5EF4-FFF2-40B4-BE49-F238E27FC236}">
                  <a16:creationId xmlns:a16="http://schemas.microsoft.com/office/drawing/2014/main" id="{BEC5C270-7985-3CC4-98AD-1678DAACE22F}"/>
                </a:ext>
              </a:extLst>
            </p:cNvPr>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rgbClr val="477797"/>
            </a:solidFill>
            <a:ln w="9525" cap="flat" cmpd="sng">
              <a:solidFill>
                <a:srgbClr val="477797"/>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11" name="Google Shape;1858;p35">
              <a:extLst>
                <a:ext uri="{FF2B5EF4-FFF2-40B4-BE49-F238E27FC236}">
                  <a16:creationId xmlns:a16="http://schemas.microsoft.com/office/drawing/2014/main" id="{EF5B3594-D201-3879-6014-1F740373FE2F}"/>
                </a:ext>
              </a:extLst>
            </p:cNvPr>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12" name="Google Shape;1859;p35">
              <a:extLst>
                <a:ext uri="{FF2B5EF4-FFF2-40B4-BE49-F238E27FC236}">
                  <a16:creationId xmlns:a16="http://schemas.microsoft.com/office/drawing/2014/main" id="{93747142-77FA-1E88-87ED-0D7B5B4911CF}"/>
                </a:ext>
              </a:extLst>
            </p:cNvPr>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13" name="Google Shape;1860;p35">
              <a:extLst>
                <a:ext uri="{FF2B5EF4-FFF2-40B4-BE49-F238E27FC236}">
                  <a16:creationId xmlns:a16="http://schemas.microsoft.com/office/drawing/2014/main" id="{65F622E0-D633-2A08-79C0-766C414A84EA}"/>
                </a:ext>
              </a:extLst>
            </p:cNvPr>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14" name="Google Shape;1861;p35">
              <a:extLst>
                <a:ext uri="{FF2B5EF4-FFF2-40B4-BE49-F238E27FC236}">
                  <a16:creationId xmlns:a16="http://schemas.microsoft.com/office/drawing/2014/main" id="{FE8DEF5E-0AA0-3383-ACB4-0D27C4BF4BBF}"/>
                </a:ext>
              </a:extLst>
            </p:cNvPr>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15" name="Google Shape;1862;p35">
              <a:extLst>
                <a:ext uri="{FF2B5EF4-FFF2-40B4-BE49-F238E27FC236}">
                  <a16:creationId xmlns:a16="http://schemas.microsoft.com/office/drawing/2014/main" id="{49AE0D69-3CCF-8D4D-F3C5-580CE1793E3B}"/>
                </a:ext>
              </a:extLst>
            </p:cNvPr>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16" name="Google Shape;1863;p35">
              <a:extLst>
                <a:ext uri="{FF2B5EF4-FFF2-40B4-BE49-F238E27FC236}">
                  <a16:creationId xmlns:a16="http://schemas.microsoft.com/office/drawing/2014/main" id="{B8C26A5C-A495-28DA-F7ED-D1CBDFBF5503}"/>
                </a:ext>
              </a:extLst>
            </p:cNvPr>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17" name="Google Shape;1864;p35">
              <a:extLst>
                <a:ext uri="{FF2B5EF4-FFF2-40B4-BE49-F238E27FC236}">
                  <a16:creationId xmlns:a16="http://schemas.microsoft.com/office/drawing/2014/main" id="{BE3189FE-2EF6-3E95-4FCC-73239665346E}"/>
                </a:ext>
              </a:extLst>
            </p:cNvPr>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rgbClr val="477797"/>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18" name="Google Shape;1865;p35">
              <a:extLst>
                <a:ext uri="{FF2B5EF4-FFF2-40B4-BE49-F238E27FC236}">
                  <a16:creationId xmlns:a16="http://schemas.microsoft.com/office/drawing/2014/main" id="{CD58DC1D-CBAA-B12E-81E0-186D92F60698}"/>
                </a:ext>
              </a:extLst>
            </p:cNvPr>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19" name="Google Shape;1866;p35">
              <a:extLst>
                <a:ext uri="{FF2B5EF4-FFF2-40B4-BE49-F238E27FC236}">
                  <a16:creationId xmlns:a16="http://schemas.microsoft.com/office/drawing/2014/main" id="{49B928B9-E03E-0356-F472-C820D3430853}"/>
                </a:ext>
              </a:extLst>
            </p:cNvPr>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20" name="Google Shape;1867;p35">
              <a:extLst>
                <a:ext uri="{FF2B5EF4-FFF2-40B4-BE49-F238E27FC236}">
                  <a16:creationId xmlns:a16="http://schemas.microsoft.com/office/drawing/2014/main" id="{B4D3B5A1-0DAA-FBB9-9026-F4063A364CEF}"/>
                </a:ext>
              </a:extLst>
            </p:cNvPr>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21" name="Google Shape;1868;p35">
              <a:extLst>
                <a:ext uri="{FF2B5EF4-FFF2-40B4-BE49-F238E27FC236}">
                  <a16:creationId xmlns:a16="http://schemas.microsoft.com/office/drawing/2014/main" id="{460B3E33-608E-D493-A9DD-466A7F7087BB}"/>
                </a:ext>
              </a:extLst>
            </p:cNvPr>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22" name="Google Shape;1869;p35">
              <a:extLst>
                <a:ext uri="{FF2B5EF4-FFF2-40B4-BE49-F238E27FC236}">
                  <a16:creationId xmlns:a16="http://schemas.microsoft.com/office/drawing/2014/main" id="{ED4AEA49-EC49-07C6-DAED-FDCB56CE932C}"/>
                </a:ext>
              </a:extLst>
            </p:cNvPr>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23" name="Google Shape;1870;p35">
              <a:extLst>
                <a:ext uri="{FF2B5EF4-FFF2-40B4-BE49-F238E27FC236}">
                  <a16:creationId xmlns:a16="http://schemas.microsoft.com/office/drawing/2014/main" id="{7CC4F7D7-3E7D-5D44-7DE8-B85EA6DA55A6}"/>
                </a:ext>
              </a:extLst>
            </p:cNvPr>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24" name="Google Shape;1871;p35">
              <a:extLst>
                <a:ext uri="{FF2B5EF4-FFF2-40B4-BE49-F238E27FC236}">
                  <a16:creationId xmlns:a16="http://schemas.microsoft.com/office/drawing/2014/main" id="{610BFA64-BC0C-41D6-F58C-CB6B864D972E}"/>
                </a:ext>
              </a:extLst>
            </p:cNvPr>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25" name="Google Shape;1872;p35">
              <a:extLst>
                <a:ext uri="{FF2B5EF4-FFF2-40B4-BE49-F238E27FC236}">
                  <a16:creationId xmlns:a16="http://schemas.microsoft.com/office/drawing/2014/main" id="{969F9275-9CC7-EC5E-0441-E798AD1DB56C}"/>
                </a:ext>
              </a:extLst>
            </p:cNvPr>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26" name="Google Shape;1873;p35">
              <a:extLst>
                <a:ext uri="{FF2B5EF4-FFF2-40B4-BE49-F238E27FC236}">
                  <a16:creationId xmlns:a16="http://schemas.microsoft.com/office/drawing/2014/main" id="{BEA627BE-4349-1DD5-97ED-5B8066B7C673}"/>
                </a:ext>
              </a:extLst>
            </p:cNvPr>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27" name="Google Shape;1874;p35">
              <a:extLst>
                <a:ext uri="{FF2B5EF4-FFF2-40B4-BE49-F238E27FC236}">
                  <a16:creationId xmlns:a16="http://schemas.microsoft.com/office/drawing/2014/main" id="{A439F0F7-5DD8-C2BF-EF72-B07DC4667B26}"/>
                </a:ext>
              </a:extLst>
            </p:cNvPr>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rgbClr val="77C6FC"/>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28" name="Google Shape;1875;p35">
              <a:extLst>
                <a:ext uri="{FF2B5EF4-FFF2-40B4-BE49-F238E27FC236}">
                  <a16:creationId xmlns:a16="http://schemas.microsoft.com/office/drawing/2014/main" id="{86FA65E4-1979-54A7-8CCE-408D8666DF2C}"/>
                </a:ext>
              </a:extLst>
            </p:cNvPr>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rgbClr val="477797"/>
            </a:solidFill>
            <a:ln w="9525" cap="flat" cmpd="sng">
              <a:solidFill>
                <a:srgbClr val="477797"/>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29" name="Google Shape;1876;p35">
              <a:extLst>
                <a:ext uri="{FF2B5EF4-FFF2-40B4-BE49-F238E27FC236}">
                  <a16:creationId xmlns:a16="http://schemas.microsoft.com/office/drawing/2014/main" id="{606261BD-7213-B007-8EEC-CFCCB057AB3F}"/>
                </a:ext>
              </a:extLst>
            </p:cNvPr>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30" name="Google Shape;1877;p35">
              <a:extLst>
                <a:ext uri="{FF2B5EF4-FFF2-40B4-BE49-F238E27FC236}">
                  <a16:creationId xmlns:a16="http://schemas.microsoft.com/office/drawing/2014/main" id="{EB68711C-D3E9-4672-C40B-6A505D1AA939}"/>
                </a:ext>
              </a:extLst>
            </p:cNvPr>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31" name="Google Shape;1878;p35">
              <a:extLst>
                <a:ext uri="{FF2B5EF4-FFF2-40B4-BE49-F238E27FC236}">
                  <a16:creationId xmlns:a16="http://schemas.microsoft.com/office/drawing/2014/main" id="{5ADE044F-7208-3B08-3C0B-7CAE6FA7C3E2}"/>
                </a:ext>
              </a:extLst>
            </p:cNvPr>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32" name="Google Shape;1879;p35">
              <a:extLst>
                <a:ext uri="{FF2B5EF4-FFF2-40B4-BE49-F238E27FC236}">
                  <a16:creationId xmlns:a16="http://schemas.microsoft.com/office/drawing/2014/main" id="{44F46B78-EB9D-8FCD-5EC9-80DFC41D67BB}"/>
                </a:ext>
              </a:extLst>
            </p:cNvPr>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33" name="Google Shape;1880;p35">
              <a:extLst>
                <a:ext uri="{FF2B5EF4-FFF2-40B4-BE49-F238E27FC236}">
                  <a16:creationId xmlns:a16="http://schemas.microsoft.com/office/drawing/2014/main" id="{7D31BD68-6E73-2BD2-2420-08638378575A}"/>
                </a:ext>
              </a:extLst>
            </p:cNvPr>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34" name="Google Shape;1881;p35">
              <a:extLst>
                <a:ext uri="{FF2B5EF4-FFF2-40B4-BE49-F238E27FC236}">
                  <a16:creationId xmlns:a16="http://schemas.microsoft.com/office/drawing/2014/main" id="{34A441DE-5E1A-C90C-7736-FB04771DBD39}"/>
                </a:ext>
              </a:extLst>
            </p:cNvPr>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rgbClr val="3D3D3D"/>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35" name="Google Shape;1882;p35">
              <a:extLst>
                <a:ext uri="{FF2B5EF4-FFF2-40B4-BE49-F238E27FC236}">
                  <a16:creationId xmlns:a16="http://schemas.microsoft.com/office/drawing/2014/main" id="{B7FDB0BA-4450-AC58-37AD-2B5AB94735F1}"/>
                </a:ext>
              </a:extLst>
            </p:cNvPr>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sp>
          <p:nvSpPr>
            <p:cNvPr id="2436" name="Google Shape;1883;p35">
              <a:extLst>
                <a:ext uri="{FF2B5EF4-FFF2-40B4-BE49-F238E27FC236}">
                  <a16:creationId xmlns:a16="http://schemas.microsoft.com/office/drawing/2014/main" id="{5062A4F9-A23C-10E3-BFB6-F74E00712005}"/>
                </a:ext>
              </a:extLst>
            </p:cNvPr>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rgbClr val="494949"/>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i="0" u="none" strike="noStrike" kern="0" normalizeH="0" baseline="0" noProof="0">
                <a:ln w="0"/>
                <a:solidFill>
                  <a:schemeClr val="tx1"/>
                </a:solidFill>
                <a:effectLst>
                  <a:outerShdw blurRad="38100" dist="19050" dir="2700000" algn="tl" rotWithShape="0">
                    <a:schemeClr val="dk1">
                      <a:alpha val="40000"/>
                    </a:schemeClr>
                  </a:outerShdw>
                </a:effectLst>
                <a:uLnTx/>
                <a:uFillTx/>
                <a:latin typeface="Arial"/>
                <a:cs typeface="Arial"/>
                <a:sym typeface="Arial"/>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40">
                                            <p:txEl>
                                              <p:pRg st="0" end="0"/>
                                            </p:txEl>
                                          </p:spTgt>
                                        </p:tgtEl>
                                        <p:attrNameLst>
                                          <p:attrName>style.visibility</p:attrName>
                                        </p:attrNameLst>
                                      </p:cBhvr>
                                      <p:to>
                                        <p:strVal val="visible"/>
                                      </p:to>
                                    </p:set>
                                    <p:animEffect transition="in" filter="wipe(down)">
                                      <p:cBhvr>
                                        <p:cTn id="7" dur="500"/>
                                        <p:tgtEl>
                                          <p:spTgt spid="21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139">
                                            <p:txEl>
                                              <p:pRg st="0" end="0"/>
                                            </p:txEl>
                                          </p:spTgt>
                                        </p:tgtEl>
                                        <p:attrNameLst>
                                          <p:attrName>style.visibility</p:attrName>
                                        </p:attrNameLst>
                                      </p:cBhvr>
                                      <p:to>
                                        <p:strVal val="visible"/>
                                      </p:to>
                                    </p:set>
                                    <p:animEffect transition="in" filter="wipe(down)">
                                      <p:cBhvr>
                                        <p:cTn id="12" dur="500"/>
                                        <p:tgtEl>
                                          <p:spTgt spid="213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141">
                                            <p:txEl>
                                              <p:pRg st="0" end="0"/>
                                            </p:txEl>
                                          </p:spTgt>
                                        </p:tgtEl>
                                        <p:attrNameLst>
                                          <p:attrName>style.visibility</p:attrName>
                                        </p:attrNameLst>
                                      </p:cBhvr>
                                      <p:to>
                                        <p:strVal val="visible"/>
                                      </p:to>
                                    </p:set>
                                    <p:animEffect transition="in" filter="wipe(down)">
                                      <p:cBhvr>
                                        <p:cTn id="17" dur="500"/>
                                        <p:tgtEl>
                                          <p:spTgt spid="214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142">
                                            <p:txEl>
                                              <p:pRg st="0" end="0"/>
                                            </p:txEl>
                                          </p:spTgt>
                                        </p:tgtEl>
                                        <p:attrNameLst>
                                          <p:attrName>style.visibility</p:attrName>
                                        </p:attrNameLst>
                                      </p:cBhvr>
                                      <p:to>
                                        <p:strVal val="visible"/>
                                      </p:to>
                                    </p:set>
                                    <p:animEffect transition="in" filter="wipe(down)">
                                      <p:cBhvr>
                                        <p:cTn id="22" dur="500"/>
                                        <p:tgtEl>
                                          <p:spTgt spid="214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143">
                                            <p:txEl>
                                              <p:pRg st="0" end="0"/>
                                            </p:txEl>
                                          </p:spTgt>
                                        </p:tgtEl>
                                        <p:attrNameLst>
                                          <p:attrName>style.visibility</p:attrName>
                                        </p:attrNameLst>
                                      </p:cBhvr>
                                      <p:to>
                                        <p:strVal val="visible"/>
                                      </p:to>
                                    </p:set>
                                    <p:animEffect transition="in" filter="wipe(down)">
                                      <p:cBhvr>
                                        <p:cTn id="27" dur="500"/>
                                        <p:tgtEl>
                                          <p:spTgt spid="214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144">
                                            <p:txEl>
                                              <p:pRg st="0" end="0"/>
                                            </p:txEl>
                                          </p:spTgt>
                                        </p:tgtEl>
                                        <p:attrNameLst>
                                          <p:attrName>style.visibility</p:attrName>
                                        </p:attrNameLst>
                                      </p:cBhvr>
                                      <p:to>
                                        <p:strVal val="visible"/>
                                      </p:to>
                                    </p:set>
                                    <p:animEffect transition="in" filter="wipe(down)">
                                      <p:cBhvr>
                                        <p:cTn id="32" dur="500"/>
                                        <p:tgtEl>
                                          <p:spTgt spid="214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145">
                                            <p:txEl>
                                              <p:pRg st="0" end="0"/>
                                            </p:txEl>
                                          </p:spTgt>
                                        </p:tgtEl>
                                        <p:attrNameLst>
                                          <p:attrName>style.visibility</p:attrName>
                                        </p:attrNameLst>
                                      </p:cBhvr>
                                      <p:to>
                                        <p:strVal val="visible"/>
                                      </p:to>
                                    </p:set>
                                    <p:animEffect transition="in" filter="wipe(down)">
                                      <p:cBhvr>
                                        <p:cTn id="37" dur="500"/>
                                        <p:tgtEl>
                                          <p:spTgt spid="214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146">
                                            <p:txEl>
                                              <p:pRg st="0" end="0"/>
                                            </p:txEl>
                                          </p:spTgt>
                                        </p:tgtEl>
                                        <p:attrNameLst>
                                          <p:attrName>style.visibility</p:attrName>
                                        </p:attrNameLst>
                                      </p:cBhvr>
                                      <p:to>
                                        <p:strVal val="visible"/>
                                      </p:to>
                                    </p:set>
                                    <p:animEffect transition="in" filter="wipe(down)">
                                      <p:cBhvr>
                                        <p:cTn id="42" dur="500"/>
                                        <p:tgtEl>
                                          <p:spTgt spid="21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9" grpId="0" build="p"/>
      <p:bldP spid="2140" grpId="0" build="p"/>
      <p:bldP spid="2141" grpId="0" build="p"/>
      <p:bldP spid="2142" grpId="0" build="p"/>
      <p:bldP spid="2143" grpId="0" build="p"/>
      <p:bldP spid="2145" grpId="0" build="p"/>
      <p:bldP spid="214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51C22B9-D6A7-49F8-8EAA-B6024470155C}"/>
              </a:ext>
            </a:extLst>
          </p:cNvPr>
          <p:cNvSpPr>
            <a:spLocks noGrp="1"/>
          </p:cNvSpPr>
          <p:nvPr>
            <p:ph type="title"/>
          </p:nvPr>
        </p:nvSpPr>
        <p:spPr>
          <a:xfrm>
            <a:off x="1018268" y="782842"/>
            <a:ext cx="8437525" cy="1157668"/>
          </a:xfrm>
        </p:spPr>
        <p:txBody>
          <a:bodyPr>
            <a:normAutofit/>
          </a:bodyPr>
          <a:lstStyle/>
          <a:p>
            <a:pPr algn="l">
              <a:spcBef>
                <a:spcPct val="0"/>
              </a:spcBef>
            </a:pPr>
            <a:r>
              <a:rPr lang="en-US" sz="4000" b="1" dirty="0">
                <a:latin typeface="Times New Roman" panose="02020603050405020304" pitchFamily="18" charset="0"/>
                <a:cs typeface="Times New Roman" panose="02020603050405020304" pitchFamily="18" charset="0"/>
              </a:rPr>
              <a:t>Introduction</a:t>
            </a:r>
            <a:endParaRPr lang="en-US" sz="5400" b="1" dirty="0">
              <a:latin typeface="Times New Roman" panose="02020603050405020304" pitchFamily="18" charset="0"/>
              <a:ea typeface="+mn-ea"/>
              <a:cs typeface="Times New Roman" panose="02020603050405020304" pitchFamily="18" charset="0"/>
              <a:sym typeface="Barlow Semi Condensed"/>
            </a:endParaRPr>
          </a:p>
        </p:txBody>
      </p:sp>
      <p:sp>
        <p:nvSpPr>
          <p:cNvPr id="5" name="Content Placeholder 2">
            <a:extLst>
              <a:ext uri="{FF2B5EF4-FFF2-40B4-BE49-F238E27FC236}">
                <a16:creationId xmlns:a16="http://schemas.microsoft.com/office/drawing/2014/main" id="{47053799-8F9D-425B-88AD-5FC1C183DB04}"/>
              </a:ext>
            </a:extLst>
          </p:cNvPr>
          <p:cNvSpPr txBox="1">
            <a:spLocks/>
          </p:cNvSpPr>
          <p:nvPr/>
        </p:nvSpPr>
        <p:spPr>
          <a:xfrm>
            <a:off x="885020" y="866777"/>
            <a:ext cx="10288712" cy="412494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Barlow Semi Condensed Medium"/>
              <a:buAutoNum type="arabicPeriod"/>
              <a:defRPr sz="1200" b="0" i="0" u="none" strike="noStrike" cap="none">
                <a:solidFill>
                  <a:schemeClr val="dk2"/>
                </a:solidFill>
                <a:latin typeface="Barlow Semi Condensed"/>
                <a:ea typeface="Barlow Semi Condensed"/>
                <a:cs typeface="Barlow Semi Condensed"/>
                <a:sym typeface="Barlow Semi Condensed"/>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9pPr>
          </a:lstStyle>
          <a:p>
            <a:pPr marL="0" indent="0" algn="just">
              <a:buNone/>
            </a:pPr>
            <a:r>
              <a:rPr lang="en-US" sz="2400" i="1" dirty="0">
                <a:solidFill>
                  <a:schemeClr val="tx1"/>
                </a:solidFill>
                <a:latin typeface="Times New Roman" panose="02020603050405020304" pitchFamily="18" charset="0"/>
                <a:ea typeface="+mn-ea"/>
                <a:cs typeface="Times New Roman" panose="02020603050405020304" pitchFamily="18" charset="0"/>
                <a:sym typeface="Barlow Semi Condensed Medium"/>
              </a:rPr>
              <a:t>AI tools for students refer to various software and applications that utilize artificial intelligence to assist, enhance, or streamline the academic journey.</a:t>
            </a:r>
          </a:p>
          <a:p>
            <a:pPr marL="0" indent="0" algn="just">
              <a:buNone/>
            </a:pPr>
            <a:r>
              <a:rPr lang="en-US" sz="2400" i="1" dirty="0">
                <a:solidFill>
                  <a:schemeClr val="tx1"/>
                </a:solidFill>
                <a:latin typeface="Times New Roman" panose="02020603050405020304" pitchFamily="18" charset="0"/>
                <a:ea typeface="+mn-ea"/>
                <a:cs typeface="Times New Roman" panose="02020603050405020304" pitchFamily="18" charset="0"/>
                <a:sym typeface="Barlow Semi Condensed Medium"/>
              </a:rPr>
              <a:t>In today's rapidly evolving world, AI tools are revolutionizing the educational landscape. This presentation explores the potential of AI in enhancing educational efficiency for students, offering insights into its benefits and implications</a:t>
            </a:r>
            <a:r>
              <a:rPr lang="en-US" sz="2667" i="1" dirty="0">
                <a:solidFill>
                  <a:schemeClr val="tx1"/>
                </a:solidFill>
                <a:latin typeface="Times New Roman" panose="02020603050405020304" pitchFamily="18" charset="0"/>
                <a:ea typeface="+mn-ea"/>
                <a:cs typeface="Times New Roman" panose="02020603050405020304" pitchFamily="18" charset="0"/>
                <a:sym typeface="Barlow Semi Condensed Medium"/>
              </a:rPr>
              <a:t>.</a:t>
            </a:r>
          </a:p>
          <a:p>
            <a:endParaRPr lang="en-US" sz="1600" dirty="0"/>
          </a:p>
        </p:txBody>
      </p:sp>
      <p:grpSp>
        <p:nvGrpSpPr>
          <p:cNvPr id="8" name="Google Shape;781;p41">
            <a:extLst>
              <a:ext uri="{FF2B5EF4-FFF2-40B4-BE49-F238E27FC236}">
                <a16:creationId xmlns:a16="http://schemas.microsoft.com/office/drawing/2014/main" id="{08F5EFD5-7FB8-426C-AF63-6E09E8457E82}"/>
              </a:ext>
            </a:extLst>
          </p:cNvPr>
          <p:cNvGrpSpPr/>
          <p:nvPr/>
        </p:nvGrpSpPr>
        <p:grpSpPr>
          <a:xfrm>
            <a:off x="6095999" y="3982065"/>
            <a:ext cx="6096001" cy="2875936"/>
            <a:chOff x="-41700" y="1835596"/>
            <a:chExt cx="8039600" cy="3937729"/>
          </a:xfrm>
        </p:grpSpPr>
        <p:sp>
          <p:nvSpPr>
            <p:cNvPr id="9" name="Google Shape;782;p41">
              <a:extLst>
                <a:ext uri="{FF2B5EF4-FFF2-40B4-BE49-F238E27FC236}">
                  <a16:creationId xmlns:a16="http://schemas.microsoft.com/office/drawing/2014/main" id="{8D15F7B6-F433-45B1-BB45-FC14963A6700}"/>
                </a:ext>
              </a:extLst>
            </p:cNvPr>
            <p:cNvSpPr/>
            <p:nvPr/>
          </p:nvSpPr>
          <p:spPr>
            <a:xfrm>
              <a:off x="-41700" y="2753625"/>
              <a:ext cx="8039600" cy="3019700"/>
            </a:xfrm>
            <a:custGeom>
              <a:avLst/>
              <a:gdLst/>
              <a:ahLst/>
              <a:cxnLst/>
              <a:rect l="l" t="t" r="r" b="b"/>
              <a:pathLst>
                <a:path w="321584" h="120788" extrusionOk="0">
                  <a:moveTo>
                    <a:pt x="0" y="65800"/>
                  </a:moveTo>
                  <a:lnTo>
                    <a:pt x="112755" y="0"/>
                  </a:lnTo>
                  <a:lnTo>
                    <a:pt x="321584" y="120788"/>
                  </a:lnTo>
                  <a:lnTo>
                    <a:pt x="1853" y="120788"/>
                  </a:lnTo>
                  <a:close/>
                </a:path>
              </a:pathLst>
            </a:custGeom>
            <a:solidFill>
              <a:schemeClr val="bg2"/>
            </a:solidFill>
            <a:ln w="9525" cap="flat" cmpd="sng">
              <a:solidFill>
                <a:schemeClr val="dk1"/>
              </a:solidFill>
              <a:prstDash val="solid"/>
              <a:round/>
              <a:headEnd type="none" w="med" len="med"/>
              <a:tailEnd type="none" w="med" len="med"/>
            </a:ln>
          </p:spPr>
          <p:txBody>
            <a:bodyPr/>
            <a:lstStyle/>
            <a:p>
              <a:endParaRPr lang="en-US" sz="2400"/>
            </a:p>
          </p:txBody>
        </p:sp>
        <p:grpSp>
          <p:nvGrpSpPr>
            <p:cNvPr id="10" name="Google Shape;783;p41">
              <a:extLst>
                <a:ext uri="{FF2B5EF4-FFF2-40B4-BE49-F238E27FC236}">
                  <a16:creationId xmlns:a16="http://schemas.microsoft.com/office/drawing/2014/main" id="{D88E58F1-0257-4722-B2AF-AB83E3961A0C}"/>
                </a:ext>
              </a:extLst>
            </p:cNvPr>
            <p:cNvGrpSpPr/>
            <p:nvPr/>
          </p:nvGrpSpPr>
          <p:grpSpPr>
            <a:xfrm>
              <a:off x="429276" y="1835596"/>
              <a:ext cx="3597189" cy="3118369"/>
              <a:chOff x="1022370" y="2273688"/>
              <a:chExt cx="2308414" cy="2001123"/>
            </a:xfrm>
          </p:grpSpPr>
          <p:sp>
            <p:nvSpPr>
              <p:cNvPr id="20" name="Google Shape;784;p41">
                <a:extLst>
                  <a:ext uri="{FF2B5EF4-FFF2-40B4-BE49-F238E27FC236}">
                    <a16:creationId xmlns:a16="http://schemas.microsoft.com/office/drawing/2014/main" id="{4A111763-7BD4-4A08-B75F-5096DB324EEA}"/>
                  </a:ext>
                </a:extLst>
              </p:cNvPr>
              <p:cNvSpPr/>
              <p:nvPr/>
            </p:nvSpPr>
            <p:spPr>
              <a:xfrm>
                <a:off x="2886981" y="3127148"/>
                <a:ext cx="3937" cy="2341"/>
              </a:xfrm>
              <a:custGeom>
                <a:avLst/>
                <a:gdLst/>
                <a:ahLst/>
                <a:cxnLst/>
                <a:rect l="l" t="t" r="r" b="b"/>
                <a:pathLst>
                  <a:path w="37" h="22" extrusionOk="0">
                    <a:moveTo>
                      <a:pt x="37" y="22"/>
                    </a:moveTo>
                    <a:cubicBezTo>
                      <a:pt x="23" y="15"/>
                      <a:pt x="16" y="8"/>
                      <a:pt x="1" y="1"/>
                    </a:cubicBezTo>
                    <a:lnTo>
                      <a:pt x="1" y="1"/>
                    </a:lnTo>
                    <a:cubicBezTo>
                      <a:pt x="16" y="8"/>
                      <a:pt x="23" y="15"/>
                      <a:pt x="37" y="22"/>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1" name="Google Shape;785;p41">
                <a:extLst>
                  <a:ext uri="{FF2B5EF4-FFF2-40B4-BE49-F238E27FC236}">
                    <a16:creationId xmlns:a16="http://schemas.microsoft.com/office/drawing/2014/main" id="{4329642C-2B08-4694-B723-CD0286BD8364}"/>
                  </a:ext>
                </a:extLst>
              </p:cNvPr>
              <p:cNvSpPr/>
              <p:nvPr/>
            </p:nvSpPr>
            <p:spPr>
              <a:xfrm>
                <a:off x="2597883" y="3101824"/>
                <a:ext cx="355172" cy="185460"/>
              </a:xfrm>
              <a:custGeom>
                <a:avLst/>
                <a:gdLst/>
                <a:ahLst/>
                <a:cxnLst/>
                <a:rect l="l" t="t" r="r" b="b"/>
                <a:pathLst>
                  <a:path w="3338" h="1743" extrusionOk="0">
                    <a:moveTo>
                      <a:pt x="1453" y="1"/>
                    </a:moveTo>
                    <a:lnTo>
                      <a:pt x="1453" y="1"/>
                    </a:lnTo>
                    <a:cubicBezTo>
                      <a:pt x="1151" y="23"/>
                      <a:pt x="849" y="103"/>
                      <a:pt x="611" y="239"/>
                    </a:cubicBezTo>
                    <a:cubicBezTo>
                      <a:pt x="16" y="570"/>
                      <a:pt x="1" y="1122"/>
                      <a:pt x="584" y="1476"/>
                    </a:cubicBezTo>
                    <a:cubicBezTo>
                      <a:pt x="882" y="1653"/>
                      <a:pt x="1278" y="1743"/>
                      <a:pt x="1675" y="1743"/>
                    </a:cubicBezTo>
                    <a:cubicBezTo>
                      <a:pt x="2052" y="1743"/>
                      <a:pt x="2430" y="1661"/>
                      <a:pt x="2725" y="1497"/>
                    </a:cubicBezTo>
                    <a:cubicBezTo>
                      <a:pt x="3322" y="1158"/>
                      <a:pt x="3337" y="605"/>
                      <a:pt x="2754" y="260"/>
                    </a:cubicBezTo>
                    <a:cubicBezTo>
                      <a:pt x="2740" y="253"/>
                      <a:pt x="2733" y="246"/>
                      <a:pt x="2718" y="239"/>
                    </a:cubicBezTo>
                    <a:cubicBezTo>
                      <a:pt x="2588" y="167"/>
                      <a:pt x="2438" y="110"/>
                      <a:pt x="2286" y="66"/>
                    </a:cubicBezTo>
                    <a:lnTo>
                      <a:pt x="2266" y="123"/>
                    </a:lnTo>
                    <a:cubicBezTo>
                      <a:pt x="2388" y="160"/>
                      <a:pt x="2495" y="210"/>
                      <a:pt x="2595" y="268"/>
                    </a:cubicBezTo>
                    <a:cubicBezTo>
                      <a:pt x="3099" y="570"/>
                      <a:pt x="3085" y="1045"/>
                      <a:pt x="2575" y="1331"/>
                    </a:cubicBezTo>
                    <a:cubicBezTo>
                      <a:pt x="2320" y="1472"/>
                      <a:pt x="1993" y="1543"/>
                      <a:pt x="1668" y="1543"/>
                    </a:cubicBezTo>
                    <a:cubicBezTo>
                      <a:pt x="1330" y="1543"/>
                      <a:pt x="994" y="1467"/>
                      <a:pt x="741" y="1317"/>
                    </a:cubicBezTo>
                    <a:cubicBezTo>
                      <a:pt x="239" y="1015"/>
                      <a:pt x="253" y="541"/>
                      <a:pt x="763" y="253"/>
                    </a:cubicBezTo>
                    <a:cubicBezTo>
                      <a:pt x="956" y="146"/>
                      <a:pt x="1188" y="80"/>
                      <a:pt x="1431" y="53"/>
                    </a:cubicBezTo>
                    <a:lnTo>
                      <a:pt x="1453"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2" name="Google Shape;786;p41">
                <a:extLst>
                  <a:ext uri="{FF2B5EF4-FFF2-40B4-BE49-F238E27FC236}">
                    <a16:creationId xmlns:a16="http://schemas.microsoft.com/office/drawing/2014/main" id="{200815B0-2366-40EE-87A7-1FDACF62112C}"/>
                  </a:ext>
                </a:extLst>
              </p:cNvPr>
              <p:cNvSpPr/>
              <p:nvPr/>
            </p:nvSpPr>
            <p:spPr>
              <a:xfrm>
                <a:off x="2623207" y="3107357"/>
                <a:ext cx="304418" cy="158646"/>
              </a:xfrm>
              <a:custGeom>
                <a:avLst/>
                <a:gdLst/>
                <a:ahLst/>
                <a:cxnLst/>
                <a:rect l="l" t="t" r="r" b="b"/>
                <a:pathLst>
                  <a:path w="2861" h="1491" extrusionOk="0">
                    <a:moveTo>
                      <a:pt x="1193" y="1"/>
                    </a:moveTo>
                    <a:cubicBezTo>
                      <a:pt x="950" y="28"/>
                      <a:pt x="718" y="94"/>
                      <a:pt x="525" y="201"/>
                    </a:cubicBezTo>
                    <a:cubicBezTo>
                      <a:pt x="15" y="489"/>
                      <a:pt x="1" y="963"/>
                      <a:pt x="503" y="1265"/>
                    </a:cubicBezTo>
                    <a:cubicBezTo>
                      <a:pt x="756" y="1415"/>
                      <a:pt x="1092" y="1491"/>
                      <a:pt x="1430" y="1491"/>
                    </a:cubicBezTo>
                    <a:cubicBezTo>
                      <a:pt x="1755" y="1491"/>
                      <a:pt x="2082" y="1420"/>
                      <a:pt x="2337" y="1279"/>
                    </a:cubicBezTo>
                    <a:cubicBezTo>
                      <a:pt x="2847" y="993"/>
                      <a:pt x="2861" y="518"/>
                      <a:pt x="2357" y="216"/>
                    </a:cubicBezTo>
                    <a:cubicBezTo>
                      <a:pt x="2257" y="158"/>
                      <a:pt x="2150" y="108"/>
                      <a:pt x="2028" y="71"/>
                    </a:cubicBezTo>
                    <a:lnTo>
                      <a:pt x="1833" y="582"/>
                    </a:lnTo>
                    <a:lnTo>
                      <a:pt x="1452" y="805"/>
                    </a:lnTo>
                    <a:lnTo>
                      <a:pt x="993" y="539"/>
                    </a:lnTo>
                    <a:lnTo>
                      <a:pt x="1193"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3" name="Google Shape;787;p41">
                <a:extLst>
                  <a:ext uri="{FF2B5EF4-FFF2-40B4-BE49-F238E27FC236}">
                    <a16:creationId xmlns:a16="http://schemas.microsoft.com/office/drawing/2014/main" id="{E5562F5B-3CD7-486F-9142-EE1E79A4287D}"/>
                  </a:ext>
                </a:extLst>
              </p:cNvPr>
              <p:cNvSpPr/>
              <p:nvPr/>
            </p:nvSpPr>
            <p:spPr>
              <a:xfrm>
                <a:off x="2589477" y="3213654"/>
                <a:ext cx="371770" cy="125236"/>
              </a:xfrm>
              <a:custGeom>
                <a:avLst/>
                <a:gdLst/>
                <a:ahLst/>
                <a:cxnLst/>
                <a:rect l="l" t="t" r="r" b="b"/>
                <a:pathLst>
                  <a:path w="3494" h="1177" extrusionOk="0">
                    <a:moveTo>
                      <a:pt x="3494" y="7"/>
                    </a:moveTo>
                    <a:cubicBezTo>
                      <a:pt x="3491" y="31"/>
                      <a:pt x="3489" y="54"/>
                      <a:pt x="3488" y="76"/>
                    </a:cubicBezTo>
                    <a:lnTo>
                      <a:pt x="3488" y="76"/>
                    </a:lnTo>
                    <a:cubicBezTo>
                      <a:pt x="3491" y="53"/>
                      <a:pt x="3493" y="30"/>
                      <a:pt x="3494" y="7"/>
                    </a:cubicBezTo>
                    <a:close/>
                    <a:moveTo>
                      <a:pt x="0" y="1"/>
                    </a:moveTo>
                    <a:lnTo>
                      <a:pt x="0" y="166"/>
                    </a:lnTo>
                    <a:cubicBezTo>
                      <a:pt x="0" y="416"/>
                      <a:pt x="166" y="675"/>
                      <a:pt x="497" y="870"/>
                    </a:cubicBezTo>
                    <a:cubicBezTo>
                      <a:pt x="837" y="1074"/>
                      <a:pt x="1290" y="1177"/>
                      <a:pt x="1745" y="1177"/>
                    </a:cubicBezTo>
                    <a:cubicBezTo>
                      <a:pt x="2184" y="1177"/>
                      <a:pt x="2623" y="1081"/>
                      <a:pt x="2962" y="891"/>
                    </a:cubicBezTo>
                    <a:cubicBezTo>
                      <a:pt x="3314" y="697"/>
                      <a:pt x="3487" y="439"/>
                      <a:pt x="3487" y="173"/>
                    </a:cubicBezTo>
                    <a:cubicBezTo>
                      <a:pt x="3487" y="139"/>
                      <a:pt x="3487" y="108"/>
                      <a:pt x="3488" y="76"/>
                    </a:cubicBezTo>
                    <a:lnTo>
                      <a:pt x="3488" y="76"/>
                    </a:lnTo>
                    <a:cubicBezTo>
                      <a:pt x="3455" y="317"/>
                      <a:pt x="3284" y="549"/>
                      <a:pt x="2962" y="727"/>
                    </a:cubicBezTo>
                    <a:cubicBezTo>
                      <a:pt x="2624" y="917"/>
                      <a:pt x="2186" y="1012"/>
                      <a:pt x="1748" y="1012"/>
                    </a:cubicBezTo>
                    <a:cubicBezTo>
                      <a:pt x="1292" y="1012"/>
                      <a:pt x="838" y="909"/>
                      <a:pt x="497" y="704"/>
                    </a:cubicBezTo>
                    <a:cubicBezTo>
                      <a:pt x="166" y="511"/>
                      <a:pt x="0" y="252"/>
                      <a:pt x="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4" name="Google Shape;788;p41">
                <a:extLst>
                  <a:ext uri="{FF2B5EF4-FFF2-40B4-BE49-F238E27FC236}">
                    <a16:creationId xmlns:a16="http://schemas.microsoft.com/office/drawing/2014/main" id="{414499BD-A037-4081-BA97-E5651A56044D}"/>
                  </a:ext>
                </a:extLst>
              </p:cNvPr>
              <p:cNvSpPr/>
              <p:nvPr/>
            </p:nvSpPr>
            <p:spPr>
              <a:xfrm>
                <a:off x="2589477" y="3127148"/>
                <a:ext cx="371770" cy="194185"/>
              </a:xfrm>
              <a:custGeom>
                <a:avLst/>
                <a:gdLst/>
                <a:ahLst/>
                <a:cxnLst/>
                <a:rect l="l" t="t" r="r" b="b"/>
                <a:pathLst>
                  <a:path w="3494" h="1825" extrusionOk="0">
                    <a:moveTo>
                      <a:pt x="2833" y="22"/>
                    </a:moveTo>
                    <a:lnTo>
                      <a:pt x="2833" y="22"/>
                    </a:lnTo>
                    <a:cubicBezTo>
                      <a:pt x="2835" y="23"/>
                      <a:pt x="2837" y="24"/>
                      <a:pt x="2840" y="26"/>
                    </a:cubicBezTo>
                    <a:lnTo>
                      <a:pt x="2840" y="26"/>
                    </a:lnTo>
                    <a:cubicBezTo>
                      <a:pt x="2837" y="24"/>
                      <a:pt x="2835" y="23"/>
                      <a:pt x="2833" y="22"/>
                    </a:cubicBezTo>
                    <a:close/>
                    <a:moveTo>
                      <a:pt x="690" y="1"/>
                    </a:moveTo>
                    <a:lnTo>
                      <a:pt x="533" y="87"/>
                    </a:lnTo>
                    <a:cubicBezTo>
                      <a:pt x="181" y="289"/>
                      <a:pt x="0" y="548"/>
                      <a:pt x="0" y="814"/>
                    </a:cubicBezTo>
                    <a:cubicBezTo>
                      <a:pt x="0" y="1065"/>
                      <a:pt x="166" y="1324"/>
                      <a:pt x="497" y="1517"/>
                    </a:cubicBezTo>
                    <a:cubicBezTo>
                      <a:pt x="838" y="1722"/>
                      <a:pt x="1292" y="1825"/>
                      <a:pt x="1748" y="1825"/>
                    </a:cubicBezTo>
                    <a:cubicBezTo>
                      <a:pt x="2186" y="1825"/>
                      <a:pt x="2624" y="1730"/>
                      <a:pt x="2962" y="1540"/>
                    </a:cubicBezTo>
                    <a:cubicBezTo>
                      <a:pt x="3314" y="1345"/>
                      <a:pt x="3487" y="1086"/>
                      <a:pt x="3494" y="820"/>
                    </a:cubicBezTo>
                    <a:cubicBezTo>
                      <a:pt x="3494" y="569"/>
                      <a:pt x="3330" y="310"/>
                      <a:pt x="2999" y="117"/>
                    </a:cubicBezTo>
                    <a:cubicBezTo>
                      <a:pt x="2985" y="108"/>
                      <a:pt x="2969" y="101"/>
                      <a:pt x="2962" y="94"/>
                    </a:cubicBezTo>
                    <a:cubicBezTo>
                      <a:pt x="2942" y="80"/>
                      <a:pt x="2919" y="73"/>
                      <a:pt x="2905" y="58"/>
                    </a:cubicBezTo>
                    <a:cubicBezTo>
                      <a:pt x="2899" y="58"/>
                      <a:pt x="2883" y="51"/>
                      <a:pt x="2876" y="44"/>
                    </a:cubicBezTo>
                    <a:cubicBezTo>
                      <a:pt x="2864" y="38"/>
                      <a:pt x="2852" y="33"/>
                      <a:pt x="2840" y="26"/>
                    </a:cubicBezTo>
                    <a:lnTo>
                      <a:pt x="2840" y="26"/>
                    </a:lnTo>
                    <a:cubicBezTo>
                      <a:pt x="3416" y="371"/>
                      <a:pt x="3398" y="922"/>
                      <a:pt x="2804" y="1259"/>
                    </a:cubicBezTo>
                    <a:cubicBezTo>
                      <a:pt x="2509" y="1423"/>
                      <a:pt x="2131" y="1505"/>
                      <a:pt x="1754" y="1505"/>
                    </a:cubicBezTo>
                    <a:cubicBezTo>
                      <a:pt x="1357" y="1505"/>
                      <a:pt x="961" y="1415"/>
                      <a:pt x="663" y="1238"/>
                    </a:cubicBezTo>
                    <a:cubicBezTo>
                      <a:pt x="80" y="884"/>
                      <a:pt x="95" y="332"/>
                      <a:pt x="69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5" name="Google Shape;789;p41">
                <a:extLst>
                  <a:ext uri="{FF2B5EF4-FFF2-40B4-BE49-F238E27FC236}">
                    <a16:creationId xmlns:a16="http://schemas.microsoft.com/office/drawing/2014/main" id="{5A9ED520-5941-446F-A46C-66102477C2A4}"/>
                  </a:ext>
                </a:extLst>
              </p:cNvPr>
              <p:cNvSpPr/>
              <p:nvPr/>
            </p:nvSpPr>
            <p:spPr>
              <a:xfrm>
                <a:off x="2886981" y="3127148"/>
                <a:ext cx="3937" cy="2341"/>
              </a:xfrm>
              <a:custGeom>
                <a:avLst/>
                <a:gdLst/>
                <a:ahLst/>
                <a:cxnLst/>
                <a:rect l="l" t="t" r="r" b="b"/>
                <a:pathLst>
                  <a:path w="37" h="22" extrusionOk="0">
                    <a:moveTo>
                      <a:pt x="1" y="1"/>
                    </a:moveTo>
                    <a:lnTo>
                      <a:pt x="25" y="15"/>
                    </a:lnTo>
                    <a:lnTo>
                      <a:pt x="25" y="15"/>
                    </a:lnTo>
                    <a:cubicBezTo>
                      <a:pt x="18" y="10"/>
                      <a:pt x="11" y="6"/>
                      <a:pt x="1" y="1"/>
                    </a:cubicBezTo>
                    <a:close/>
                    <a:moveTo>
                      <a:pt x="25" y="15"/>
                    </a:moveTo>
                    <a:cubicBezTo>
                      <a:pt x="29" y="17"/>
                      <a:pt x="32" y="19"/>
                      <a:pt x="37" y="22"/>
                    </a:cubicBezTo>
                    <a:lnTo>
                      <a:pt x="25" y="15"/>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6" name="Google Shape;790;p41">
                <a:extLst>
                  <a:ext uri="{FF2B5EF4-FFF2-40B4-BE49-F238E27FC236}">
                    <a16:creationId xmlns:a16="http://schemas.microsoft.com/office/drawing/2014/main" id="{050A1FE3-606C-4246-88F6-A37C119A4436}"/>
                  </a:ext>
                </a:extLst>
              </p:cNvPr>
              <p:cNvSpPr/>
              <p:nvPr/>
            </p:nvSpPr>
            <p:spPr>
              <a:xfrm>
                <a:off x="2886981" y="3127148"/>
                <a:ext cx="3937" cy="2341"/>
              </a:xfrm>
              <a:custGeom>
                <a:avLst/>
                <a:gdLst/>
                <a:ahLst/>
                <a:cxnLst/>
                <a:rect l="l" t="t" r="r" b="b"/>
                <a:pathLst>
                  <a:path w="37" h="22" fill="none" extrusionOk="0">
                    <a:moveTo>
                      <a:pt x="37" y="22"/>
                    </a:moveTo>
                    <a:cubicBezTo>
                      <a:pt x="23" y="15"/>
                      <a:pt x="16" y="8"/>
                      <a:pt x="1" y="1"/>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7" name="Google Shape;791;p41">
                <a:extLst>
                  <a:ext uri="{FF2B5EF4-FFF2-40B4-BE49-F238E27FC236}">
                    <a16:creationId xmlns:a16="http://schemas.microsoft.com/office/drawing/2014/main" id="{B0030D1D-C08D-4D9B-A133-3F6E02DB5BAD}"/>
                  </a:ext>
                </a:extLst>
              </p:cNvPr>
              <p:cNvSpPr/>
              <p:nvPr/>
            </p:nvSpPr>
            <p:spPr>
              <a:xfrm>
                <a:off x="2746422" y="2373919"/>
                <a:ext cx="22983" cy="37560"/>
              </a:xfrm>
              <a:custGeom>
                <a:avLst/>
                <a:gdLst/>
                <a:ahLst/>
                <a:cxnLst/>
                <a:rect l="l" t="t" r="r" b="b"/>
                <a:pathLst>
                  <a:path w="216" h="353" extrusionOk="0">
                    <a:moveTo>
                      <a:pt x="0" y="0"/>
                    </a:moveTo>
                    <a:lnTo>
                      <a:pt x="216" y="352"/>
                    </a:lnTo>
                    <a:cubicBezTo>
                      <a:pt x="216" y="338"/>
                      <a:pt x="207" y="330"/>
                      <a:pt x="207" y="323"/>
                    </a:cubicBezTo>
                    <a:cubicBezTo>
                      <a:pt x="180" y="252"/>
                      <a:pt x="157" y="216"/>
                      <a:pt x="130" y="166"/>
                    </a:cubicBezTo>
                    <a:cubicBezTo>
                      <a:pt x="114" y="143"/>
                      <a:pt x="100" y="123"/>
                      <a:pt x="87" y="93"/>
                    </a:cubicBezTo>
                    <a:cubicBezTo>
                      <a:pt x="78" y="86"/>
                      <a:pt x="71" y="79"/>
                      <a:pt x="64" y="71"/>
                    </a:cubicBezTo>
                    <a:cubicBezTo>
                      <a:pt x="50" y="50"/>
                      <a:pt x="28" y="21"/>
                      <a:pt x="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8" name="Google Shape;792;p41">
                <a:extLst>
                  <a:ext uri="{FF2B5EF4-FFF2-40B4-BE49-F238E27FC236}">
                    <a16:creationId xmlns:a16="http://schemas.microsoft.com/office/drawing/2014/main" id="{B895C1A3-02BD-4A8B-AFF0-48D6B1DD067D}"/>
                  </a:ext>
                </a:extLst>
              </p:cNvPr>
              <p:cNvSpPr/>
              <p:nvPr/>
            </p:nvSpPr>
            <p:spPr>
              <a:xfrm>
                <a:off x="2760148" y="2382325"/>
                <a:ext cx="207378" cy="300587"/>
              </a:xfrm>
              <a:custGeom>
                <a:avLst/>
                <a:gdLst/>
                <a:ahLst/>
                <a:cxnLst/>
                <a:rect l="l" t="t" r="r" b="b"/>
                <a:pathLst>
                  <a:path w="1949" h="2825" extrusionOk="0">
                    <a:moveTo>
                      <a:pt x="58" y="0"/>
                    </a:moveTo>
                    <a:lnTo>
                      <a:pt x="1" y="87"/>
                    </a:lnTo>
                    <a:cubicBezTo>
                      <a:pt x="28" y="137"/>
                      <a:pt x="51" y="173"/>
                      <a:pt x="78" y="244"/>
                    </a:cubicBezTo>
                    <a:cubicBezTo>
                      <a:pt x="78" y="251"/>
                      <a:pt x="87" y="259"/>
                      <a:pt x="87" y="273"/>
                    </a:cubicBezTo>
                    <a:lnTo>
                      <a:pt x="1495" y="2566"/>
                    </a:lnTo>
                    <a:lnTo>
                      <a:pt x="1948" y="2824"/>
                    </a:lnTo>
                    <a:lnTo>
                      <a:pt x="58"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9" name="Google Shape;793;p41">
                <a:extLst>
                  <a:ext uri="{FF2B5EF4-FFF2-40B4-BE49-F238E27FC236}">
                    <a16:creationId xmlns:a16="http://schemas.microsoft.com/office/drawing/2014/main" id="{C13EFCAA-702E-4891-963F-A7A1C57362A0}"/>
                  </a:ext>
                </a:extLst>
              </p:cNvPr>
              <p:cNvSpPr/>
              <p:nvPr/>
            </p:nvSpPr>
            <p:spPr>
              <a:xfrm>
                <a:off x="2766213" y="2361577"/>
                <a:ext cx="237278" cy="831429"/>
              </a:xfrm>
              <a:custGeom>
                <a:avLst/>
                <a:gdLst/>
                <a:ahLst/>
                <a:cxnLst/>
                <a:rect l="l" t="t" r="r" b="b"/>
                <a:pathLst>
                  <a:path w="2230" h="7814" extrusionOk="0">
                    <a:moveTo>
                      <a:pt x="130" y="1"/>
                    </a:moveTo>
                    <a:lnTo>
                      <a:pt x="130" y="7"/>
                    </a:lnTo>
                    <a:lnTo>
                      <a:pt x="1" y="195"/>
                    </a:lnTo>
                    <a:lnTo>
                      <a:pt x="1891" y="3019"/>
                    </a:lnTo>
                    <a:lnTo>
                      <a:pt x="425" y="6973"/>
                    </a:lnTo>
                    <a:lnTo>
                      <a:pt x="403" y="7023"/>
                    </a:lnTo>
                    <a:lnTo>
                      <a:pt x="108" y="7814"/>
                    </a:lnTo>
                    <a:lnTo>
                      <a:pt x="489" y="7591"/>
                    </a:lnTo>
                    <a:lnTo>
                      <a:pt x="684" y="7080"/>
                    </a:lnTo>
                    <a:lnTo>
                      <a:pt x="704" y="7023"/>
                    </a:lnTo>
                    <a:lnTo>
                      <a:pt x="2229" y="2890"/>
                    </a:lnTo>
                    <a:lnTo>
                      <a:pt x="2207" y="2688"/>
                    </a:lnTo>
                    <a:lnTo>
                      <a:pt x="13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0" name="Google Shape;794;p41">
                <a:extLst>
                  <a:ext uri="{FF2B5EF4-FFF2-40B4-BE49-F238E27FC236}">
                    <a16:creationId xmlns:a16="http://schemas.microsoft.com/office/drawing/2014/main" id="{A6B668BE-6EA7-46E9-85C8-209F0C1DDDE5}"/>
                  </a:ext>
                </a:extLst>
              </p:cNvPr>
              <p:cNvSpPr/>
              <p:nvPr/>
            </p:nvSpPr>
            <p:spPr>
              <a:xfrm>
                <a:off x="2728759" y="2655250"/>
                <a:ext cx="238767" cy="537758"/>
              </a:xfrm>
              <a:custGeom>
                <a:avLst/>
                <a:gdLst/>
                <a:ahLst/>
                <a:cxnLst/>
                <a:rect l="l" t="t" r="r" b="b"/>
                <a:pathLst>
                  <a:path w="2244" h="5054" extrusionOk="0">
                    <a:moveTo>
                      <a:pt x="1790" y="1"/>
                    </a:moveTo>
                    <a:lnTo>
                      <a:pt x="223" y="4198"/>
                    </a:lnTo>
                    <a:lnTo>
                      <a:pt x="201" y="4250"/>
                    </a:lnTo>
                    <a:lnTo>
                      <a:pt x="1" y="4788"/>
                    </a:lnTo>
                    <a:lnTo>
                      <a:pt x="460" y="5054"/>
                    </a:lnTo>
                    <a:lnTo>
                      <a:pt x="755" y="4263"/>
                    </a:lnTo>
                    <a:lnTo>
                      <a:pt x="777" y="4213"/>
                    </a:lnTo>
                    <a:lnTo>
                      <a:pt x="2243" y="259"/>
                    </a:lnTo>
                    <a:lnTo>
                      <a:pt x="179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1" name="Google Shape;795;p41">
                <a:extLst>
                  <a:ext uri="{FF2B5EF4-FFF2-40B4-BE49-F238E27FC236}">
                    <a16:creationId xmlns:a16="http://schemas.microsoft.com/office/drawing/2014/main" id="{D972B30A-5EF8-42D6-ADAE-34CFD3958B0D}"/>
                  </a:ext>
                </a:extLst>
              </p:cNvPr>
              <p:cNvSpPr/>
              <p:nvPr/>
            </p:nvSpPr>
            <p:spPr>
              <a:xfrm>
                <a:off x="2665237" y="2273688"/>
                <a:ext cx="124065" cy="117894"/>
              </a:xfrm>
              <a:custGeom>
                <a:avLst/>
                <a:gdLst/>
                <a:ahLst/>
                <a:cxnLst/>
                <a:rect l="l" t="t" r="r" b="b"/>
                <a:pathLst>
                  <a:path w="1166" h="1108" extrusionOk="0">
                    <a:moveTo>
                      <a:pt x="623" y="0"/>
                    </a:moveTo>
                    <a:cubicBezTo>
                      <a:pt x="524" y="0"/>
                      <a:pt x="454" y="27"/>
                      <a:pt x="418" y="43"/>
                    </a:cubicBezTo>
                    <a:cubicBezTo>
                      <a:pt x="418" y="43"/>
                      <a:pt x="382" y="57"/>
                      <a:pt x="339" y="86"/>
                    </a:cubicBezTo>
                    <a:cubicBezTo>
                      <a:pt x="310" y="100"/>
                      <a:pt x="310" y="100"/>
                      <a:pt x="266" y="137"/>
                    </a:cubicBezTo>
                    <a:cubicBezTo>
                      <a:pt x="260" y="150"/>
                      <a:pt x="246" y="159"/>
                      <a:pt x="237" y="173"/>
                    </a:cubicBezTo>
                    <a:cubicBezTo>
                      <a:pt x="223" y="193"/>
                      <a:pt x="203" y="216"/>
                      <a:pt x="180" y="237"/>
                    </a:cubicBezTo>
                    <a:lnTo>
                      <a:pt x="1" y="518"/>
                    </a:lnTo>
                    <a:cubicBezTo>
                      <a:pt x="30" y="518"/>
                      <a:pt x="58" y="525"/>
                      <a:pt x="87" y="532"/>
                    </a:cubicBezTo>
                    <a:cubicBezTo>
                      <a:pt x="123" y="538"/>
                      <a:pt x="166" y="554"/>
                      <a:pt x="223" y="575"/>
                    </a:cubicBezTo>
                    <a:cubicBezTo>
                      <a:pt x="260" y="590"/>
                      <a:pt x="303" y="611"/>
                      <a:pt x="346" y="640"/>
                    </a:cubicBezTo>
                    <a:cubicBezTo>
                      <a:pt x="367" y="647"/>
                      <a:pt x="382" y="654"/>
                      <a:pt x="396" y="661"/>
                    </a:cubicBezTo>
                    <a:cubicBezTo>
                      <a:pt x="496" y="720"/>
                      <a:pt x="598" y="790"/>
                      <a:pt x="684" y="863"/>
                    </a:cubicBezTo>
                    <a:cubicBezTo>
                      <a:pt x="691" y="870"/>
                      <a:pt x="705" y="883"/>
                      <a:pt x="720" y="892"/>
                    </a:cubicBezTo>
                    <a:cubicBezTo>
                      <a:pt x="734" y="913"/>
                      <a:pt x="748" y="927"/>
                      <a:pt x="763" y="942"/>
                    </a:cubicBezTo>
                    <a:cubicBezTo>
                      <a:pt x="791" y="963"/>
                      <a:pt x="813" y="992"/>
                      <a:pt x="827" y="1013"/>
                    </a:cubicBezTo>
                    <a:cubicBezTo>
                      <a:pt x="834" y="1021"/>
                      <a:pt x="841" y="1028"/>
                      <a:pt x="850" y="1035"/>
                    </a:cubicBezTo>
                    <a:cubicBezTo>
                      <a:pt x="863" y="1065"/>
                      <a:pt x="877" y="1085"/>
                      <a:pt x="893" y="1108"/>
                    </a:cubicBezTo>
                    <a:lnTo>
                      <a:pt x="950" y="1021"/>
                    </a:lnTo>
                    <a:lnTo>
                      <a:pt x="1079" y="833"/>
                    </a:lnTo>
                    <a:lnTo>
                      <a:pt x="1079" y="827"/>
                    </a:lnTo>
                    <a:cubicBezTo>
                      <a:pt x="1086" y="813"/>
                      <a:pt x="1093" y="797"/>
                      <a:pt x="1100" y="783"/>
                    </a:cubicBezTo>
                    <a:cubicBezTo>
                      <a:pt x="1108" y="777"/>
                      <a:pt x="1108" y="770"/>
                      <a:pt x="1115" y="763"/>
                    </a:cubicBezTo>
                    <a:cubicBezTo>
                      <a:pt x="1129" y="726"/>
                      <a:pt x="1143" y="690"/>
                      <a:pt x="1151" y="654"/>
                    </a:cubicBezTo>
                    <a:cubicBezTo>
                      <a:pt x="1151" y="640"/>
                      <a:pt x="1158" y="633"/>
                      <a:pt x="1158" y="618"/>
                    </a:cubicBezTo>
                    <a:cubicBezTo>
                      <a:pt x="1165" y="568"/>
                      <a:pt x="1165" y="504"/>
                      <a:pt x="1158" y="452"/>
                    </a:cubicBezTo>
                    <a:cubicBezTo>
                      <a:pt x="1122" y="237"/>
                      <a:pt x="956" y="57"/>
                      <a:pt x="748" y="14"/>
                    </a:cubicBezTo>
                    <a:cubicBezTo>
                      <a:pt x="702" y="4"/>
                      <a:pt x="660" y="0"/>
                      <a:pt x="623"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2" name="Google Shape;796;p41">
                <a:extLst>
                  <a:ext uri="{FF2B5EF4-FFF2-40B4-BE49-F238E27FC236}">
                    <a16:creationId xmlns:a16="http://schemas.microsoft.com/office/drawing/2014/main" id="{C6454B71-A2C2-4E2F-8E18-2B82EF557483}"/>
                  </a:ext>
                </a:extLst>
              </p:cNvPr>
              <p:cNvSpPr/>
              <p:nvPr/>
            </p:nvSpPr>
            <p:spPr>
              <a:xfrm>
                <a:off x="2746422" y="2373919"/>
                <a:ext cx="22983" cy="37560"/>
              </a:xfrm>
              <a:custGeom>
                <a:avLst/>
                <a:gdLst/>
                <a:ahLst/>
                <a:cxnLst/>
                <a:rect l="l" t="t" r="r" b="b"/>
                <a:pathLst>
                  <a:path w="216" h="353" extrusionOk="0">
                    <a:moveTo>
                      <a:pt x="0" y="0"/>
                    </a:moveTo>
                    <a:lnTo>
                      <a:pt x="216" y="352"/>
                    </a:lnTo>
                    <a:cubicBezTo>
                      <a:pt x="216" y="338"/>
                      <a:pt x="207" y="330"/>
                      <a:pt x="207" y="323"/>
                    </a:cubicBezTo>
                    <a:cubicBezTo>
                      <a:pt x="180" y="252"/>
                      <a:pt x="157" y="216"/>
                      <a:pt x="130" y="166"/>
                    </a:cubicBezTo>
                    <a:cubicBezTo>
                      <a:pt x="114" y="143"/>
                      <a:pt x="100" y="123"/>
                      <a:pt x="87" y="93"/>
                    </a:cubicBezTo>
                    <a:cubicBezTo>
                      <a:pt x="78" y="86"/>
                      <a:pt x="71" y="79"/>
                      <a:pt x="64" y="71"/>
                    </a:cubicBezTo>
                    <a:cubicBezTo>
                      <a:pt x="50" y="50"/>
                      <a:pt x="28" y="21"/>
                      <a:pt x="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3" name="Google Shape;797;p41">
                <a:extLst>
                  <a:ext uri="{FF2B5EF4-FFF2-40B4-BE49-F238E27FC236}">
                    <a16:creationId xmlns:a16="http://schemas.microsoft.com/office/drawing/2014/main" id="{495E9377-DB67-482C-B0FD-07F9BBAC7EF1}"/>
                  </a:ext>
                </a:extLst>
              </p:cNvPr>
              <p:cNvSpPr/>
              <p:nvPr/>
            </p:nvSpPr>
            <p:spPr>
              <a:xfrm>
                <a:off x="2432745" y="2458510"/>
                <a:ext cx="294522" cy="202378"/>
              </a:xfrm>
              <a:custGeom>
                <a:avLst/>
                <a:gdLst/>
                <a:ahLst/>
                <a:cxnLst/>
                <a:rect l="l" t="t" r="r" b="b"/>
                <a:pathLst>
                  <a:path w="2768" h="1902" extrusionOk="0">
                    <a:moveTo>
                      <a:pt x="504" y="232"/>
                    </a:moveTo>
                    <a:cubicBezTo>
                      <a:pt x="601" y="232"/>
                      <a:pt x="742" y="267"/>
                      <a:pt x="921" y="340"/>
                    </a:cubicBezTo>
                    <a:cubicBezTo>
                      <a:pt x="1121" y="427"/>
                      <a:pt x="1344" y="556"/>
                      <a:pt x="1560" y="692"/>
                    </a:cubicBezTo>
                    <a:cubicBezTo>
                      <a:pt x="1870" y="901"/>
                      <a:pt x="2150" y="1139"/>
                      <a:pt x="2301" y="1339"/>
                    </a:cubicBezTo>
                    <a:cubicBezTo>
                      <a:pt x="2468" y="1556"/>
                      <a:pt x="2447" y="1675"/>
                      <a:pt x="2275" y="1675"/>
                    </a:cubicBezTo>
                    <a:cubicBezTo>
                      <a:pt x="2179" y="1675"/>
                      <a:pt x="2037" y="1639"/>
                      <a:pt x="1855" y="1562"/>
                    </a:cubicBezTo>
                    <a:cubicBezTo>
                      <a:pt x="1646" y="1475"/>
                      <a:pt x="1423" y="1355"/>
                      <a:pt x="1215" y="1210"/>
                    </a:cubicBezTo>
                    <a:cubicBezTo>
                      <a:pt x="906" y="1010"/>
                      <a:pt x="619" y="765"/>
                      <a:pt x="468" y="570"/>
                    </a:cubicBezTo>
                    <a:cubicBezTo>
                      <a:pt x="300" y="351"/>
                      <a:pt x="326" y="232"/>
                      <a:pt x="504" y="232"/>
                    </a:cubicBezTo>
                    <a:close/>
                    <a:moveTo>
                      <a:pt x="222" y="1"/>
                    </a:moveTo>
                    <a:cubicBezTo>
                      <a:pt x="135" y="1"/>
                      <a:pt x="77" y="23"/>
                      <a:pt x="50" y="68"/>
                    </a:cubicBezTo>
                    <a:cubicBezTo>
                      <a:pt x="0" y="138"/>
                      <a:pt x="43" y="268"/>
                      <a:pt x="179" y="449"/>
                    </a:cubicBezTo>
                    <a:cubicBezTo>
                      <a:pt x="381" y="708"/>
                      <a:pt x="756" y="1023"/>
                      <a:pt x="1158" y="1296"/>
                    </a:cubicBezTo>
                    <a:cubicBezTo>
                      <a:pt x="1439" y="1475"/>
                      <a:pt x="1732" y="1641"/>
                      <a:pt x="2006" y="1757"/>
                    </a:cubicBezTo>
                    <a:cubicBezTo>
                      <a:pt x="2240" y="1855"/>
                      <a:pt x="2424" y="1902"/>
                      <a:pt x="2550" y="1902"/>
                    </a:cubicBezTo>
                    <a:cubicBezTo>
                      <a:pt x="2636" y="1902"/>
                      <a:pt x="2695" y="1880"/>
                      <a:pt x="2724" y="1836"/>
                    </a:cubicBezTo>
                    <a:cubicBezTo>
                      <a:pt x="2767" y="1770"/>
                      <a:pt x="2733" y="1641"/>
                      <a:pt x="2595" y="1462"/>
                    </a:cubicBezTo>
                    <a:cubicBezTo>
                      <a:pt x="2395" y="1196"/>
                      <a:pt x="2020" y="880"/>
                      <a:pt x="1611" y="613"/>
                    </a:cubicBezTo>
                    <a:cubicBezTo>
                      <a:pt x="1337" y="427"/>
                      <a:pt x="1042" y="261"/>
                      <a:pt x="769" y="147"/>
                    </a:cubicBezTo>
                    <a:cubicBezTo>
                      <a:pt x="535" y="49"/>
                      <a:pt x="349" y="1"/>
                      <a:pt x="22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4" name="Google Shape;798;p41">
                <a:extLst>
                  <a:ext uri="{FF2B5EF4-FFF2-40B4-BE49-F238E27FC236}">
                    <a16:creationId xmlns:a16="http://schemas.microsoft.com/office/drawing/2014/main" id="{D8DF1640-6099-44C8-A7E3-1E27B00197B6}"/>
                  </a:ext>
                </a:extLst>
              </p:cNvPr>
              <p:cNvSpPr/>
              <p:nvPr/>
            </p:nvSpPr>
            <p:spPr>
              <a:xfrm>
                <a:off x="2464560" y="2483089"/>
                <a:ext cx="230787" cy="153752"/>
              </a:xfrm>
              <a:custGeom>
                <a:avLst/>
                <a:gdLst/>
                <a:ahLst/>
                <a:cxnLst/>
                <a:rect l="l" t="t" r="r" b="b"/>
                <a:pathLst>
                  <a:path w="2169" h="1445" extrusionOk="0">
                    <a:moveTo>
                      <a:pt x="205" y="1"/>
                    </a:moveTo>
                    <a:cubicBezTo>
                      <a:pt x="27" y="1"/>
                      <a:pt x="1" y="120"/>
                      <a:pt x="169" y="339"/>
                    </a:cubicBezTo>
                    <a:cubicBezTo>
                      <a:pt x="320" y="534"/>
                      <a:pt x="607" y="779"/>
                      <a:pt x="916" y="979"/>
                    </a:cubicBezTo>
                    <a:cubicBezTo>
                      <a:pt x="1124" y="1124"/>
                      <a:pt x="1347" y="1244"/>
                      <a:pt x="1556" y="1331"/>
                    </a:cubicBezTo>
                    <a:cubicBezTo>
                      <a:pt x="1738" y="1408"/>
                      <a:pt x="1880" y="1444"/>
                      <a:pt x="1976" y="1444"/>
                    </a:cubicBezTo>
                    <a:cubicBezTo>
                      <a:pt x="2148" y="1444"/>
                      <a:pt x="2169" y="1325"/>
                      <a:pt x="2002" y="1108"/>
                    </a:cubicBezTo>
                    <a:cubicBezTo>
                      <a:pt x="1851" y="908"/>
                      <a:pt x="1571" y="670"/>
                      <a:pt x="1261" y="461"/>
                    </a:cubicBezTo>
                    <a:cubicBezTo>
                      <a:pt x="1045" y="325"/>
                      <a:pt x="822" y="196"/>
                      <a:pt x="622" y="109"/>
                    </a:cubicBezTo>
                    <a:cubicBezTo>
                      <a:pt x="443" y="36"/>
                      <a:pt x="302" y="1"/>
                      <a:pt x="205"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5" name="Google Shape;799;p41">
                <a:extLst>
                  <a:ext uri="{FF2B5EF4-FFF2-40B4-BE49-F238E27FC236}">
                    <a16:creationId xmlns:a16="http://schemas.microsoft.com/office/drawing/2014/main" id="{6F455ECE-3BE5-43AE-9B0A-6B22E9F63EAF}"/>
                  </a:ext>
                </a:extLst>
              </p:cNvPr>
              <p:cNvSpPr/>
              <p:nvPr/>
            </p:nvSpPr>
            <p:spPr>
              <a:xfrm>
                <a:off x="2438065" y="2327528"/>
                <a:ext cx="345170" cy="326336"/>
              </a:xfrm>
              <a:custGeom>
                <a:avLst/>
                <a:gdLst/>
                <a:ahLst/>
                <a:cxnLst/>
                <a:rect l="l" t="t" r="r" b="b"/>
                <a:pathLst>
                  <a:path w="3244" h="3067" extrusionOk="0">
                    <a:moveTo>
                      <a:pt x="3" y="1293"/>
                    </a:moveTo>
                    <a:cubicBezTo>
                      <a:pt x="2" y="1295"/>
                      <a:pt x="1" y="1297"/>
                      <a:pt x="0" y="1299"/>
                    </a:cubicBezTo>
                    <a:cubicBezTo>
                      <a:pt x="1" y="1297"/>
                      <a:pt x="2" y="1295"/>
                      <a:pt x="3" y="1293"/>
                    </a:cubicBezTo>
                    <a:close/>
                    <a:moveTo>
                      <a:pt x="1962" y="1"/>
                    </a:moveTo>
                    <a:cubicBezTo>
                      <a:pt x="1859" y="1"/>
                      <a:pt x="1767" y="12"/>
                      <a:pt x="1698" y="26"/>
                    </a:cubicBezTo>
                    <a:cubicBezTo>
                      <a:pt x="1423" y="69"/>
                      <a:pt x="1208" y="177"/>
                      <a:pt x="1130" y="214"/>
                    </a:cubicBezTo>
                    <a:cubicBezTo>
                      <a:pt x="914" y="314"/>
                      <a:pt x="706" y="472"/>
                      <a:pt x="626" y="536"/>
                    </a:cubicBezTo>
                    <a:cubicBezTo>
                      <a:pt x="554" y="593"/>
                      <a:pt x="474" y="666"/>
                      <a:pt x="388" y="759"/>
                    </a:cubicBezTo>
                    <a:cubicBezTo>
                      <a:pt x="368" y="781"/>
                      <a:pt x="338" y="817"/>
                      <a:pt x="318" y="838"/>
                    </a:cubicBezTo>
                    <a:cubicBezTo>
                      <a:pt x="281" y="881"/>
                      <a:pt x="238" y="947"/>
                      <a:pt x="202" y="990"/>
                    </a:cubicBezTo>
                    <a:cubicBezTo>
                      <a:pt x="139" y="1088"/>
                      <a:pt x="68" y="1193"/>
                      <a:pt x="3" y="1293"/>
                    </a:cubicBezTo>
                    <a:lnTo>
                      <a:pt x="3" y="1293"/>
                    </a:lnTo>
                    <a:cubicBezTo>
                      <a:pt x="31" y="1253"/>
                      <a:pt x="89" y="1232"/>
                      <a:pt x="172" y="1232"/>
                    </a:cubicBezTo>
                    <a:cubicBezTo>
                      <a:pt x="299" y="1232"/>
                      <a:pt x="485" y="1280"/>
                      <a:pt x="719" y="1378"/>
                    </a:cubicBezTo>
                    <a:cubicBezTo>
                      <a:pt x="992" y="1492"/>
                      <a:pt x="1287" y="1658"/>
                      <a:pt x="1561" y="1844"/>
                    </a:cubicBezTo>
                    <a:cubicBezTo>
                      <a:pt x="1970" y="2111"/>
                      <a:pt x="2345" y="2427"/>
                      <a:pt x="2545" y="2693"/>
                    </a:cubicBezTo>
                    <a:cubicBezTo>
                      <a:pt x="2682" y="2871"/>
                      <a:pt x="2717" y="2999"/>
                      <a:pt x="2675" y="3065"/>
                    </a:cubicBezTo>
                    <a:lnTo>
                      <a:pt x="2675" y="3065"/>
                    </a:lnTo>
                    <a:cubicBezTo>
                      <a:pt x="2740" y="2964"/>
                      <a:pt x="2812" y="2865"/>
                      <a:pt x="2876" y="2765"/>
                    </a:cubicBezTo>
                    <a:cubicBezTo>
                      <a:pt x="3028" y="2542"/>
                      <a:pt x="3098" y="2304"/>
                      <a:pt x="3128" y="2189"/>
                    </a:cubicBezTo>
                    <a:cubicBezTo>
                      <a:pt x="3135" y="2182"/>
                      <a:pt x="3214" y="1902"/>
                      <a:pt x="3235" y="1601"/>
                    </a:cubicBezTo>
                    <a:cubicBezTo>
                      <a:pt x="3243" y="1406"/>
                      <a:pt x="3235" y="1226"/>
                      <a:pt x="3178" y="997"/>
                    </a:cubicBezTo>
                    <a:cubicBezTo>
                      <a:pt x="3178" y="997"/>
                      <a:pt x="3157" y="888"/>
                      <a:pt x="3114" y="788"/>
                    </a:cubicBezTo>
                    <a:lnTo>
                      <a:pt x="2898" y="436"/>
                    </a:lnTo>
                    <a:cubicBezTo>
                      <a:pt x="2883" y="421"/>
                      <a:pt x="2869" y="407"/>
                      <a:pt x="2855" y="386"/>
                    </a:cubicBezTo>
                    <a:cubicBezTo>
                      <a:pt x="2840" y="377"/>
                      <a:pt x="2826" y="364"/>
                      <a:pt x="2819" y="357"/>
                    </a:cubicBezTo>
                    <a:cubicBezTo>
                      <a:pt x="2733" y="284"/>
                      <a:pt x="2631" y="214"/>
                      <a:pt x="2531" y="155"/>
                    </a:cubicBezTo>
                    <a:cubicBezTo>
                      <a:pt x="2517" y="148"/>
                      <a:pt x="2502" y="141"/>
                      <a:pt x="2481" y="134"/>
                    </a:cubicBezTo>
                    <a:cubicBezTo>
                      <a:pt x="2438" y="105"/>
                      <a:pt x="2395" y="84"/>
                      <a:pt x="2358" y="69"/>
                    </a:cubicBezTo>
                    <a:cubicBezTo>
                      <a:pt x="2301" y="48"/>
                      <a:pt x="2258" y="32"/>
                      <a:pt x="2222" y="26"/>
                    </a:cubicBezTo>
                    <a:cubicBezTo>
                      <a:pt x="2193" y="19"/>
                      <a:pt x="2165" y="12"/>
                      <a:pt x="2136" y="12"/>
                    </a:cubicBezTo>
                    <a:cubicBezTo>
                      <a:pt x="2076" y="4"/>
                      <a:pt x="2018" y="1"/>
                      <a:pt x="1962" y="1"/>
                    </a:cubicBezTo>
                    <a:close/>
                    <a:moveTo>
                      <a:pt x="2675" y="3065"/>
                    </a:moveTo>
                    <a:cubicBezTo>
                      <a:pt x="2675" y="3066"/>
                      <a:pt x="2674" y="3066"/>
                      <a:pt x="2674" y="3067"/>
                    </a:cubicBezTo>
                    <a:cubicBezTo>
                      <a:pt x="2674" y="3066"/>
                      <a:pt x="2675" y="3066"/>
                      <a:pt x="2675" y="3065"/>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6" name="Google Shape;800;p41">
                <a:extLst>
                  <a:ext uri="{FF2B5EF4-FFF2-40B4-BE49-F238E27FC236}">
                    <a16:creationId xmlns:a16="http://schemas.microsoft.com/office/drawing/2014/main" id="{3D305D35-8ED5-4D3C-8F0B-3995813779F1}"/>
                  </a:ext>
                </a:extLst>
              </p:cNvPr>
              <p:cNvSpPr/>
              <p:nvPr/>
            </p:nvSpPr>
            <p:spPr>
              <a:xfrm>
                <a:off x="2910709" y="3395604"/>
                <a:ext cx="332082" cy="307929"/>
              </a:xfrm>
              <a:custGeom>
                <a:avLst/>
                <a:gdLst/>
                <a:ahLst/>
                <a:cxnLst/>
                <a:rect l="l" t="t" r="r" b="b"/>
                <a:pathLst>
                  <a:path w="3121" h="2894" extrusionOk="0">
                    <a:moveTo>
                      <a:pt x="3121" y="0"/>
                    </a:moveTo>
                    <a:cubicBezTo>
                      <a:pt x="3071" y="195"/>
                      <a:pt x="2912" y="381"/>
                      <a:pt x="2653" y="526"/>
                    </a:cubicBezTo>
                    <a:cubicBezTo>
                      <a:pt x="2381" y="676"/>
                      <a:pt x="2036" y="763"/>
                      <a:pt x="1682" y="776"/>
                    </a:cubicBezTo>
                    <a:cubicBezTo>
                      <a:pt x="1638" y="779"/>
                      <a:pt x="1594" y="780"/>
                      <a:pt x="1550" y="780"/>
                    </a:cubicBezTo>
                    <a:cubicBezTo>
                      <a:pt x="1141" y="780"/>
                      <a:pt x="730" y="686"/>
                      <a:pt x="425" y="504"/>
                    </a:cubicBezTo>
                    <a:cubicBezTo>
                      <a:pt x="188" y="361"/>
                      <a:pt x="43" y="181"/>
                      <a:pt x="0" y="0"/>
                    </a:cubicBezTo>
                    <a:lnTo>
                      <a:pt x="0" y="0"/>
                    </a:lnTo>
                    <a:cubicBezTo>
                      <a:pt x="188" y="792"/>
                      <a:pt x="368" y="1589"/>
                      <a:pt x="554" y="2381"/>
                    </a:cubicBezTo>
                    <a:cubicBezTo>
                      <a:pt x="583" y="2501"/>
                      <a:pt x="677" y="2617"/>
                      <a:pt x="828" y="2710"/>
                    </a:cubicBezTo>
                    <a:cubicBezTo>
                      <a:pt x="1031" y="2832"/>
                      <a:pt x="1299" y="2893"/>
                      <a:pt x="1566" y="2893"/>
                    </a:cubicBezTo>
                    <a:cubicBezTo>
                      <a:pt x="1822" y="2893"/>
                      <a:pt x="2076" y="2838"/>
                      <a:pt x="2272" y="2726"/>
                    </a:cubicBezTo>
                    <a:cubicBezTo>
                      <a:pt x="2286" y="2717"/>
                      <a:pt x="2295" y="2710"/>
                      <a:pt x="2308" y="2703"/>
                    </a:cubicBezTo>
                    <a:cubicBezTo>
                      <a:pt x="2338" y="2690"/>
                      <a:pt x="2365" y="2667"/>
                      <a:pt x="2388" y="2653"/>
                    </a:cubicBezTo>
                    <a:cubicBezTo>
                      <a:pt x="2395" y="2646"/>
                      <a:pt x="2402" y="2640"/>
                      <a:pt x="2409" y="2640"/>
                    </a:cubicBezTo>
                    <a:cubicBezTo>
                      <a:pt x="2409" y="2631"/>
                      <a:pt x="2415" y="2631"/>
                      <a:pt x="2415" y="2624"/>
                    </a:cubicBezTo>
                    <a:cubicBezTo>
                      <a:pt x="2424" y="2617"/>
                      <a:pt x="2431" y="2610"/>
                      <a:pt x="2438" y="2603"/>
                    </a:cubicBezTo>
                    <a:cubicBezTo>
                      <a:pt x="2474" y="2574"/>
                      <a:pt x="2495" y="2545"/>
                      <a:pt x="2517" y="2517"/>
                    </a:cubicBezTo>
                    <a:cubicBezTo>
                      <a:pt x="2524" y="2510"/>
                      <a:pt x="2524" y="2501"/>
                      <a:pt x="2531" y="2495"/>
                    </a:cubicBezTo>
                    <a:cubicBezTo>
                      <a:pt x="2538" y="2488"/>
                      <a:pt x="2538" y="2481"/>
                      <a:pt x="2545" y="2467"/>
                    </a:cubicBezTo>
                    <a:cubicBezTo>
                      <a:pt x="2545" y="2467"/>
                      <a:pt x="2553" y="2458"/>
                      <a:pt x="2553" y="2451"/>
                    </a:cubicBezTo>
                    <a:cubicBezTo>
                      <a:pt x="2560" y="2438"/>
                      <a:pt x="2567" y="2424"/>
                      <a:pt x="2567" y="2408"/>
                    </a:cubicBezTo>
                    <a:cubicBezTo>
                      <a:pt x="2574" y="2408"/>
                      <a:pt x="2574" y="2401"/>
                      <a:pt x="2574" y="2395"/>
                    </a:cubicBezTo>
                    <a:cubicBezTo>
                      <a:pt x="2574" y="2388"/>
                      <a:pt x="2581" y="2388"/>
                      <a:pt x="2581" y="2381"/>
                    </a:cubicBezTo>
                    <a:cubicBezTo>
                      <a:pt x="2567" y="2381"/>
                      <a:pt x="2553" y="2372"/>
                      <a:pt x="2545" y="2372"/>
                    </a:cubicBezTo>
                    <a:cubicBezTo>
                      <a:pt x="2531" y="2365"/>
                      <a:pt x="2517" y="2365"/>
                      <a:pt x="2502" y="2358"/>
                    </a:cubicBezTo>
                    <a:cubicBezTo>
                      <a:pt x="2467" y="2345"/>
                      <a:pt x="2431" y="2322"/>
                      <a:pt x="2402" y="2308"/>
                    </a:cubicBezTo>
                    <a:lnTo>
                      <a:pt x="2402" y="2172"/>
                    </a:lnTo>
                    <a:lnTo>
                      <a:pt x="2409" y="2027"/>
                    </a:lnTo>
                    <a:lnTo>
                      <a:pt x="2690" y="1863"/>
                    </a:lnTo>
                    <a:cubicBezTo>
                      <a:pt x="2690" y="1870"/>
                      <a:pt x="2690" y="1870"/>
                      <a:pt x="2697" y="1870"/>
                    </a:cubicBezTo>
                    <a:cubicBezTo>
                      <a:pt x="2754" y="1604"/>
                      <a:pt x="2819" y="1337"/>
                      <a:pt x="2876" y="1071"/>
                    </a:cubicBezTo>
                    <a:cubicBezTo>
                      <a:pt x="2847" y="1044"/>
                      <a:pt x="2819" y="1021"/>
                      <a:pt x="2797" y="1008"/>
                    </a:cubicBezTo>
                    <a:lnTo>
                      <a:pt x="2610" y="906"/>
                    </a:lnTo>
                    <a:lnTo>
                      <a:pt x="2610" y="763"/>
                    </a:lnTo>
                    <a:lnTo>
                      <a:pt x="2617" y="619"/>
                    </a:lnTo>
                    <a:lnTo>
                      <a:pt x="2898" y="454"/>
                    </a:lnTo>
                    <a:lnTo>
                      <a:pt x="2999" y="518"/>
                    </a:lnTo>
                    <a:lnTo>
                      <a:pt x="3005" y="518"/>
                    </a:lnTo>
                    <a:cubicBezTo>
                      <a:pt x="3042" y="345"/>
                      <a:pt x="3078" y="173"/>
                      <a:pt x="3121"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7" name="Google Shape;801;p41">
                <a:extLst>
                  <a:ext uri="{FF2B5EF4-FFF2-40B4-BE49-F238E27FC236}">
                    <a16:creationId xmlns:a16="http://schemas.microsoft.com/office/drawing/2014/main" id="{6FEAA3D4-2923-4F95-892C-ACB5636778D1}"/>
                  </a:ext>
                </a:extLst>
              </p:cNvPr>
              <p:cNvSpPr/>
              <p:nvPr/>
            </p:nvSpPr>
            <p:spPr>
              <a:xfrm>
                <a:off x="2910709" y="3395604"/>
                <a:ext cx="273986" cy="314526"/>
              </a:xfrm>
              <a:custGeom>
                <a:avLst/>
                <a:gdLst/>
                <a:ahLst/>
                <a:cxnLst/>
                <a:rect l="l" t="t" r="r" b="b"/>
                <a:pathLst>
                  <a:path w="2575" h="2956" fill="none" extrusionOk="0">
                    <a:moveTo>
                      <a:pt x="0" y="0"/>
                    </a:moveTo>
                    <a:cubicBezTo>
                      <a:pt x="188" y="792"/>
                      <a:pt x="368" y="1589"/>
                      <a:pt x="554" y="2381"/>
                    </a:cubicBezTo>
                    <a:cubicBezTo>
                      <a:pt x="583" y="2501"/>
                      <a:pt x="677" y="2617"/>
                      <a:pt x="828" y="2710"/>
                    </a:cubicBezTo>
                    <a:cubicBezTo>
                      <a:pt x="1223" y="2948"/>
                      <a:pt x="1870" y="2955"/>
                      <a:pt x="2272" y="2726"/>
                    </a:cubicBezTo>
                    <a:cubicBezTo>
                      <a:pt x="2286" y="2717"/>
                      <a:pt x="2295" y="2710"/>
                      <a:pt x="2308" y="2703"/>
                    </a:cubicBezTo>
                    <a:cubicBezTo>
                      <a:pt x="2338" y="2690"/>
                      <a:pt x="2365" y="2667"/>
                      <a:pt x="2388" y="2653"/>
                    </a:cubicBezTo>
                    <a:cubicBezTo>
                      <a:pt x="2395" y="2646"/>
                      <a:pt x="2402" y="2640"/>
                      <a:pt x="2409" y="2640"/>
                    </a:cubicBezTo>
                    <a:cubicBezTo>
                      <a:pt x="2409" y="2631"/>
                      <a:pt x="2415" y="2631"/>
                      <a:pt x="2415" y="2624"/>
                    </a:cubicBezTo>
                    <a:cubicBezTo>
                      <a:pt x="2424" y="2617"/>
                      <a:pt x="2431" y="2610"/>
                      <a:pt x="2438" y="2603"/>
                    </a:cubicBezTo>
                    <a:cubicBezTo>
                      <a:pt x="2474" y="2574"/>
                      <a:pt x="2495" y="2545"/>
                      <a:pt x="2517" y="2517"/>
                    </a:cubicBezTo>
                    <a:cubicBezTo>
                      <a:pt x="2524" y="2510"/>
                      <a:pt x="2524" y="2501"/>
                      <a:pt x="2531" y="2495"/>
                    </a:cubicBezTo>
                    <a:cubicBezTo>
                      <a:pt x="2538" y="2488"/>
                      <a:pt x="2538" y="2481"/>
                      <a:pt x="2545" y="2467"/>
                    </a:cubicBezTo>
                    <a:cubicBezTo>
                      <a:pt x="2545" y="2467"/>
                      <a:pt x="2553" y="2458"/>
                      <a:pt x="2553" y="2451"/>
                    </a:cubicBezTo>
                    <a:cubicBezTo>
                      <a:pt x="2560" y="2438"/>
                      <a:pt x="2567" y="2424"/>
                      <a:pt x="2567" y="2408"/>
                    </a:cubicBezTo>
                    <a:cubicBezTo>
                      <a:pt x="2574" y="2401"/>
                      <a:pt x="2574" y="2401"/>
                      <a:pt x="2574" y="2395"/>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8" name="Google Shape;802;p41">
                <a:extLst>
                  <a:ext uri="{FF2B5EF4-FFF2-40B4-BE49-F238E27FC236}">
                    <a16:creationId xmlns:a16="http://schemas.microsoft.com/office/drawing/2014/main" id="{FB0BD639-192E-4BA7-B8ED-7D9953AEB50F}"/>
                  </a:ext>
                </a:extLst>
              </p:cNvPr>
              <p:cNvSpPr/>
              <p:nvPr/>
            </p:nvSpPr>
            <p:spPr>
              <a:xfrm>
                <a:off x="3197572" y="3509562"/>
                <a:ext cx="19259" cy="85122"/>
              </a:xfrm>
              <a:custGeom>
                <a:avLst/>
                <a:gdLst/>
                <a:ahLst/>
                <a:cxnLst/>
                <a:rect l="l" t="t" r="r" b="b"/>
                <a:pathLst>
                  <a:path w="181" h="800" extrusionOk="0">
                    <a:moveTo>
                      <a:pt x="180" y="0"/>
                    </a:moveTo>
                    <a:lnTo>
                      <a:pt x="90" y="400"/>
                    </a:lnTo>
                    <a:lnTo>
                      <a:pt x="90" y="400"/>
                    </a:lnTo>
                    <a:cubicBezTo>
                      <a:pt x="121" y="266"/>
                      <a:pt x="152" y="133"/>
                      <a:pt x="180" y="0"/>
                    </a:cubicBezTo>
                    <a:close/>
                    <a:moveTo>
                      <a:pt x="90" y="400"/>
                    </a:moveTo>
                    <a:cubicBezTo>
                      <a:pt x="60" y="533"/>
                      <a:pt x="29" y="666"/>
                      <a:pt x="1" y="799"/>
                    </a:cubicBezTo>
                    <a:lnTo>
                      <a:pt x="90" y="40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9" name="Google Shape;803;p41">
                <a:extLst>
                  <a:ext uri="{FF2B5EF4-FFF2-40B4-BE49-F238E27FC236}">
                    <a16:creationId xmlns:a16="http://schemas.microsoft.com/office/drawing/2014/main" id="{DD961238-CB3E-44E9-BB72-3BCA364E3D7A}"/>
                  </a:ext>
                </a:extLst>
              </p:cNvPr>
              <p:cNvSpPr/>
              <p:nvPr/>
            </p:nvSpPr>
            <p:spPr>
              <a:xfrm>
                <a:off x="3197572" y="3509562"/>
                <a:ext cx="19259" cy="85122"/>
              </a:xfrm>
              <a:custGeom>
                <a:avLst/>
                <a:gdLst/>
                <a:ahLst/>
                <a:cxnLst/>
                <a:rect l="l" t="t" r="r" b="b"/>
                <a:pathLst>
                  <a:path w="181" h="800" fill="none" extrusionOk="0">
                    <a:moveTo>
                      <a:pt x="180" y="0"/>
                    </a:moveTo>
                    <a:cubicBezTo>
                      <a:pt x="123" y="266"/>
                      <a:pt x="58" y="533"/>
                      <a:pt x="1" y="799"/>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0" name="Google Shape;804;p41">
                <a:extLst>
                  <a:ext uri="{FF2B5EF4-FFF2-40B4-BE49-F238E27FC236}">
                    <a16:creationId xmlns:a16="http://schemas.microsoft.com/office/drawing/2014/main" id="{F120230E-A094-46FA-B28C-7839026DDC32}"/>
                  </a:ext>
                </a:extLst>
              </p:cNvPr>
              <p:cNvSpPr/>
              <p:nvPr/>
            </p:nvSpPr>
            <p:spPr>
              <a:xfrm>
                <a:off x="3229706" y="3395604"/>
                <a:ext cx="13088" cy="55116"/>
              </a:xfrm>
              <a:custGeom>
                <a:avLst/>
                <a:gdLst/>
                <a:ahLst/>
                <a:cxnLst/>
                <a:rect l="l" t="t" r="r" b="b"/>
                <a:pathLst>
                  <a:path w="123" h="518" extrusionOk="0">
                    <a:moveTo>
                      <a:pt x="123" y="0"/>
                    </a:moveTo>
                    <a:cubicBezTo>
                      <a:pt x="107" y="66"/>
                      <a:pt x="91" y="132"/>
                      <a:pt x="76" y="198"/>
                    </a:cubicBezTo>
                    <a:lnTo>
                      <a:pt x="76" y="198"/>
                    </a:lnTo>
                    <a:lnTo>
                      <a:pt x="123" y="0"/>
                    </a:lnTo>
                    <a:close/>
                    <a:moveTo>
                      <a:pt x="76" y="198"/>
                    </a:moveTo>
                    <a:lnTo>
                      <a:pt x="1" y="518"/>
                    </a:lnTo>
                    <a:lnTo>
                      <a:pt x="7" y="518"/>
                    </a:lnTo>
                    <a:cubicBezTo>
                      <a:pt x="30" y="411"/>
                      <a:pt x="52" y="304"/>
                      <a:pt x="76" y="198"/>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1" name="Google Shape;805;p41">
                <a:extLst>
                  <a:ext uri="{FF2B5EF4-FFF2-40B4-BE49-F238E27FC236}">
                    <a16:creationId xmlns:a16="http://schemas.microsoft.com/office/drawing/2014/main" id="{727195D3-1C73-4CE6-BB0B-6B81603F1072}"/>
                  </a:ext>
                </a:extLst>
              </p:cNvPr>
              <p:cNvSpPr/>
              <p:nvPr/>
            </p:nvSpPr>
            <p:spPr>
              <a:xfrm>
                <a:off x="3229706" y="3395604"/>
                <a:ext cx="13088" cy="55116"/>
              </a:xfrm>
              <a:custGeom>
                <a:avLst/>
                <a:gdLst/>
                <a:ahLst/>
                <a:cxnLst/>
                <a:rect l="l" t="t" r="r" b="b"/>
                <a:pathLst>
                  <a:path w="123" h="518" fill="none" extrusionOk="0">
                    <a:moveTo>
                      <a:pt x="123" y="0"/>
                    </a:moveTo>
                    <a:cubicBezTo>
                      <a:pt x="80" y="173"/>
                      <a:pt x="44" y="345"/>
                      <a:pt x="7" y="518"/>
                    </a:cubicBezTo>
                    <a:lnTo>
                      <a:pt x="1" y="518"/>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2" name="Google Shape;806;p41">
                <a:extLst>
                  <a:ext uri="{FF2B5EF4-FFF2-40B4-BE49-F238E27FC236}">
                    <a16:creationId xmlns:a16="http://schemas.microsoft.com/office/drawing/2014/main" id="{FB9204DB-6816-4FCD-850C-DFA589C8B11E}"/>
                  </a:ext>
                </a:extLst>
              </p:cNvPr>
              <p:cNvSpPr/>
              <p:nvPr/>
            </p:nvSpPr>
            <p:spPr>
              <a:xfrm>
                <a:off x="2903899" y="3284412"/>
                <a:ext cx="345702" cy="194185"/>
              </a:xfrm>
              <a:custGeom>
                <a:avLst/>
                <a:gdLst/>
                <a:ahLst/>
                <a:cxnLst/>
                <a:rect l="l" t="t" r="r" b="b"/>
                <a:pathLst>
                  <a:path w="3249" h="1825" extrusionOk="0">
                    <a:moveTo>
                      <a:pt x="1632" y="151"/>
                    </a:moveTo>
                    <a:cubicBezTo>
                      <a:pt x="1977" y="151"/>
                      <a:pt x="2318" y="231"/>
                      <a:pt x="2574" y="384"/>
                    </a:cubicBezTo>
                    <a:cubicBezTo>
                      <a:pt x="2990" y="636"/>
                      <a:pt x="3049" y="1011"/>
                      <a:pt x="2761" y="1297"/>
                    </a:cubicBezTo>
                    <a:cubicBezTo>
                      <a:pt x="2747" y="1304"/>
                      <a:pt x="2731" y="1319"/>
                      <a:pt x="2717" y="1326"/>
                    </a:cubicBezTo>
                    <a:cubicBezTo>
                      <a:pt x="2695" y="1356"/>
                      <a:pt x="2667" y="1376"/>
                      <a:pt x="2631" y="1399"/>
                    </a:cubicBezTo>
                    <a:cubicBezTo>
                      <a:pt x="2624" y="1406"/>
                      <a:pt x="2609" y="1413"/>
                      <a:pt x="2602" y="1419"/>
                    </a:cubicBezTo>
                    <a:cubicBezTo>
                      <a:pt x="2595" y="1419"/>
                      <a:pt x="2588" y="1426"/>
                      <a:pt x="2581" y="1426"/>
                    </a:cubicBezTo>
                    <a:cubicBezTo>
                      <a:pt x="2566" y="1442"/>
                      <a:pt x="2552" y="1449"/>
                      <a:pt x="2531" y="1456"/>
                    </a:cubicBezTo>
                    <a:cubicBezTo>
                      <a:pt x="2307" y="1585"/>
                      <a:pt x="2027" y="1658"/>
                      <a:pt x="1739" y="1671"/>
                    </a:cubicBezTo>
                    <a:cubicBezTo>
                      <a:pt x="1699" y="1673"/>
                      <a:pt x="1659" y="1675"/>
                      <a:pt x="1618" y="1675"/>
                    </a:cubicBezTo>
                    <a:cubicBezTo>
                      <a:pt x="1276" y="1675"/>
                      <a:pt x="933" y="1596"/>
                      <a:pt x="677" y="1442"/>
                    </a:cubicBezTo>
                    <a:cubicBezTo>
                      <a:pt x="611" y="1399"/>
                      <a:pt x="554" y="1356"/>
                      <a:pt x="504" y="1304"/>
                    </a:cubicBezTo>
                    <a:cubicBezTo>
                      <a:pt x="496" y="1304"/>
                      <a:pt x="489" y="1297"/>
                      <a:pt x="482" y="1290"/>
                    </a:cubicBezTo>
                    <a:cubicBezTo>
                      <a:pt x="475" y="1276"/>
                      <a:pt x="461" y="1269"/>
                      <a:pt x="452" y="1254"/>
                    </a:cubicBezTo>
                    <a:cubicBezTo>
                      <a:pt x="439" y="1247"/>
                      <a:pt x="432" y="1233"/>
                      <a:pt x="425" y="1226"/>
                    </a:cubicBezTo>
                    <a:cubicBezTo>
                      <a:pt x="418" y="1211"/>
                      <a:pt x="409" y="1204"/>
                      <a:pt x="402" y="1190"/>
                    </a:cubicBezTo>
                    <a:cubicBezTo>
                      <a:pt x="216" y="909"/>
                      <a:pt x="323" y="586"/>
                      <a:pt x="720" y="364"/>
                    </a:cubicBezTo>
                    <a:cubicBezTo>
                      <a:pt x="942" y="241"/>
                      <a:pt x="1222" y="169"/>
                      <a:pt x="1503" y="155"/>
                    </a:cubicBezTo>
                    <a:cubicBezTo>
                      <a:pt x="1546" y="152"/>
                      <a:pt x="1589" y="151"/>
                      <a:pt x="1632" y="151"/>
                    </a:cubicBezTo>
                    <a:close/>
                    <a:moveTo>
                      <a:pt x="1627" y="0"/>
                    </a:moveTo>
                    <a:cubicBezTo>
                      <a:pt x="1585" y="0"/>
                      <a:pt x="1544" y="1"/>
                      <a:pt x="1503" y="3"/>
                    </a:cubicBezTo>
                    <a:cubicBezTo>
                      <a:pt x="1151" y="19"/>
                      <a:pt x="806" y="105"/>
                      <a:pt x="532" y="255"/>
                    </a:cubicBezTo>
                    <a:cubicBezTo>
                      <a:pt x="159" y="464"/>
                      <a:pt x="0" y="759"/>
                      <a:pt x="64" y="1038"/>
                    </a:cubicBezTo>
                    <a:lnTo>
                      <a:pt x="64" y="1045"/>
                    </a:lnTo>
                    <a:cubicBezTo>
                      <a:pt x="107" y="1226"/>
                      <a:pt x="252" y="1406"/>
                      <a:pt x="489" y="1549"/>
                    </a:cubicBezTo>
                    <a:cubicBezTo>
                      <a:pt x="794" y="1731"/>
                      <a:pt x="1205" y="1825"/>
                      <a:pt x="1614" y="1825"/>
                    </a:cubicBezTo>
                    <a:cubicBezTo>
                      <a:pt x="1658" y="1825"/>
                      <a:pt x="1702" y="1824"/>
                      <a:pt x="1746" y="1821"/>
                    </a:cubicBezTo>
                    <a:cubicBezTo>
                      <a:pt x="2100" y="1808"/>
                      <a:pt x="2445" y="1721"/>
                      <a:pt x="2717" y="1571"/>
                    </a:cubicBezTo>
                    <a:cubicBezTo>
                      <a:pt x="2976" y="1426"/>
                      <a:pt x="3135" y="1240"/>
                      <a:pt x="3185" y="1045"/>
                    </a:cubicBezTo>
                    <a:lnTo>
                      <a:pt x="3185" y="1031"/>
                    </a:lnTo>
                    <a:cubicBezTo>
                      <a:pt x="3249" y="766"/>
                      <a:pt x="3106" y="484"/>
                      <a:pt x="2761" y="277"/>
                    </a:cubicBezTo>
                    <a:cubicBezTo>
                      <a:pt x="2453" y="94"/>
                      <a:pt x="2039" y="0"/>
                      <a:pt x="1627"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3" name="Google Shape;807;p41">
                <a:extLst>
                  <a:ext uri="{FF2B5EF4-FFF2-40B4-BE49-F238E27FC236}">
                    <a16:creationId xmlns:a16="http://schemas.microsoft.com/office/drawing/2014/main" id="{20C0BB17-A249-425A-BE87-A9D203D53691}"/>
                  </a:ext>
                </a:extLst>
              </p:cNvPr>
              <p:cNvSpPr/>
              <p:nvPr/>
            </p:nvSpPr>
            <p:spPr>
              <a:xfrm>
                <a:off x="2946673" y="3358682"/>
                <a:ext cx="260154" cy="103955"/>
              </a:xfrm>
              <a:custGeom>
                <a:avLst/>
                <a:gdLst/>
                <a:ahLst/>
                <a:cxnLst/>
                <a:rect l="l" t="t" r="r" b="b"/>
                <a:pathLst>
                  <a:path w="2445" h="977" extrusionOk="0">
                    <a:moveTo>
                      <a:pt x="1194" y="0"/>
                    </a:moveTo>
                    <a:cubicBezTo>
                      <a:pt x="1163" y="0"/>
                      <a:pt x="1132" y="1"/>
                      <a:pt x="1101" y="2"/>
                    </a:cubicBezTo>
                    <a:cubicBezTo>
                      <a:pt x="820" y="24"/>
                      <a:pt x="540" y="88"/>
                      <a:pt x="318" y="218"/>
                    </a:cubicBezTo>
                    <a:cubicBezTo>
                      <a:pt x="173" y="297"/>
                      <a:pt x="66" y="390"/>
                      <a:pt x="0" y="492"/>
                    </a:cubicBezTo>
                    <a:cubicBezTo>
                      <a:pt x="7" y="506"/>
                      <a:pt x="16" y="513"/>
                      <a:pt x="23" y="528"/>
                    </a:cubicBezTo>
                    <a:cubicBezTo>
                      <a:pt x="30" y="535"/>
                      <a:pt x="44" y="549"/>
                      <a:pt x="50" y="556"/>
                    </a:cubicBezTo>
                    <a:cubicBezTo>
                      <a:pt x="59" y="571"/>
                      <a:pt x="73" y="578"/>
                      <a:pt x="80" y="592"/>
                    </a:cubicBezTo>
                    <a:cubicBezTo>
                      <a:pt x="87" y="599"/>
                      <a:pt x="94" y="606"/>
                      <a:pt x="102" y="606"/>
                    </a:cubicBezTo>
                    <a:cubicBezTo>
                      <a:pt x="152" y="658"/>
                      <a:pt x="209" y="701"/>
                      <a:pt x="275" y="744"/>
                    </a:cubicBezTo>
                    <a:cubicBezTo>
                      <a:pt x="531" y="898"/>
                      <a:pt x="874" y="977"/>
                      <a:pt x="1216" y="977"/>
                    </a:cubicBezTo>
                    <a:cubicBezTo>
                      <a:pt x="1257" y="977"/>
                      <a:pt x="1297" y="975"/>
                      <a:pt x="1337" y="973"/>
                    </a:cubicBezTo>
                    <a:cubicBezTo>
                      <a:pt x="1625" y="960"/>
                      <a:pt x="1905" y="887"/>
                      <a:pt x="2129" y="758"/>
                    </a:cubicBezTo>
                    <a:cubicBezTo>
                      <a:pt x="2150" y="751"/>
                      <a:pt x="2164" y="744"/>
                      <a:pt x="2179" y="728"/>
                    </a:cubicBezTo>
                    <a:cubicBezTo>
                      <a:pt x="2186" y="728"/>
                      <a:pt x="2193" y="721"/>
                      <a:pt x="2200" y="721"/>
                    </a:cubicBezTo>
                    <a:cubicBezTo>
                      <a:pt x="2207" y="715"/>
                      <a:pt x="2222" y="708"/>
                      <a:pt x="2229" y="701"/>
                    </a:cubicBezTo>
                    <a:cubicBezTo>
                      <a:pt x="2265" y="678"/>
                      <a:pt x="2293" y="658"/>
                      <a:pt x="2315" y="628"/>
                    </a:cubicBezTo>
                    <a:cubicBezTo>
                      <a:pt x="2329" y="621"/>
                      <a:pt x="2345" y="606"/>
                      <a:pt x="2359" y="599"/>
                    </a:cubicBezTo>
                    <a:cubicBezTo>
                      <a:pt x="2388" y="563"/>
                      <a:pt x="2422" y="520"/>
                      <a:pt x="2445" y="485"/>
                    </a:cubicBezTo>
                    <a:cubicBezTo>
                      <a:pt x="2388" y="390"/>
                      <a:pt x="2293" y="313"/>
                      <a:pt x="2172" y="233"/>
                    </a:cubicBezTo>
                    <a:cubicBezTo>
                      <a:pt x="1907" y="74"/>
                      <a:pt x="1551" y="0"/>
                      <a:pt x="119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4" name="Google Shape;808;p41">
                <a:extLst>
                  <a:ext uri="{FF2B5EF4-FFF2-40B4-BE49-F238E27FC236}">
                    <a16:creationId xmlns:a16="http://schemas.microsoft.com/office/drawing/2014/main" id="{24D7F256-B216-4ADE-9296-992EC5B1029E}"/>
                  </a:ext>
                </a:extLst>
              </p:cNvPr>
              <p:cNvSpPr/>
              <p:nvPr/>
            </p:nvSpPr>
            <p:spPr>
              <a:xfrm>
                <a:off x="2926882" y="3300479"/>
                <a:ext cx="301438" cy="121937"/>
              </a:xfrm>
              <a:custGeom>
                <a:avLst/>
                <a:gdLst/>
                <a:ahLst/>
                <a:cxnLst/>
                <a:rect l="l" t="t" r="r" b="b"/>
                <a:pathLst>
                  <a:path w="2833" h="1146" extrusionOk="0">
                    <a:moveTo>
                      <a:pt x="1416" y="0"/>
                    </a:moveTo>
                    <a:cubicBezTo>
                      <a:pt x="1373" y="0"/>
                      <a:pt x="1330" y="1"/>
                      <a:pt x="1287" y="4"/>
                    </a:cubicBezTo>
                    <a:cubicBezTo>
                      <a:pt x="1006" y="18"/>
                      <a:pt x="726" y="90"/>
                      <a:pt x="504" y="213"/>
                    </a:cubicBezTo>
                    <a:cubicBezTo>
                      <a:pt x="107" y="435"/>
                      <a:pt x="0" y="758"/>
                      <a:pt x="186" y="1039"/>
                    </a:cubicBezTo>
                    <a:cubicBezTo>
                      <a:pt x="252" y="937"/>
                      <a:pt x="359" y="844"/>
                      <a:pt x="504" y="765"/>
                    </a:cubicBezTo>
                    <a:cubicBezTo>
                      <a:pt x="726" y="635"/>
                      <a:pt x="1006" y="571"/>
                      <a:pt x="1287" y="549"/>
                    </a:cubicBezTo>
                    <a:cubicBezTo>
                      <a:pt x="1318" y="548"/>
                      <a:pt x="1349" y="547"/>
                      <a:pt x="1380" y="547"/>
                    </a:cubicBezTo>
                    <a:cubicBezTo>
                      <a:pt x="1737" y="547"/>
                      <a:pt x="2093" y="621"/>
                      <a:pt x="2358" y="780"/>
                    </a:cubicBezTo>
                    <a:cubicBezTo>
                      <a:pt x="2479" y="860"/>
                      <a:pt x="2574" y="937"/>
                      <a:pt x="2631" y="1032"/>
                    </a:cubicBezTo>
                    <a:cubicBezTo>
                      <a:pt x="2608" y="1067"/>
                      <a:pt x="2574" y="1110"/>
                      <a:pt x="2545" y="1146"/>
                    </a:cubicBezTo>
                    <a:cubicBezTo>
                      <a:pt x="2833" y="860"/>
                      <a:pt x="2774" y="485"/>
                      <a:pt x="2358" y="233"/>
                    </a:cubicBezTo>
                    <a:cubicBezTo>
                      <a:pt x="2102" y="80"/>
                      <a:pt x="1761" y="0"/>
                      <a:pt x="141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5" name="Google Shape;809;p41">
                <a:extLst>
                  <a:ext uri="{FF2B5EF4-FFF2-40B4-BE49-F238E27FC236}">
                    <a16:creationId xmlns:a16="http://schemas.microsoft.com/office/drawing/2014/main" id="{61A040D4-F519-44C1-B467-27FB78479A66}"/>
                  </a:ext>
                </a:extLst>
              </p:cNvPr>
              <p:cNvSpPr/>
              <p:nvPr/>
            </p:nvSpPr>
            <p:spPr>
              <a:xfrm>
                <a:off x="3176824" y="3646503"/>
                <a:ext cx="8619" cy="3937"/>
              </a:xfrm>
              <a:custGeom>
                <a:avLst/>
                <a:gdLst/>
                <a:ahLst/>
                <a:cxnLst/>
                <a:rect l="l" t="t" r="r" b="b"/>
                <a:pathLst>
                  <a:path w="81" h="37" extrusionOk="0">
                    <a:moveTo>
                      <a:pt x="1" y="0"/>
                    </a:moveTo>
                    <a:cubicBezTo>
                      <a:pt x="23" y="14"/>
                      <a:pt x="52" y="23"/>
                      <a:pt x="73" y="37"/>
                    </a:cubicBezTo>
                    <a:cubicBezTo>
                      <a:pt x="73" y="30"/>
                      <a:pt x="80" y="30"/>
                      <a:pt x="80" y="23"/>
                    </a:cubicBezTo>
                    <a:cubicBezTo>
                      <a:pt x="66" y="23"/>
                      <a:pt x="52" y="14"/>
                      <a:pt x="44" y="14"/>
                    </a:cubicBezTo>
                    <a:cubicBezTo>
                      <a:pt x="30" y="7"/>
                      <a:pt x="16" y="7"/>
                      <a:pt x="1"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6" name="Google Shape;810;p41">
                <a:extLst>
                  <a:ext uri="{FF2B5EF4-FFF2-40B4-BE49-F238E27FC236}">
                    <a16:creationId xmlns:a16="http://schemas.microsoft.com/office/drawing/2014/main" id="{509ACB6C-478D-41BB-9BFB-593A48AA9849}"/>
                  </a:ext>
                </a:extLst>
              </p:cNvPr>
              <p:cNvSpPr/>
              <p:nvPr/>
            </p:nvSpPr>
            <p:spPr>
              <a:xfrm>
                <a:off x="3219066" y="3443805"/>
                <a:ext cx="32985" cy="19259"/>
              </a:xfrm>
              <a:custGeom>
                <a:avLst/>
                <a:gdLst/>
                <a:ahLst/>
                <a:cxnLst/>
                <a:rect l="l" t="t" r="r" b="b"/>
                <a:pathLst>
                  <a:path w="310" h="181" extrusionOk="0">
                    <a:moveTo>
                      <a:pt x="0" y="1"/>
                    </a:moveTo>
                    <a:lnTo>
                      <a:pt x="101" y="65"/>
                    </a:lnTo>
                    <a:lnTo>
                      <a:pt x="244" y="144"/>
                    </a:lnTo>
                    <a:lnTo>
                      <a:pt x="309" y="180"/>
                    </a:lnTo>
                    <a:lnTo>
                      <a:pt x="121" y="73"/>
                    </a:lnTo>
                    <a:lnTo>
                      <a:pt x="107" y="65"/>
                    </a:lnTo>
                    <a:lnTo>
                      <a:pt x="0" y="1"/>
                    </a:ln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7" name="Google Shape;811;p41">
                <a:extLst>
                  <a:ext uri="{FF2B5EF4-FFF2-40B4-BE49-F238E27FC236}">
                    <a16:creationId xmlns:a16="http://schemas.microsoft.com/office/drawing/2014/main" id="{6F4BC6C0-50DD-43CC-85FA-C02917F9A03C}"/>
                  </a:ext>
                </a:extLst>
              </p:cNvPr>
              <p:cNvSpPr/>
              <p:nvPr/>
            </p:nvSpPr>
            <p:spPr>
              <a:xfrm>
                <a:off x="3166928" y="3593833"/>
                <a:ext cx="35326" cy="25537"/>
              </a:xfrm>
              <a:custGeom>
                <a:avLst/>
                <a:gdLst/>
                <a:ahLst/>
                <a:cxnLst/>
                <a:rect l="l" t="t" r="r" b="b"/>
                <a:pathLst>
                  <a:path w="332" h="240" extrusionOk="0">
                    <a:moveTo>
                      <a:pt x="282" y="0"/>
                    </a:moveTo>
                    <a:lnTo>
                      <a:pt x="1" y="164"/>
                    </a:lnTo>
                    <a:cubicBezTo>
                      <a:pt x="97" y="219"/>
                      <a:pt x="159" y="239"/>
                      <a:pt x="196" y="239"/>
                    </a:cubicBezTo>
                    <a:cubicBezTo>
                      <a:pt x="217" y="239"/>
                      <a:pt x="230" y="233"/>
                      <a:pt x="239" y="223"/>
                    </a:cubicBezTo>
                    <a:cubicBezTo>
                      <a:pt x="259" y="187"/>
                      <a:pt x="289" y="114"/>
                      <a:pt x="332" y="28"/>
                    </a:cubicBezTo>
                    <a:cubicBezTo>
                      <a:pt x="309" y="21"/>
                      <a:pt x="309" y="21"/>
                      <a:pt x="302" y="14"/>
                    </a:cubicBezTo>
                    <a:lnTo>
                      <a:pt x="296" y="14"/>
                    </a:lnTo>
                    <a:cubicBezTo>
                      <a:pt x="296" y="7"/>
                      <a:pt x="289" y="7"/>
                      <a:pt x="289" y="7"/>
                    </a:cubicBezTo>
                    <a:cubicBezTo>
                      <a:pt x="282" y="7"/>
                      <a:pt x="282" y="7"/>
                      <a:pt x="282"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8" name="Google Shape;812;p41">
                <a:extLst>
                  <a:ext uri="{FF2B5EF4-FFF2-40B4-BE49-F238E27FC236}">
                    <a16:creationId xmlns:a16="http://schemas.microsoft.com/office/drawing/2014/main" id="{2179D321-1B8B-4B87-B626-CC0CAF5C54BF}"/>
                  </a:ext>
                </a:extLst>
              </p:cNvPr>
              <p:cNvSpPr/>
              <p:nvPr/>
            </p:nvSpPr>
            <p:spPr>
              <a:xfrm>
                <a:off x="3166183" y="3521160"/>
                <a:ext cx="65863" cy="112361"/>
              </a:xfrm>
              <a:custGeom>
                <a:avLst/>
                <a:gdLst/>
                <a:ahLst/>
                <a:cxnLst/>
                <a:rect l="l" t="t" r="r" b="b"/>
                <a:pathLst>
                  <a:path w="619" h="1056" extrusionOk="0">
                    <a:moveTo>
                      <a:pt x="554" y="0"/>
                    </a:moveTo>
                    <a:cubicBezTo>
                      <a:pt x="554" y="7"/>
                      <a:pt x="561" y="43"/>
                      <a:pt x="561" y="86"/>
                    </a:cubicBezTo>
                    <a:cubicBezTo>
                      <a:pt x="541" y="216"/>
                      <a:pt x="425" y="511"/>
                      <a:pt x="339" y="711"/>
                    </a:cubicBezTo>
                    <a:cubicBezTo>
                      <a:pt x="296" y="797"/>
                      <a:pt x="266" y="870"/>
                      <a:pt x="246" y="906"/>
                    </a:cubicBezTo>
                    <a:cubicBezTo>
                      <a:pt x="237" y="916"/>
                      <a:pt x="224" y="922"/>
                      <a:pt x="203" y="922"/>
                    </a:cubicBezTo>
                    <a:cubicBezTo>
                      <a:pt x="166" y="922"/>
                      <a:pt x="104" y="902"/>
                      <a:pt x="8" y="847"/>
                    </a:cubicBezTo>
                    <a:lnTo>
                      <a:pt x="1" y="992"/>
                    </a:lnTo>
                    <a:cubicBezTo>
                      <a:pt x="73" y="1028"/>
                      <a:pt x="152" y="1056"/>
                      <a:pt x="209" y="1056"/>
                    </a:cubicBezTo>
                    <a:cubicBezTo>
                      <a:pt x="246" y="1056"/>
                      <a:pt x="273" y="1042"/>
                      <a:pt x="289" y="1020"/>
                    </a:cubicBezTo>
                    <a:cubicBezTo>
                      <a:pt x="346" y="906"/>
                      <a:pt x="575" y="388"/>
                      <a:pt x="604" y="186"/>
                    </a:cubicBezTo>
                    <a:cubicBezTo>
                      <a:pt x="618" y="114"/>
                      <a:pt x="618" y="107"/>
                      <a:pt x="561" y="14"/>
                    </a:cubicBezTo>
                    <a:cubicBezTo>
                      <a:pt x="561" y="7"/>
                      <a:pt x="561" y="7"/>
                      <a:pt x="55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9" name="Google Shape;813;p41">
                <a:extLst>
                  <a:ext uri="{FF2B5EF4-FFF2-40B4-BE49-F238E27FC236}">
                    <a16:creationId xmlns:a16="http://schemas.microsoft.com/office/drawing/2014/main" id="{DACC7585-B297-4251-AFEA-FC0AD1BE9FF4}"/>
                  </a:ext>
                </a:extLst>
              </p:cNvPr>
              <p:cNvSpPr/>
              <p:nvPr/>
            </p:nvSpPr>
            <p:spPr>
              <a:xfrm>
                <a:off x="3225131" y="3521160"/>
                <a:ext cx="106" cy="106"/>
              </a:xfrm>
              <a:custGeom>
                <a:avLst/>
                <a:gdLst/>
                <a:ahLst/>
                <a:cxnLst/>
                <a:rect l="l" t="t" r="r" b="b"/>
                <a:pathLst>
                  <a:path w="1" h="1" extrusionOk="0">
                    <a:moveTo>
                      <a:pt x="0" y="0"/>
                    </a:move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0" name="Google Shape;814;p41">
                <a:extLst>
                  <a:ext uri="{FF2B5EF4-FFF2-40B4-BE49-F238E27FC236}">
                    <a16:creationId xmlns:a16="http://schemas.microsoft.com/office/drawing/2014/main" id="{2B21F7F1-9A95-44CA-BA80-85805F36077D}"/>
                  </a:ext>
                </a:extLst>
              </p:cNvPr>
              <p:cNvSpPr/>
              <p:nvPr/>
            </p:nvSpPr>
            <p:spPr>
              <a:xfrm>
                <a:off x="3225131" y="3521160"/>
                <a:ext cx="106" cy="106"/>
              </a:xfrm>
              <a:custGeom>
                <a:avLst/>
                <a:gdLst/>
                <a:ahLst/>
                <a:cxnLst/>
                <a:rect l="l" t="t" r="r" b="b"/>
                <a:pathLst>
                  <a:path w="1" h="1" fill="none" extrusionOk="0">
                    <a:moveTo>
                      <a:pt x="0" y="0"/>
                    </a:moveTo>
                    <a:lnTo>
                      <a:pt x="0"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1" name="Google Shape;815;p41">
                <a:extLst>
                  <a:ext uri="{FF2B5EF4-FFF2-40B4-BE49-F238E27FC236}">
                    <a16:creationId xmlns:a16="http://schemas.microsoft.com/office/drawing/2014/main" id="{3FDEF62D-4F05-4E5B-AB78-F46C2830C0DB}"/>
                  </a:ext>
                </a:extLst>
              </p:cNvPr>
              <p:cNvSpPr/>
              <p:nvPr/>
            </p:nvSpPr>
            <p:spPr>
              <a:xfrm>
                <a:off x="3166183" y="3476683"/>
                <a:ext cx="77355" cy="173755"/>
              </a:xfrm>
              <a:custGeom>
                <a:avLst/>
                <a:gdLst/>
                <a:ahLst/>
                <a:cxnLst/>
                <a:rect l="l" t="t" r="r" b="b"/>
                <a:pathLst>
                  <a:path w="727" h="1633" extrusionOk="0">
                    <a:moveTo>
                      <a:pt x="209" y="1"/>
                    </a:moveTo>
                    <a:lnTo>
                      <a:pt x="209" y="144"/>
                    </a:lnTo>
                    <a:lnTo>
                      <a:pt x="396" y="246"/>
                    </a:lnTo>
                    <a:cubicBezTo>
                      <a:pt x="418" y="259"/>
                      <a:pt x="446" y="282"/>
                      <a:pt x="475" y="309"/>
                    </a:cubicBezTo>
                    <a:cubicBezTo>
                      <a:pt x="504" y="339"/>
                      <a:pt x="532" y="375"/>
                      <a:pt x="554" y="418"/>
                    </a:cubicBezTo>
                    <a:cubicBezTo>
                      <a:pt x="561" y="425"/>
                      <a:pt x="561" y="425"/>
                      <a:pt x="561" y="432"/>
                    </a:cubicBezTo>
                    <a:cubicBezTo>
                      <a:pt x="618" y="525"/>
                      <a:pt x="618" y="532"/>
                      <a:pt x="604" y="604"/>
                    </a:cubicBezTo>
                    <a:cubicBezTo>
                      <a:pt x="575" y="806"/>
                      <a:pt x="346" y="1324"/>
                      <a:pt x="289" y="1438"/>
                    </a:cubicBezTo>
                    <a:cubicBezTo>
                      <a:pt x="273" y="1460"/>
                      <a:pt x="246" y="1474"/>
                      <a:pt x="209" y="1474"/>
                    </a:cubicBezTo>
                    <a:cubicBezTo>
                      <a:pt x="152" y="1474"/>
                      <a:pt x="73" y="1446"/>
                      <a:pt x="1" y="1410"/>
                    </a:cubicBezTo>
                    <a:lnTo>
                      <a:pt x="1" y="1546"/>
                    </a:lnTo>
                    <a:cubicBezTo>
                      <a:pt x="30" y="1560"/>
                      <a:pt x="66" y="1583"/>
                      <a:pt x="101" y="1596"/>
                    </a:cubicBezTo>
                    <a:cubicBezTo>
                      <a:pt x="116" y="1603"/>
                      <a:pt x="130" y="1603"/>
                      <a:pt x="144" y="1610"/>
                    </a:cubicBezTo>
                    <a:cubicBezTo>
                      <a:pt x="152" y="1610"/>
                      <a:pt x="166" y="1619"/>
                      <a:pt x="180" y="1619"/>
                    </a:cubicBezTo>
                    <a:cubicBezTo>
                      <a:pt x="196" y="1626"/>
                      <a:pt x="209" y="1626"/>
                      <a:pt x="223" y="1633"/>
                    </a:cubicBezTo>
                    <a:lnTo>
                      <a:pt x="266" y="1633"/>
                    </a:lnTo>
                    <a:cubicBezTo>
                      <a:pt x="325" y="1633"/>
                      <a:pt x="375" y="1619"/>
                      <a:pt x="396" y="1567"/>
                    </a:cubicBezTo>
                    <a:cubicBezTo>
                      <a:pt x="439" y="1481"/>
                      <a:pt x="698" y="929"/>
                      <a:pt x="720" y="691"/>
                    </a:cubicBezTo>
                    <a:cubicBezTo>
                      <a:pt x="727" y="627"/>
                      <a:pt x="713" y="497"/>
                      <a:pt x="654" y="396"/>
                    </a:cubicBezTo>
                    <a:cubicBezTo>
                      <a:pt x="648" y="375"/>
                      <a:pt x="641" y="359"/>
                      <a:pt x="634" y="346"/>
                    </a:cubicBezTo>
                    <a:cubicBezTo>
                      <a:pt x="627" y="346"/>
                      <a:pt x="627" y="339"/>
                      <a:pt x="618" y="332"/>
                    </a:cubicBezTo>
                    <a:cubicBezTo>
                      <a:pt x="611" y="325"/>
                      <a:pt x="604" y="309"/>
                      <a:pt x="598" y="296"/>
                    </a:cubicBezTo>
                    <a:cubicBezTo>
                      <a:pt x="584" y="282"/>
                      <a:pt x="575" y="266"/>
                      <a:pt x="561" y="252"/>
                    </a:cubicBezTo>
                    <a:cubicBezTo>
                      <a:pt x="561" y="252"/>
                      <a:pt x="554" y="246"/>
                      <a:pt x="554" y="239"/>
                    </a:cubicBezTo>
                    <a:cubicBezTo>
                      <a:pt x="532" y="223"/>
                      <a:pt x="518" y="202"/>
                      <a:pt x="504" y="187"/>
                    </a:cubicBezTo>
                    <a:cubicBezTo>
                      <a:pt x="461" y="152"/>
                      <a:pt x="425" y="123"/>
                      <a:pt x="396" y="109"/>
                    </a:cubicBezTo>
                    <a:lnTo>
                      <a:pt x="209"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2" name="Google Shape;816;p41">
                <a:extLst>
                  <a:ext uri="{FF2B5EF4-FFF2-40B4-BE49-F238E27FC236}">
                    <a16:creationId xmlns:a16="http://schemas.microsoft.com/office/drawing/2014/main" id="{EA8048AA-EE43-410E-AA00-8F1F8BD75B2A}"/>
                  </a:ext>
                </a:extLst>
              </p:cNvPr>
              <p:cNvSpPr/>
              <p:nvPr/>
            </p:nvSpPr>
            <p:spPr>
              <a:xfrm>
                <a:off x="3189166" y="3443805"/>
                <a:ext cx="98848" cy="208868"/>
              </a:xfrm>
              <a:custGeom>
                <a:avLst/>
                <a:gdLst/>
                <a:ahLst/>
                <a:cxnLst/>
                <a:rect l="l" t="t" r="r" b="b"/>
                <a:pathLst>
                  <a:path w="929" h="1963" extrusionOk="0">
                    <a:moveTo>
                      <a:pt x="281" y="1"/>
                    </a:moveTo>
                    <a:lnTo>
                      <a:pt x="0" y="166"/>
                    </a:lnTo>
                    <a:lnTo>
                      <a:pt x="245" y="310"/>
                    </a:lnTo>
                    <a:cubicBezTo>
                      <a:pt x="266" y="323"/>
                      <a:pt x="295" y="339"/>
                      <a:pt x="316" y="360"/>
                    </a:cubicBezTo>
                    <a:cubicBezTo>
                      <a:pt x="325" y="367"/>
                      <a:pt x="331" y="367"/>
                      <a:pt x="338" y="375"/>
                    </a:cubicBezTo>
                    <a:lnTo>
                      <a:pt x="345" y="382"/>
                    </a:lnTo>
                    <a:cubicBezTo>
                      <a:pt x="359" y="396"/>
                      <a:pt x="368" y="403"/>
                      <a:pt x="375" y="410"/>
                    </a:cubicBezTo>
                    <a:cubicBezTo>
                      <a:pt x="411" y="439"/>
                      <a:pt x="438" y="475"/>
                      <a:pt x="475" y="518"/>
                    </a:cubicBezTo>
                    <a:cubicBezTo>
                      <a:pt x="482" y="532"/>
                      <a:pt x="488" y="539"/>
                      <a:pt x="497" y="555"/>
                    </a:cubicBezTo>
                    <a:cubicBezTo>
                      <a:pt x="504" y="568"/>
                      <a:pt x="511" y="575"/>
                      <a:pt x="518" y="591"/>
                    </a:cubicBezTo>
                    <a:cubicBezTo>
                      <a:pt x="525" y="598"/>
                      <a:pt x="525" y="605"/>
                      <a:pt x="532" y="611"/>
                    </a:cubicBezTo>
                    <a:cubicBezTo>
                      <a:pt x="540" y="625"/>
                      <a:pt x="547" y="634"/>
                      <a:pt x="554" y="648"/>
                    </a:cubicBezTo>
                    <a:cubicBezTo>
                      <a:pt x="618" y="770"/>
                      <a:pt x="647" y="900"/>
                      <a:pt x="633" y="1007"/>
                    </a:cubicBezTo>
                    <a:cubicBezTo>
                      <a:pt x="604" y="1251"/>
                      <a:pt x="345" y="1819"/>
                      <a:pt x="302" y="1898"/>
                    </a:cubicBezTo>
                    <a:cubicBezTo>
                      <a:pt x="288" y="1928"/>
                      <a:pt x="266" y="1948"/>
                      <a:pt x="245" y="1962"/>
                    </a:cubicBezTo>
                    <a:lnTo>
                      <a:pt x="525" y="1798"/>
                    </a:lnTo>
                    <a:cubicBezTo>
                      <a:pt x="547" y="1783"/>
                      <a:pt x="568" y="1762"/>
                      <a:pt x="583" y="1733"/>
                    </a:cubicBezTo>
                    <a:cubicBezTo>
                      <a:pt x="626" y="1653"/>
                      <a:pt x="877" y="1093"/>
                      <a:pt x="913" y="850"/>
                    </a:cubicBezTo>
                    <a:cubicBezTo>
                      <a:pt x="928" y="734"/>
                      <a:pt x="899" y="611"/>
                      <a:pt x="833" y="482"/>
                    </a:cubicBezTo>
                    <a:cubicBezTo>
                      <a:pt x="740" y="316"/>
                      <a:pt x="611" y="194"/>
                      <a:pt x="525" y="144"/>
                    </a:cubicBezTo>
                    <a:lnTo>
                      <a:pt x="382" y="65"/>
                    </a:lnTo>
                    <a:lnTo>
                      <a:pt x="281"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3" name="Google Shape;817;p41">
                <a:extLst>
                  <a:ext uri="{FF2B5EF4-FFF2-40B4-BE49-F238E27FC236}">
                    <a16:creationId xmlns:a16="http://schemas.microsoft.com/office/drawing/2014/main" id="{825D9459-32F0-462D-9036-E93D08B91690}"/>
                  </a:ext>
                </a:extLst>
              </p:cNvPr>
              <p:cNvSpPr/>
              <p:nvPr/>
            </p:nvSpPr>
            <p:spPr>
              <a:xfrm>
                <a:off x="3176824" y="3646503"/>
                <a:ext cx="7874" cy="3937"/>
              </a:xfrm>
              <a:custGeom>
                <a:avLst/>
                <a:gdLst/>
                <a:ahLst/>
                <a:cxnLst/>
                <a:rect l="l" t="t" r="r" b="b"/>
                <a:pathLst>
                  <a:path w="74" h="37" extrusionOk="0">
                    <a:moveTo>
                      <a:pt x="1" y="0"/>
                    </a:moveTo>
                    <a:cubicBezTo>
                      <a:pt x="10" y="6"/>
                      <a:pt x="21" y="11"/>
                      <a:pt x="32" y="16"/>
                    </a:cubicBezTo>
                    <a:lnTo>
                      <a:pt x="32" y="16"/>
                    </a:lnTo>
                    <a:lnTo>
                      <a:pt x="1" y="0"/>
                    </a:lnTo>
                    <a:close/>
                    <a:moveTo>
                      <a:pt x="32" y="16"/>
                    </a:moveTo>
                    <a:lnTo>
                      <a:pt x="73" y="37"/>
                    </a:lnTo>
                    <a:cubicBezTo>
                      <a:pt x="61" y="29"/>
                      <a:pt x="47" y="22"/>
                      <a:pt x="32" y="16"/>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4" name="Google Shape;818;p41">
                <a:extLst>
                  <a:ext uri="{FF2B5EF4-FFF2-40B4-BE49-F238E27FC236}">
                    <a16:creationId xmlns:a16="http://schemas.microsoft.com/office/drawing/2014/main" id="{7EFC9118-292B-4FD5-A290-BCB7BCDCB66F}"/>
                  </a:ext>
                </a:extLst>
              </p:cNvPr>
              <p:cNvSpPr/>
              <p:nvPr/>
            </p:nvSpPr>
            <p:spPr>
              <a:xfrm>
                <a:off x="3176824" y="3646503"/>
                <a:ext cx="7874" cy="3937"/>
              </a:xfrm>
              <a:custGeom>
                <a:avLst/>
                <a:gdLst/>
                <a:ahLst/>
                <a:cxnLst/>
                <a:rect l="l" t="t" r="r" b="b"/>
                <a:pathLst>
                  <a:path w="74" h="37" fill="none" extrusionOk="0">
                    <a:moveTo>
                      <a:pt x="73" y="37"/>
                    </a:moveTo>
                    <a:cubicBezTo>
                      <a:pt x="52" y="23"/>
                      <a:pt x="23" y="14"/>
                      <a:pt x="1" y="0"/>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5" name="Google Shape;819;p41">
                <a:extLst>
                  <a:ext uri="{FF2B5EF4-FFF2-40B4-BE49-F238E27FC236}">
                    <a16:creationId xmlns:a16="http://schemas.microsoft.com/office/drawing/2014/main" id="{BFFE1DBE-89F8-42F6-874D-CE5D9FE9C6A3}"/>
                  </a:ext>
                </a:extLst>
              </p:cNvPr>
              <p:cNvSpPr/>
              <p:nvPr/>
            </p:nvSpPr>
            <p:spPr>
              <a:xfrm>
                <a:off x="3184591" y="3461467"/>
                <a:ext cx="73524" cy="193227"/>
              </a:xfrm>
              <a:custGeom>
                <a:avLst/>
                <a:gdLst/>
                <a:ahLst/>
                <a:cxnLst/>
                <a:rect l="l" t="t" r="r" b="b"/>
                <a:pathLst>
                  <a:path w="691" h="1816" extrusionOk="0">
                    <a:moveTo>
                      <a:pt x="43" y="0"/>
                    </a:moveTo>
                    <a:lnTo>
                      <a:pt x="36" y="144"/>
                    </a:lnTo>
                    <a:lnTo>
                      <a:pt x="223" y="252"/>
                    </a:lnTo>
                    <a:cubicBezTo>
                      <a:pt x="252" y="266"/>
                      <a:pt x="288" y="295"/>
                      <a:pt x="331" y="330"/>
                    </a:cubicBezTo>
                    <a:cubicBezTo>
                      <a:pt x="345" y="345"/>
                      <a:pt x="359" y="366"/>
                      <a:pt x="381" y="382"/>
                    </a:cubicBezTo>
                    <a:cubicBezTo>
                      <a:pt x="381" y="389"/>
                      <a:pt x="388" y="395"/>
                      <a:pt x="388" y="395"/>
                    </a:cubicBezTo>
                    <a:cubicBezTo>
                      <a:pt x="402" y="409"/>
                      <a:pt x="411" y="425"/>
                      <a:pt x="425" y="439"/>
                    </a:cubicBezTo>
                    <a:cubicBezTo>
                      <a:pt x="431" y="452"/>
                      <a:pt x="438" y="468"/>
                      <a:pt x="445" y="475"/>
                    </a:cubicBezTo>
                    <a:cubicBezTo>
                      <a:pt x="454" y="482"/>
                      <a:pt x="454" y="489"/>
                      <a:pt x="461" y="489"/>
                    </a:cubicBezTo>
                    <a:cubicBezTo>
                      <a:pt x="468" y="502"/>
                      <a:pt x="475" y="518"/>
                      <a:pt x="481" y="539"/>
                    </a:cubicBezTo>
                    <a:cubicBezTo>
                      <a:pt x="540" y="640"/>
                      <a:pt x="554" y="770"/>
                      <a:pt x="547" y="834"/>
                    </a:cubicBezTo>
                    <a:cubicBezTo>
                      <a:pt x="525" y="1072"/>
                      <a:pt x="266" y="1624"/>
                      <a:pt x="223" y="1710"/>
                    </a:cubicBezTo>
                    <a:cubicBezTo>
                      <a:pt x="202" y="1762"/>
                      <a:pt x="152" y="1776"/>
                      <a:pt x="93" y="1776"/>
                    </a:cubicBezTo>
                    <a:lnTo>
                      <a:pt x="50" y="1776"/>
                    </a:lnTo>
                    <a:cubicBezTo>
                      <a:pt x="36" y="1769"/>
                      <a:pt x="23" y="1769"/>
                      <a:pt x="7" y="1762"/>
                    </a:cubicBezTo>
                    <a:cubicBezTo>
                      <a:pt x="7" y="1769"/>
                      <a:pt x="0" y="1769"/>
                      <a:pt x="0" y="1776"/>
                    </a:cubicBezTo>
                    <a:cubicBezTo>
                      <a:pt x="69" y="1798"/>
                      <a:pt x="137" y="1815"/>
                      <a:pt x="196" y="1815"/>
                    </a:cubicBezTo>
                    <a:cubicBezTo>
                      <a:pt x="230" y="1815"/>
                      <a:pt x="262" y="1810"/>
                      <a:pt x="288" y="1796"/>
                    </a:cubicBezTo>
                    <a:cubicBezTo>
                      <a:pt x="309" y="1782"/>
                      <a:pt x="331" y="1762"/>
                      <a:pt x="345" y="1732"/>
                    </a:cubicBezTo>
                    <a:cubicBezTo>
                      <a:pt x="388" y="1653"/>
                      <a:pt x="647" y="1085"/>
                      <a:pt x="676" y="841"/>
                    </a:cubicBezTo>
                    <a:cubicBezTo>
                      <a:pt x="690" y="734"/>
                      <a:pt x="661" y="604"/>
                      <a:pt x="597" y="482"/>
                    </a:cubicBezTo>
                    <a:cubicBezTo>
                      <a:pt x="590" y="468"/>
                      <a:pt x="583" y="459"/>
                      <a:pt x="575" y="445"/>
                    </a:cubicBezTo>
                    <a:cubicBezTo>
                      <a:pt x="568" y="439"/>
                      <a:pt x="568" y="432"/>
                      <a:pt x="561" y="425"/>
                    </a:cubicBezTo>
                    <a:cubicBezTo>
                      <a:pt x="554" y="409"/>
                      <a:pt x="547" y="402"/>
                      <a:pt x="540" y="389"/>
                    </a:cubicBezTo>
                    <a:cubicBezTo>
                      <a:pt x="531" y="373"/>
                      <a:pt x="525" y="366"/>
                      <a:pt x="518" y="352"/>
                    </a:cubicBezTo>
                    <a:cubicBezTo>
                      <a:pt x="481" y="309"/>
                      <a:pt x="454" y="273"/>
                      <a:pt x="418" y="244"/>
                    </a:cubicBezTo>
                    <a:cubicBezTo>
                      <a:pt x="411" y="237"/>
                      <a:pt x="402" y="230"/>
                      <a:pt x="388" y="216"/>
                    </a:cubicBezTo>
                    <a:lnTo>
                      <a:pt x="381" y="209"/>
                    </a:lnTo>
                    <a:cubicBezTo>
                      <a:pt x="374" y="201"/>
                      <a:pt x="368" y="201"/>
                      <a:pt x="359" y="194"/>
                    </a:cubicBezTo>
                    <a:cubicBezTo>
                      <a:pt x="338" y="173"/>
                      <a:pt x="309" y="157"/>
                      <a:pt x="288" y="144"/>
                    </a:cubicBezTo>
                    <a:lnTo>
                      <a:pt x="4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6" name="Google Shape;820;p41">
                <a:extLst>
                  <a:ext uri="{FF2B5EF4-FFF2-40B4-BE49-F238E27FC236}">
                    <a16:creationId xmlns:a16="http://schemas.microsoft.com/office/drawing/2014/main" id="{BDF28B7A-916A-4395-9D60-068ABDDC5370}"/>
                  </a:ext>
                </a:extLst>
              </p:cNvPr>
              <p:cNvSpPr/>
              <p:nvPr/>
            </p:nvSpPr>
            <p:spPr>
              <a:xfrm>
                <a:off x="2686730" y="3876653"/>
                <a:ext cx="23834" cy="19259"/>
              </a:xfrm>
              <a:custGeom>
                <a:avLst/>
                <a:gdLst/>
                <a:ahLst/>
                <a:cxnLst/>
                <a:rect l="l" t="t" r="r" b="b"/>
                <a:pathLst>
                  <a:path w="224" h="181" extrusionOk="0">
                    <a:moveTo>
                      <a:pt x="144" y="1"/>
                    </a:moveTo>
                    <a:lnTo>
                      <a:pt x="1" y="80"/>
                    </a:lnTo>
                    <a:cubicBezTo>
                      <a:pt x="28" y="116"/>
                      <a:pt x="28" y="152"/>
                      <a:pt x="1" y="180"/>
                    </a:cubicBezTo>
                    <a:lnTo>
                      <a:pt x="223" y="51"/>
                    </a:lnTo>
                    <a:lnTo>
                      <a:pt x="144"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7" name="Google Shape;821;p41">
                <a:extLst>
                  <a:ext uri="{FF2B5EF4-FFF2-40B4-BE49-F238E27FC236}">
                    <a16:creationId xmlns:a16="http://schemas.microsoft.com/office/drawing/2014/main" id="{B0C74402-8BEC-4E85-93AD-A43E96CD29C4}"/>
                  </a:ext>
                </a:extLst>
              </p:cNvPr>
              <p:cNvSpPr/>
              <p:nvPr/>
            </p:nvSpPr>
            <p:spPr>
              <a:xfrm>
                <a:off x="2248455" y="3779081"/>
                <a:ext cx="619582" cy="288244"/>
              </a:xfrm>
              <a:custGeom>
                <a:avLst/>
                <a:gdLst/>
                <a:ahLst/>
                <a:cxnLst/>
                <a:rect l="l" t="t" r="r" b="b"/>
                <a:pathLst>
                  <a:path w="5823" h="2709" extrusionOk="0">
                    <a:moveTo>
                      <a:pt x="2612" y="0"/>
                    </a:moveTo>
                    <a:cubicBezTo>
                      <a:pt x="2570" y="0"/>
                      <a:pt x="2526" y="9"/>
                      <a:pt x="2495" y="27"/>
                    </a:cubicBezTo>
                    <a:lnTo>
                      <a:pt x="66" y="1428"/>
                    </a:lnTo>
                    <a:cubicBezTo>
                      <a:pt x="0" y="1471"/>
                      <a:pt x="0" y="1528"/>
                      <a:pt x="66" y="1565"/>
                    </a:cubicBezTo>
                    <a:lnTo>
                      <a:pt x="719" y="1946"/>
                    </a:lnTo>
                    <a:lnTo>
                      <a:pt x="2315" y="1019"/>
                    </a:lnTo>
                    <a:cubicBezTo>
                      <a:pt x="2347" y="1001"/>
                      <a:pt x="2390" y="992"/>
                      <a:pt x="2433" y="992"/>
                    </a:cubicBezTo>
                    <a:cubicBezTo>
                      <a:pt x="2476" y="992"/>
                      <a:pt x="2520" y="1001"/>
                      <a:pt x="2551" y="1019"/>
                    </a:cubicBezTo>
                    <a:lnTo>
                      <a:pt x="2610" y="1054"/>
                    </a:lnTo>
                    <a:lnTo>
                      <a:pt x="2883" y="1213"/>
                    </a:lnTo>
                    <a:lnTo>
                      <a:pt x="3162" y="1371"/>
                    </a:lnTo>
                    <a:lnTo>
                      <a:pt x="3436" y="1528"/>
                    </a:lnTo>
                    <a:lnTo>
                      <a:pt x="3709" y="1687"/>
                    </a:lnTo>
                    <a:lnTo>
                      <a:pt x="3982" y="1846"/>
                    </a:lnTo>
                    <a:lnTo>
                      <a:pt x="4256" y="2003"/>
                    </a:lnTo>
                    <a:lnTo>
                      <a:pt x="4528" y="2161"/>
                    </a:lnTo>
                    <a:lnTo>
                      <a:pt x="4801" y="2320"/>
                    </a:lnTo>
                    <a:lnTo>
                      <a:pt x="5075" y="2477"/>
                    </a:lnTo>
                    <a:lnTo>
                      <a:pt x="5477" y="2708"/>
                    </a:lnTo>
                    <a:lnTo>
                      <a:pt x="5822" y="2506"/>
                    </a:lnTo>
                    <a:lnTo>
                      <a:pt x="5427" y="2277"/>
                    </a:lnTo>
                    <a:lnTo>
                      <a:pt x="5413" y="2270"/>
                    </a:lnTo>
                    <a:lnTo>
                      <a:pt x="5550" y="2191"/>
                    </a:lnTo>
                    <a:cubicBezTo>
                      <a:pt x="5575" y="2198"/>
                      <a:pt x="5601" y="2201"/>
                      <a:pt x="5629" y="2201"/>
                    </a:cubicBezTo>
                    <a:cubicBezTo>
                      <a:pt x="5657" y="2201"/>
                      <a:pt x="5686" y="2198"/>
                      <a:pt x="5715" y="2191"/>
                    </a:cubicBezTo>
                    <a:cubicBezTo>
                      <a:pt x="5664" y="2191"/>
                      <a:pt x="5620" y="2175"/>
                      <a:pt x="5586" y="2155"/>
                    </a:cubicBezTo>
                    <a:cubicBezTo>
                      <a:pt x="5514" y="2111"/>
                      <a:pt x="5514" y="2039"/>
                      <a:pt x="5593" y="2003"/>
                    </a:cubicBezTo>
                    <a:cubicBezTo>
                      <a:pt x="5607" y="1989"/>
                      <a:pt x="5620" y="1982"/>
                      <a:pt x="5643" y="1975"/>
                    </a:cubicBezTo>
                    <a:cubicBezTo>
                      <a:pt x="5593" y="1975"/>
                      <a:pt x="5534" y="1989"/>
                      <a:pt x="5500" y="2011"/>
                    </a:cubicBezTo>
                    <a:cubicBezTo>
                      <a:pt x="5434" y="2046"/>
                      <a:pt x="5427" y="2098"/>
                      <a:pt x="5463" y="2132"/>
                    </a:cubicBezTo>
                    <a:lnTo>
                      <a:pt x="5319" y="2218"/>
                    </a:lnTo>
                    <a:lnTo>
                      <a:pt x="5155" y="2118"/>
                    </a:lnTo>
                    <a:lnTo>
                      <a:pt x="4880" y="1960"/>
                    </a:lnTo>
                    <a:lnTo>
                      <a:pt x="4817" y="1925"/>
                    </a:lnTo>
                    <a:lnTo>
                      <a:pt x="4953" y="1846"/>
                    </a:lnTo>
                    <a:cubicBezTo>
                      <a:pt x="4978" y="1853"/>
                      <a:pt x="5007" y="1856"/>
                      <a:pt x="5036" y="1856"/>
                    </a:cubicBezTo>
                    <a:cubicBezTo>
                      <a:pt x="5065" y="1856"/>
                      <a:pt x="5093" y="1853"/>
                      <a:pt x="5118" y="1846"/>
                    </a:cubicBezTo>
                    <a:cubicBezTo>
                      <a:pt x="5075" y="1846"/>
                      <a:pt x="5032" y="1830"/>
                      <a:pt x="4996" y="1816"/>
                    </a:cubicBezTo>
                    <a:cubicBezTo>
                      <a:pt x="4924" y="1766"/>
                      <a:pt x="4924" y="1701"/>
                      <a:pt x="4996" y="1658"/>
                    </a:cubicBezTo>
                    <a:cubicBezTo>
                      <a:pt x="5010" y="1644"/>
                      <a:pt x="5032" y="1637"/>
                      <a:pt x="5053" y="1637"/>
                    </a:cubicBezTo>
                    <a:cubicBezTo>
                      <a:pt x="5043" y="1636"/>
                      <a:pt x="5033" y="1635"/>
                      <a:pt x="5023" y="1635"/>
                    </a:cubicBezTo>
                    <a:cubicBezTo>
                      <a:pt x="4977" y="1635"/>
                      <a:pt x="4933" y="1648"/>
                      <a:pt x="4903" y="1666"/>
                    </a:cubicBezTo>
                    <a:cubicBezTo>
                      <a:pt x="4844" y="1701"/>
                      <a:pt x="4830" y="1753"/>
                      <a:pt x="4867" y="1796"/>
                    </a:cubicBezTo>
                    <a:lnTo>
                      <a:pt x="4730" y="1873"/>
                    </a:lnTo>
                    <a:lnTo>
                      <a:pt x="4608" y="1803"/>
                    </a:lnTo>
                    <a:lnTo>
                      <a:pt x="4327" y="1644"/>
                    </a:lnTo>
                    <a:lnTo>
                      <a:pt x="4220" y="1580"/>
                    </a:lnTo>
                    <a:lnTo>
                      <a:pt x="4356" y="1501"/>
                    </a:lnTo>
                    <a:cubicBezTo>
                      <a:pt x="4384" y="1508"/>
                      <a:pt x="4413" y="1511"/>
                      <a:pt x="4441" y="1511"/>
                    </a:cubicBezTo>
                    <a:cubicBezTo>
                      <a:pt x="4469" y="1511"/>
                      <a:pt x="4497" y="1508"/>
                      <a:pt x="4522" y="1501"/>
                    </a:cubicBezTo>
                    <a:cubicBezTo>
                      <a:pt x="4478" y="1501"/>
                      <a:pt x="4435" y="1485"/>
                      <a:pt x="4406" y="1471"/>
                    </a:cubicBezTo>
                    <a:cubicBezTo>
                      <a:pt x="4327" y="1428"/>
                      <a:pt x="4335" y="1356"/>
                      <a:pt x="4406" y="1313"/>
                    </a:cubicBezTo>
                    <a:cubicBezTo>
                      <a:pt x="4422" y="1306"/>
                      <a:pt x="4442" y="1299"/>
                      <a:pt x="4456" y="1292"/>
                    </a:cubicBezTo>
                    <a:cubicBezTo>
                      <a:pt x="4447" y="1291"/>
                      <a:pt x="4438" y="1290"/>
                      <a:pt x="4429" y="1290"/>
                    </a:cubicBezTo>
                    <a:cubicBezTo>
                      <a:pt x="4386" y="1290"/>
                      <a:pt x="4341" y="1303"/>
                      <a:pt x="4306" y="1321"/>
                    </a:cubicBezTo>
                    <a:cubicBezTo>
                      <a:pt x="4249" y="1356"/>
                      <a:pt x="4233" y="1408"/>
                      <a:pt x="4270" y="1451"/>
                    </a:cubicBezTo>
                    <a:lnTo>
                      <a:pt x="4133" y="1528"/>
                    </a:lnTo>
                    <a:lnTo>
                      <a:pt x="4054" y="1485"/>
                    </a:lnTo>
                    <a:lnTo>
                      <a:pt x="3868" y="1378"/>
                    </a:lnTo>
                    <a:cubicBezTo>
                      <a:pt x="3802" y="1342"/>
                      <a:pt x="3802" y="1278"/>
                      <a:pt x="3868" y="1242"/>
                    </a:cubicBezTo>
                    <a:lnTo>
                      <a:pt x="4040" y="1140"/>
                    </a:lnTo>
                    <a:lnTo>
                      <a:pt x="4040" y="1140"/>
                    </a:lnTo>
                    <a:cubicBezTo>
                      <a:pt x="4010" y="1153"/>
                      <a:pt x="3975" y="1158"/>
                      <a:pt x="3941" y="1158"/>
                    </a:cubicBezTo>
                    <a:cubicBezTo>
                      <a:pt x="3894" y="1158"/>
                      <a:pt x="3847" y="1147"/>
                      <a:pt x="3809" y="1126"/>
                    </a:cubicBezTo>
                    <a:cubicBezTo>
                      <a:pt x="3738" y="1083"/>
                      <a:pt x="3738" y="1011"/>
                      <a:pt x="3818" y="968"/>
                    </a:cubicBezTo>
                    <a:cubicBezTo>
                      <a:pt x="3853" y="946"/>
                      <a:pt x="3901" y="935"/>
                      <a:pt x="3949" y="935"/>
                    </a:cubicBezTo>
                    <a:cubicBezTo>
                      <a:pt x="3977" y="935"/>
                      <a:pt x="4006" y="939"/>
                      <a:pt x="4033" y="947"/>
                    </a:cubicBezTo>
                    <a:lnTo>
                      <a:pt x="4170" y="868"/>
                    </a:lnTo>
                    <a:lnTo>
                      <a:pt x="3666" y="573"/>
                    </a:lnTo>
                    <a:lnTo>
                      <a:pt x="3530" y="652"/>
                    </a:lnTo>
                    <a:cubicBezTo>
                      <a:pt x="3566" y="695"/>
                      <a:pt x="3550" y="745"/>
                      <a:pt x="3493" y="781"/>
                    </a:cubicBezTo>
                    <a:cubicBezTo>
                      <a:pt x="3454" y="803"/>
                      <a:pt x="3405" y="814"/>
                      <a:pt x="3357" y="814"/>
                    </a:cubicBezTo>
                    <a:cubicBezTo>
                      <a:pt x="3309" y="814"/>
                      <a:pt x="3261" y="803"/>
                      <a:pt x="3221" y="781"/>
                    </a:cubicBezTo>
                    <a:cubicBezTo>
                      <a:pt x="3148" y="738"/>
                      <a:pt x="3148" y="666"/>
                      <a:pt x="3221" y="623"/>
                    </a:cubicBezTo>
                    <a:cubicBezTo>
                      <a:pt x="3260" y="601"/>
                      <a:pt x="3307" y="593"/>
                      <a:pt x="3355" y="593"/>
                    </a:cubicBezTo>
                    <a:cubicBezTo>
                      <a:pt x="3385" y="593"/>
                      <a:pt x="3415" y="597"/>
                      <a:pt x="3443" y="602"/>
                    </a:cubicBezTo>
                    <a:lnTo>
                      <a:pt x="3580" y="523"/>
                    </a:lnTo>
                    <a:lnTo>
                      <a:pt x="3076" y="228"/>
                    </a:lnTo>
                    <a:lnTo>
                      <a:pt x="2940" y="314"/>
                    </a:lnTo>
                    <a:cubicBezTo>
                      <a:pt x="2969" y="350"/>
                      <a:pt x="2962" y="400"/>
                      <a:pt x="2903" y="436"/>
                    </a:cubicBezTo>
                    <a:cubicBezTo>
                      <a:pt x="2865" y="458"/>
                      <a:pt x="2815" y="469"/>
                      <a:pt x="2765" y="469"/>
                    </a:cubicBezTo>
                    <a:cubicBezTo>
                      <a:pt x="2716" y="469"/>
                      <a:pt x="2667" y="458"/>
                      <a:pt x="2631" y="436"/>
                    </a:cubicBezTo>
                    <a:cubicBezTo>
                      <a:pt x="2558" y="393"/>
                      <a:pt x="2558" y="321"/>
                      <a:pt x="2631" y="278"/>
                    </a:cubicBezTo>
                    <a:cubicBezTo>
                      <a:pt x="2669" y="259"/>
                      <a:pt x="2724" y="250"/>
                      <a:pt x="2775" y="250"/>
                    </a:cubicBezTo>
                    <a:cubicBezTo>
                      <a:pt x="2800" y="250"/>
                      <a:pt x="2825" y="252"/>
                      <a:pt x="2846" y="257"/>
                    </a:cubicBezTo>
                    <a:lnTo>
                      <a:pt x="2990" y="178"/>
                    </a:lnTo>
                    <a:lnTo>
                      <a:pt x="2724" y="27"/>
                    </a:lnTo>
                    <a:cubicBezTo>
                      <a:pt x="2696" y="9"/>
                      <a:pt x="2654" y="0"/>
                      <a:pt x="2612"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8" name="Google Shape;822;p41">
                <a:extLst>
                  <a:ext uri="{FF2B5EF4-FFF2-40B4-BE49-F238E27FC236}">
                    <a16:creationId xmlns:a16="http://schemas.microsoft.com/office/drawing/2014/main" id="{ECB140B5-90D7-4FA8-948F-8F73A3E16F8B}"/>
                  </a:ext>
                </a:extLst>
              </p:cNvPr>
              <p:cNvSpPr/>
              <p:nvPr/>
            </p:nvSpPr>
            <p:spPr>
              <a:xfrm>
                <a:off x="2321128" y="3833879"/>
                <a:ext cx="188971" cy="108743"/>
              </a:xfrm>
              <a:custGeom>
                <a:avLst/>
                <a:gdLst/>
                <a:ahLst/>
                <a:cxnLst/>
                <a:rect l="l" t="t" r="r" b="b"/>
                <a:pathLst>
                  <a:path w="1776" h="1022" extrusionOk="0">
                    <a:moveTo>
                      <a:pt x="0" y="1022"/>
                    </a:moveTo>
                    <a:lnTo>
                      <a:pt x="1775"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9" name="Google Shape;823;p41">
                <a:extLst>
                  <a:ext uri="{FF2B5EF4-FFF2-40B4-BE49-F238E27FC236}">
                    <a16:creationId xmlns:a16="http://schemas.microsoft.com/office/drawing/2014/main" id="{E4850969-D1CF-4D30-B651-FAC87867DD6C}"/>
                  </a:ext>
                </a:extLst>
              </p:cNvPr>
              <p:cNvSpPr/>
              <p:nvPr/>
            </p:nvSpPr>
            <p:spPr>
              <a:xfrm>
                <a:off x="2321128" y="3833879"/>
                <a:ext cx="188971" cy="108743"/>
              </a:xfrm>
              <a:custGeom>
                <a:avLst/>
                <a:gdLst/>
                <a:ahLst/>
                <a:cxnLst/>
                <a:rect l="l" t="t" r="r" b="b"/>
                <a:pathLst>
                  <a:path w="1776" h="1022" fill="none" extrusionOk="0">
                    <a:moveTo>
                      <a:pt x="0" y="1022"/>
                    </a:moveTo>
                    <a:lnTo>
                      <a:pt x="1775"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60" name="Google Shape;824;p41">
                <a:extLst>
                  <a:ext uri="{FF2B5EF4-FFF2-40B4-BE49-F238E27FC236}">
                    <a16:creationId xmlns:a16="http://schemas.microsoft.com/office/drawing/2014/main" id="{6A0F3968-9729-40ED-986C-6B747F1D84E6}"/>
                  </a:ext>
                </a:extLst>
              </p:cNvPr>
              <p:cNvSpPr/>
              <p:nvPr/>
            </p:nvSpPr>
            <p:spPr>
              <a:xfrm>
                <a:off x="2350070" y="3850797"/>
                <a:ext cx="188226" cy="108531"/>
              </a:xfrm>
              <a:custGeom>
                <a:avLst/>
                <a:gdLst/>
                <a:ahLst/>
                <a:cxnLst/>
                <a:rect l="l" t="t" r="r" b="b"/>
                <a:pathLst>
                  <a:path w="1769" h="1020" extrusionOk="0">
                    <a:moveTo>
                      <a:pt x="1" y="1020"/>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61" name="Google Shape;825;p41">
                <a:extLst>
                  <a:ext uri="{FF2B5EF4-FFF2-40B4-BE49-F238E27FC236}">
                    <a16:creationId xmlns:a16="http://schemas.microsoft.com/office/drawing/2014/main" id="{E83CE994-96EC-49FB-8749-6400B220E235}"/>
                  </a:ext>
                </a:extLst>
              </p:cNvPr>
              <p:cNvSpPr/>
              <p:nvPr/>
            </p:nvSpPr>
            <p:spPr>
              <a:xfrm>
                <a:off x="2350070" y="3850797"/>
                <a:ext cx="188226" cy="108531"/>
              </a:xfrm>
              <a:custGeom>
                <a:avLst/>
                <a:gdLst/>
                <a:ahLst/>
                <a:cxnLst/>
                <a:rect l="l" t="t" r="r" b="b"/>
                <a:pathLst>
                  <a:path w="1769" h="1020" fill="none" extrusionOk="0">
                    <a:moveTo>
                      <a:pt x="1" y="1020"/>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62" name="Google Shape;826;p41">
                <a:extLst>
                  <a:ext uri="{FF2B5EF4-FFF2-40B4-BE49-F238E27FC236}">
                    <a16:creationId xmlns:a16="http://schemas.microsoft.com/office/drawing/2014/main" id="{655E83E2-7F57-41B3-9F89-85EF425298C1}"/>
                  </a:ext>
                </a:extLst>
              </p:cNvPr>
              <p:cNvSpPr/>
              <p:nvPr/>
            </p:nvSpPr>
            <p:spPr>
              <a:xfrm>
                <a:off x="2379331" y="3867502"/>
                <a:ext cx="188226" cy="108743"/>
              </a:xfrm>
              <a:custGeom>
                <a:avLst/>
                <a:gdLst/>
                <a:ahLst/>
                <a:cxnLst/>
                <a:rect l="l" t="t" r="r" b="b"/>
                <a:pathLst>
                  <a:path w="1769" h="1022" extrusionOk="0">
                    <a:moveTo>
                      <a:pt x="0" y="1022"/>
                    </a:moveTo>
                    <a:lnTo>
                      <a:pt x="1768"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63" name="Google Shape;827;p41">
                <a:extLst>
                  <a:ext uri="{FF2B5EF4-FFF2-40B4-BE49-F238E27FC236}">
                    <a16:creationId xmlns:a16="http://schemas.microsoft.com/office/drawing/2014/main" id="{52413F66-51EA-4133-A0BE-1EAE77EB0682}"/>
                  </a:ext>
                </a:extLst>
              </p:cNvPr>
              <p:cNvSpPr/>
              <p:nvPr/>
            </p:nvSpPr>
            <p:spPr>
              <a:xfrm>
                <a:off x="2379331" y="3867502"/>
                <a:ext cx="188226" cy="108743"/>
              </a:xfrm>
              <a:custGeom>
                <a:avLst/>
                <a:gdLst/>
                <a:ahLst/>
                <a:cxnLst/>
                <a:rect l="l" t="t" r="r" b="b"/>
                <a:pathLst>
                  <a:path w="1769" h="1022" fill="none" extrusionOk="0">
                    <a:moveTo>
                      <a:pt x="0" y="1022"/>
                    </a:moveTo>
                    <a:lnTo>
                      <a:pt x="1768"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64" name="Google Shape;828;p41">
                <a:extLst>
                  <a:ext uri="{FF2B5EF4-FFF2-40B4-BE49-F238E27FC236}">
                    <a16:creationId xmlns:a16="http://schemas.microsoft.com/office/drawing/2014/main" id="{960F44D7-1D40-4C73-AC92-0EEFD3F353B0}"/>
                  </a:ext>
                </a:extLst>
              </p:cNvPr>
              <p:cNvSpPr/>
              <p:nvPr/>
            </p:nvSpPr>
            <p:spPr>
              <a:xfrm>
                <a:off x="2408273" y="3884421"/>
                <a:ext cx="188226" cy="108743"/>
              </a:xfrm>
              <a:custGeom>
                <a:avLst/>
                <a:gdLst/>
                <a:ahLst/>
                <a:cxnLst/>
                <a:rect l="l" t="t" r="r" b="b"/>
                <a:pathLst>
                  <a:path w="1769" h="1022" extrusionOk="0">
                    <a:moveTo>
                      <a:pt x="1" y="1021"/>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65" name="Google Shape;829;p41">
                <a:extLst>
                  <a:ext uri="{FF2B5EF4-FFF2-40B4-BE49-F238E27FC236}">
                    <a16:creationId xmlns:a16="http://schemas.microsoft.com/office/drawing/2014/main" id="{284AFD4F-D06C-41FE-BDD1-3DEAD3A2FC46}"/>
                  </a:ext>
                </a:extLst>
              </p:cNvPr>
              <p:cNvSpPr/>
              <p:nvPr/>
            </p:nvSpPr>
            <p:spPr>
              <a:xfrm>
                <a:off x="2408273" y="3884421"/>
                <a:ext cx="188226" cy="108743"/>
              </a:xfrm>
              <a:custGeom>
                <a:avLst/>
                <a:gdLst/>
                <a:ahLst/>
                <a:cxnLst/>
                <a:rect l="l" t="t" r="r" b="b"/>
                <a:pathLst>
                  <a:path w="1769" h="1022" fill="none" extrusionOk="0">
                    <a:moveTo>
                      <a:pt x="1" y="1021"/>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66" name="Google Shape;830;p41">
                <a:extLst>
                  <a:ext uri="{FF2B5EF4-FFF2-40B4-BE49-F238E27FC236}">
                    <a16:creationId xmlns:a16="http://schemas.microsoft.com/office/drawing/2014/main" id="{FFECD64D-9865-40D9-9364-A0DBE5158161}"/>
                  </a:ext>
                </a:extLst>
              </p:cNvPr>
              <p:cNvSpPr/>
              <p:nvPr/>
            </p:nvSpPr>
            <p:spPr>
              <a:xfrm>
                <a:off x="2437321" y="3901232"/>
                <a:ext cx="188226" cy="108637"/>
              </a:xfrm>
              <a:custGeom>
                <a:avLst/>
                <a:gdLst/>
                <a:ahLst/>
                <a:cxnLst/>
                <a:rect l="l" t="t" r="r" b="b"/>
                <a:pathLst>
                  <a:path w="1769" h="1021" extrusionOk="0">
                    <a:moveTo>
                      <a:pt x="0" y="1020"/>
                    </a:moveTo>
                    <a:lnTo>
                      <a:pt x="1768"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67" name="Google Shape;831;p41">
                <a:extLst>
                  <a:ext uri="{FF2B5EF4-FFF2-40B4-BE49-F238E27FC236}">
                    <a16:creationId xmlns:a16="http://schemas.microsoft.com/office/drawing/2014/main" id="{C129AC4A-EED2-4629-8213-BAC20604694A}"/>
                  </a:ext>
                </a:extLst>
              </p:cNvPr>
              <p:cNvSpPr/>
              <p:nvPr/>
            </p:nvSpPr>
            <p:spPr>
              <a:xfrm>
                <a:off x="2437321" y="3901232"/>
                <a:ext cx="188226" cy="108637"/>
              </a:xfrm>
              <a:custGeom>
                <a:avLst/>
                <a:gdLst/>
                <a:ahLst/>
                <a:cxnLst/>
                <a:rect l="l" t="t" r="r" b="b"/>
                <a:pathLst>
                  <a:path w="1769" h="1021" fill="none" extrusionOk="0">
                    <a:moveTo>
                      <a:pt x="0" y="1020"/>
                    </a:moveTo>
                    <a:lnTo>
                      <a:pt x="1768"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68" name="Google Shape;832;p41">
                <a:extLst>
                  <a:ext uri="{FF2B5EF4-FFF2-40B4-BE49-F238E27FC236}">
                    <a16:creationId xmlns:a16="http://schemas.microsoft.com/office/drawing/2014/main" id="{9E87BC9F-B40C-4B96-891A-278E6512E17A}"/>
                  </a:ext>
                </a:extLst>
              </p:cNvPr>
              <p:cNvSpPr/>
              <p:nvPr/>
            </p:nvSpPr>
            <p:spPr>
              <a:xfrm>
                <a:off x="2466475" y="3917938"/>
                <a:ext cx="188226" cy="108850"/>
              </a:xfrm>
              <a:custGeom>
                <a:avLst/>
                <a:gdLst/>
                <a:ahLst/>
                <a:cxnLst/>
                <a:rect l="l" t="t" r="r" b="b"/>
                <a:pathLst>
                  <a:path w="1769" h="1023" extrusionOk="0">
                    <a:moveTo>
                      <a:pt x="0" y="1022"/>
                    </a:moveTo>
                    <a:lnTo>
                      <a:pt x="1769"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69" name="Google Shape;833;p41">
                <a:extLst>
                  <a:ext uri="{FF2B5EF4-FFF2-40B4-BE49-F238E27FC236}">
                    <a16:creationId xmlns:a16="http://schemas.microsoft.com/office/drawing/2014/main" id="{171C48C6-EB06-457F-BDF3-FBD881C8557A}"/>
                  </a:ext>
                </a:extLst>
              </p:cNvPr>
              <p:cNvSpPr/>
              <p:nvPr/>
            </p:nvSpPr>
            <p:spPr>
              <a:xfrm>
                <a:off x="2466475" y="3917938"/>
                <a:ext cx="188226" cy="108850"/>
              </a:xfrm>
              <a:custGeom>
                <a:avLst/>
                <a:gdLst/>
                <a:ahLst/>
                <a:cxnLst/>
                <a:rect l="l" t="t" r="r" b="b"/>
                <a:pathLst>
                  <a:path w="1769" h="1023" fill="none" extrusionOk="0">
                    <a:moveTo>
                      <a:pt x="0" y="1022"/>
                    </a:moveTo>
                    <a:lnTo>
                      <a:pt x="1769"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70" name="Google Shape;834;p41">
                <a:extLst>
                  <a:ext uri="{FF2B5EF4-FFF2-40B4-BE49-F238E27FC236}">
                    <a16:creationId xmlns:a16="http://schemas.microsoft.com/office/drawing/2014/main" id="{83FA0010-7FE2-4F18-8E83-341B6E95EEC1}"/>
                  </a:ext>
                </a:extLst>
              </p:cNvPr>
              <p:cNvSpPr/>
              <p:nvPr/>
            </p:nvSpPr>
            <p:spPr>
              <a:xfrm>
                <a:off x="2495523" y="3934856"/>
                <a:ext cx="188226" cy="108743"/>
              </a:xfrm>
              <a:custGeom>
                <a:avLst/>
                <a:gdLst/>
                <a:ahLst/>
                <a:cxnLst/>
                <a:rect l="l" t="t" r="r" b="b"/>
                <a:pathLst>
                  <a:path w="1769" h="1022" extrusionOk="0">
                    <a:moveTo>
                      <a:pt x="0" y="1022"/>
                    </a:moveTo>
                    <a:lnTo>
                      <a:pt x="1768"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71" name="Google Shape;835;p41">
                <a:extLst>
                  <a:ext uri="{FF2B5EF4-FFF2-40B4-BE49-F238E27FC236}">
                    <a16:creationId xmlns:a16="http://schemas.microsoft.com/office/drawing/2014/main" id="{19721333-1B2C-461A-A0DA-3AADE05B03DF}"/>
                  </a:ext>
                </a:extLst>
              </p:cNvPr>
              <p:cNvSpPr/>
              <p:nvPr/>
            </p:nvSpPr>
            <p:spPr>
              <a:xfrm>
                <a:off x="2495523" y="3934856"/>
                <a:ext cx="188226" cy="108743"/>
              </a:xfrm>
              <a:custGeom>
                <a:avLst/>
                <a:gdLst/>
                <a:ahLst/>
                <a:cxnLst/>
                <a:rect l="l" t="t" r="r" b="b"/>
                <a:pathLst>
                  <a:path w="1769" h="1022" fill="none" extrusionOk="0">
                    <a:moveTo>
                      <a:pt x="0" y="1022"/>
                    </a:moveTo>
                    <a:lnTo>
                      <a:pt x="1768"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72" name="Google Shape;836;p41">
                <a:extLst>
                  <a:ext uri="{FF2B5EF4-FFF2-40B4-BE49-F238E27FC236}">
                    <a16:creationId xmlns:a16="http://schemas.microsoft.com/office/drawing/2014/main" id="{E18BAD0A-F849-40BA-9F09-D42772B69C5D}"/>
                  </a:ext>
                </a:extLst>
              </p:cNvPr>
              <p:cNvSpPr/>
              <p:nvPr/>
            </p:nvSpPr>
            <p:spPr>
              <a:xfrm>
                <a:off x="2524465" y="3951774"/>
                <a:ext cx="188226" cy="108531"/>
              </a:xfrm>
              <a:custGeom>
                <a:avLst/>
                <a:gdLst/>
                <a:ahLst/>
                <a:cxnLst/>
                <a:rect l="l" t="t" r="r" b="b"/>
                <a:pathLst>
                  <a:path w="1769" h="1020" extrusionOk="0">
                    <a:moveTo>
                      <a:pt x="1" y="1020"/>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73" name="Google Shape;837;p41">
                <a:extLst>
                  <a:ext uri="{FF2B5EF4-FFF2-40B4-BE49-F238E27FC236}">
                    <a16:creationId xmlns:a16="http://schemas.microsoft.com/office/drawing/2014/main" id="{DFA7FD88-BF90-45AD-B0D3-09D3D1E62CC1}"/>
                  </a:ext>
                </a:extLst>
              </p:cNvPr>
              <p:cNvSpPr/>
              <p:nvPr/>
            </p:nvSpPr>
            <p:spPr>
              <a:xfrm>
                <a:off x="2524465" y="3951774"/>
                <a:ext cx="188226" cy="108531"/>
              </a:xfrm>
              <a:custGeom>
                <a:avLst/>
                <a:gdLst/>
                <a:ahLst/>
                <a:cxnLst/>
                <a:rect l="l" t="t" r="r" b="b"/>
                <a:pathLst>
                  <a:path w="1769" h="1020" fill="none" extrusionOk="0">
                    <a:moveTo>
                      <a:pt x="1" y="1020"/>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74" name="Google Shape;838;p41">
                <a:extLst>
                  <a:ext uri="{FF2B5EF4-FFF2-40B4-BE49-F238E27FC236}">
                    <a16:creationId xmlns:a16="http://schemas.microsoft.com/office/drawing/2014/main" id="{E022A43B-1AEF-4D45-BC67-F9BA2C789865}"/>
                  </a:ext>
                </a:extLst>
              </p:cNvPr>
              <p:cNvSpPr/>
              <p:nvPr/>
            </p:nvSpPr>
            <p:spPr>
              <a:xfrm>
                <a:off x="2553619" y="3968479"/>
                <a:ext cx="188332" cy="108743"/>
              </a:xfrm>
              <a:custGeom>
                <a:avLst/>
                <a:gdLst/>
                <a:ahLst/>
                <a:cxnLst/>
                <a:rect l="l" t="t" r="r" b="b"/>
                <a:pathLst>
                  <a:path w="1770" h="1022" extrusionOk="0">
                    <a:moveTo>
                      <a:pt x="1" y="1021"/>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75" name="Google Shape;839;p41">
                <a:extLst>
                  <a:ext uri="{FF2B5EF4-FFF2-40B4-BE49-F238E27FC236}">
                    <a16:creationId xmlns:a16="http://schemas.microsoft.com/office/drawing/2014/main" id="{8A1E7299-63CA-4D1C-83B9-BADEE41A6CA2}"/>
                  </a:ext>
                </a:extLst>
              </p:cNvPr>
              <p:cNvSpPr/>
              <p:nvPr/>
            </p:nvSpPr>
            <p:spPr>
              <a:xfrm>
                <a:off x="2553619" y="3968479"/>
                <a:ext cx="188332" cy="108743"/>
              </a:xfrm>
              <a:custGeom>
                <a:avLst/>
                <a:gdLst/>
                <a:ahLst/>
                <a:cxnLst/>
                <a:rect l="l" t="t" r="r" b="b"/>
                <a:pathLst>
                  <a:path w="1770" h="1022" fill="none" extrusionOk="0">
                    <a:moveTo>
                      <a:pt x="1" y="1021"/>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76" name="Google Shape;840;p41">
                <a:extLst>
                  <a:ext uri="{FF2B5EF4-FFF2-40B4-BE49-F238E27FC236}">
                    <a16:creationId xmlns:a16="http://schemas.microsoft.com/office/drawing/2014/main" id="{ADAE92D4-C80F-4433-B020-378922FEBDEE}"/>
                  </a:ext>
                </a:extLst>
              </p:cNvPr>
              <p:cNvSpPr/>
              <p:nvPr/>
            </p:nvSpPr>
            <p:spPr>
              <a:xfrm>
                <a:off x="2582668" y="3985291"/>
                <a:ext cx="188226" cy="108850"/>
              </a:xfrm>
              <a:custGeom>
                <a:avLst/>
                <a:gdLst/>
                <a:ahLst/>
                <a:cxnLst/>
                <a:rect l="l" t="t" r="r" b="b"/>
                <a:pathLst>
                  <a:path w="1769" h="1023" extrusionOk="0">
                    <a:moveTo>
                      <a:pt x="0" y="1022"/>
                    </a:moveTo>
                    <a:lnTo>
                      <a:pt x="1769"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77" name="Google Shape;841;p41">
                <a:extLst>
                  <a:ext uri="{FF2B5EF4-FFF2-40B4-BE49-F238E27FC236}">
                    <a16:creationId xmlns:a16="http://schemas.microsoft.com/office/drawing/2014/main" id="{C7D91D5B-6791-4297-A45E-C11BB1C53E6A}"/>
                  </a:ext>
                </a:extLst>
              </p:cNvPr>
              <p:cNvSpPr/>
              <p:nvPr/>
            </p:nvSpPr>
            <p:spPr>
              <a:xfrm>
                <a:off x="2582668" y="3985291"/>
                <a:ext cx="188226" cy="108850"/>
              </a:xfrm>
              <a:custGeom>
                <a:avLst/>
                <a:gdLst/>
                <a:ahLst/>
                <a:cxnLst/>
                <a:rect l="l" t="t" r="r" b="b"/>
                <a:pathLst>
                  <a:path w="1769" h="1023" fill="none" extrusionOk="0">
                    <a:moveTo>
                      <a:pt x="0" y="1022"/>
                    </a:moveTo>
                    <a:lnTo>
                      <a:pt x="1769"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78" name="Google Shape;842;p41">
                <a:extLst>
                  <a:ext uri="{FF2B5EF4-FFF2-40B4-BE49-F238E27FC236}">
                    <a16:creationId xmlns:a16="http://schemas.microsoft.com/office/drawing/2014/main" id="{B9F1A7F5-886D-47FF-88B9-A0688EA4D7AD}"/>
                  </a:ext>
                </a:extLst>
              </p:cNvPr>
              <p:cNvSpPr/>
              <p:nvPr/>
            </p:nvSpPr>
            <p:spPr>
              <a:xfrm>
                <a:off x="2611716" y="4002209"/>
                <a:ext cx="188226" cy="109382"/>
              </a:xfrm>
              <a:custGeom>
                <a:avLst/>
                <a:gdLst/>
                <a:ahLst/>
                <a:cxnLst/>
                <a:rect l="l" t="t" r="r" b="b"/>
                <a:pathLst>
                  <a:path w="1769" h="1028" extrusionOk="0">
                    <a:moveTo>
                      <a:pt x="0" y="1027"/>
                    </a:moveTo>
                    <a:lnTo>
                      <a:pt x="1768"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79" name="Google Shape;843;p41">
                <a:extLst>
                  <a:ext uri="{FF2B5EF4-FFF2-40B4-BE49-F238E27FC236}">
                    <a16:creationId xmlns:a16="http://schemas.microsoft.com/office/drawing/2014/main" id="{8F93A15D-D6A0-4365-B33C-9E62C61CE831}"/>
                  </a:ext>
                </a:extLst>
              </p:cNvPr>
              <p:cNvSpPr/>
              <p:nvPr/>
            </p:nvSpPr>
            <p:spPr>
              <a:xfrm>
                <a:off x="2611716" y="4002209"/>
                <a:ext cx="188226" cy="109382"/>
              </a:xfrm>
              <a:custGeom>
                <a:avLst/>
                <a:gdLst/>
                <a:ahLst/>
                <a:cxnLst/>
                <a:rect l="l" t="t" r="r" b="b"/>
                <a:pathLst>
                  <a:path w="1769" h="1028" fill="none" extrusionOk="0">
                    <a:moveTo>
                      <a:pt x="0" y="1027"/>
                    </a:moveTo>
                    <a:lnTo>
                      <a:pt x="1768"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80" name="Google Shape;844;p41">
                <a:extLst>
                  <a:ext uri="{FF2B5EF4-FFF2-40B4-BE49-F238E27FC236}">
                    <a16:creationId xmlns:a16="http://schemas.microsoft.com/office/drawing/2014/main" id="{1D910D15-58E8-4A39-BE6A-87229C3F55C7}"/>
                  </a:ext>
                </a:extLst>
              </p:cNvPr>
              <p:cNvSpPr/>
              <p:nvPr/>
            </p:nvSpPr>
            <p:spPr>
              <a:xfrm>
                <a:off x="2640870" y="4018914"/>
                <a:ext cx="188226" cy="109488"/>
              </a:xfrm>
              <a:custGeom>
                <a:avLst/>
                <a:gdLst/>
                <a:ahLst/>
                <a:cxnLst/>
                <a:rect l="l" t="t" r="r" b="b"/>
                <a:pathLst>
                  <a:path w="1769" h="1029" extrusionOk="0">
                    <a:moveTo>
                      <a:pt x="0" y="1029"/>
                    </a:moveTo>
                    <a:lnTo>
                      <a:pt x="1769"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81" name="Google Shape;845;p41">
                <a:extLst>
                  <a:ext uri="{FF2B5EF4-FFF2-40B4-BE49-F238E27FC236}">
                    <a16:creationId xmlns:a16="http://schemas.microsoft.com/office/drawing/2014/main" id="{F766D626-EAE1-440B-BF5B-06E6B039AC54}"/>
                  </a:ext>
                </a:extLst>
              </p:cNvPr>
              <p:cNvSpPr/>
              <p:nvPr/>
            </p:nvSpPr>
            <p:spPr>
              <a:xfrm>
                <a:off x="2640870" y="4018914"/>
                <a:ext cx="188226" cy="109488"/>
              </a:xfrm>
              <a:custGeom>
                <a:avLst/>
                <a:gdLst/>
                <a:ahLst/>
                <a:cxnLst/>
                <a:rect l="l" t="t" r="r" b="b"/>
                <a:pathLst>
                  <a:path w="1769" h="1029" fill="none" extrusionOk="0">
                    <a:moveTo>
                      <a:pt x="0" y="1029"/>
                    </a:moveTo>
                    <a:lnTo>
                      <a:pt x="1769"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82" name="Google Shape;846;p41">
                <a:extLst>
                  <a:ext uri="{FF2B5EF4-FFF2-40B4-BE49-F238E27FC236}">
                    <a16:creationId xmlns:a16="http://schemas.microsoft.com/office/drawing/2014/main" id="{54831A3C-9F6E-4E68-AE23-A43DDF7BF52F}"/>
                  </a:ext>
                </a:extLst>
              </p:cNvPr>
              <p:cNvSpPr/>
              <p:nvPr/>
            </p:nvSpPr>
            <p:spPr>
              <a:xfrm>
                <a:off x="2231537" y="3884633"/>
                <a:ext cx="677039" cy="390178"/>
              </a:xfrm>
              <a:custGeom>
                <a:avLst/>
                <a:gdLst/>
                <a:ahLst/>
                <a:cxnLst/>
                <a:rect l="l" t="t" r="r" b="b"/>
                <a:pathLst>
                  <a:path w="6363" h="3667" extrusionOk="0">
                    <a:moveTo>
                      <a:pt x="2592" y="0"/>
                    </a:moveTo>
                    <a:cubicBezTo>
                      <a:pt x="2549" y="0"/>
                      <a:pt x="2506" y="9"/>
                      <a:pt x="2474" y="27"/>
                    </a:cubicBezTo>
                    <a:lnTo>
                      <a:pt x="878" y="954"/>
                    </a:lnTo>
                    <a:lnTo>
                      <a:pt x="66" y="1428"/>
                    </a:lnTo>
                    <a:cubicBezTo>
                      <a:pt x="0" y="1464"/>
                      <a:pt x="0" y="1528"/>
                      <a:pt x="66" y="1564"/>
                    </a:cubicBezTo>
                    <a:lnTo>
                      <a:pt x="325" y="1716"/>
                    </a:lnTo>
                    <a:lnTo>
                      <a:pt x="461" y="1637"/>
                    </a:lnTo>
                    <a:cubicBezTo>
                      <a:pt x="432" y="1594"/>
                      <a:pt x="440" y="1544"/>
                      <a:pt x="497" y="1508"/>
                    </a:cubicBezTo>
                    <a:cubicBezTo>
                      <a:pt x="537" y="1486"/>
                      <a:pt x="585" y="1475"/>
                      <a:pt x="633" y="1475"/>
                    </a:cubicBezTo>
                    <a:cubicBezTo>
                      <a:pt x="682" y="1475"/>
                      <a:pt x="730" y="1486"/>
                      <a:pt x="770" y="1508"/>
                    </a:cubicBezTo>
                    <a:cubicBezTo>
                      <a:pt x="842" y="1551"/>
                      <a:pt x="842" y="1623"/>
                      <a:pt x="770" y="1666"/>
                    </a:cubicBezTo>
                    <a:cubicBezTo>
                      <a:pt x="734" y="1688"/>
                      <a:pt x="687" y="1699"/>
                      <a:pt x="639" y="1699"/>
                    </a:cubicBezTo>
                    <a:cubicBezTo>
                      <a:pt x="610" y="1699"/>
                      <a:pt x="581" y="1695"/>
                      <a:pt x="554" y="1687"/>
                    </a:cubicBezTo>
                    <a:lnTo>
                      <a:pt x="411" y="1766"/>
                    </a:lnTo>
                    <a:lnTo>
                      <a:pt x="922" y="2061"/>
                    </a:lnTo>
                    <a:lnTo>
                      <a:pt x="1058" y="1982"/>
                    </a:lnTo>
                    <a:cubicBezTo>
                      <a:pt x="1022" y="1939"/>
                      <a:pt x="1035" y="1889"/>
                      <a:pt x="1094" y="1853"/>
                    </a:cubicBezTo>
                    <a:cubicBezTo>
                      <a:pt x="1129" y="1831"/>
                      <a:pt x="1178" y="1820"/>
                      <a:pt x="1227" y="1820"/>
                    </a:cubicBezTo>
                    <a:cubicBezTo>
                      <a:pt x="1276" y="1820"/>
                      <a:pt x="1327" y="1831"/>
                      <a:pt x="1367" y="1853"/>
                    </a:cubicBezTo>
                    <a:cubicBezTo>
                      <a:pt x="1439" y="1896"/>
                      <a:pt x="1439" y="1968"/>
                      <a:pt x="1367" y="2011"/>
                    </a:cubicBezTo>
                    <a:cubicBezTo>
                      <a:pt x="1331" y="2033"/>
                      <a:pt x="1281" y="2044"/>
                      <a:pt x="1231" y="2044"/>
                    </a:cubicBezTo>
                    <a:cubicBezTo>
                      <a:pt x="1201" y="2044"/>
                      <a:pt x="1171" y="2040"/>
                      <a:pt x="1144" y="2032"/>
                    </a:cubicBezTo>
                    <a:lnTo>
                      <a:pt x="1008" y="2111"/>
                    </a:lnTo>
                    <a:lnTo>
                      <a:pt x="1518" y="2406"/>
                    </a:lnTo>
                    <a:lnTo>
                      <a:pt x="1655" y="2327"/>
                    </a:lnTo>
                    <a:cubicBezTo>
                      <a:pt x="1618" y="2284"/>
                      <a:pt x="1632" y="2234"/>
                      <a:pt x="1691" y="2198"/>
                    </a:cubicBezTo>
                    <a:cubicBezTo>
                      <a:pt x="1726" y="2176"/>
                      <a:pt x="1775" y="2165"/>
                      <a:pt x="1823" y="2165"/>
                    </a:cubicBezTo>
                    <a:cubicBezTo>
                      <a:pt x="1872" y="2165"/>
                      <a:pt x="1920" y="2176"/>
                      <a:pt x="1957" y="2198"/>
                    </a:cubicBezTo>
                    <a:cubicBezTo>
                      <a:pt x="2036" y="2241"/>
                      <a:pt x="2036" y="2313"/>
                      <a:pt x="1964" y="2356"/>
                    </a:cubicBezTo>
                    <a:cubicBezTo>
                      <a:pt x="1923" y="2377"/>
                      <a:pt x="1875" y="2386"/>
                      <a:pt x="1828" y="2386"/>
                    </a:cubicBezTo>
                    <a:cubicBezTo>
                      <a:pt x="1798" y="2386"/>
                      <a:pt x="1768" y="2382"/>
                      <a:pt x="1741" y="2377"/>
                    </a:cubicBezTo>
                    <a:lnTo>
                      <a:pt x="1605" y="2456"/>
                    </a:lnTo>
                    <a:lnTo>
                      <a:pt x="2114" y="2751"/>
                    </a:lnTo>
                    <a:lnTo>
                      <a:pt x="2252" y="2665"/>
                    </a:lnTo>
                    <a:cubicBezTo>
                      <a:pt x="2215" y="2629"/>
                      <a:pt x="2229" y="2579"/>
                      <a:pt x="2286" y="2543"/>
                    </a:cubicBezTo>
                    <a:cubicBezTo>
                      <a:pt x="2322" y="2521"/>
                      <a:pt x="2371" y="2510"/>
                      <a:pt x="2420" y="2510"/>
                    </a:cubicBezTo>
                    <a:cubicBezTo>
                      <a:pt x="2469" y="2510"/>
                      <a:pt x="2517" y="2521"/>
                      <a:pt x="2554" y="2543"/>
                    </a:cubicBezTo>
                    <a:cubicBezTo>
                      <a:pt x="2631" y="2586"/>
                      <a:pt x="2631" y="2658"/>
                      <a:pt x="2554" y="2701"/>
                    </a:cubicBezTo>
                    <a:cubicBezTo>
                      <a:pt x="2518" y="2718"/>
                      <a:pt x="2472" y="2727"/>
                      <a:pt x="2426" y="2727"/>
                    </a:cubicBezTo>
                    <a:cubicBezTo>
                      <a:pt x="2396" y="2727"/>
                      <a:pt x="2366" y="2723"/>
                      <a:pt x="2338" y="2715"/>
                    </a:cubicBezTo>
                    <a:lnTo>
                      <a:pt x="2200" y="2801"/>
                    </a:lnTo>
                    <a:lnTo>
                      <a:pt x="2704" y="3089"/>
                    </a:lnTo>
                    <a:lnTo>
                      <a:pt x="2847" y="3010"/>
                    </a:lnTo>
                    <a:cubicBezTo>
                      <a:pt x="2812" y="2967"/>
                      <a:pt x="2819" y="2917"/>
                      <a:pt x="2883" y="2888"/>
                    </a:cubicBezTo>
                    <a:cubicBezTo>
                      <a:pt x="2919" y="2866"/>
                      <a:pt x="2968" y="2855"/>
                      <a:pt x="3016" y="2855"/>
                    </a:cubicBezTo>
                    <a:cubicBezTo>
                      <a:pt x="3065" y="2855"/>
                      <a:pt x="3113" y="2866"/>
                      <a:pt x="3149" y="2888"/>
                    </a:cubicBezTo>
                    <a:cubicBezTo>
                      <a:pt x="3228" y="2931"/>
                      <a:pt x="3228" y="2995"/>
                      <a:pt x="3149" y="3038"/>
                    </a:cubicBezTo>
                    <a:cubicBezTo>
                      <a:pt x="3113" y="3060"/>
                      <a:pt x="3065" y="3072"/>
                      <a:pt x="3017" y="3072"/>
                    </a:cubicBezTo>
                    <a:cubicBezTo>
                      <a:pt x="2989" y="3072"/>
                      <a:pt x="2960" y="3068"/>
                      <a:pt x="2933" y="3060"/>
                    </a:cubicBezTo>
                    <a:lnTo>
                      <a:pt x="2797" y="3139"/>
                    </a:lnTo>
                    <a:lnTo>
                      <a:pt x="3300" y="3434"/>
                    </a:lnTo>
                    <a:lnTo>
                      <a:pt x="3437" y="3355"/>
                    </a:lnTo>
                    <a:cubicBezTo>
                      <a:pt x="3407" y="3312"/>
                      <a:pt x="3416" y="3262"/>
                      <a:pt x="3473" y="3226"/>
                    </a:cubicBezTo>
                    <a:cubicBezTo>
                      <a:pt x="3513" y="3204"/>
                      <a:pt x="3563" y="3193"/>
                      <a:pt x="3613" y="3193"/>
                    </a:cubicBezTo>
                    <a:cubicBezTo>
                      <a:pt x="3662" y="3193"/>
                      <a:pt x="3710" y="3204"/>
                      <a:pt x="3746" y="3226"/>
                    </a:cubicBezTo>
                    <a:cubicBezTo>
                      <a:pt x="3818" y="3269"/>
                      <a:pt x="3818" y="3340"/>
                      <a:pt x="3746" y="3383"/>
                    </a:cubicBezTo>
                    <a:cubicBezTo>
                      <a:pt x="3710" y="3406"/>
                      <a:pt x="3662" y="3417"/>
                      <a:pt x="3614" y="3417"/>
                    </a:cubicBezTo>
                    <a:cubicBezTo>
                      <a:pt x="3586" y="3417"/>
                      <a:pt x="3557" y="3413"/>
                      <a:pt x="3530" y="3405"/>
                    </a:cubicBezTo>
                    <a:lnTo>
                      <a:pt x="3394" y="3484"/>
                    </a:lnTo>
                    <a:lnTo>
                      <a:pt x="3652" y="3635"/>
                    </a:lnTo>
                    <a:cubicBezTo>
                      <a:pt x="3685" y="3656"/>
                      <a:pt x="3727" y="3667"/>
                      <a:pt x="3768" y="3667"/>
                    </a:cubicBezTo>
                    <a:cubicBezTo>
                      <a:pt x="3809" y="3667"/>
                      <a:pt x="3850" y="3656"/>
                      <a:pt x="3882" y="3635"/>
                    </a:cubicBezTo>
                    <a:lnTo>
                      <a:pt x="6297" y="2234"/>
                    </a:lnTo>
                    <a:cubicBezTo>
                      <a:pt x="6363" y="2198"/>
                      <a:pt x="6363" y="2141"/>
                      <a:pt x="6297" y="2098"/>
                    </a:cubicBezTo>
                    <a:lnTo>
                      <a:pt x="5636" y="1716"/>
                    </a:lnTo>
                    <a:lnTo>
                      <a:pt x="5234" y="1485"/>
                    </a:lnTo>
                    <a:lnTo>
                      <a:pt x="4960" y="1328"/>
                    </a:lnTo>
                    <a:lnTo>
                      <a:pt x="4687" y="1169"/>
                    </a:lnTo>
                    <a:lnTo>
                      <a:pt x="4415" y="1011"/>
                    </a:lnTo>
                    <a:lnTo>
                      <a:pt x="4141" y="854"/>
                    </a:lnTo>
                    <a:lnTo>
                      <a:pt x="3868" y="695"/>
                    </a:lnTo>
                    <a:lnTo>
                      <a:pt x="3595" y="536"/>
                    </a:lnTo>
                    <a:lnTo>
                      <a:pt x="3321" y="379"/>
                    </a:lnTo>
                    <a:lnTo>
                      <a:pt x="3042" y="221"/>
                    </a:lnTo>
                    <a:lnTo>
                      <a:pt x="2769" y="62"/>
                    </a:lnTo>
                    <a:lnTo>
                      <a:pt x="2710" y="27"/>
                    </a:lnTo>
                    <a:cubicBezTo>
                      <a:pt x="2679" y="9"/>
                      <a:pt x="2635" y="0"/>
                      <a:pt x="2592"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83" name="Google Shape;847;p41">
                <a:extLst>
                  <a:ext uri="{FF2B5EF4-FFF2-40B4-BE49-F238E27FC236}">
                    <a16:creationId xmlns:a16="http://schemas.microsoft.com/office/drawing/2014/main" id="{FA68FBC3-75E0-4E2B-AD69-F8911196DE12}"/>
                  </a:ext>
                </a:extLst>
              </p:cNvPr>
              <p:cNvSpPr/>
              <p:nvPr/>
            </p:nvSpPr>
            <p:spPr>
              <a:xfrm>
                <a:off x="2337089" y="3920385"/>
                <a:ext cx="188226" cy="108531"/>
              </a:xfrm>
              <a:custGeom>
                <a:avLst/>
                <a:gdLst/>
                <a:ahLst/>
                <a:cxnLst/>
                <a:rect l="l" t="t" r="r" b="b"/>
                <a:pathLst>
                  <a:path w="1769" h="1020" extrusionOk="0">
                    <a:moveTo>
                      <a:pt x="0" y="1020"/>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84" name="Google Shape;848;p41">
                <a:extLst>
                  <a:ext uri="{FF2B5EF4-FFF2-40B4-BE49-F238E27FC236}">
                    <a16:creationId xmlns:a16="http://schemas.microsoft.com/office/drawing/2014/main" id="{F717EF20-C441-4205-AA01-38EFBD462E39}"/>
                  </a:ext>
                </a:extLst>
              </p:cNvPr>
              <p:cNvSpPr/>
              <p:nvPr/>
            </p:nvSpPr>
            <p:spPr>
              <a:xfrm>
                <a:off x="2337089" y="3920385"/>
                <a:ext cx="188226" cy="108531"/>
              </a:xfrm>
              <a:custGeom>
                <a:avLst/>
                <a:gdLst/>
                <a:ahLst/>
                <a:cxnLst/>
                <a:rect l="l" t="t" r="r" b="b"/>
                <a:pathLst>
                  <a:path w="1769" h="1020" fill="none" extrusionOk="0">
                    <a:moveTo>
                      <a:pt x="0" y="1020"/>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85" name="Google Shape;849;p41">
                <a:extLst>
                  <a:ext uri="{FF2B5EF4-FFF2-40B4-BE49-F238E27FC236}">
                    <a16:creationId xmlns:a16="http://schemas.microsoft.com/office/drawing/2014/main" id="{4D522750-4736-4CD4-B8B3-3D6E5C982853}"/>
                  </a:ext>
                </a:extLst>
              </p:cNvPr>
              <p:cNvSpPr/>
              <p:nvPr/>
            </p:nvSpPr>
            <p:spPr>
              <a:xfrm>
                <a:off x="2366243" y="3937090"/>
                <a:ext cx="188226" cy="108743"/>
              </a:xfrm>
              <a:custGeom>
                <a:avLst/>
                <a:gdLst/>
                <a:ahLst/>
                <a:cxnLst/>
                <a:rect l="l" t="t" r="r" b="b"/>
                <a:pathLst>
                  <a:path w="1769" h="1022" extrusionOk="0">
                    <a:moveTo>
                      <a:pt x="1" y="1021"/>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86" name="Google Shape;850;p41">
                <a:extLst>
                  <a:ext uri="{FF2B5EF4-FFF2-40B4-BE49-F238E27FC236}">
                    <a16:creationId xmlns:a16="http://schemas.microsoft.com/office/drawing/2014/main" id="{B0EBAC1D-A300-41FE-B1CF-F29F56BF5B55}"/>
                  </a:ext>
                </a:extLst>
              </p:cNvPr>
              <p:cNvSpPr/>
              <p:nvPr/>
            </p:nvSpPr>
            <p:spPr>
              <a:xfrm>
                <a:off x="2366243" y="3937090"/>
                <a:ext cx="188226" cy="108743"/>
              </a:xfrm>
              <a:custGeom>
                <a:avLst/>
                <a:gdLst/>
                <a:ahLst/>
                <a:cxnLst/>
                <a:rect l="l" t="t" r="r" b="b"/>
                <a:pathLst>
                  <a:path w="1769" h="1022" fill="none" extrusionOk="0">
                    <a:moveTo>
                      <a:pt x="1" y="1021"/>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87" name="Google Shape;851;p41">
                <a:extLst>
                  <a:ext uri="{FF2B5EF4-FFF2-40B4-BE49-F238E27FC236}">
                    <a16:creationId xmlns:a16="http://schemas.microsoft.com/office/drawing/2014/main" id="{408A727E-C34B-495B-9EF5-93299886322D}"/>
                  </a:ext>
                </a:extLst>
              </p:cNvPr>
              <p:cNvSpPr/>
              <p:nvPr/>
            </p:nvSpPr>
            <p:spPr>
              <a:xfrm>
                <a:off x="2395291" y="3953902"/>
                <a:ext cx="188226" cy="108850"/>
              </a:xfrm>
              <a:custGeom>
                <a:avLst/>
                <a:gdLst/>
                <a:ahLst/>
                <a:cxnLst/>
                <a:rect l="l" t="t" r="r" b="b"/>
                <a:pathLst>
                  <a:path w="1769" h="1023" extrusionOk="0">
                    <a:moveTo>
                      <a:pt x="0" y="1022"/>
                    </a:moveTo>
                    <a:lnTo>
                      <a:pt x="1768"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88" name="Google Shape;852;p41">
                <a:extLst>
                  <a:ext uri="{FF2B5EF4-FFF2-40B4-BE49-F238E27FC236}">
                    <a16:creationId xmlns:a16="http://schemas.microsoft.com/office/drawing/2014/main" id="{C1C88B71-944D-4197-992A-A6BAF72FE002}"/>
                  </a:ext>
                </a:extLst>
              </p:cNvPr>
              <p:cNvSpPr/>
              <p:nvPr/>
            </p:nvSpPr>
            <p:spPr>
              <a:xfrm>
                <a:off x="2395291" y="3953902"/>
                <a:ext cx="188226" cy="108850"/>
              </a:xfrm>
              <a:custGeom>
                <a:avLst/>
                <a:gdLst/>
                <a:ahLst/>
                <a:cxnLst/>
                <a:rect l="l" t="t" r="r" b="b"/>
                <a:pathLst>
                  <a:path w="1769" h="1023" fill="none" extrusionOk="0">
                    <a:moveTo>
                      <a:pt x="0" y="1022"/>
                    </a:moveTo>
                    <a:lnTo>
                      <a:pt x="1768"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89" name="Google Shape;853;p41">
                <a:extLst>
                  <a:ext uri="{FF2B5EF4-FFF2-40B4-BE49-F238E27FC236}">
                    <a16:creationId xmlns:a16="http://schemas.microsoft.com/office/drawing/2014/main" id="{70E5AB9B-AC25-4AB8-9DA8-A3F26B779F77}"/>
                  </a:ext>
                </a:extLst>
              </p:cNvPr>
              <p:cNvSpPr/>
              <p:nvPr/>
            </p:nvSpPr>
            <p:spPr>
              <a:xfrm>
                <a:off x="2424233" y="3970820"/>
                <a:ext cx="188226" cy="109488"/>
              </a:xfrm>
              <a:custGeom>
                <a:avLst/>
                <a:gdLst/>
                <a:ahLst/>
                <a:cxnLst/>
                <a:rect l="l" t="t" r="r" b="b"/>
                <a:pathLst>
                  <a:path w="1769" h="1029" extrusionOk="0">
                    <a:moveTo>
                      <a:pt x="1" y="1029"/>
                    </a:moveTo>
                    <a:lnTo>
                      <a:pt x="1769"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90" name="Google Shape;854;p41">
                <a:extLst>
                  <a:ext uri="{FF2B5EF4-FFF2-40B4-BE49-F238E27FC236}">
                    <a16:creationId xmlns:a16="http://schemas.microsoft.com/office/drawing/2014/main" id="{9345E2D6-CBB3-476D-831E-56208EF8CF08}"/>
                  </a:ext>
                </a:extLst>
              </p:cNvPr>
              <p:cNvSpPr/>
              <p:nvPr/>
            </p:nvSpPr>
            <p:spPr>
              <a:xfrm>
                <a:off x="2424233" y="3970820"/>
                <a:ext cx="188226" cy="109488"/>
              </a:xfrm>
              <a:custGeom>
                <a:avLst/>
                <a:gdLst/>
                <a:ahLst/>
                <a:cxnLst/>
                <a:rect l="l" t="t" r="r" b="b"/>
                <a:pathLst>
                  <a:path w="1769" h="1029" fill="none" extrusionOk="0">
                    <a:moveTo>
                      <a:pt x="1" y="1029"/>
                    </a:moveTo>
                    <a:lnTo>
                      <a:pt x="1769"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91" name="Google Shape;855;p41">
                <a:extLst>
                  <a:ext uri="{FF2B5EF4-FFF2-40B4-BE49-F238E27FC236}">
                    <a16:creationId xmlns:a16="http://schemas.microsoft.com/office/drawing/2014/main" id="{3A952626-275A-40A0-849B-D111BD30BB22}"/>
                  </a:ext>
                </a:extLst>
              </p:cNvPr>
              <p:cNvSpPr/>
              <p:nvPr/>
            </p:nvSpPr>
            <p:spPr>
              <a:xfrm>
                <a:off x="2484777" y="3987525"/>
                <a:ext cx="156944" cy="91187"/>
              </a:xfrm>
              <a:custGeom>
                <a:avLst/>
                <a:gdLst/>
                <a:ahLst/>
                <a:cxnLst/>
                <a:rect l="l" t="t" r="r" b="b"/>
                <a:pathLst>
                  <a:path w="1475" h="857" extrusionOk="0">
                    <a:moveTo>
                      <a:pt x="1474" y="1"/>
                    </a:moveTo>
                    <a:lnTo>
                      <a:pt x="1" y="856"/>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92" name="Google Shape;856;p41">
                <a:extLst>
                  <a:ext uri="{FF2B5EF4-FFF2-40B4-BE49-F238E27FC236}">
                    <a16:creationId xmlns:a16="http://schemas.microsoft.com/office/drawing/2014/main" id="{4D2350CB-2683-4EF4-97AC-18C32394DDED}"/>
                  </a:ext>
                </a:extLst>
              </p:cNvPr>
              <p:cNvSpPr/>
              <p:nvPr/>
            </p:nvSpPr>
            <p:spPr>
              <a:xfrm>
                <a:off x="2484777" y="3987525"/>
                <a:ext cx="156944" cy="91187"/>
              </a:xfrm>
              <a:custGeom>
                <a:avLst/>
                <a:gdLst/>
                <a:ahLst/>
                <a:cxnLst/>
                <a:rect l="l" t="t" r="r" b="b"/>
                <a:pathLst>
                  <a:path w="1475" h="857" fill="none" extrusionOk="0">
                    <a:moveTo>
                      <a:pt x="1474" y="1"/>
                    </a:moveTo>
                    <a:lnTo>
                      <a:pt x="1" y="856"/>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93" name="Google Shape;857;p41">
                <a:extLst>
                  <a:ext uri="{FF2B5EF4-FFF2-40B4-BE49-F238E27FC236}">
                    <a16:creationId xmlns:a16="http://schemas.microsoft.com/office/drawing/2014/main" id="{B5840ECD-544C-4ED1-A18D-9DBFA8ABDDA7}"/>
                  </a:ext>
                </a:extLst>
              </p:cNvPr>
              <p:cNvSpPr/>
              <p:nvPr/>
            </p:nvSpPr>
            <p:spPr>
              <a:xfrm>
                <a:off x="2453388" y="4078607"/>
                <a:ext cx="31495" cy="18408"/>
              </a:xfrm>
              <a:custGeom>
                <a:avLst/>
                <a:gdLst/>
                <a:ahLst/>
                <a:cxnLst/>
                <a:rect l="l" t="t" r="r" b="b"/>
                <a:pathLst>
                  <a:path w="296" h="173" extrusionOk="0">
                    <a:moveTo>
                      <a:pt x="296" y="0"/>
                    </a:moveTo>
                    <a:lnTo>
                      <a:pt x="1" y="173"/>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94" name="Google Shape;858;p41">
                <a:extLst>
                  <a:ext uri="{FF2B5EF4-FFF2-40B4-BE49-F238E27FC236}">
                    <a16:creationId xmlns:a16="http://schemas.microsoft.com/office/drawing/2014/main" id="{7D8EFB93-9CCF-4AD2-9C57-8FCA5C7DB6FE}"/>
                  </a:ext>
                </a:extLst>
              </p:cNvPr>
              <p:cNvSpPr/>
              <p:nvPr/>
            </p:nvSpPr>
            <p:spPr>
              <a:xfrm>
                <a:off x="2453388" y="4078607"/>
                <a:ext cx="31495" cy="18408"/>
              </a:xfrm>
              <a:custGeom>
                <a:avLst/>
                <a:gdLst/>
                <a:ahLst/>
                <a:cxnLst/>
                <a:rect l="l" t="t" r="r" b="b"/>
                <a:pathLst>
                  <a:path w="296" h="173" fill="none" extrusionOk="0">
                    <a:moveTo>
                      <a:pt x="296" y="0"/>
                    </a:moveTo>
                    <a:lnTo>
                      <a:pt x="1" y="173"/>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95" name="Google Shape;859;p41">
                <a:extLst>
                  <a:ext uri="{FF2B5EF4-FFF2-40B4-BE49-F238E27FC236}">
                    <a16:creationId xmlns:a16="http://schemas.microsoft.com/office/drawing/2014/main" id="{CA37861C-C25E-477D-845D-D5616295F6BF}"/>
                  </a:ext>
                </a:extLst>
              </p:cNvPr>
              <p:cNvSpPr/>
              <p:nvPr/>
            </p:nvSpPr>
            <p:spPr>
              <a:xfrm>
                <a:off x="2482436" y="4004443"/>
                <a:ext cx="188226" cy="109488"/>
              </a:xfrm>
              <a:custGeom>
                <a:avLst/>
                <a:gdLst/>
                <a:ahLst/>
                <a:cxnLst/>
                <a:rect l="l" t="t" r="r" b="b"/>
                <a:pathLst>
                  <a:path w="1769" h="1029" extrusionOk="0">
                    <a:moveTo>
                      <a:pt x="1" y="1028"/>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96" name="Google Shape;860;p41">
                <a:extLst>
                  <a:ext uri="{FF2B5EF4-FFF2-40B4-BE49-F238E27FC236}">
                    <a16:creationId xmlns:a16="http://schemas.microsoft.com/office/drawing/2014/main" id="{11DFDA05-378C-45F9-A287-8BB71C26622B}"/>
                  </a:ext>
                </a:extLst>
              </p:cNvPr>
              <p:cNvSpPr/>
              <p:nvPr/>
            </p:nvSpPr>
            <p:spPr>
              <a:xfrm>
                <a:off x="2482436" y="4004443"/>
                <a:ext cx="188226" cy="109488"/>
              </a:xfrm>
              <a:custGeom>
                <a:avLst/>
                <a:gdLst/>
                <a:ahLst/>
                <a:cxnLst/>
                <a:rect l="l" t="t" r="r" b="b"/>
                <a:pathLst>
                  <a:path w="1769" h="1029" fill="none" extrusionOk="0">
                    <a:moveTo>
                      <a:pt x="1" y="1028"/>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97" name="Google Shape;861;p41">
                <a:extLst>
                  <a:ext uri="{FF2B5EF4-FFF2-40B4-BE49-F238E27FC236}">
                    <a16:creationId xmlns:a16="http://schemas.microsoft.com/office/drawing/2014/main" id="{8BF1F90F-4CA6-43C9-8945-1746BDE04BD1}"/>
                  </a:ext>
                </a:extLst>
              </p:cNvPr>
              <p:cNvSpPr/>
              <p:nvPr/>
            </p:nvSpPr>
            <p:spPr>
              <a:xfrm>
                <a:off x="2511484" y="4022000"/>
                <a:ext cx="188226" cy="108850"/>
              </a:xfrm>
              <a:custGeom>
                <a:avLst/>
                <a:gdLst/>
                <a:ahLst/>
                <a:cxnLst/>
                <a:rect l="l" t="t" r="r" b="b"/>
                <a:pathLst>
                  <a:path w="1769" h="1023" extrusionOk="0">
                    <a:moveTo>
                      <a:pt x="0" y="1022"/>
                    </a:moveTo>
                    <a:lnTo>
                      <a:pt x="1768"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98" name="Google Shape;862;p41">
                <a:extLst>
                  <a:ext uri="{FF2B5EF4-FFF2-40B4-BE49-F238E27FC236}">
                    <a16:creationId xmlns:a16="http://schemas.microsoft.com/office/drawing/2014/main" id="{DC5BB5D4-93E8-4BF9-8E30-1B347FD8F094}"/>
                  </a:ext>
                </a:extLst>
              </p:cNvPr>
              <p:cNvSpPr/>
              <p:nvPr/>
            </p:nvSpPr>
            <p:spPr>
              <a:xfrm>
                <a:off x="2511484" y="4022000"/>
                <a:ext cx="188226" cy="108850"/>
              </a:xfrm>
              <a:custGeom>
                <a:avLst/>
                <a:gdLst/>
                <a:ahLst/>
                <a:cxnLst/>
                <a:rect l="l" t="t" r="r" b="b"/>
                <a:pathLst>
                  <a:path w="1769" h="1023" fill="none" extrusionOk="0">
                    <a:moveTo>
                      <a:pt x="0" y="1022"/>
                    </a:moveTo>
                    <a:lnTo>
                      <a:pt x="1768"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99" name="Google Shape;863;p41">
                <a:extLst>
                  <a:ext uri="{FF2B5EF4-FFF2-40B4-BE49-F238E27FC236}">
                    <a16:creationId xmlns:a16="http://schemas.microsoft.com/office/drawing/2014/main" id="{FFAB49AD-3D1B-4EF1-A09A-D6B4F57F5F81}"/>
                  </a:ext>
                </a:extLst>
              </p:cNvPr>
              <p:cNvSpPr/>
              <p:nvPr/>
            </p:nvSpPr>
            <p:spPr>
              <a:xfrm>
                <a:off x="2540638" y="4038918"/>
                <a:ext cx="188226" cy="108637"/>
              </a:xfrm>
              <a:custGeom>
                <a:avLst/>
                <a:gdLst/>
                <a:ahLst/>
                <a:cxnLst/>
                <a:rect l="l" t="t" r="r" b="b"/>
                <a:pathLst>
                  <a:path w="1769" h="1021" extrusionOk="0">
                    <a:moveTo>
                      <a:pt x="0" y="1020"/>
                    </a:moveTo>
                    <a:lnTo>
                      <a:pt x="1769"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00" name="Google Shape;864;p41">
                <a:extLst>
                  <a:ext uri="{FF2B5EF4-FFF2-40B4-BE49-F238E27FC236}">
                    <a16:creationId xmlns:a16="http://schemas.microsoft.com/office/drawing/2014/main" id="{54B47714-AA57-4A70-B5A9-76936BA893D1}"/>
                  </a:ext>
                </a:extLst>
              </p:cNvPr>
              <p:cNvSpPr/>
              <p:nvPr/>
            </p:nvSpPr>
            <p:spPr>
              <a:xfrm>
                <a:off x="2540638" y="4038918"/>
                <a:ext cx="188226" cy="108637"/>
              </a:xfrm>
              <a:custGeom>
                <a:avLst/>
                <a:gdLst/>
                <a:ahLst/>
                <a:cxnLst/>
                <a:rect l="l" t="t" r="r" b="b"/>
                <a:pathLst>
                  <a:path w="1769" h="1021" fill="none" extrusionOk="0">
                    <a:moveTo>
                      <a:pt x="0" y="1020"/>
                    </a:moveTo>
                    <a:lnTo>
                      <a:pt x="1769"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01" name="Google Shape;865;p41">
                <a:extLst>
                  <a:ext uri="{FF2B5EF4-FFF2-40B4-BE49-F238E27FC236}">
                    <a16:creationId xmlns:a16="http://schemas.microsoft.com/office/drawing/2014/main" id="{4BA2EE44-BD89-44EC-BA96-A993C0070179}"/>
                  </a:ext>
                </a:extLst>
              </p:cNvPr>
              <p:cNvSpPr/>
              <p:nvPr/>
            </p:nvSpPr>
            <p:spPr>
              <a:xfrm>
                <a:off x="2569580" y="4055623"/>
                <a:ext cx="188332" cy="108743"/>
              </a:xfrm>
              <a:custGeom>
                <a:avLst/>
                <a:gdLst/>
                <a:ahLst/>
                <a:cxnLst/>
                <a:rect l="l" t="t" r="r" b="b"/>
                <a:pathLst>
                  <a:path w="1770" h="1022" extrusionOk="0">
                    <a:moveTo>
                      <a:pt x="1" y="1022"/>
                    </a:moveTo>
                    <a:lnTo>
                      <a:pt x="1769"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02" name="Google Shape;866;p41">
                <a:extLst>
                  <a:ext uri="{FF2B5EF4-FFF2-40B4-BE49-F238E27FC236}">
                    <a16:creationId xmlns:a16="http://schemas.microsoft.com/office/drawing/2014/main" id="{304A2685-1B7E-4710-ADFD-66B65E456E21}"/>
                  </a:ext>
                </a:extLst>
              </p:cNvPr>
              <p:cNvSpPr/>
              <p:nvPr/>
            </p:nvSpPr>
            <p:spPr>
              <a:xfrm>
                <a:off x="2569580" y="4055623"/>
                <a:ext cx="188332" cy="108743"/>
              </a:xfrm>
              <a:custGeom>
                <a:avLst/>
                <a:gdLst/>
                <a:ahLst/>
                <a:cxnLst/>
                <a:rect l="l" t="t" r="r" b="b"/>
                <a:pathLst>
                  <a:path w="1770" h="1022" fill="none" extrusionOk="0">
                    <a:moveTo>
                      <a:pt x="1" y="1022"/>
                    </a:moveTo>
                    <a:lnTo>
                      <a:pt x="1769"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03" name="Google Shape;867;p41">
                <a:extLst>
                  <a:ext uri="{FF2B5EF4-FFF2-40B4-BE49-F238E27FC236}">
                    <a16:creationId xmlns:a16="http://schemas.microsoft.com/office/drawing/2014/main" id="{454F7794-48AC-4D57-8FB6-C461C13ED650}"/>
                  </a:ext>
                </a:extLst>
              </p:cNvPr>
              <p:cNvSpPr/>
              <p:nvPr/>
            </p:nvSpPr>
            <p:spPr>
              <a:xfrm>
                <a:off x="2598628" y="4072542"/>
                <a:ext cx="188226" cy="108743"/>
              </a:xfrm>
              <a:custGeom>
                <a:avLst/>
                <a:gdLst/>
                <a:ahLst/>
                <a:cxnLst/>
                <a:rect l="l" t="t" r="r" b="b"/>
                <a:pathLst>
                  <a:path w="1769" h="1022" extrusionOk="0">
                    <a:moveTo>
                      <a:pt x="1" y="1022"/>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04" name="Google Shape;868;p41">
                <a:extLst>
                  <a:ext uri="{FF2B5EF4-FFF2-40B4-BE49-F238E27FC236}">
                    <a16:creationId xmlns:a16="http://schemas.microsoft.com/office/drawing/2014/main" id="{0C51CE04-B00C-40A6-A094-9AD5CA434333}"/>
                  </a:ext>
                </a:extLst>
              </p:cNvPr>
              <p:cNvSpPr/>
              <p:nvPr/>
            </p:nvSpPr>
            <p:spPr>
              <a:xfrm>
                <a:off x="2598628" y="4072542"/>
                <a:ext cx="188226" cy="108743"/>
              </a:xfrm>
              <a:custGeom>
                <a:avLst/>
                <a:gdLst/>
                <a:ahLst/>
                <a:cxnLst/>
                <a:rect l="l" t="t" r="r" b="b"/>
                <a:pathLst>
                  <a:path w="1769" h="1022" fill="none" extrusionOk="0">
                    <a:moveTo>
                      <a:pt x="1" y="1022"/>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05" name="Google Shape;869;p41">
                <a:extLst>
                  <a:ext uri="{FF2B5EF4-FFF2-40B4-BE49-F238E27FC236}">
                    <a16:creationId xmlns:a16="http://schemas.microsoft.com/office/drawing/2014/main" id="{B05A00F2-48EE-4204-962D-30C0B617BB33}"/>
                  </a:ext>
                </a:extLst>
              </p:cNvPr>
              <p:cNvSpPr/>
              <p:nvPr/>
            </p:nvSpPr>
            <p:spPr>
              <a:xfrm>
                <a:off x="2627783" y="4089460"/>
                <a:ext cx="188332" cy="108531"/>
              </a:xfrm>
              <a:custGeom>
                <a:avLst/>
                <a:gdLst/>
                <a:ahLst/>
                <a:cxnLst/>
                <a:rect l="l" t="t" r="r" b="b"/>
                <a:pathLst>
                  <a:path w="1770" h="1020" extrusionOk="0">
                    <a:moveTo>
                      <a:pt x="1" y="1020"/>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06" name="Google Shape;870;p41">
                <a:extLst>
                  <a:ext uri="{FF2B5EF4-FFF2-40B4-BE49-F238E27FC236}">
                    <a16:creationId xmlns:a16="http://schemas.microsoft.com/office/drawing/2014/main" id="{4B833F1E-0689-4638-8315-BC2A513DC6D7}"/>
                  </a:ext>
                </a:extLst>
              </p:cNvPr>
              <p:cNvSpPr/>
              <p:nvPr/>
            </p:nvSpPr>
            <p:spPr>
              <a:xfrm>
                <a:off x="2627783" y="4089460"/>
                <a:ext cx="188332" cy="108531"/>
              </a:xfrm>
              <a:custGeom>
                <a:avLst/>
                <a:gdLst/>
                <a:ahLst/>
                <a:cxnLst/>
                <a:rect l="l" t="t" r="r" b="b"/>
                <a:pathLst>
                  <a:path w="1770" h="1020" fill="none" extrusionOk="0">
                    <a:moveTo>
                      <a:pt x="1" y="1020"/>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07" name="Google Shape;871;p41">
                <a:extLst>
                  <a:ext uri="{FF2B5EF4-FFF2-40B4-BE49-F238E27FC236}">
                    <a16:creationId xmlns:a16="http://schemas.microsoft.com/office/drawing/2014/main" id="{94A3154E-B24C-4075-B074-CAB33E55B3DE}"/>
                  </a:ext>
                </a:extLst>
              </p:cNvPr>
              <p:cNvSpPr/>
              <p:nvPr/>
            </p:nvSpPr>
            <p:spPr>
              <a:xfrm>
                <a:off x="2656831" y="4106059"/>
                <a:ext cx="188226" cy="108850"/>
              </a:xfrm>
              <a:custGeom>
                <a:avLst/>
                <a:gdLst/>
                <a:ahLst/>
                <a:cxnLst/>
                <a:rect l="l" t="t" r="r" b="b"/>
                <a:pathLst>
                  <a:path w="1769" h="1023" extrusionOk="0">
                    <a:moveTo>
                      <a:pt x="0" y="1022"/>
                    </a:moveTo>
                    <a:lnTo>
                      <a:pt x="1769"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08" name="Google Shape;872;p41">
                <a:extLst>
                  <a:ext uri="{FF2B5EF4-FFF2-40B4-BE49-F238E27FC236}">
                    <a16:creationId xmlns:a16="http://schemas.microsoft.com/office/drawing/2014/main" id="{5D4FAB65-58F7-491E-ADD6-91D2C7178997}"/>
                  </a:ext>
                </a:extLst>
              </p:cNvPr>
              <p:cNvSpPr/>
              <p:nvPr/>
            </p:nvSpPr>
            <p:spPr>
              <a:xfrm>
                <a:off x="2656831" y="4106059"/>
                <a:ext cx="188226" cy="108850"/>
              </a:xfrm>
              <a:custGeom>
                <a:avLst/>
                <a:gdLst/>
                <a:ahLst/>
                <a:cxnLst/>
                <a:rect l="l" t="t" r="r" b="b"/>
                <a:pathLst>
                  <a:path w="1769" h="1023" fill="none" extrusionOk="0">
                    <a:moveTo>
                      <a:pt x="0" y="1022"/>
                    </a:moveTo>
                    <a:lnTo>
                      <a:pt x="1769"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09" name="Google Shape;873;p41">
                <a:extLst>
                  <a:ext uri="{FF2B5EF4-FFF2-40B4-BE49-F238E27FC236}">
                    <a16:creationId xmlns:a16="http://schemas.microsoft.com/office/drawing/2014/main" id="{E4279EB5-805F-4C2D-BCCF-9C0D0BEB4AB4}"/>
                  </a:ext>
                </a:extLst>
              </p:cNvPr>
              <p:cNvSpPr/>
              <p:nvPr/>
            </p:nvSpPr>
            <p:spPr>
              <a:xfrm>
                <a:off x="2653000" y="3759078"/>
                <a:ext cx="677784" cy="389859"/>
              </a:xfrm>
              <a:custGeom>
                <a:avLst/>
                <a:gdLst/>
                <a:ahLst/>
                <a:cxnLst/>
                <a:rect l="l" t="t" r="r" b="b"/>
                <a:pathLst>
                  <a:path w="6370" h="3664" extrusionOk="0">
                    <a:moveTo>
                      <a:pt x="2596" y="0"/>
                    </a:moveTo>
                    <a:cubicBezTo>
                      <a:pt x="2554" y="0"/>
                      <a:pt x="2513" y="9"/>
                      <a:pt x="2481" y="27"/>
                    </a:cubicBezTo>
                    <a:lnTo>
                      <a:pt x="540" y="1156"/>
                    </a:lnTo>
                    <a:lnTo>
                      <a:pt x="318" y="1285"/>
                    </a:lnTo>
                    <a:cubicBezTo>
                      <a:pt x="302" y="1301"/>
                      <a:pt x="295" y="1307"/>
                      <a:pt x="281" y="1314"/>
                    </a:cubicBezTo>
                    <a:cubicBezTo>
                      <a:pt x="266" y="1321"/>
                      <a:pt x="259" y="1328"/>
                      <a:pt x="238" y="1328"/>
                    </a:cubicBezTo>
                    <a:lnTo>
                      <a:pt x="66" y="1430"/>
                    </a:lnTo>
                    <a:cubicBezTo>
                      <a:pt x="0" y="1466"/>
                      <a:pt x="0" y="1530"/>
                      <a:pt x="66" y="1566"/>
                    </a:cubicBezTo>
                    <a:lnTo>
                      <a:pt x="252" y="1673"/>
                    </a:lnTo>
                    <a:lnTo>
                      <a:pt x="331" y="1716"/>
                    </a:lnTo>
                    <a:lnTo>
                      <a:pt x="468" y="1639"/>
                    </a:lnTo>
                    <a:cubicBezTo>
                      <a:pt x="431" y="1596"/>
                      <a:pt x="447" y="1544"/>
                      <a:pt x="504" y="1509"/>
                    </a:cubicBezTo>
                    <a:cubicBezTo>
                      <a:pt x="539" y="1491"/>
                      <a:pt x="584" y="1478"/>
                      <a:pt x="627" y="1478"/>
                    </a:cubicBezTo>
                    <a:cubicBezTo>
                      <a:pt x="636" y="1478"/>
                      <a:pt x="645" y="1479"/>
                      <a:pt x="654" y="1480"/>
                    </a:cubicBezTo>
                    <a:cubicBezTo>
                      <a:pt x="697" y="1480"/>
                      <a:pt x="740" y="1494"/>
                      <a:pt x="770" y="1509"/>
                    </a:cubicBezTo>
                    <a:cubicBezTo>
                      <a:pt x="849" y="1552"/>
                      <a:pt x="849" y="1623"/>
                      <a:pt x="777" y="1666"/>
                    </a:cubicBezTo>
                    <a:cubicBezTo>
                      <a:pt x="756" y="1673"/>
                      <a:pt x="740" y="1682"/>
                      <a:pt x="720" y="1689"/>
                    </a:cubicBezTo>
                    <a:cubicBezTo>
                      <a:pt x="695" y="1696"/>
                      <a:pt x="667" y="1699"/>
                      <a:pt x="639" y="1699"/>
                    </a:cubicBezTo>
                    <a:cubicBezTo>
                      <a:pt x="611" y="1699"/>
                      <a:pt x="582" y="1696"/>
                      <a:pt x="554" y="1689"/>
                    </a:cubicBezTo>
                    <a:lnTo>
                      <a:pt x="418" y="1768"/>
                    </a:lnTo>
                    <a:lnTo>
                      <a:pt x="525" y="1832"/>
                    </a:lnTo>
                    <a:lnTo>
                      <a:pt x="806" y="1991"/>
                    </a:lnTo>
                    <a:lnTo>
                      <a:pt x="928" y="2061"/>
                    </a:lnTo>
                    <a:lnTo>
                      <a:pt x="1065" y="1984"/>
                    </a:lnTo>
                    <a:cubicBezTo>
                      <a:pt x="1028" y="1941"/>
                      <a:pt x="1042" y="1889"/>
                      <a:pt x="1101" y="1854"/>
                    </a:cubicBezTo>
                    <a:cubicBezTo>
                      <a:pt x="1131" y="1836"/>
                      <a:pt x="1175" y="1823"/>
                      <a:pt x="1221" y="1823"/>
                    </a:cubicBezTo>
                    <a:cubicBezTo>
                      <a:pt x="1231" y="1823"/>
                      <a:pt x="1241" y="1824"/>
                      <a:pt x="1251" y="1825"/>
                    </a:cubicBezTo>
                    <a:cubicBezTo>
                      <a:pt x="1294" y="1825"/>
                      <a:pt x="1337" y="1832"/>
                      <a:pt x="1366" y="1854"/>
                    </a:cubicBezTo>
                    <a:cubicBezTo>
                      <a:pt x="1446" y="1897"/>
                      <a:pt x="1446" y="1968"/>
                      <a:pt x="1366" y="2011"/>
                    </a:cubicBezTo>
                    <a:cubicBezTo>
                      <a:pt x="1353" y="2018"/>
                      <a:pt x="1337" y="2027"/>
                      <a:pt x="1316" y="2034"/>
                    </a:cubicBezTo>
                    <a:cubicBezTo>
                      <a:pt x="1291" y="2041"/>
                      <a:pt x="1263" y="2044"/>
                      <a:pt x="1234" y="2044"/>
                    </a:cubicBezTo>
                    <a:cubicBezTo>
                      <a:pt x="1205" y="2044"/>
                      <a:pt x="1176" y="2041"/>
                      <a:pt x="1151" y="2034"/>
                    </a:cubicBezTo>
                    <a:lnTo>
                      <a:pt x="1015" y="2113"/>
                    </a:lnTo>
                    <a:lnTo>
                      <a:pt x="1078" y="2148"/>
                    </a:lnTo>
                    <a:lnTo>
                      <a:pt x="1353" y="2306"/>
                    </a:lnTo>
                    <a:lnTo>
                      <a:pt x="1517" y="2406"/>
                    </a:lnTo>
                    <a:lnTo>
                      <a:pt x="1661" y="2320"/>
                    </a:lnTo>
                    <a:cubicBezTo>
                      <a:pt x="1625" y="2286"/>
                      <a:pt x="1632" y="2234"/>
                      <a:pt x="1698" y="2199"/>
                    </a:cubicBezTo>
                    <a:cubicBezTo>
                      <a:pt x="1732" y="2177"/>
                      <a:pt x="1791" y="2163"/>
                      <a:pt x="1841" y="2163"/>
                    </a:cubicBezTo>
                    <a:cubicBezTo>
                      <a:pt x="1884" y="2170"/>
                      <a:pt x="1927" y="2177"/>
                      <a:pt x="1963" y="2199"/>
                    </a:cubicBezTo>
                    <a:cubicBezTo>
                      <a:pt x="2043" y="2242"/>
                      <a:pt x="2043" y="2313"/>
                      <a:pt x="1963" y="2356"/>
                    </a:cubicBezTo>
                    <a:cubicBezTo>
                      <a:pt x="1948" y="2363"/>
                      <a:pt x="1927" y="2372"/>
                      <a:pt x="1913" y="2379"/>
                    </a:cubicBezTo>
                    <a:cubicBezTo>
                      <a:pt x="1884" y="2386"/>
                      <a:pt x="1855" y="2389"/>
                      <a:pt x="1827" y="2389"/>
                    </a:cubicBezTo>
                    <a:cubicBezTo>
                      <a:pt x="1799" y="2389"/>
                      <a:pt x="1773" y="2386"/>
                      <a:pt x="1748" y="2379"/>
                    </a:cubicBezTo>
                    <a:lnTo>
                      <a:pt x="1611" y="2458"/>
                    </a:lnTo>
                    <a:lnTo>
                      <a:pt x="1625" y="2465"/>
                    </a:lnTo>
                    <a:lnTo>
                      <a:pt x="2020" y="2694"/>
                    </a:lnTo>
                    <a:lnTo>
                      <a:pt x="2113" y="2744"/>
                    </a:lnTo>
                    <a:lnTo>
                      <a:pt x="2250" y="2665"/>
                    </a:lnTo>
                    <a:cubicBezTo>
                      <a:pt x="2222" y="2631"/>
                      <a:pt x="2229" y="2579"/>
                      <a:pt x="2286" y="2544"/>
                    </a:cubicBezTo>
                    <a:cubicBezTo>
                      <a:pt x="2326" y="2523"/>
                      <a:pt x="2376" y="2512"/>
                      <a:pt x="2426" y="2512"/>
                    </a:cubicBezTo>
                    <a:cubicBezTo>
                      <a:pt x="2475" y="2512"/>
                      <a:pt x="2524" y="2523"/>
                      <a:pt x="2560" y="2544"/>
                    </a:cubicBezTo>
                    <a:cubicBezTo>
                      <a:pt x="2631" y="2587"/>
                      <a:pt x="2631" y="2651"/>
                      <a:pt x="2560" y="2701"/>
                    </a:cubicBezTo>
                    <a:cubicBezTo>
                      <a:pt x="2524" y="2719"/>
                      <a:pt x="2478" y="2729"/>
                      <a:pt x="2432" y="2729"/>
                    </a:cubicBezTo>
                    <a:cubicBezTo>
                      <a:pt x="2402" y="2729"/>
                      <a:pt x="2372" y="2725"/>
                      <a:pt x="2345" y="2717"/>
                    </a:cubicBezTo>
                    <a:lnTo>
                      <a:pt x="2207" y="2803"/>
                    </a:lnTo>
                    <a:lnTo>
                      <a:pt x="2710" y="3089"/>
                    </a:lnTo>
                    <a:lnTo>
                      <a:pt x="2847" y="3010"/>
                    </a:lnTo>
                    <a:cubicBezTo>
                      <a:pt x="2810" y="2967"/>
                      <a:pt x="2826" y="2917"/>
                      <a:pt x="2883" y="2889"/>
                    </a:cubicBezTo>
                    <a:cubicBezTo>
                      <a:pt x="2923" y="2868"/>
                      <a:pt x="2971" y="2857"/>
                      <a:pt x="3020" y="2857"/>
                    </a:cubicBezTo>
                    <a:cubicBezTo>
                      <a:pt x="3068" y="2857"/>
                      <a:pt x="3117" y="2868"/>
                      <a:pt x="3155" y="2889"/>
                    </a:cubicBezTo>
                    <a:cubicBezTo>
                      <a:pt x="3228" y="2932"/>
                      <a:pt x="3228" y="2996"/>
                      <a:pt x="3155" y="3039"/>
                    </a:cubicBezTo>
                    <a:cubicBezTo>
                      <a:pt x="3120" y="3062"/>
                      <a:pt x="3072" y="3073"/>
                      <a:pt x="3024" y="3073"/>
                    </a:cubicBezTo>
                    <a:cubicBezTo>
                      <a:pt x="2995" y="3073"/>
                      <a:pt x="2967" y="3070"/>
                      <a:pt x="2940" y="3062"/>
                    </a:cubicBezTo>
                    <a:lnTo>
                      <a:pt x="2797" y="3140"/>
                    </a:lnTo>
                    <a:lnTo>
                      <a:pt x="3307" y="3434"/>
                    </a:lnTo>
                    <a:lnTo>
                      <a:pt x="3444" y="3355"/>
                    </a:lnTo>
                    <a:cubicBezTo>
                      <a:pt x="3407" y="3312"/>
                      <a:pt x="3423" y="3262"/>
                      <a:pt x="3480" y="3226"/>
                    </a:cubicBezTo>
                    <a:cubicBezTo>
                      <a:pt x="3516" y="3204"/>
                      <a:pt x="3564" y="3193"/>
                      <a:pt x="3613" y="3193"/>
                    </a:cubicBezTo>
                    <a:cubicBezTo>
                      <a:pt x="3663" y="3193"/>
                      <a:pt x="3713" y="3204"/>
                      <a:pt x="3752" y="3226"/>
                    </a:cubicBezTo>
                    <a:cubicBezTo>
                      <a:pt x="3825" y="3269"/>
                      <a:pt x="3825" y="3341"/>
                      <a:pt x="3752" y="3384"/>
                    </a:cubicBezTo>
                    <a:cubicBezTo>
                      <a:pt x="3717" y="3407"/>
                      <a:pt x="3666" y="3418"/>
                      <a:pt x="3616" y="3418"/>
                    </a:cubicBezTo>
                    <a:cubicBezTo>
                      <a:pt x="3586" y="3418"/>
                      <a:pt x="3557" y="3415"/>
                      <a:pt x="3530" y="3407"/>
                    </a:cubicBezTo>
                    <a:lnTo>
                      <a:pt x="3394" y="3485"/>
                    </a:lnTo>
                    <a:lnTo>
                      <a:pt x="3659" y="3636"/>
                    </a:lnTo>
                    <a:cubicBezTo>
                      <a:pt x="3692" y="3654"/>
                      <a:pt x="3733" y="3664"/>
                      <a:pt x="3775" y="3664"/>
                    </a:cubicBezTo>
                    <a:cubicBezTo>
                      <a:pt x="3816" y="3664"/>
                      <a:pt x="3857" y="3654"/>
                      <a:pt x="3889" y="3636"/>
                    </a:cubicBezTo>
                    <a:lnTo>
                      <a:pt x="6304" y="2234"/>
                    </a:lnTo>
                    <a:cubicBezTo>
                      <a:pt x="6369" y="2199"/>
                      <a:pt x="6369" y="2141"/>
                      <a:pt x="6304" y="2098"/>
                    </a:cubicBezTo>
                    <a:lnTo>
                      <a:pt x="2710" y="27"/>
                    </a:lnTo>
                    <a:cubicBezTo>
                      <a:pt x="2678" y="9"/>
                      <a:pt x="2637" y="0"/>
                      <a:pt x="259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10" name="Google Shape;874;p41">
                <a:extLst>
                  <a:ext uri="{FF2B5EF4-FFF2-40B4-BE49-F238E27FC236}">
                    <a16:creationId xmlns:a16="http://schemas.microsoft.com/office/drawing/2014/main" id="{BC96D2F6-8407-4EA9-B366-83DC85626224}"/>
                  </a:ext>
                </a:extLst>
              </p:cNvPr>
              <p:cNvSpPr/>
              <p:nvPr/>
            </p:nvSpPr>
            <p:spPr>
              <a:xfrm>
                <a:off x="2678324" y="3895806"/>
                <a:ext cx="8512" cy="4682"/>
              </a:xfrm>
              <a:custGeom>
                <a:avLst/>
                <a:gdLst/>
                <a:ahLst/>
                <a:cxnLst/>
                <a:rect l="l" t="t" r="r" b="b"/>
                <a:pathLst>
                  <a:path w="80" h="44" extrusionOk="0">
                    <a:moveTo>
                      <a:pt x="80" y="0"/>
                    </a:moveTo>
                    <a:lnTo>
                      <a:pt x="0" y="43"/>
                    </a:lnTo>
                    <a:cubicBezTo>
                      <a:pt x="21" y="43"/>
                      <a:pt x="28" y="36"/>
                      <a:pt x="43" y="29"/>
                    </a:cubicBezTo>
                    <a:cubicBezTo>
                      <a:pt x="57" y="22"/>
                      <a:pt x="64" y="16"/>
                      <a:pt x="8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11" name="Google Shape;875;p41">
                <a:extLst>
                  <a:ext uri="{FF2B5EF4-FFF2-40B4-BE49-F238E27FC236}">
                    <a16:creationId xmlns:a16="http://schemas.microsoft.com/office/drawing/2014/main" id="{44F92CE9-F50F-4AD2-9E05-5488A0009198}"/>
                  </a:ext>
                </a:extLst>
              </p:cNvPr>
              <p:cNvSpPr/>
              <p:nvPr/>
            </p:nvSpPr>
            <p:spPr>
              <a:xfrm>
                <a:off x="2759297" y="3794829"/>
                <a:ext cx="188226" cy="108743"/>
              </a:xfrm>
              <a:custGeom>
                <a:avLst/>
                <a:gdLst/>
                <a:ahLst/>
                <a:cxnLst/>
                <a:rect l="l" t="t" r="r" b="b"/>
                <a:pathLst>
                  <a:path w="1769" h="1022" extrusionOk="0">
                    <a:moveTo>
                      <a:pt x="0" y="1021"/>
                    </a:moveTo>
                    <a:lnTo>
                      <a:pt x="1768"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12" name="Google Shape;876;p41">
                <a:extLst>
                  <a:ext uri="{FF2B5EF4-FFF2-40B4-BE49-F238E27FC236}">
                    <a16:creationId xmlns:a16="http://schemas.microsoft.com/office/drawing/2014/main" id="{112F1596-EFEE-4CB7-AB17-56DFC511C517}"/>
                  </a:ext>
                </a:extLst>
              </p:cNvPr>
              <p:cNvSpPr/>
              <p:nvPr/>
            </p:nvSpPr>
            <p:spPr>
              <a:xfrm>
                <a:off x="2759297" y="3794829"/>
                <a:ext cx="188226" cy="108743"/>
              </a:xfrm>
              <a:custGeom>
                <a:avLst/>
                <a:gdLst/>
                <a:ahLst/>
                <a:cxnLst/>
                <a:rect l="l" t="t" r="r" b="b"/>
                <a:pathLst>
                  <a:path w="1769" h="1022" fill="none" extrusionOk="0">
                    <a:moveTo>
                      <a:pt x="0" y="1021"/>
                    </a:moveTo>
                    <a:lnTo>
                      <a:pt x="1768"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13" name="Google Shape;877;p41">
                <a:extLst>
                  <a:ext uri="{FF2B5EF4-FFF2-40B4-BE49-F238E27FC236}">
                    <a16:creationId xmlns:a16="http://schemas.microsoft.com/office/drawing/2014/main" id="{B6ABC529-87B0-444E-A6EF-07629D851467}"/>
                  </a:ext>
                </a:extLst>
              </p:cNvPr>
              <p:cNvSpPr/>
              <p:nvPr/>
            </p:nvSpPr>
            <p:spPr>
              <a:xfrm>
                <a:off x="2788452" y="3811641"/>
                <a:ext cx="188226" cy="108850"/>
              </a:xfrm>
              <a:custGeom>
                <a:avLst/>
                <a:gdLst/>
                <a:ahLst/>
                <a:cxnLst/>
                <a:rect l="l" t="t" r="r" b="b"/>
                <a:pathLst>
                  <a:path w="1769" h="1023" extrusionOk="0">
                    <a:moveTo>
                      <a:pt x="0" y="1022"/>
                    </a:moveTo>
                    <a:lnTo>
                      <a:pt x="1769"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14" name="Google Shape;878;p41">
                <a:extLst>
                  <a:ext uri="{FF2B5EF4-FFF2-40B4-BE49-F238E27FC236}">
                    <a16:creationId xmlns:a16="http://schemas.microsoft.com/office/drawing/2014/main" id="{99611084-57FB-44A6-9A95-DEB92D026723}"/>
                  </a:ext>
                </a:extLst>
              </p:cNvPr>
              <p:cNvSpPr/>
              <p:nvPr/>
            </p:nvSpPr>
            <p:spPr>
              <a:xfrm>
                <a:off x="2788452" y="3811641"/>
                <a:ext cx="188226" cy="108850"/>
              </a:xfrm>
              <a:custGeom>
                <a:avLst/>
                <a:gdLst/>
                <a:ahLst/>
                <a:cxnLst/>
                <a:rect l="l" t="t" r="r" b="b"/>
                <a:pathLst>
                  <a:path w="1769" h="1023" fill="none" extrusionOk="0">
                    <a:moveTo>
                      <a:pt x="0" y="1022"/>
                    </a:moveTo>
                    <a:lnTo>
                      <a:pt x="1769"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15" name="Google Shape;879;p41">
                <a:extLst>
                  <a:ext uri="{FF2B5EF4-FFF2-40B4-BE49-F238E27FC236}">
                    <a16:creationId xmlns:a16="http://schemas.microsoft.com/office/drawing/2014/main" id="{520326AD-2459-40F0-8346-147449640435}"/>
                  </a:ext>
                </a:extLst>
              </p:cNvPr>
              <p:cNvSpPr/>
              <p:nvPr/>
            </p:nvSpPr>
            <p:spPr>
              <a:xfrm>
                <a:off x="2817393" y="3828559"/>
                <a:ext cx="188332" cy="108637"/>
              </a:xfrm>
              <a:custGeom>
                <a:avLst/>
                <a:gdLst/>
                <a:ahLst/>
                <a:cxnLst/>
                <a:rect l="l" t="t" r="r" b="b"/>
                <a:pathLst>
                  <a:path w="1770" h="1021" extrusionOk="0">
                    <a:moveTo>
                      <a:pt x="1" y="1020"/>
                    </a:moveTo>
                    <a:lnTo>
                      <a:pt x="1769"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16" name="Google Shape;880;p41">
                <a:extLst>
                  <a:ext uri="{FF2B5EF4-FFF2-40B4-BE49-F238E27FC236}">
                    <a16:creationId xmlns:a16="http://schemas.microsoft.com/office/drawing/2014/main" id="{4AAD8AA2-3BAE-4BC3-BC35-4605C6B03C35}"/>
                  </a:ext>
                </a:extLst>
              </p:cNvPr>
              <p:cNvSpPr/>
              <p:nvPr/>
            </p:nvSpPr>
            <p:spPr>
              <a:xfrm>
                <a:off x="2817393" y="3828559"/>
                <a:ext cx="188332" cy="108637"/>
              </a:xfrm>
              <a:custGeom>
                <a:avLst/>
                <a:gdLst/>
                <a:ahLst/>
                <a:cxnLst/>
                <a:rect l="l" t="t" r="r" b="b"/>
                <a:pathLst>
                  <a:path w="1770" h="1021" fill="none" extrusionOk="0">
                    <a:moveTo>
                      <a:pt x="1" y="1020"/>
                    </a:moveTo>
                    <a:lnTo>
                      <a:pt x="1769"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17" name="Google Shape;881;p41">
                <a:extLst>
                  <a:ext uri="{FF2B5EF4-FFF2-40B4-BE49-F238E27FC236}">
                    <a16:creationId xmlns:a16="http://schemas.microsoft.com/office/drawing/2014/main" id="{A9521577-8675-4B3B-B661-3BFEE1A4DD0E}"/>
                  </a:ext>
                </a:extLst>
              </p:cNvPr>
              <p:cNvSpPr/>
              <p:nvPr/>
            </p:nvSpPr>
            <p:spPr>
              <a:xfrm>
                <a:off x="2846441" y="3845264"/>
                <a:ext cx="188226" cy="108743"/>
              </a:xfrm>
              <a:custGeom>
                <a:avLst/>
                <a:gdLst/>
                <a:ahLst/>
                <a:cxnLst/>
                <a:rect l="l" t="t" r="r" b="b"/>
                <a:pathLst>
                  <a:path w="1769" h="1022" extrusionOk="0">
                    <a:moveTo>
                      <a:pt x="0" y="1022"/>
                    </a:moveTo>
                    <a:lnTo>
                      <a:pt x="1769"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18" name="Google Shape;882;p41">
                <a:extLst>
                  <a:ext uri="{FF2B5EF4-FFF2-40B4-BE49-F238E27FC236}">
                    <a16:creationId xmlns:a16="http://schemas.microsoft.com/office/drawing/2014/main" id="{0712B48E-68CF-4345-8657-8F027B7E0315}"/>
                  </a:ext>
                </a:extLst>
              </p:cNvPr>
              <p:cNvSpPr/>
              <p:nvPr/>
            </p:nvSpPr>
            <p:spPr>
              <a:xfrm>
                <a:off x="2846441" y="3845264"/>
                <a:ext cx="188226" cy="108743"/>
              </a:xfrm>
              <a:custGeom>
                <a:avLst/>
                <a:gdLst/>
                <a:ahLst/>
                <a:cxnLst/>
                <a:rect l="l" t="t" r="r" b="b"/>
                <a:pathLst>
                  <a:path w="1769" h="1022" fill="none" extrusionOk="0">
                    <a:moveTo>
                      <a:pt x="0" y="1022"/>
                    </a:moveTo>
                    <a:lnTo>
                      <a:pt x="1769"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19" name="Google Shape;883;p41">
                <a:extLst>
                  <a:ext uri="{FF2B5EF4-FFF2-40B4-BE49-F238E27FC236}">
                    <a16:creationId xmlns:a16="http://schemas.microsoft.com/office/drawing/2014/main" id="{8E8CE1A9-EFF9-46CB-B695-44D1924538AF}"/>
                  </a:ext>
                </a:extLst>
              </p:cNvPr>
              <p:cNvSpPr/>
              <p:nvPr/>
            </p:nvSpPr>
            <p:spPr>
              <a:xfrm>
                <a:off x="2875596" y="3862182"/>
                <a:ext cx="188226" cy="109488"/>
              </a:xfrm>
              <a:custGeom>
                <a:avLst/>
                <a:gdLst/>
                <a:ahLst/>
                <a:cxnLst/>
                <a:rect l="l" t="t" r="r" b="b"/>
                <a:pathLst>
                  <a:path w="1769" h="1029" extrusionOk="0">
                    <a:moveTo>
                      <a:pt x="1" y="1028"/>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20" name="Google Shape;884;p41">
                <a:extLst>
                  <a:ext uri="{FF2B5EF4-FFF2-40B4-BE49-F238E27FC236}">
                    <a16:creationId xmlns:a16="http://schemas.microsoft.com/office/drawing/2014/main" id="{24725869-A1B5-4304-9CB5-36056EDFD323}"/>
                  </a:ext>
                </a:extLst>
              </p:cNvPr>
              <p:cNvSpPr/>
              <p:nvPr/>
            </p:nvSpPr>
            <p:spPr>
              <a:xfrm>
                <a:off x="2875596" y="3862182"/>
                <a:ext cx="188226" cy="109488"/>
              </a:xfrm>
              <a:custGeom>
                <a:avLst/>
                <a:gdLst/>
                <a:ahLst/>
                <a:cxnLst/>
                <a:rect l="l" t="t" r="r" b="b"/>
                <a:pathLst>
                  <a:path w="1769" h="1029" fill="none" extrusionOk="0">
                    <a:moveTo>
                      <a:pt x="1" y="1028"/>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21" name="Google Shape;885;p41">
                <a:extLst>
                  <a:ext uri="{FF2B5EF4-FFF2-40B4-BE49-F238E27FC236}">
                    <a16:creationId xmlns:a16="http://schemas.microsoft.com/office/drawing/2014/main" id="{652ABB33-3198-4476-8FC8-B57A79C816C8}"/>
                  </a:ext>
                </a:extLst>
              </p:cNvPr>
              <p:cNvSpPr/>
              <p:nvPr/>
            </p:nvSpPr>
            <p:spPr>
              <a:xfrm>
                <a:off x="2904644" y="3879100"/>
                <a:ext cx="188226" cy="109488"/>
              </a:xfrm>
              <a:custGeom>
                <a:avLst/>
                <a:gdLst/>
                <a:ahLst/>
                <a:cxnLst/>
                <a:rect l="l" t="t" r="r" b="b"/>
                <a:pathLst>
                  <a:path w="1769" h="1029" extrusionOk="0">
                    <a:moveTo>
                      <a:pt x="0" y="1028"/>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22" name="Google Shape;886;p41">
                <a:extLst>
                  <a:ext uri="{FF2B5EF4-FFF2-40B4-BE49-F238E27FC236}">
                    <a16:creationId xmlns:a16="http://schemas.microsoft.com/office/drawing/2014/main" id="{3CEDE5DE-EBBF-4439-9BBA-1F0FC5FCD496}"/>
                  </a:ext>
                </a:extLst>
              </p:cNvPr>
              <p:cNvSpPr/>
              <p:nvPr/>
            </p:nvSpPr>
            <p:spPr>
              <a:xfrm>
                <a:off x="2904644" y="3879100"/>
                <a:ext cx="188226" cy="109488"/>
              </a:xfrm>
              <a:custGeom>
                <a:avLst/>
                <a:gdLst/>
                <a:ahLst/>
                <a:cxnLst/>
                <a:rect l="l" t="t" r="r" b="b"/>
                <a:pathLst>
                  <a:path w="1769" h="1029" fill="none" extrusionOk="0">
                    <a:moveTo>
                      <a:pt x="0" y="1028"/>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23" name="Google Shape;887;p41">
                <a:extLst>
                  <a:ext uri="{FF2B5EF4-FFF2-40B4-BE49-F238E27FC236}">
                    <a16:creationId xmlns:a16="http://schemas.microsoft.com/office/drawing/2014/main" id="{6C5427CE-EF15-438D-92AE-DC278B6DE4B6}"/>
                  </a:ext>
                </a:extLst>
              </p:cNvPr>
              <p:cNvSpPr/>
              <p:nvPr/>
            </p:nvSpPr>
            <p:spPr>
              <a:xfrm>
                <a:off x="2933586" y="3895806"/>
                <a:ext cx="188332" cy="109488"/>
              </a:xfrm>
              <a:custGeom>
                <a:avLst/>
                <a:gdLst/>
                <a:ahLst/>
                <a:cxnLst/>
                <a:rect l="l" t="t" r="r" b="b"/>
                <a:pathLst>
                  <a:path w="1770" h="1029" extrusionOk="0">
                    <a:moveTo>
                      <a:pt x="1" y="1028"/>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24" name="Google Shape;888;p41">
                <a:extLst>
                  <a:ext uri="{FF2B5EF4-FFF2-40B4-BE49-F238E27FC236}">
                    <a16:creationId xmlns:a16="http://schemas.microsoft.com/office/drawing/2014/main" id="{F22AEF50-3870-4D31-A310-5C12CAD2D030}"/>
                  </a:ext>
                </a:extLst>
              </p:cNvPr>
              <p:cNvSpPr/>
              <p:nvPr/>
            </p:nvSpPr>
            <p:spPr>
              <a:xfrm>
                <a:off x="2933586" y="3895806"/>
                <a:ext cx="188332" cy="109488"/>
              </a:xfrm>
              <a:custGeom>
                <a:avLst/>
                <a:gdLst/>
                <a:ahLst/>
                <a:cxnLst/>
                <a:rect l="l" t="t" r="r" b="b"/>
                <a:pathLst>
                  <a:path w="1770" h="1029" fill="none" extrusionOk="0">
                    <a:moveTo>
                      <a:pt x="1" y="1028"/>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25" name="Google Shape;889;p41">
                <a:extLst>
                  <a:ext uri="{FF2B5EF4-FFF2-40B4-BE49-F238E27FC236}">
                    <a16:creationId xmlns:a16="http://schemas.microsoft.com/office/drawing/2014/main" id="{416342F6-2DDB-4499-8F35-D586C53165AF}"/>
                  </a:ext>
                </a:extLst>
              </p:cNvPr>
              <p:cNvSpPr/>
              <p:nvPr/>
            </p:nvSpPr>
            <p:spPr>
              <a:xfrm>
                <a:off x="2962847" y="3912617"/>
                <a:ext cx="188226" cy="109488"/>
              </a:xfrm>
              <a:custGeom>
                <a:avLst/>
                <a:gdLst/>
                <a:ahLst/>
                <a:cxnLst/>
                <a:rect l="l" t="t" r="r" b="b"/>
                <a:pathLst>
                  <a:path w="1769" h="1029" extrusionOk="0">
                    <a:moveTo>
                      <a:pt x="0" y="1029"/>
                    </a:moveTo>
                    <a:lnTo>
                      <a:pt x="1768"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26" name="Google Shape;890;p41">
                <a:extLst>
                  <a:ext uri="{FF2B5EF4-FFF2-40B4-BE49-F238E27FC236}">
                    <a16:creationId xmlns:a16="http://schemas.microsoft.com/office/drawing/2014/main" id="{4ADB513B-EABA-457C-ABD4-B12D27F7B2E2}"/>
                  </a:ext>
                </a:extLst>
              </p:cNvPr>
              <p:cNvSpPr/>
              <p:nvPr/>
            </p:nvSpPr>
            <p:spPr>
              <a:xfrm>
                <a:off x="2962847" y="3912617"/>
                <a:ext cx="188226" cy="109488"/>
              </a:xfrm>
              <a:custGeom>
                <a:avLst/>
                <a:gdLst/>
                <a:ahLst/>
                <a:cxnLst/>
                <a:rect l="l" t="t" r="r" b="b"/>
                <a:pathLst>
                  <a:path w="1769" h="1029" fill="none" extrusionOk="0">
                    <a:moveTo>
                      <a:pt x="0" y="1029"/>
                    </a:moveTo>
                    <a:lnTo>
                      <a:pt x="1768"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27" name="Google Shape;891;p41">
                <a:extLst>
                  <a:ext uri="{FF2B5EF4-FFF2-40B4-BE49-F238E27FC236}">
                    <a16:creationId xmlns:a16="http://schemas.microsoft.com/office/drawing/2014/main" id="{C2839BB1-1902-4CBB-A8B4-A56AC0B3C37B}"/>
                  </a:ext>
                </a:extLst>
              </p:cNvPr>
              <p:cNvSpPr/>
              <p:nvPr/>
            </p:nvSpPr>
            <p:spPr>
              <a:xfrm>
                <a:off x="2991788" y="3930280"/>
                <a:ext cx="188226" cy="108743"/>
              </a:xfrm>
              <a:custGeom>
                <a:avLst/>
                <a:gdLst/>
                <a:ahLst/>
                <a:cxnLst/>
                <a:rect l="l" t="t" r="r" b="b"/>
                <a:pathLst>
                  <a:path w="1769" h="1022" extrusionOk="0">
                    <a:moveTo>
                      <a:pt x="1" y="1022"/>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28" name="Google Shape;892;p41">
                <a:extLst>
                  <a:ext uri="{FF2B5EF4-FFF2-40B4-BE49-F238E27FC236}">
                    <a16:creationId xmlns:a16="http://schemas.microsoft.com/office/drawing/2014/main" id="{CB5A1AD4-BE5A-4454-86F1-5AE3A56EED72}"/>
                  </a:ext>
                </a:extLst>
              </p:cNvPr>
              <p:cNvSpPr/>
              <p:nvPr/>
            </p:nvSpPr>
            <p:spPr>
              <a:xfrm>
                <a:off x="2991788" y="3930280"/>
                <a:ext cx="188226" cy="108743"/>
              </a:xfrm>
              <a:custGeom>
                <a:avLst/>
                <a:gdLst/>
                <a:ahLst/>
                <a:cxnLst/>
                <a:rect l="l" t="t" r="r" b="b"/>
                <a:pathLst>
                  <a:path w="1769" h="1022" fill="none" extrusionOk="0">
                    <a:moveTo>
                      <a:pt x="1" y="1022"/>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29" name="Google Shape;893;p41">
                <a:extLst>
                  <a:ext uri="{FF2B5EF4-FFF2-40B4-BE49-F238E27FC236}">
                    <a16:creationId xmlns:a16="http://schemas.microsoft.com/office/drawing/2014/main" id="{D788AC15-C636-487B-9C79-74FAC6D4530A}"/>
                  </a:ext>
                </a:extLst>
              </p:cNvPr>
              <p:cNvSpPr/>
              <p:nvPr/>
            </p:nvSpPr>
            <p:spPr>
              <a:xfrm>
                <a:off x="3020836" y="3947199"/>
                <a:ext cx="188226" cy="108531"/>
              </a:xfrm>
              <a:custGeom>
                <a:avLst/>
                <a:gdLst/>
                <a:ahLst/>
                <a:cxnLst/>
                <a:rect l="l" t="t" r="r" b="b"/>
                <a:pathLst>
                  <a:path w="1769" h="1020" extrusionOk="0">
                    <a:moveTo>
                      <a:pt x="0" y="1020"/>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30" name="Google Shape;894;p41">
                <a:extLst>
                  <a:ext uri="{FF2B5EF4-FFF2-40B4-BE49-F238E27FC236}">
                    <a16:creationId xmlns:a16="http://schemas.microsoft.com/office/drawing/2014/main" id="{7D6AD74A-EEDE-49D0-A5B2-4124C6D10AEF}"/>
                  </a:ext>
                </a:extLst>
              </p:cNvPr>
              <p:cNvSpPr/>
              <p:nvPr/>
            </p:nvSpPr>
            <p:spPr>
              <a:xfrm>
                <a:off x="3020836" y="3947199"/>
                <a:ext cx="188226" cy="108531"/>
              </a:xfrm>
              <a:custGeom>
                <a:avLst/>
                <a:gdLst/>
                <a:ahLst/>
                <a:cxnLst/>
                <a:rect l="l" t="t" r="r" b="b"/>
                <a:pathLst>
                  <a:path w="1769" h="1020" fill="none" extrusionOk="0">
                    <a:moveTo>
                      <a:pt x="0" y="1020"/>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31" name="Google Shape;895;p41">
                <a:extLst>
                  <a:ext uri="{FF2B5EF4-FFF2-40B4-BE49-F238E27FC236}">
                    <a16:creationId xmlns:a16="http://schemas.microsoft.com/office/drawing/2014/main" id="{7046E7D3-C602-49A9-A0D6-B9ED5E7D520E}"/>
                  </a:ext>
                </a:extLst>
              </p:cNvPr>
              <p:cNvSpPr/>
              <p:nvPr/>
            </p:nvSpPr>
            <p:spPr>
              <a:xfrm>
                <a:off x="3049991" y="3963904"/>
                <a:ext cx="188226" cy="108743"/>
              </a:xfrm>
              <a:custGeom>
                <a:avLst/>
                <a:gdLst/>
                <a:ahLst/>
                <a:cxnLst/>
                <a:rect l="l" t="t" r="r" b="b"/>
                <a:pathLst>
                  <a:path w="1769" h="1022" extrusionOk="0">
                    <a:moveTo>
                      <a:pt x="1" y="1021"/>
                    </a:moveTo>
                    <a:lnTo>
                      <a:pt x="1769"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32" name="Google Shape;896;p41">
                <a:extLst>
                  <a:ext uri="{FF2B5EF4-FFF2-40B4-BE49-F238E27FC236}">
                    <a16:creationId xmlns:a16="http://schemas.microsoft.com/office/drawing/2014/main" id="{91F42E2D-F0B1-4089-A75A-3921067CAF77}"/>
                  </a:ext>
                </a:extLst>
              </p:cNvPr>
              <p:cNvSpPr/>
              <p:nvPr/>
            </p:nvSpPr>
            <p:spPr>
              <a:xfrm>
                <a:off x="3049991" y="3963904"/>
                <a:ext cx="188226" cy="108743"/>
              </a:xfrm>
              <a:custGeom>
                <a:avLst/>
                <a:gdLst/>
                <a:ahLst/>
                <a:cxnLst/>
                <a:rect l="l" t="t" r="r" b="b"/>
                <a:pathLst>
                  <a:path w="1769" h="1022" fill="none" extrusionOk="0">
                    <a:moveTo>
                      <a:pt x="1" y="1021"/>
                    </a:moveTo>
                    <a:lnTo>
                      <a:pt x="1769" y="0"/>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33" name="Google Shape;897;p41">
                <a:extLst>
                  <a:ext uri="{FF2B5EF4-FFF2-40B4-BE49-F238E27FC236}">
                    <a16:creationId xmlns:a16="http://schemas.microsoft.com/office/drawing/2014/main" id="{6FF1EBDC-7523-4552-9DB4-BD4AF339A09E}"/>
                  </a:ext>
                </a:extLst>
              </p:cNvPr>
              <p:cNvSpPr/>
              <p:nvPr/>
            </p:nvSpPr>
            <p:spPr>
              <a:xfrm>
                <a:off x="3078294" y="3980716"/>
                <a:ext cx="188971" cy="108743"/>
              </a:xfrm>
              <a:custGeom>
                <a:avLst/>
                <a:gdLst/>
                <a:ahLst/>
                <a:cxnLst/>
                <a:rect l="l" t="t" r="r" b="b"/>
                <a:pathLst>
                  <a:path w="1776" h="1022" extrusionOk="0">
                    <a:moveTo>
                      <a:pt x="0" y="1022"/>
                    </a:moveTo>
                    <a:lnTo>
                      <a:pt x="1775" y="1"/>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34" name="Google Shape;898;p41">
                <a:extLst>
                  <a:ext uri="{FF2B5EF4-FFF2-40B4-BE49-F238E27FC236}">
                    <a16:creationId xmlns:a16="http://schemas.microsoft.com/office/drawing/2014/main" id="{94B1BD45-96A6-43D7-8F8C-FDB5B43290A3}"/>
                  </a:ext>
                </a:extLst>
              </p:cNvPr>
              <p:cNvSpPr/>
              <p:nvPr/>
            </p:nvSpPr>
            <p:spPr>
              <a:xfrm>
                <a:off x="3078294" y="3980716"/>
                <a:ext cx="188971" cy="108743"/>
              </a:xfrm>
              <a:custGeom>
                <a:avLst/>
                <a:gdLst/>
                <a:ahLst/>
                <a:cxnLst/>
                <a:rect l="l" t="t" r="r" b="b"/>
                <a:pathLst>
                  <a:path w="1776" h="1022" fill="none" extrusionOk="0">
                    <a:moveTo>
                      <a:pt x="0" y="1022"/>
                    </a:moveTo>
                    <a:lnTo>
                      <a:pt x="1775" y="1"/>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35" name="Google Shape;899;p41">
                <a:extLst>
                  <a:ext uri="{FF2B5EF4-FFF2-40B4-BE49-F238E27FC236}">
                    <a16:creationId xmlns:a16="http://schemas.microsoft.com/office/drawing/2014/main" id="{06E1E263-2FA1-4B69-A056-300963B6FFEE}"/>
                  </a:ext>
                </a:extLst>
              </p:cNvPr>
              <p:cNvSpPr/>
              <p:nvPr/>
            </p:nvSpPr>
            <p:spPr>
              <a:xfrm>
                <a:off x="2142903" y="2496177"/>
                <a:ext cx="3192" cy="958"/>
              </a:xfrm>
              <a:custGeom>
                <a:avLst/>
                <a:gdLst/>
                <a:ahLst/>
                <a:cxnLst/>
                <a:rect l="l" t="t" r="r" b="b"/>
                <a:pathLst>
                  <a:path w="30" h="9" extrusionOk="0">
                    <a:moveTo>
                      <a:pt x="0" y="0"/>
                    </a:moveTo>
                    <a:cubicBezTo>
                      <a:pt x="7" y="0"/>
                      <a:pt x="23" y="0"/>
                      <a:pt x="29" y="9"/>
                    </a:cubicBezTo>
                    <a:lnTo>
                      <a:pt x="23" y="0"/>
                    </a:ln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36" name="Google Shape;900;p41">
                <a:extLst>
                  <a:ext uri="{FF2B5EF4-FFF2-40B4-BE49-F238E27FC236}">
                    <a16:creationId xmlns:a16="http://schemas.microsoft.com/office/drawing/2014/main" id="{513D38BC-589A-458C-A311-99B480095829}"/>
                  </a:ext>
                </a:extLst>
              </p:cNvPr>
              <p:cNvSpPr/>
              <p:nvPr/>
            </p:nvSpPr>
            <p:spPr>
              <a:xfrm>
                <a:off x="1442237" y="3676402"/>
                <a:ext cx="1702" cy="4682"/>
              </a:xfrm>
              <a:custGeom>
                <a:avLst/>
                <a:gdLst/>
                <a:ahLst/>
                <a:cxnLst/>
                <a:rect l="l" t="t" r="r" b="b"/>
                <a:pathLst>
                  <a:path w="16" h="44" extrusionOk="0">
                    <a:moveTo>
                      <a:pt x="0" y="1"/>
                    </a:moveTo>
                    <a:lnTo>
                      <a:pt x="0" y="44"/>
                    </a:lnTo>
                    <a:lnTo>
                      <a:pt x="16" y="44"/>
                    </a:lnTo>
                    <a:cubicBezTo>
                      <a:pt x="16" y="44"/>
                      <a:pt x="9" y="44"/>
                      <a:pt x="9" y="35"/>
                    </a:cubicBezTo>
                    <a:cubicBezTo>
                      <a:pt x="0" y="28"/>
                      <a:pt x="0" y="14"/>
                      <a:pt x="0"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37" name="Google Shape;901;p41">
                <a:extLst>
                  <a:ext uri="{FF2B5EF4-FFF2-40B4-BE49-F238E27FC236}">
                    <a16:creationId xmlns:a16="http://schemas.microsoft.com/office/drawing/2014/main" id="{04C8A6AB-4C20-4F2E-A346-94DF5013A62A}"/>
                  </a:ext>
                </a:extLst>
              </p:cNvPr>
              <p:cNvSpPr/>
              <p:nvPr/>
            </p:nvSpPr>
            <p:spPr>
              <a:xfrm>
                <a:off x="2145244" y="2496177"/>
                <a:ext cx="1596" cy="958"/>
              </a:xfrm>
              <a:custGeom>
                <a:avLst/>
                <a:gdLst/>
                <a:ahLst/>
                <a:cxnLst/>
                <a:rect l="l" t="t" r="r" b="b"/>
                <a:pathLst>
                  <a:path w="15" h="9" extrusionOk="0">
                    <a:moveTo>
                      <a:pt x="1" y="0"/>
                    </a:moveTo>
                    <a:cubicBezTo>
                      <a:pt x="1" y="6"/>
                      <a:pt x="3" y="8"/>
                      <a:pt x="7" y="8"/>
                    </a:cubicBezTo>
                    <a:lnTo>
                      <a:pt x="7" y="8"/>
                    </a:lnTo>
                    <a:lnTo>
                      <a:pt x="1" y="0"/>
                    </a:lnTo>
                    <a:close/>
                    <a:moveTo>
                      <a:pt x="7" y="8"/>
                    </a:moveTo>
                    <a:lnTo>
                      <a:pt x="7" y="9"/>
                    </a:lnTo>
                    <a:lnTo>
                      <a:pt x="14" y="9"/>
                    </a:lnTo>
                    <a:cubicBezTo>
                      <a:pt x="12" y="9"/>
                      <a:pt x="9" y="9"/>
                      <a:pt x="7" y="8"/>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38" name="Google Shape;902;p41">
                <a:extLst>
                  <a:ext uri="{FF2B5EF4-FFF2-40B4-BE49-F238E27FC236}">
                    <a16:creationId xmlns:a16="http://schemas.microsoft.com/office/drawing/2014/main" id="{DD480E18-854B-4C90-96A9-D9C734F841B9}"/>
                  </a:ext>
                </a:extLst>
              </p:cNvPr>
              <p:cNvSpPr/>
              <p:nvPr/>
            </p:nvSpPr>
            <p:spPr>
              <a:xfrm>
                <a:off x="1264863" y="2496177"/>
                <a:ext cx="1055619" cy="1184898"/>
              </a:xfrm>
              <a:custGeom>
                <a:avLst/>
                <a:gdLst/>
                <a:ahLst/>
                <a:cxnLst/>
                <a:rect l="l" t="t" r="r" b="b"/>
                <a:pathLst>
                  <a:path w="9921" h="11136" extrusionOk="0">
                    <a:moveTo>
                      <a:pt x="8230" y="366"/>
                    </a:moveTo>
                    <a:cubicBezTo>
                      <a:pt x="8252" y="366"/>
                      <a:pt x="8270" y="384"/>
                      <a:pt x="8281" y="411"/>
                    </a:cubicBezTo>
                    <a:lnTo>
                      <a:pt x="9611" y="5736"/>
                    </a:lnTo>
                    <a:cubicBezTo>
                      <a:pt x="9618" y="5772"/>
                      <a:pt x="9603" y="5822"/>
                      <a:pt x="9568" y="5845"/>
                    </a:cubicBezTo>
                    <a:lnTo>
                      <a:pt x="1647" y="10416"/>
                    </a:lnTo>
                    <a:cubicBezTo>
                      <a:pt x="1639" y="10422"/>
                      <a:pt x="1631" y="10424"/>
                      <a:pt x="1622" y="10424"/>
                    </a:cubicBezTo>
                    <a:cubicBezTo>
                      <a:pt x="1600" y="10424"/>
                      <a:pt x="1577" y="10405"/>
                      <a:pt x="1567" y="10373"/>
                    </a:cubicBezTo>
                    <a:lnTo>
                      <a:pt x="244" y="5055"/>
                    </a:lnTo>
                    <a:cubicBezTo>
                      <a:pt x="230" y="5012"/>
                      <a:pt x="253" y="4968"/>
                      <a:pt x="280" y="4946"/>
                    </a:cubicBezTo>
                    <a:lnTo>
                      <a:pt x="8202" y="374"/>
                    </a:lnTo>
                    <a:cubicBezTo>
                      <a:pt x="8212" y="369"/>
                      <a:pt x="8221" y="366"/>
                      <a:pt x="8230" y="366"/>
                    </a:cubicBezTo>
                    <a:close/>
                    <a:moveTo>
                      <a:pt x="8266" y="0"/>
                    </a:moveTo>
                    <a:cubicBezTo>
                      <a:pt x="8238" y="0"/>
                      <a:pt x="8209" y="9"/>
                      <a:pt x="8180" y="22"/>
                    </a:cubicBezTo>
                    <a:lnTo>
                      <a:pt x="144" y="4658"/>
                    </a:lnTo>
                    <a:cubicBezTo>
                      <a:pt x="51" y="4717"/>
                      <a:pt x="1" y="4860"/>
                      <a:pt x="28" y="4975"/>
                    </a:cubicBezTo>
                    <a:lnTo>
                      <a:pt x="1531" y="10998"/>
                    </a:lnTo>
                    <a:cubicBezTo>
                      <a:pt x="1531" y="11006"/>
                      <a:pt x="1538" y="11013"/>
                      <a:pt x="1538" y="11020"/>
                    </a:cubicBezTo>
                    <a:lnTo>
                      <a:pt x="1538" y="11027"/>
                    </a:lnTo>
                    <a:cubicBezTo>
                      <a:pt x="1547" y="11041"/>
                      <a:pt x="1553" y="11056"/>
                      <a:pt x="1560" y="11070"/>
                    </a:cubicBezTo>
                    <a:lnTo>
                      <a:pt x="1567" y="11070"/>
                    </a:lnTo>
                    <a:cubicBezTo>
                      <a:pt x="1567" y="11077"/>
                      <a:pt x="1574" y="11084"/>
                      <a:pt x="1581" y="11093"/>
                    </a:cubicBezTo>
                    <a:cubicBezTo>
                      <a:pt x="1581" y="11093"/>
                      <a:pt x="1590" y="11099"/>
                      <a:pt x="1597" y="11106"/>
                    </a:cubicBezTo>
                    <a:cubicBezTo>
                      <a:pt x="1604" y="11106"/>
                      <a:pt x="1604" y="11113"/>
                      <a:pt x="1610" y="11113"/>
                    </a:cubicBezTo>
                    <a:lnTo>
                      <a:pt x="1617" y="11120"/>
                    </a:lnTo>
                    <a:lnTo>
                      <a:pt x="1624" y="11120"/>
                    </a:lnTo>
                    <a:cubicBezTo>
                      <a:pt x="1633" y="11127"/>
                      <a:pt x="1633" y="11127"/>
                      <a:pt x="1640" y="11127"/>
                    </a:cubicBezTo>
                    <a:cubicBezTo>
                      <a:pt x="1647" y="11127"/>
                      <a:pt x="1654" y="11136"/>
                      <a:pt x="1654" y="11136"/>
                    </a:cubicBezTo>
                    <a:lnTo>
                      <a:pt x="1667" y="11136"/>
                    </a:lnTo>
                    <a:lnTo>
                      <a:pt x="1667" y="11093"/>
                    </a:lnTo>
                    <a:cubicBezTo>
                      <a:pt x="1667" y="11056"/>
                      <a:pt x="1690" y="11020"/>
                      <a:pt x="1740" y="10991"/>
                    </a:cubicBezTo>
                    <a:lnTo>
                      <a:pt x="9775" y="6355"/>
                    </a:lnTo>
                    <a:cubicBezTo>
                      <a:pt x="9812" y="6333"/>
                      <a:pt x="9855" y="6319"/>
                      <a:pt x="9905" y="6312"/>
                    </a:cubicBezTo>
                    <a:cubicBezTo>
                      <a:pt x="9920" y="6262"/>
                      <a:pt x="9920" y="6210"/>
                      <a:pt x="9905" y="6160"/>
                    </a:cubicBezTo>
                    <a:lnTo>
                      <a:pt x="8404" y="145"/>
                    </a:lnTo>
                    <a:cubicBezTo>
                      <a:pt x="8388" y="66"/>
                      <a:pt x="8338" y="16"/>
                      <a:pt x="8288" y="9"/>
                    </a:cubicBezTo>
                    <a:cubicBezTo>
                      <a:pt x="8281" y="9"/>
                      <a:pt x="8275" y="9"/>
                      <a:pt x="8275"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39" name="Google Shape;903;p41">
                <a:extLst>
                  <a:ext uri="{FF2B5EF4-FFF2-40B4-BE49-F238E27FC236}">
                    <a16:creationId xmlns:a16="http://schemas.microsoft.com/office/drawing/2014/main" id="{09DB6751-1487-4455-8188-C50D01F538F4}"/>
                  </a:ext>
                </a:extLst>
              </p:cNvPr>
              <p:cNvSpPr/>
              <p:nvPr/>
            </p:nvSpPr>
            <p:spPr>
              <a:xfrm>
                <a:off x="1442237" y="3676402"/>
                <a:ext cx="1702" cy="4682"/>
              </a:xfrm>
              <a:custGeom>
                <a:avLst/>
                <a:gdLst/>
                <a:ahLst/>
                <a:cxnLst/>
                <a:rect l="l" t="t" r="r" b="b"/>
                <a:pathLst>
                  <a:path w="16" h="44" extrusionOk="0">
                    <a:moveTo>
                      <a:pt x="0" y="1"/>
                    </a:moveTo>
                    <a:lnTo>
                      <a:pt x="0" y="44"/>
                    </a:lnTo>
                    <a:lnTo>
                      <a:pt x="16" y="44"/>
                    </a:lnTo>
                    <a:cubicBezTo>
                      <a:pt x="16" y="44"/>
                      <a:pt x="9" y="44"/>
                      <a:pt x="9" y="35"/>
                    </a:cubicBezTo>
                    <a:cubicBezTo>
                      <a:pt x="0" y="28"/>
                      <a:pt x="0" y="14"/>
                      <a:pt x="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40" name="Google Shape;904;p41">
                <a:extLst>
                  <a:ext uri="{FF2B5EF4-FFF2-40B4-BE49-F238E27FC236}">
                    <a16:creationId xmlns:a16="http://schemas.microsoft.com/office/drawing/2014/main" id="{AF832A25-ECC3-486E-B0EA-3ADF7EE78117}"/>
                  </a:ext>
                </a:extLst>
              </p:cNvPr>
              <p:cNvSpPr/>
              <p:nvPr/>
            </p:nvSpPr>
            <p:spPr>
              <a:xfrm>
                <a:off x="2145244" y="2496177"/>
                <a:ext cx="1596" cy="958"/>
              </a:xfrm>
              <a:custGeom>
                <a:avLst/>
                <a:gdLst/>
                <a:ahLst/>
                <a:cxnLst/>
                <a:rect l="l" t="t" r="r" b="b"/>
                <a:pathLst>
                  <a:path w="15" h="9" extrusionOk="0">
                    <a:moveTo>
                      <a:pt x="1" y="0"/>
                    </a:moveTo>
                    <a:cubicBezTo>
                      <a:pt x="1" y="6"/>
                      <a:pt x="3" y="8"/>
                      <a:pt x="7" y="8"/>
                    </a:cubicBezTo>
                    <a:lnTo>
                      <a:pt x="7" y="8"/>
                    </a:lnTo>
                    <a:lnTo>
                      <a:pt x="1" y="0"/>
                    </a:lnTo>
                    <a:close/>
                    <a:moveTo>
                      <a:pt x="7" y="8"/>
                    </a:moveTo>
                    <a:lnTo>
                      <a:pt x="7" y="9"/>
                    </a:lnTo>
                    <a:lnTo>
                      <a:pt x="14" y="9"/>
                    </a:lnTo>
                    <a:cubicBezTo>
                      <a:pt x="12" y="9"/>
                      <a:pt x="9" y="9"/>
                      <a:pt x="7" y="8"/>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41" name="Google Shape;905;p41">
                <a:extLst>
                  <a:ext uri="{FF2B5EF4-FFF2-40B4-BE49-F238E27FC236}">
                    <a16:creationId xmlns:a16="http://schemas.microsoft.com/office/drawing/2014/main" id="{E5853E45-9323-4258-9B9C-F1890118334F}"/>
                  </a:ext>
                </a:extLst>
              </p:cNvPr>
              <p:cNvSpPr/>
              <p:nvPr/>
            </p:nvSpPr>
            <p:spPr>
              <a:xfrm>
                <a:off x="1250392" y="2493623"/>
                <a:ext cx="893994" cy="1187452"/>
              </a:xfrm>
              <a:custGeom>
                <a:avLst/>
                <a:gdLst/>
                <a:ahLst/>
                <a:cxnLst/>
                <a:rect l="l" t="t" r="r" b="b"/>
                <a:pathLst>
                  <a:path w="8402" h="11160" extrusionOk="0">
                    <a:moveTo>
                      <a:pt x="8258" y="1"/>
                    </a:moveTo>
                    <a:cubicBezTo>
                      <a:pt x="8234" y="1"/>
                      <a:pt x="8207" y="9"/>
                      <a:pt x="8179" y="24"/>
                    </a:cubicBezTo>
                    <a:lnTo>
                      <a:pt x="151" y="4661"/>
                    </a:lnTo>
                    <a:cubicBezTo>
                      <a:pt x="51" y="4711"/>
                      <a:pt x="1" y="4854"/>
                      <a:pt x="28" y="4977"/>
                    </a:cubicBezTo>
                    <a:lnTo>
                      <a:pt x="1531" y="10994"/>
                    </a:lnTo>
                    <a:cubicBezTo>
                      <a:pt x="1553" y="11073"/>
                      <a:pt x="1603" y="11123"/>
                      <a:pt x="1660" y="11130"/>
                    </a:cubicBezTo>
                    <a:cubicBezTo>
                      <a:pt x="1703" y="11137"/>
                      <a:pt x="1746" y="11151"/>
                      <a:pt x="1790" y="11160"/>
                    </a:cubicBezTo>
                    <a:cubicBezTo>
                      <a:pt x="1790" y="11160"/>
                      <a:pt x="1783" y="11151"/>
                      <a:pt x="1776" y="11151"/>
                    </a:cubicBezTo>
                    <a:cubicBezTo>
                      <a:pt x="1769" y="11151"/>
                      <a:pt x="1769" y="11151"/>
                      <a:pt x="1760" y="11144"/>
                    </a:cubicBezTo>
                    <a:lnTo>
                      <a:pt x="1753" y="11144"/>
                    </a:lnTo>
                    <a:lnTo>
                      <a:pt x="1746" y="11137"/>
                    </a:lnTo>
                    <a:cubicBezTo>
                      <a:pt x="1740" y="11137"/>
                      <a:pt x="1740" y="11130"/>
                      <a:pt x="1733" y="11130"/>
                    </a:cubicBezTo>
                    <a:cubicBezTo>
                      <a:pt x="1726" y="11123"/>
                      <a:pt x="1717" y="11117"/>
                      <a:pt x="1717" y="11117"/>
                    </a:cubicBezTo>
                    <a:cubicBezTo>
                      <a:pt x="1710" y="11108"/>
                      <a:pt x="1703" y="11101"/>
                      <a:pt x="1703" y="11094"/>
                    </a:cubicBezTo>
                    <a:lnTo>
                      <a:pt x="1696" y="11094"/>
                    </a:lnTo>
                    <a:cubicBezTo>
                      <a:pt x="1689" y="11080"/>
                      <a:pt x="1683" y="11065"/>
                      <a:pt x="1674" y="11051"/>
                    </a:cubicBezTo>
                    <a:lnTo>
                      <a:pt x="1674" y="11044"/>
                    </a:lnTo>
                    <a:cubicBezTo>
                      <a:pt x="1674" y="11037"/>
                      <a:pt x="1667" y="11030"/>
                      <a:pt x="1667" y="11022"/>
                    </a:cubicBezTo>
                    <a:lnTo>
                      <a:pt x="164" y="4999"/>
                    </a:lnTo>
                    <a:cubicBezTo>
                      <a:pt x="137" y="4884"/>
                      <a:pt x="187" y="4741"/>
                      <a:pt x="280" y="4682"/>
                    </a:cubicBezTo>
                    <a:lnTo>
                      <a:pt x="8316" y="46"/>
                    </a:lnTo>
                    <a:cubicBezTo>
                      <a:pt x="8345" y="33"/>
                      <a:pt x="8374" y="24"/>
                      <a:pt x="8402" y="24"/>
                    </a:cubicBezTo>
                    <a:lnTo>
                      <a:pt x="8381" y="24"/>
                    </a:lnTo>
                    <a:cubicBezTo>
                      <a:pt x="8374" y="17"/>
                      <a:pt x="8359" y="17"/>
                      <a:pt x="8352" y="17"/>
                    </a:cubicBezTo>
                    <a:cubicBezTo>
                      <a:pt x="8324" y="10"/>
                      <a:pt x="8302" y="3"/>
                      <a:pt x="8281" y="3"/>
                    </a:cubicBezTo>
                    <a:cubicBezTo>
                      <a:pt x="8274" y="2"/>
                      <a:pt x="8266" y="1"/>
                      <a:pt x="825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42" name="Google Shape;906;p41">
                <a:extLst>
                  <a:ext uri="{FF2B5EF4-FFF2-40B4-BE49-F238E27FC236}">
                    <a16:creationId xmlns:a16="http://schemas.microsoft.com/office/drawing/2014/main" id="{42126C7B-6026-4935-8651-36AF00E91322}"/>
                  </a:ext>
                </a:extLst>
              </p:cNvPr>
              <p:cNvSpPr/>
              <p:nvPr/>
            </p:nvSpPr>
            <p:spPr>
              <a:xfrm>
                <a:off x="1289336" y="2535120"/>
                <a:ext cx="999013" cy="1070303"/>
              </a:xfrm>
              <a:custGeom>
                <a:avLst/>
                <a:gdLst/>
                <a:ahLst/>
                <a:cxnLst/>
                <a:rect l="l" t="t" r="r" b="b"/>
                <a:pathLst>
                  <a:path w="9389" h="10059" extrusionOk="0">
                    <a:moveTo>
                      <a:pt x="8000" y="0"/>
                    </a:moveTo>
                    <a:cubicBezTo>
                      <a:pt x="7991" y="0"/>
                      <a:pt x="7982" y="3"/>
                      <a:pt x="7972" y="8"/>
                    </a:cubicBezTo>
                    <a:lnTo>
                      <a:pt x="50" y="4580"/>
                    </a:lnTo>
                    <a:cubicBezTo>
                      <a:pt x="23" y="4602"/>
                      <a:pt x="0" y="4646"/>
                      <a:pt x="14" y="4689"/>
                    </a:cubicBezTo>
                    <a:lnTo>
                      <a:pt x="1337" y="10007"/>
                    </a:lnTo>
                    <a:cubicBezTo>
                      <a:pt x="1347" y="10039"/>
                      <a:pt x="1370" y="10058"/>
                      <a:pt x="1392" y="10058"/>
                    </a:cubicBezTo>
                    <a:cubicBezTo>
                      <a:pt x="1401" y="10058"/>
                      <a:pt x="1409" y="10056"/>
                      <a:pt x="1417" y="10050"/>
                    </a:cubicBezTo>
                    <a:lnTo>
                      <a:pt x="9338" y="5479"/>
                    </a:lnTo>
                    <a:cubicBezTo>
                      <a:pt x="9373" y="5456"/>
                      <a:pt x="9388" y="5406"/>
                      <a:pt x="9381" y="5370"/>
                    </a:cubicBezTo>
                    <a:lnTo>
                      <a:pt x="8051" y="45"/>
                    </a:lnTo>
                    <a:cubicBezTo>
                      <a:pt x="8040" y="18"/>
                      <a:pt x="8022" y="0"/>
                      <a:pt x="8000" y="0"/>
                    </a:cubicBezTo>
                    <a:close/>
                  </a:path>
                </a:pathLst>
              </a:custGeom>
              <a:solidFill>
                <a:schemeClr val="accen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43" name="Google Shape;907;p41">
                <a:extLst>
                  <a:ext uri="{FF2B5EF4-FFF2-40B4-BE49-F238E27FC236}">
                    <a16:creationId xmlns:a16="http://schemas.microsoft.com/office/drawing/2014/main" id="{D5E441F6-C1F8-48B8-A7AF-3752B12F6DB5}"/>
                  </a:ext>
                </a:extLst>
              </p:cNvPr>
              <p:cNvSpPr/>
              <p:nvPr/>
            </p:nvSpPr>
            <p:spPr>
              <a:xfrm>
                <a:off x="1442237" y="3676402"/>
                <a:ext cx="1702" cy="4682"/>
              </a:xfrm>
              <a:custGeom>
                <a:avLst/>
                <a:gdLst/>
                <a:ahLst/>
                <a:cxnLst/>
                <a:rect l="l" t="t" r="r" b="b"/>
                <a:pathLst>
                  <a:path w="16" h="44" extrusionOk="0">
                    <a:moveTo>
                      <a:pt x="0" y="1"/>
                    </a:moveTo>
                    <a:lnTo>
                      <a:pt x="0" y="44"/>
                    </a:lnTo>
                    <a:lnTo>
                      <a:pt x="16" y="44"/>
                    </a:lnTo>
                    <a:cubicBezTo>
                      <a:pt x="16" y="44"/>
                      <a:pt x="9" y="44"/>
                      <a:pt x="9" y="35"/>
                    </a:cubicBezTo>
                    <a:cubicBezTo>
                      <a:pt x="0" y="28"/>
                      <a:pt x="0" y="14"/>
                      <a:pt x="0"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44" name="Google Shape;908;p41">
                <a:extLst>
                  <a:ext uri="{FF2B5EF4-FFF2-40B4-BE49-F238E27FC236}">
                    <a16:creationId xmlns:a16="http://schemas.microsoft.com/office/drawing/2014/main" id="{AD9A2083-AB4D-414B-A9D1-F75190FDDAFB}"/>
                  </a:ext>
                </a:extLst>
              </p:cNvPr>
              <p:cNvSpPr/>
              <p:nvPr/>
            </p:nvSpPr>
            <p:spPr>
              <a:xfrm>
                <a:off x="1442237" y="3488281"/>
                <a:ext cx="1405896" cy="527969"/>
              </a:xfrm>
              <a:custGeom>
                <a:avLst/>
                <a:gdLst/>
                <a:ahLst/>
                <a:cxnLst/>
                <a:rect l="l" t="t" r="r" b="b"/>
                <a:pathLst>
                  <a:path w="13213" h="4962" extrusionOk="0">
                    <a:moveTo>
                      <a:pt x="13213" y="0"/>
                    </a:moveTo>
                    <a:cubicBezTo>
                      <a:pt x="13213" y="28"/>
                      <a:pt x="13206" y="50"/>
                      <a:pt x="13184" y="71"/>
                    </a:cubicBezTo>
                    <a:cubicBezTo>
                      <a:pt x="13177" y="78"/>
                      <a:pt x="13170" y="87"/>
                      <a:pt x="13154" y="93"/>
                    </a:cubicBezTo>
                    <a:cubicBezTo>
                      <a:pt x="13154" y="93"/>
                      <a:pt x="13147" y="100"/>
                      <a:pt x="13141" y="100"/>
                    </a:cubicBezTo>
                    <a:lnTo>
                      <a:pt x="5105" y="4736"/>
                    </a:lnTo>
                    <a:cubicBezTo>
                      <a:pt x="5057" y="4766"/>
                      <a:pt x="4992" y="4781"/>
                      <a:pt x="4929" y="4781"/>
                    </a:cubicBezTo>
                    <a:cubicBezTo>
                      <a:pt x="4870" y="4781"/>
                      <a:pt x="4812" y="4768"/>
                      <a:pt x="4767" y="4744"/>
                    </a:cubicBezTo>
                    <a:lnTo>
                      <a:pt x="73" y="1869"/>
                    </a:lnTo>
                    <a:cubicBezTo>
                      <a:pt x="43" y="1846"/>
                      <a:pt x="23" y="1832"/>
                      <a:pt x="16" y="1812"/>
                    </a:cubicBezTo>
                    <a:lnTo>
                      <a:pt x="0" y="1812"/>
                    </a:lnTo>
                    <a:lnTo>
                      <a:pt x="0" y="2091"/>
                    </a:lnTo>
                    <a:cubicBezTo>
                      <a:pt x="0" y="2127"/>
                      <a:pt x="23" y="2164"/>
                      <a:pt x="73" y="2191"/>
                    </a:cubicBezTo>
                    <a:lnTo>
                      <a:pt x="4767" y="4924"/>
                    </a:lnTo>
                    <a:cubicBezTo>
                      <a:pt x="4813" y="4949"/>
                      <a:pt x="4876" y="4961"/>
                      <a:pt x="4939" y="4961"/>
                    </a:cubicBezTo>
                    <a:cubicBezTo>
                      <a:pt x="5002" y="4961"/>
                      <a:pt x="5065" y="4949"/>
                      <a:pt x="5112" y="4924"/>
                    </a:cubicBezTo>
                    <a:lnTo>
                      <a:pt x="13141" y="280"/>
                    </a:lnTo>
                    <a:cubicBezTo>
                      <a:pt x="13191" y="259"/>
                      <a:pt x="13213" y="223"/>
                      <a:pt x="13213" y="187"/>
                    </a:cubicBezTo>
                    <a:lnTo>
                      <a:pt x="1321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45" name="Google Shape;909;p41">
                <a:extLst>
                  <a:ext uri="{FF2B5EF4-FFF2-40B4-BE49-F238E27FC236}">
                    <a16:creationId xmlns:a16="http://schemas.microsoft.com/office/drawing/2014/main" id="{2DD1CF66-A0C8-44B8-A528-FD35596A329B}"/>
                  </a:ext>
                </a:extLst>
              </p:cNvPr>
              <p:cNvSpPr/>
              <p:nvPr/>
            </p:nvSpPr>
            <p:spPr>
              <a:xfrm>
                <a:off x="1505760" y="3662463"/>
                <a:ext cx="62884" cy="34581"/>
              </a:xfrm>
              <a:custGeom>
                <a:avLst/>
                <a:gdLst/>
                <a:ahLst/>
                <a:cxnLst/>
                <a:rect l="l" t="t" r="r" b="b"/>
                <a:pathLst>
                  <a:path w="591" h="325" extrusionOk="0">
                    <a:moveTo>
                      <a:pt x="411" y="1"/>
                    </a:moveTo>
                    <a:cubicBezTo>
                      <a:pt x="377" y="1"/>
                      <a:pt x="343" y="8"/>
                      <a:pt x="318" y="23"/>
                    </a:cubicBezTo>
                    <a:lnTo>
                      <a:pt x="50" y="175"/>
                    </a:lnTo>
                    <a:cubicBezTo>
                      <a:pt x="0" y="202"/>
                      <a:pt x="0" y="252"/>
                      <a:pt x="50" y="282"/>
                    </a:cubicBezTo>
                    <a:lnTo>
                      <a:pt x="86" y="304"/>
                    </a:lnTo>
                    <a:cubicBezTo>
                      <a:pt x="111" y="318"/>
                      <a:pt x="146" y="325"/>
                      <a:pt x="180" y="325"/>
                    </a:cubicBezTo>
                    <a:cubicBezTo>
                      <a:pt x="214" y="325"/>
                      <a:pt x="249" y="318"/>
                      <a:pt x="275" y="304"/>
                    </a:cubicBezTo>
                    <a:lnTo>
                      <a:pt x="540" y="152"/>
                    </a:lnTo>
                    <a:cubicBezTo>
                      <a:pt x="590" y="123"/>
                      <a:pt x="590" y="73"/>
                      <a:pt x="540" y="45"/>
                    </a:cubicBezTo>
                    <a:lnTo>
                      <a:pt x="504" y="23"/>
                    </a:lnTo>
                    <a:cubicBezTo>
                      <a:pt x="479" y="8"/>
                      <a:pt x="445" y="1"/>
                      <a:pt x="411"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46" name="Google Shape;910;p41">
                <a:extLst>
                  <a:ext uri="{FF2B5EF4-FFF2-40B4-BE49-F238E27FC236}">
                    <a16:creationId xmlns:a16="http://schemas.microsoft.com/office/drawing/2014/main" id="{CFA55A19-FC15-4BB2-897F-66559A6A672D}"/>
                  </a:ext>
                </a:extLst>
              </p:cNvPr>
              <p:cNvSpPr/>
              <p:nvPr/>
            </p:nvSpPr>
            <p:spPr>
              <a:xfrm>
                <a:off x="1562473" y="3632777"/>
                <a:ext cx="57351" cy="31389"/>
              </a:xfrm>
              <a:custGeom>
                <a:avLst/>
                <a:gdLst/>
                <a:ahLst/>
                <a:cxnLst/>
                <a:rect l="l" t="t" r="r" b="b"/>
                <a:pathLst>
                  <a:path w="539" h="295" extrusionOk="0">
                    <a:moveTo>
                      <a:pt x="359" y="0"/>
                    </a:moveTo>
                    <a:cubicBezTo>
                      <a:pt x="325" y="0"/>
                      <a:pt x="291" y="8"/>
                      <a:pt x="266" y="22"/>
                    </a:cubicBezTo>
                    <a:lnTo>
                      <a:pt x="57" y="143"/>
                    </a:lnTo>
                    <a:cubicBezTo>
                      <a:pt x="0" y="179"/>
                      <a:pt x="0" y="222"/>
                      <a:pt x="57" y="252"/>
                    </a:cubicBezTo>
                    <a:lnTo>
                      <a:pt x="87" y="272"/>
                    </a:lnTo>
                    <a:cubicBezTo>
                      <a:pt x="115" y="287"/>
                      <a:pt x="149" y="294"/>
                      <a:pt x="183" y="294"/>
                    </a:cubicBezTo>
                    <a:cubicBezTo>
                      <a:pt x="217" y="294"/>
                      <a:pt x="251" y="287"/>
                      <a:pt x="280" y="272"/>
                    </a:cubicBezTo>
                    <a:lnTo>
                      <a:pt x="488" y="152"/>
                    </a:lnTo>
                    <a:cubicBezTo>
                      <a:pt x="539" y="122"/>
                      <a:pt x="539" y="72"/>
                      <a:pt x="488" y="43"/>
                    </a:cubicBezTo>
                    <a:lnTo>
                      <a:pt x="452" y="22"/>
                    </a:lnTo>
                    <a:cubicBezTo>
                      <a:pt x="427" y="8"/>
                      <a:pt x="393" y="0"/>
                      <a:pt x="35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47" name="Google Shape;911;p41">
                <a:extLst>
                  <a:ext uri="{FF2B5EF4-FFF2-40B4-BE49-F238E27FC236}">
                    <a16:creationId xmlns:a16="http://schemas.microsoft.com/office/drawing/2014/main" id="{67485CF2-9858-40E6-B8F1-F2EC75F3C78B}"/>
                  </a:ext>
                </a:extLst>
              </p:cNvPr>
              <p:cNvSpPr/>
              <p:nvPr/>
            </p:nvSpPr>
            <p:spPr>
              <a:xfrm>
                <a:off x="1538638" y="3681722"/>
                <a:ext cx="81930" cy="45753"/>
              </a:xfrm>
              <a:custGeom>
                <a:avLst/>
                <a:gdLst/>
                <a:ahLst/>
                <a:cxnLst/>
                <a:rect l="l" t="t" r="r" b="b"/>
                <a:pathLst>
                  <a:path w="770" h="430" extrusionOk="0">
                    <a:moveTo>
                      <a:pt x="411" y="1"/>
                    </a:moveTo>
                    <a:cubicBezTo>
                      <a:pt x="377" y="1"/>
                      <a:pt x="342" y="7"/>
                      <a:pt x="317" y="21"/>
                    </a:cubicBezTo>
                    <a:lnTo>
                      <a:pt x="52" y="173"/>
                    </a:lnTo>
                    <a:cubicBezTo>
                      <a:pt x="0" y="201"/>
                      <a:pt x="0" y="252"/>
                      <a:pt x="52" y="280"/>
                    </a:cubicBezTo>
                    <a:lnTo>
                      <a:pt x="267" y="402"/>
                    </a:lnTo>
                    <a:cubicBezTo>
                      <a:pt x="292" y="421"/>
                      <a:pt x="326" y="430"/>
                      <a:pt x="361" y="430"/>
                    </a:cubicBezTo>
                    <a:cubicBezTo>
                      <a:pt x="395" y="430"/>
                      <a:pt x="429" y="421"/>
                      <a:pt x="454" y="402"/>
                    </a:cubicBezTo>
                    <a:lnTo>
                      <a:pt x="712" y="252"/>
                    </a:lnTo>
                    <a:cubicBezTo>
                      <a:pt x="769" y="223"/>
                      <a:pt x="769" y="173"/>
                      <a:pt x="712" y="144"/>
                    </a:cubicBezTo>
                    <a:lnTo>
                      <a:pt x="504" y="21"/>
                    </a:lnTo>
                    <a:cubicBezTo>
                      <a:pt x="479" y="7"/>
                      <a:pt x="445" y="1"/>
                      <a:pt x="411"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48" name="Google Shape;912;p41">
                <a:extLst>
                  <a:ext uri="{FF2B5EF4-FFF2-40B4-BE49-F238E27FC236}">
                    <a16:creationId xmlns:a16="http://schemas.microsoft.com/office/drawing/2014/main" id="{5E46819B-C278-4BC6-882C-F52C41CB4396}"/>
                  </a:ext>
                </a:extLst>
              </p:cNvPr>
              <p:cNvSpPr/>
              <p:nvPr/>
            </p:nvSpPr>
            <p:spPr>
              <a:xfrm>
                <a:off x="1590031" y="3711515"/>
                <a:ext cx="84164" cy="47349"/>
              </a:xfrm>
              <a:custGeom>
                <a:avLst/>
                <a:gdLst/>
                <a:ahLst/>
                <a:cxnLst/>
                <a:rect l="l" t="t" r="r" b="b"/>
                <a:pathLst>
                  <a:path w="791" h="445" extrusionOk="0">
                    <a:moveTo>
                      <a:pt x="409" y="0"/>
                    </a:moveTo>
                    <a:cubicBezTo>
                      <a:pt x="375" y="0"/>
                      <a:pt x="341" y="8"/>
                      <a:pt x="316" y="22"/>
                    </a:cubicBezTo>
                    <a:lnTo>
                      <a:pt x="50" y="173"/>
                    </a:lnTo>
                    <a:cubicBezTo>
                      <a:pt x="0" y="202"/>
                      <a:pt x="0" y="252"/>
                      <a:pt x="50" y="281"/>
                    </a:cubicBezTo>
                    <a:lnTo>
                      <a:pt x="286" y="417"/>
                    </a:lnTo>
                    <a:cubicBezTo>
                      <a:pt x="311" y="436"/>
                      <a:pt x="346" y="445"/>
                      <a:pt x="380" y="445"/>
                    </a:cubicBezTo>
                    <a:cubicBezTo>
                      <a:pt x="414" y="445"/>
                      <a:pt x="449" y="436"/>
                      <a:pt x="474" y="417"/>
                    </a:cubicBezTo>
                    <a:lnTo>
                      <a:pt x="740" y="266"/>
                    </a:lnTo>
                    <a:cubicBezTo>
                      <a:pt x="790" y="238"/>
                      <a:pt x="790" y="188"/>
                      <a:pt x="740" y="159"/>
                    </a:cubicBezTo>
                    <a:lnTo>
                      <a:pt x="502" y="22"/>
                    </a:lnTo>
                    <a:cubicBezTo>
                      <a:pt x="477" y="8"/>
                      <a:pt x="443" y="0"/>
                      <a:pt x="40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49" name="Google Shape;913;p41">
                <a:extLst>
                  <a:ext uri="{FF2B5EF4-FFF2-40B4-BE49-F238E27FC236}">
                    <a16:creationId xmlns:a16="http://schemas.microsoft.com/office/drawing/2014/main" id="{8427C974-86F2-48DD-A238-3581492EB620}"/>
                  </a:ext>
                </a:extLst>
              </p:cNvPr>
              <p:cNvSpPr/>
              <p:nvPr/>
            </p:nvSpPr>
            <p:spPr>
              <a:xfrm>
                <a:off x="1614398" y="3601388"/>
                <a:ext cx="59798" cy="33730"/>
              </a:xfrm>
              <a:custGeom>
                <a:avLst/>
                <a:gdLst/>
                <a:ahLst/>
                <a:cxnLst/>
                <a:rect l="l" t="t" r="r" b="b"/>
                <a:pathLst>
                  <a:path w="562" h="317" extrusionOk="0">
                    <a:moveTo>
                      <a:pt x="382" y="0"/>
                    </a:moveTo>
                    <a:cubicBezTo>
                      <a:pt x="348" y="0"/>
                      <a:pt x="314" y="8"/>
                      <a:pt x="289" y="22"/>
                    </a:cubicBezTo>
                    <a:lnTo>
                      <a:pt x="51" y="166"/>
                    </a:lnTo>
                    <a:cubicBezTo>
                      <a:pt x="0" y="195"/>
                      <a:pt x="0" y="245"/>
                      <a:pt x="51" y="274"/>
                    </a:cubicBezTo>
                    <a:lnTo>
                      <a:pt x="87" y="295"/>
                    </a:lnTo>
                    <a:cubicBezTo>
                      <a:pt x="112" y="310"/>
                      <a:pt x="144" y="317"/>
                      <a:pt x="177" y="317"/>
                    </a:cubicBezTo>
                    <a:cubicBezTo>
                      <a:pt x="211" y="317"/>
                      <a:pt x="245" y="310"/>
                      <a:pt x="273" y="295"/>
                    </a:cubicBezTo>
                    <a:lnTo>
                      <a:pt x="511" y="152"/>
                    </a:lnTo>
                    <a:cubicBezTo>
                      <a:pt x="561" y="122"/>
                      <a:pt x="561" y="72"/>
                      <a:pt x="511" y="43"/>
                    </a:cubicBezTo>
                    <a:lnTo>
                      <a:pt x="475" y="22"/>
                    </a:lnTo>
                    <a:cubicBezTo>
                      <a:pt x="450" y="8"/>
                      <a:pt x="416" y="0"/>
                      <a:pt x="382"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50" name="Google Shape;914;p41">
                <a:extLst>
                  <a:ext uri="{FF2B5EF4-FFF2-40B4-BE49-F238E27FC236}">
                    <a16:creationId xmlns:a16="http://schemas.microsoft.com/office/drawing/2014/main" id="{1B2510A5-B8F4-4C36-AC20-A4C323B67311}"/>
                  </a:ext>
                </a:extLst>
              </p:cNvPr>
              <p:cNvSpPr/>
              <p:nvPr/>
            </p:nvSpPr>
            <p:spPr>
              <a:xfrm>
                <a:off x="1643446" y="3742904"/>
                <a:ext cx="81930" cy="45115"/>
              </a:xfrm>
              <a:custGeom>
                <a:avLst/>
                <a:gdLst/>
                <a:ahLst/>
                <a:cxnLst/>
                <a:rect l="l" t="t" r="r" b="b"/>
                <a:pathLst>
                  <a:path w="770" h="424" extrusionOk="0">
                    <a:moveTo>
                      <a:pt x="411" y="0"/>
                    </a:moveTo>
                    <a:cubicBezTo>
                      <a:pt x="377" y="0"/>
                      <a:pt x="342" y="8"/>
                      <a:pt x="317" y="22"/>
                    </a:cubicBezTo>
                    <a:lnTo>
                      <a:pt x="59" y="173"/>
                    </a:lnTo>
                    <a:cubicBezTo>
                      <a:pt x="7" y="202"/>
                      <a:pt x="0" y="252"/>
                      <a:pt x="59" y="281"/>
                    </a:cubicBezTo>
                    <a:lnTo>
                      <a:pt x="266" y="402"/>
                    </a:lnTo>
                    <a:cubicBezTo>
                      <a:pt x="292" y="417"/>
                      <a:pt x="326" y="424"/>
                      <a:pt x="360" y="424"/>
                    </a:cubicBezTo>
                    <a:cubicBezTo>
                      <a:pt x="395" y="424"/>
                      <a:pt x="429" y="417"/>
                      <a:pt x="454" y="402"/>
                    </a:cubicBezTo>
                    <a:lnTo>
                      <a:pt x="719" y="252"/>
                    </a:lnTo>
                    <a:cubicBezTo>
                      <a:pt x="769" y="223"/>
                      <a:pt x="769" y="173"/>
                      <a:pt x="719" y="143"/>
                    </a:cubicBezTo>
                    <a:lnTo>
                      <a:pt x="504" y="22"/>
                    </a:lnTo>
                    <a:cubicBezTo>
                      <a:pt x="479" y="8"/>
                      <a:pt x="445" y="0"/>
                      <a:pt x="411"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51" name="Google Shape;915;p41">
                <a:extLst>
                  <a:ext uri="{FF2B5EF4-FFF2-40B4-BE49-F238E27FC236}">
                    <a16:creationId xmlns:a16="http://schemas.microsoft.com/office/drawing/2014/main" id="{4BAB2E35-6D7A-419A-B408-BF6DA273D812}"/>
                  </a:ext>
                </a:extLst>
              </p:cNvPr>
              <p:cNvSpPr/>
              <p:nvPr/>
            </p:nvSpPr>
            <p:spPr>
              <a:xfrm>
                <a:off x="1595351" y="3620434"/>
                <a:ext cx="130769" cy="74375"/>
              </a:xfrm>
              <a:custGeom>
                <a:avLst/>
                <a:gdLst/>
                <a:ahLst/>
                <a:cxnLst/>
                <a:rect l="l" t="t" r="r" b="b"/>
                <a:pathLst>
                  <a:path w="1229" h="699" extrusionOk="0">
                    <a:moveTo>
                      <a:pt x="870" y="1"/>
                    </a:moveTo>
                    <a:cubicBezTo>
                      <a:pt x="835" y="1"/>
                      <a:pt x="801" y="8"/>
                      <a:pt x="776" y="23"/>
                    </a:cubicBezTo>
                    <a:lnTo>
                      <a:pt x="57" y="440"/>
                    </a:lnTo>
                    <a:cubicBezTo>
                      <a:pt x="0" y="468"/>
                      <a:pt x="0" y="518"/>
                      <a:pt x="50" y="547"/>
                    </a:cubicBezTo>
                    <a:lnTo>
                      <a:pt x="266" y="677"/>
                    </a:lnTo>
                    <a:cubicBezTo>
                      <a:pt x="291" y="691"/>
                      <a:pt x="325" y="699"/>
                      <a:pt x="359" y="699"/>
                    </a:cubicBezTo>
                    <a:cubicBezTo>
                      <a:pt x="393" y="699"/>
                      <a:pt x="427" y="691"/>
                      <a:pt x="452" y="677"/>
                    </a:cubicBezTo>
                    <a:lnTo>
                      <a:pt x="1171" y="259"/>
                    </a:lnTo>
                    <a:cubicBezTo>
                      <a:pt x="1228" y="225"/>
                      <a:pt x="1228" y="181"/>
                      <a:pt x="1178" y="145"/>
                    </a:cubicBezTo>
                    <a:lnTo>
                      <a:pt x="963" y="23"/>
                    </a:lnTo>
                    <a:cubicBezTo>
                      <a:pt x="938" y="8"/>
                      <a:pt x="904" y="1"/>
                      <a:pt x="870"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52" name="Google Shape;916;p41">
                <a:extLst>
                  <a:ext uri="{FF2B5EF4-FFF2-40B4-BE49-F238E27FC236}">
                    <a16:creationId xmlns:a16="http://schemas.microsoft.com/office/drawing/2014/main" id="{83AF7BC9-A94C-450F-AA9D-7E4AF318BF04}"/>
                  </a:ext>
                </a:extLst>
              </p:cNvPr>
              <p:cNvSpPr/>
              <p:nvPr/>
            </p:nvSpPr>
            <p:spPr>
              <a:xfrm>
                <a:off x="1668025" y="3570744"/>
                <a:ext cx="59692" cy="32985"/>
              </a:xfrm>
              <a:custGeom>
                <a:avLst/>
                <a:gdLst/>
                <a:ahLst/>
                <a:cxnLst/>
                <a:rect l="l" t="t" r="r" b="b"/>
                <a:pathLst>
                  <a:path w="561" h="310" extrusionOk="0">
                    <a:moveTo>
                      <a:pt x="380" y="0"/>
                    </a:moveTo>
                    <a:cubicBezTo>
                      <a:pt x="346" y="0"/>
                      <a:pt x="312" y="8"/>
                      <a:pt x="287" y="22"/>
                    </a:cubicBezTo>
                    <a:lnTo>
                      <a:pt x="57" y="159"/>
                    </a:lnTo>
                    <a:cubicBezTo>
                      <a:pt x="7" y="188"/>
                      <a:pt x="0" y="238"/>
                      <a:pt x="57" y="267"/>
                    </a:cubicBezTo>
                    <a:lnTo>
                      <a:pt x="86" y="288"/>
                    </a:lnTo>
                    <a:cubicBezTo>
                      <a:pt x="115" y="303"/>
                      <a:pt x="149" y="310"/>
                      <a:pt x="183" y="310"/>
                    </a:cubicBezTo>
                    <a:cubicBezTo>
                      <a:pt x="217" y="310"/>
                      <a:pt x="251" y="303"/>
                      <a:pt x="280" y="288"/>
                    </a:cubicBezTo>
                    <a:lnTo>
                      <a:pt x="502" y="152"/>
                    </a:lnTo>
                    <a:cubicBezTo>
                      <a:pt x="561" y="122"/>
                      <a:pt x="561" y="72"/>
                      <a:pt x="509" y="45"/>
                    </a:cubicBezTo>
                    <a:lnTo>
                      <a:pt x="475" y="22"/>
                    </a:lnTo>
                    <a:cubicBezTo>
                      <a:pt x="449" y="8"/>
                      <a:pt x="414" y="0"/>
                      <a:pt x="38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53" name="Google Shape;917;p41">
                <a:extLst>
                  <a:ext uri="{FF2B5EF4-FFF2-40B4-BE49-F238E27FC236}">
                    <a16:creationId xmlns:a16="http://schemas.microsoft.com/office/drawing/2014/main" id="{058DA1C8-2888-43DC-8728-39DE7632DA17}"/>
                  </a:ext>
                </a:extLst>
              </p:cNvPr>
              <p:cNvSpPr/>
              <p:nvPr/>
            </p:nvSpPr>
            <p:spPr>
              <a:xfrm>
                <a:off x="1646531" y="3658101"/>
                <a:ext cx="119384" cy="67885"/>
              </a:xfrm>
              <a:custGeom>
                <a:avLst/>
                <a:gdLst/>
                <a:ahLst/>
                <a:cxnLst/>
                <a:rect l="l" t="t" r="r" b="b"/>
                <a:pathLst>
                  <a:path w="1122" h="638" extrusionOk="0">
                    <a:moveTo>
                      <a:pt x="740" y="0"/>
                    </a:moveTo>
                    <a:cubicBezTo>
                      <a:pt x="706" y="0"/>
                      <a:pt x="672" y="9"/>
                      <a:pt x="647" y="28"/>
                    </a:cubicBezTo>
                    <a:lnTo>
                      <a:pt x="50" y="366"/>
                    </a:lnTo>
                    <a:cubicBezTo>
                      <a:pt x="0" y="395"/>
                      <a:pt x="0" y="445"/>
                      <a:pt x="50" y="474"/>
                    </a:cubicBezTo>
                    <a:lnTo>
                      <a:pt x="288" y="611"/>
                    </a:lnTo>
                    <a:cubicBezTo>
                      <a:pt x="317" y="629"/>
                      <a:pt x="351" y="638"/>
                      <a:pt x="385" y="638"/>
                    </a:cubicBezTo>
                    <a:cubicBezTo>
                      <a:pt x="419" y="638"/>
                      <a:pt x="453" y="629"/>
                      <a:pt x="482" y="611"/>
                    </a:cubicBezTo>
                    <a:lnTo>
                      <a:pt x="1072" y="273"/>
                    </a:lnTo>
                    <a:cubicBezTo>
                      <a:pt x="1122" y="243"/>
                      <a:pt x="1122" y="193"/>
                      <a:pt x="1072" y="164"/>
                    </a:cubicBezTo>
                    <a:lnTo>
                      <a:pt x="834" y="28"/>
                    </a:lnTo>
                    <a:cubicBezTo>
                      <a:pt x="809" y="9"/>
                      <a:pt x="775" y="0"/>
                      <a:pt x="74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54" name="Google Shape;918;p41">
                <a:extLst>
                  <a:ext uri="{FF2B5EF4-FFF2-40B4-BE49-F238E27FC236}">
                    <a16:creationId xmlns:a16="http://schemas.microsoft.com/office/drawing/2014/main" id="{95EE0DC8-6B12-419E-8EE1-ACBF5E795054}"/>
                  </a:ext>
                </a:extLst>
              </p:cNvPr>
              <p:cNvSpPr/>
              <p:nvPr/>
            </p:nvSpPr>
            <p:spPr>
              <a:xfrm>
                <a:off x="1694626" y="3772059"/>
                <a:ext cx="82675" cy="46711"/>
              </a:xfrm>
              <a:custGeom>
                <a:avLst/>
                <a:gdLst/>
                <a:ahLst/>
                <a:cxnLst/>
                <a:rect l="l" t="t" r="r" b="b"/>
                <a:pathLst>
                  <a:path w="777" h="439" extrusionOk="0">
                    <a:moveTo>
                      <a:pt x="411" y="1"/>
                    </a:moveTo>
                    <a:cubicBezTo>
                      <a:pt x="377" y="1"/>
                      <a:pt x="343" y="10"/>
                      <a:pt x="318" y="28"/>
                    </a:cubicBezTo>
                    <a:lnTo>
                      <a:pt x="52" y="180"/>
                    </a:lnTo>
                    <a:cubicBezTo>
                      <a:pt x="0" y="207"/>
                      <a:pt x="0" y="257"/>
                      <a:pt x="52" y="287"/>
                    </a:cubicBezTo>
                    <a:lnTo>
                      <a:pt x="275" y="416"/>
                    </a:lnTo>
                    <a:cubicBezTo>
                      <a:pt x="300" y="431"/>
                      <a:pt x="334" y="438"/>
                      <a:pt x="368" y="438"/>
                    </a:cubicBezTo>
                    <a:cubicBezTo>
                      <a:pt x="402" y="438"/>
                      <a:pt x="436" y="431"/>
                      <a:pt x="461" y="416"/>
                    </a:cubicBezTo>
                    <a:lnTo>
                      <a:pt x="720" y="257"/>
                    </a:lnTo>
                    <a:cubicBezTo>
                      <a:pt x="777" y="230"/>
                      <a:pt x="777" y="180"/>
                      <a:pt x="727" y="150"/>
                    </a:cubicBezTo>
                    <a:lnTo>
                      <a:pt x="504" y="28"/>
                    </a:lnTo>
                    <a:cubicBezTo>
                      <a:pt x="479" y="10"/>
                      <a:pt x="445" y="1"/>
                      <a:pt x="411"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55" name="Google Shape;919;p41">
                <a:extLst>
                  <a:ext uri="{FF2B5EF4-FFF2-40B4-BE49-F238E27FC236}">
                    <a16:creationId xmlns:a16="http://schemas.microsoft.com/office/drawing/2014/main" id="{CE73E49E-0730-4B2E-88E3-A44B1C2CC809}"/>
                  </a:ext>
                </a:extLst>
              </p:cNvPr>
              <p:cNvSpPr/>
              <p:nvPr/>
            </p:nvSpPr>
            <p:spPr>
              <a:xfrm>
                <a:off x="1700903" y="3589896"/>
                <a:ext cx="78099" cy="43625"/>
              </a:xfrm>
              <a:custGeom>
                <a:avLst/>
                <a:gdLst/>
                <a:ahLst/>
                <a:cxnLst/>
                <a:rect l="l" t="t" r="r" b="b"/>
                <a:pathLst>
                  <a:path w="734" h="410" extrusionOk="0">
                    <a:moveTo>
                      <a:pt x="378" y="1"/>
                    </a:moveTo>
                    <a:cubicBezTo>
                      <a:pt x="345" y="1"/>
                      <a:pt x="312" y="8"/>
                      <a:pt x="286" y="22"/>
                    </a:cubicBezTo>
                    <a:lnTo>
                      <a:pt x="57" y="158"/>
                    </a:lnTo>
                    <a:cubicBezTo>
                      <a:pt x="0" y="187"/>
                      <a:pt x="0" y="237"/>
                      <a:pt x="50" y="267"/>
                    </a:cubicBezTo>
                    <a:lnTo>
                      <a:pt x="266" y="389"/>
                    </a:lnTo>
                    <a:cubicBezTo>
                      <a:pt x="291" y="403"/>
                      <a:pt x="325" y="410"/>
                      <a:pt x="359" y="410"/>
                    </a:cubicBezTo>
                    <a:cubicBezTo>
                      <a:pt x="393" y="410"/>
                      <a:pt x="427" y="403"/>
                      <a:pt x="452" y="389"/>
                    </a:cubicBezTo>
                    <a:lnTo>
                      <a:pt x="683" y="253"/>
                    </a:lnTo>
                    <a:cubicBezTo>
                      <a:pt x="733" y="224"/>
                      <a:pt x="733" y="173"/>
                      <a:pt x="683" y="144"/>
                    </a:cubicBezTo>
                    <a:lnTo>
                      <a:pt x="474" y="22"/>
                    </a:lnTo>
                    <a:cubicBezTo>
                      <a:pt x="445" y="8"/>
                      <a:pt x="411" y="1"/>
                      <a:pt x="37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56" name="Google Shape;920;p41">
                <a:extLst>
                  <a:ext uri="{FF2B5EF4-FFF2-40B4-BE49-F238E27FC236}">
                    <a16:creationId xmlns:a16="http://schemas.microsoft.com/office/drawing/2014/main" id="{67523A41-E314-45DF-B1E2-4DA9C2A47FD4}"/>
                  </a:ext>
                </a:extLst>
              </p:cNvPr>
              <p:cNvSpPr/>
              <p:nvPr/>
            </p:nvSpPr>
            <p:spPr>
              <a:xfrm>
                <a:off x="1721439" y="3540951"/>
                <a:ext cx="58309" cy="32027"/>
              </a:xfrm>
              <a:custGeom>
                <a:avLst/>
                <a:gdLst/>
                <a:ahLst/>
                <a:cxnLst/>
                <a:rect l="l" t="t" r="r" b="b"/>
                <a:pathLst>
                  <a:path w="548" h="301" extrusionOk="0">
                    <a:moveTo>
                      <a:pt x="368" y="1"/>
                    </a:moveTo>
                    <a:cubicBezTo>
                      <a:pt x="334" y="1"/>
                      <a:pt x="300" y="8"/>
                      <a:pt x="275" y="23"/>
                    </a:cubicBezTo>
                    <a:lnTo>
                      <a:pt x="50" y="144"/>
                    </a:lnTo>
                    <a:cubicBezTo>
                      <a:pt x="0" y="180"/>
                      <a:pt x="0" y="223"/>
                      <a:pt x="50" y="259"/>
                    </a:cubicBezTo>
                    <a:lnTo>
                      <a:pt x="86" y="273"/>
                    </a:lnTo>
                    <a:cubicBezTo>
                      <a:pt x="112" y="291"/>
                      <a:pt x="146" y="300"/>
                      <a:pt x="180" y="300"/>
                    </a:cubicBezTo>
                    <a:cubicBezTo>
                      <a:pt x="214" y="300"/>
                      <a:pt x="249" y="291"/>
                      <a:pt x="275" y="273"/>
                    </a:cubicBezTo>
                    <a:lnTo>
                      <a:pt x="497" y="152"/>
                    </a:lnTo>
                    <a:cubicBezTo>
                      <a:pt x="547" y="123"/>
                      <a:pt x="547" y="73"/>
                      <a:pt x="497" y="44"/>
                    </a:cubicBezTo>
                    <a:lnTo>
                      <a:pt x="461" y="23"/>
                    </a:lnTo>
                    <a:cubicBezTo>
                      <a:pt x="436" y="8"/>
                      <a:pt x="402" y="1"/>
                      <a:pt x="36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57" name="Google Shape;921;p41">
                <a:extLst>
                  <a:ext uri="{FF2B5EF4-FFF2-40B4-BE49-F238E27FC236}">
                    <a16:creationId xmlns:a16="http://schemas.microsoft.com/office/drawing/2014/main" id="{61E512D5-4E16-400B-982E-ABEC74DC4A27}"/>
                  </a:ext>
                </a:extLst>
              </p:cNvPr>
              <p:cNvSpPr/>
              <p:nvPr/>
            </p:nvSpPr>
            <p:spPr>
              <a:xfrm>
                <a:off x="1738251" y="3627350"/>
                <a:ext cx="81292" cy="45221"/>
              </a:xfrm>
              <a:custGeom>
                <a:avLst/>
                <a:gdLst/>
                <a:ahLst/>
                <a:cxnLst/>
                <a:rect l="l" t="t" r="r" b="b"/>
                <a:pathLst>
                  <a:path w="764" h="425" extrusionOk="0">
                    <a:moveTo>
                      <a:pt x="380" y="1"/>
                    </a:moveTo>
                    <a:cubicBezTo>
                      <a:pt x="346" y="1"/>
                      <a:pt x="314" y="8"/>
                      <a:pt x="289" y="22"/>
                    </a:cubicBezTo>
                    <a:lnTo>
                      <a:pt x="58" y="160"/>
                    </a:lnTo>
                    <a:cubicBezTo>
                      <a:pt x="1" y="187"/>
                      <a:pt x="1" y="237"/>
                      <a:pt x="51" y="267"/>
                    </a:cubicBezTo>
                    <a:lnTo>
                      <a:pt x="296" y="403"/>
                    </a:lnTo>
                    <a:cubicBezTo>
                      <a:pt x="321" y="418"/>
                      <a:pt x="353" y="425"/>
                      <a:pt x="387" y="425"/>
                    </a:cubicBezTo>
                    <a:cubicBezTo>
                      <a:pt x="420" y="425"/>
                      <a:pt x="454" y="418"/>
                      <a:pt x="482" y="403"/>
                    </a:cubicBezTo>
                    <a:lnTo>
                      <a:pt x="712" y="273"/>
                    </a:lnTo>
                    <a:cubicBezTo>
                      <a:pt x="763" y="246"/>
                      <a:pt x="763" y="194"/>
                      <a:pt x="712" y="167"/>
                    </a:cubicBezTo>
                    <a:lnTo>
                      <a:pt x="475" y="22"/>
                    </a:lnTo>
                    <a:cubicBezTo>
                      <a:pt x="447" y="8"/>
                      <a:pt x="413" y="1"/>
                      <a:pt x="380"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58" name="Google Shape;922;p41">
                <a:extLst>
                  <a:ext uri="{FF2B5EF4-FFF2-40B4-BE49-F238E27FC236}">
                    <a16:creationId xmlns:a16="http://schemas.microsoft.com/office/drawing/2014/main" id="{8631C7C6-9845-46F5-AA40-F8FB230D1F7E}"/>
                  </a:ext>
                </a:extLst>
              </p:cNvPr>
              <p:cNvSpPr/>
              <p:nvPr/>
            </p:nvSpPr>
            <p:spPr>
              <a:xfrm>
                <a:off x="1746763" y="3802596"/>
                <a:ext cx="81930" cy="45859"/>
              </a:xfrm>
              <a:custGeom>
                <a:avLst/>
                <a:gdLst/>
                <a:ahLst/>
                <a:cxnLst/>
                <a:rect l="l" t="t" r="r" b="b"/>
                <a:pathLst>
                  <a:path w="770" h="431" extrusionOk="0">
                    <a:moveTo>
                      <a:pt x="409" y="0"/>
                    </a:moveTo>
                    <a:cubicBezTo>
                      <a:pt x="375" y="0"/>
                      <a:pt x="341" y="7"/>
                      <a:pt x="316" y="22"/>
                    </a:cubicBezTo>
                    <a:lnTo>
                      <a:pt x="50" y="172"/>
                    </a:lnTo>
                    <a:cubicBezTo>
                      <a:pt x="0" y="201"/>
                      <a:pt x="0" y="252"/>
                      <a:pt x="50" y="281"/>
                    </a:cubicBezTo>
                    <a:lnTo>
                      <a:pt x="273" y="410"/>
                    </a:lnTo>
                    <a:cubicBezTo>
                      <a:pt x="298" y="424"/>
                      <a:pt x="330" y="431"/>
                      <a:pt x="363" y="431"/>
                    </a:cubicBezTo>
                    <a:cubicBezTo>
                      <a:pt x="397" y="431"/>
                      <a:pt x="431" y="424"/>
                      <a:pt x="459" y="410"/>
                    </a:cubicBezTo>
                    <a:lnTo>
                      <a:pt x="718" y="258"/>
                    </a:lnTo>
                    <a:cubicBezTo>
                      <a:pt x="770" y="229"/>
                      <a:pt x="770" y="179"/>
                      <a:pt x="718" y="151"/>
                    </a:cubicBezTo>
                    <a:lnTo>
                      <a:pt x="502" y="22"/>
                    </a:lnTo>
                    <a:cubicBezTo>
                      <a:pt x="477" y="7"/>
                      <a:pt x="443" y="0"/>
                      <a:pt x="40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59" name="Google Shape;923;p41">
                <a:extLst>
                  <a:ext uri="{FF2B5EF4-FFF2-40B4-BE49-F238E27FC236}">
                    <a16:creationId xmlns:a16="http://schemas.microsoft.com/office/drawing/2014/main" id="{571FAC8E-D838-486F-9C89-2707432D4BBB}"/>
                  </a:ext>
                </a:extLst>
              </p:cNvPr>
              <p:cNvSpPr/>
              <p:nvPr/>
            </p:nvSpPr>
            <p:spPr>
              <a:xfrm>
                <a:off x="1751339" y="3741415"/>
                <a:ext cx="79589" cy="44476"/>
              </a:xfrm>
              <a:custGeom>
                <a:avLst/>
                <a:gdLst/>
                <a:ahLst/>
                <a:cxnLst/>
                <a:rect l="l" t="t" r="r" b="b"/>
                <a:pathLst>
                  <a:path w="748" h="418" extrusionOk="0">
                    <a:moveTo>
                      <a:pt x="384" y="0"/>
                    </a:moveTo>
                    <a:cubicBezTo>
                      <a:pt x="351" y="0"/>
                      <a:pt x="316" y="7"/>
                      <a:pt x="287" y="21"/>
                    </a:cubicBezTo>
                    <a:lnTo>
                      <a:pt x="57" y="157"/>
                    </a:lnTo>
                    <a:cubicBezTo>
                      <a:pt x="0" y="187"/>
                      <a:pt x="0" y="237"/>
                      <a:pt x="50" y="266"/>
                    </a:cubicBezTo>
                    <a:lnTo>
                      <a:pt x="273" y="395"/>
                    </a:lnTo>
                    <a:cubicBezTo>
                      <a:pt x="298" y="410"/>
                      <a:pt x="332" y="417"/>
                      <a:pt x="366" y="417"/>
                    </a:cubicBezTo>
                    <a:cubicBezTo>
                      <a:pt x="400" y="417"/>
                      <a:pt x="434" y="410"/>
                      <a:pt x="459" y="395"/>
                    </a:cubicBezTo>
                    <a:lnTo>
                      <a:pt x="697" y="259"/>
                    </a:lnTo>
                    <a:cubicBezTo>
                      <a:pt x="747" y="230"/>
                      <a:pt x="747" y="180"/>
                      <a:pt x="697" y="150"/>
                    </a:cubicBezTo>
                    <a:lnTo>
                      <a:pt x="475" y="21"/>
                    </a:lnTo>
                    <a:cubicBezTo>
                      <a:pt x="450" y="7"/>
                      <a:pt x="417" y="0"/>
                      <a:pt x="384"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60" name="Google Shape;924;p41">
                <a:extLst>
                  <a:ext uri="{FF2B5EF4-FFF2-40B4-BE49-F238E27FC236}">
                    <a16:creationId xmlns:a16="http://schemas.microsoft.com/office/drawing/2014/main" id="{5E6373FB-7217-4E2B-BBB2-21548A61D842}"/>
                  </a:ext>
                </a:extLst>
              </p:cNvPr>
              <p:cNvSpPr/>
              <p:nvPr/>
            </p:nvSpPr>
            <p:spPr>
              <a:xfrm>
                <a:off x="1773577" y="3511051"/>
                <a:ext cx="57351" cy="31602"/>
              </a:xfrm>
              <a:custGeom>
                <a:avLst/>
                <a:gdLst/>
                <a:ahLst/>
                <a:cxnLst/>
                <a:rect l="l" t="t" r="r" b="b"/>
                <a:pathLst>
                  <a:path w="539" h="297" extrusionOk="0">
                    <a:moveTo>
                      <a:pt x="359" y="1"/>
                    </a:moveTo>
                    <a:cubicBezTo>
                      <a:pt x="325" y="1"/>
                      <a:pt x="291" y="8"/>
                      <a:pt x="266" y="23"/>
                    </a:cubicBezTo>
                    <a:lnTo>
                      <a:pt x="57" y="145"/>
                    </a:lnTo>
                    <a:cubicBezTo>
                      <a:pt x="0" y="174"/>
                      <a:pt x="0" y="224"/>
                      <a:pt x="57" y="252"/>
                    </a:cubicBezTo>
                    <a:lnTo>
                      <a:pt x="86" y="274"/>
                    </a:lnTo>
                    <a:cubicBezTo>
                      <a:pt x="115" y="289"/>
                      <a:pt x="149" y="296"/>
                      <a:pt x="183" y="296"/>
                    </a:cubicBezTo>
                    <a:cubicBezTo>
                      <a:pt x="217" y="296"/>
                      <a:pt x="251" y="289"/>
                      <a:pt x="280" y="274"/>
                    </a:cubicBezTo>
                    <a:lnTo>
                      <a:pt x="488" y="152"/>
                    </a:lnTo>
                    <a:cubicBezTo>
                      <a:pt x="538" y="123"/>
                      <a:pt x="538" y="73"/>
                      <a:pt x="488" y="45"/>
                    </a:cubicBezTo>
                    <a:lnTo>
                      <a:pt x="452" y="23"/>
                    </a:lnTo>
                    <a:cubicBezTo>
                      <a:pt x="427" y="8"/>
                      <a:pt x="393" y="1"/>
                      <a:pt x="359"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61" name="Google Shape;925;p41">
                <a:extLst>
                  <a:ext uri="{FF2B5EF4-FFF2-40B4-BE49-F238E27FC236}">
                    <a16:creationId xmlns:a16="http://schemas.microsoft.com/office/drawing/2014/main" id="{E02F5822-866D-4E71-AE45-BA8D261398F3}"/>
                  </a:ext>
                </a:extLst>
              </p:cNvPr>
              <p:cNvSpPr/>
              <p:nvPr/>
            </p:nvSpPr>
            <p:spPr>
              <a:xfrm>
                <a:off x="1754318" y="3560103"/>
                <a:ext cx="77355" cy="42987"/>
              </a:xfrm>
              <a:custGeom>
                <a:avLst/>
                <a:gdLst/>
                <a:ahLst/>
                <a:cxnLst/>
                <a:rect l="l" t="t" r="r" b="b"/>
                <a:pathLst>
                  <a:path w="727" h="404" extrusionOk="0">
                    <a:moveTo>
                      <a:pt x="367" y="0"/>
                    </a:moveTo>
                    <a:cubicBezTo>
                      <a:pt x="333" y="0"/>
                      <a:pt x="299" y="8"/>
                      <a:pt x="274" y="22"/>
                    </a:cubicBezTo>
                    <a:lnTo>
                      <a:pt x="52" y="145"/>
                    </a:lnTo>
                    <a:cubicBezTo>
                      <a:pt x="0" y="179"/>
                      <a:pt x="0" y="222"/>
                      <a:pt x="52" y="252"/>
                    </a:cubicBezTo>
                    <a:lnTo>
                      <a:pt x="267" y="381"/>
                    </a:lnTo>
                    <a:cubicBezTo>
                      <a:pt x="292" y="396"/>
                      <a:pt x="325" y="403"/>
                      <a:pt x="358" y="403"/>
                    </a:cubicBezTo>
                    <a:cubicBezTo>
                      <a:pt x="391" y="403"/>
                      <a:pt x="425" y="396"/>
                      <a:pt x="454" y="381"/>
                    </a:cubicBezTo>
                    <a:lnTo>
                      <a:pt x="669" y="252"/>
                    </a:lnTo>
                    <a:cubicBezTo>
                      <a:pt x="726" y="222"/>
                      <a:pt x="726" y="172"/>
                      <a:pt x="669" y="145"/>
                    </a:cubicBezTo>
                    <a:lnTo>
                      <a:pt x="461" y="22"/>
                    </a:lnTo>
                    <a:cubicBezTo>
                      <a:pt x="436" y="8"/>
                      <a:pt x="402" y="0"/>
                      <a:pt x="367"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62" name="Google Shape;926;p41">
                <a:extLst>
                  <a:ext uri="{FF2B5EF4-FFF2-40B4-BE49-F238E27FC236}">
                    <a16:creationId xmlns:a16="http://schemas.microsoft.com/office/drawing/2014/main" id="{DD3E0238-453F-4A4F-8FD6-4AF2DFA52D4E}"/>
                  </a:ext>
                </a:extLst>
              </p:cNvPr>
              <p:cNvSpPr/>
              <p:nvPr/>
            </p:nvSpPr>
            <p:spPr>
              <a:xfrm>
                <a:off x="1700903" y="3669486"/>
                <a:ext cx="151517" cy="85760"/>
              </a:xfrm>
              <a:custGeom>
                <a:avLst/>
                <a:gdLst/>
                <a:ahLst/>
                <a:cxnLst/>
                <a:rect l="l" t="t" r="r" b="b"/>
                <a:pathLst>
                  <a:path w="1424" h="806" extrusionOk="0">
                    <a:moveTo>
                      <a:pt x="1063" y="0"/>
                    </a:moveTo>
                    <a:cubicBezTo>
                      <a:pt x="1029" y="0"/>
                      <a:pt x="995" y="8"/>
                      <a:pt x="970" y="22"/>
                    </a:cubicBezTo>
                    <a:lnTo>
                      <a:pt x="50" y="554"/>
                    </a:lnTo>
                    <a:cubicBezTo>
                      <a:pt x="0" y="583"/>
                      <a:pt x="0" y="633"/>
                      <a:pt x="50" y="661"/>
                    </a:cubicBezTo>
                    <a:lnTo>
                      <a:pt x="259" y="783"/>
                    </a:lnTo>
                    <a:cubicBezTo>
                      <a:pt x="284" y="798"/>
                      <a:pt x="318" y="805"/>
                      <a:pt x="352" y="805"/>
                    </a:cubicBezTo>
                    <a:cubicBezTo>
                      <a:pt x="386" y="805"/>
                      <a:pt x="420" y="798"/>
                      <a:pt x="445" y="783"/>
                    </a:cubicBezTo>
                    <a:lnTo>
                      <a:pt x="1365" y="252"/>
                    </a:lnTo>
                    <a:cubicBezTo>
                      <a:pt x="1423" y="222"/>
                      <a:pt x="1423" y="172"/>
                      <a:pt x="1373" y="143"/>
                    </a:cubicBezTo>
                    <a:lnTo>
                      <a:pt x="1158" y="22"/>
                    </a:lnTo>
                    <a:cubicBezTo>
                      <a:pt x="1132" y="8"/>
                      <a:pt x="1097" y="0"/>
                      <a:pt x="1063"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63" name="Google Shape;927;p41">
                <a:extLst>
                  <a:ext uri="{FF2B5EF4-FFF2-40B4-BE49-F238E27FC236}">
                    <a16:creationId xmlns:a16="http://schemas.microsoft.com/office/drawing/2014/main" id="{845C9584-D9DF-434A-B65A-B7EFBED85F59}"/>
                  </a:ext>
                </a:extLst>
              </p:cNvPr>
              <p:cNvSpPr/>
              <p:nvPr/>
            </p:nvSpPr>
            <p:spPr>
              <a:xfrm>
                <a:off x="1791878" y="3597557"/>
                <a:ext cx="79589" cy="44476"/>
              </a:xfrm>
              <a:custGeom>
                <a:avLst/>
                <a:gdLst/>
                <a:ahLst/>
                <a:cxnLst/>
                <a:rect l="l" t="t" r="r" b="b"/>
                <a:pathLst>
                  <a:path w="748" h="418" extrusionOk="0">
                    <a:moveTo>
                      <a:pt x="366" y="0"/>
                    </a:moveTo>
                    <a:cubicBezTo>
                      <a:pt x="332" y="0"/>
                      <a:pt x="298" y="7"/>
                      <a:pt x="273" y="22"/>
                    </a:cubicBezTo>
                    <a:lnTo>
                      <a:pt x="51" y="152"/>
                    </a:lnTo>
                    <a:cubicBezTo>
                      <a:pt x="1" y="181"/>
                      <a:pt x="1" y="231"/>
                      <a:pt x="51" y="258"/>
                    </a:cubicBezTo>
                    <a:lnTo>
                      <a:pt x="287" y="396"/>
                    </a:lnTo>
                    <a:cubicBezTo>
                      <a:pt x="312" y="410"/>
                      <a:pt x="346" y="417"/>
                      <a:pt x="380" y="417"/>
                    </a:cubicBezTo>
                    <a:cubicBezTo>
                      <a:pt x="415" y="417"/>
                      <a:pt x="449" y="410"/>
                      <a:pt x="475" y="396"/>
                    </a:cubicBezTo>
                    <a:lnTo>
                      <a:pt x="698" y="267"/>
                    </a:lnTo>
                    <a:cubicBezTo>
                      <a:pt x="748" y="238"/>
                      <a:pt x="748" y="188"/>
                      <a:pt x="698" y="158"/>
                    </a:cubicBezTo>
                    <a:lnTo>
                      <a:pt x="460" y="22"/>
                    </a:lnTo>
                    <a:cubicBezTo>
                      <a:pt x="435" y="7"/>
                      <a:pt x="400" y="0"/>
                      <a:pt x="366"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64" name="Google Shape;928;p41">
                <a:extLst>
                  <a:ext uri="{FF2B5EF4-FFF2-40B4-BE49-F238E27FC236}">
                    <a16:creationId xmlns:a16="http://schemas.microsoft.com/office/drawing/2014/main" id="{848FA331-7373-4D60-A2C7-7B4EE9940FE4}"/>
                  </a:ext>
                </a:extLst>
              </p:cNvPr>
              <p:cNvSpPr/>
              <p:nvPr/>
            </p:nvSpPr>
            <p:spPr>
              <a:xfrm>
                <a:off x="1806349" y="3530310"/>
                <a:ext cx="76503" cy="42029"/>
              </a:xfrm>
              <a:custGeom>
                <a:avLst/>
                <a:gdLst/>
                <a:ahLst/>
                <a:cxnLst/>
                <a:rect l="l" t="t" r="r" b="b"/>
                <a:pathLst>
                  <a:path w="719" h="395" extrusionOk="0">
                    <a:moveTo>
                      <a:pt x="360" y="0"/>
                    </a:moveTo>
                    <a:cubicBezTo>
                      <a:pt x="326" y="0"/>
                      <a:pt x="292" y="7"/>
                      <a:pt x="267" y="21"/>
                    </a:cubicBezTo>
                    <a:lnTo>
                      <a:pt x="58" y="144"/>
                    </a:lnTo>
                    <a:cubicBezTo>
                      <a:pt x="1" y="173"/>
                      <a:pt x="1" y="223"/>
                      <a:pt x="51" y="252"/>
                    </a:cubicBezTo>
                    <a:lnTo>
                      <a:pt x="267" y="373"/>
                    </a:lnTo>
                    <a:cubicBezTo>
                      <a:pt x="292" y="388"/>
                      <a:pt x="326" y="395"/>
                      <a:pt x="360" y="395"/>
                    </a:cubicBezTo>
                    <a:cubicBezTo>
                      <a:pt x="394" y="395"/>
                      <a:pt x="428" y="388"/>
                      <a:pt x="453" y="373"/>
                    </a:cubicBezTo>
                    <a:lnTo>
                      <a:pt x="669" y="252"/>
                    </a:lnTo>
                    <a:cubicBezTo>
                      <a:pt x="719" y="223"/>
                      <a:pt x="719" y="173"/>
                      <a:pt x="669" y="144"/>
                    </a:cubicBezTo>
                    <a:lnTo>
                      <a:pt x="453" y="21"/>
                    </a:lnTo>
                    <a:cubicBezTo>
                      <a:pt x="428" y="7"/>
                      <a:pt x="394" y="0"/>
                      <a:pt x="36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65" name="Google Shape;929;p41">
                <a:extLst>
                  <a:ext uri="{FF2B5EF4-FFF2-40B4-BE49-F238E27FC236}">
                    <a16:creationId xmlns:a16="http://schemas.microsoft.com/office/drawing/2014/main" id="{B04BC338-EE69-4F1A-827C-684431FF66E9}"/>
                  </a:ext>
                </a:extLst>
              </p:cNvPr>
              <p:cNvSpPr/>
              <p:nvPr/>
            </p:nvSpPr>
            <p:spPr>
              <a:xfrm>
                <a:off x="1803263" y="3771207"/>
                <a:ext cx="79589" cy="44370"/>
              </a:xfrm>
              <a:custGeom>
                <a:avLst/>
                <a:gdLst/>
                <a:ahLst/>
                <a:cxnLst/>
                <a:rect l="l" t="t" r="r" b="b"/>
                <a:pathLst>
                  <a:path w="748" h="417" extrusionOk="0">
                    <a:moveTo>
                      <a:pt x="387" y="1"/>
                    </a:moveTo>
                    <a:cubicBezTo>
                      <a:pt x="351" y="1"/>
                      <a:pt x="315" y="10"/>
                      <a:pt x="289" y="29"/>
                    </a:cubicBezTo>
                    <a:lnTo>
                      <a:pt x="58" y="158"/>
                    </a:lnTo>
                    <a:cubicBezTo>
                      <a:pt x="1" y="188"/>
                      <a:pt x="1" y="238"/>
                      <a:pt x="51" y="265"/>
                    </a:cubicBezTo>
                    <a:lnTo>
                      <a:pt x="273" y="395"/>
                    </a:lnTo>
                    <a:cubicBezTo>
                      <a:pt x="299" y="409"/>
                      <a:pt x="334" y="417"/>
                      <a:pt x="368" y="417"/>
                    </a:cubicBezTo>
                    <a:cubicBezTo>
                      <a:pt x="402" y="417"/>
                      <a:pt x="436" y="409"/>
                      <a:pt x="461" y="395"/>
                    </a:cubicBezTo>
                    <a:lnTo>
                      <a:pt x="698" y="258"/>
                    </a:lnTo>
                    <a:cubicBezTo>
                      <a:pt x="748" y="231"/>
                      <a:pt x="748" y="179"/>
                      <a:pt x="698" y="151"/>
                    </a:cubicBezTo>
                    <a:lnTo>
                      <a:pt x="475" y="22"/>
                    </a:lnTo>
                    <a:cubicBezTo>
                      <a:pt x="451" y="8"/>
                      <a:pt x="420" y="1"/>
                      <a:pt x="387"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66" name="Google Shape;930;p41">
                <a:extLst>
                  <a:ext uri="{FF2B5EF4-FFF2-40B4-BE49-F238E27FC236}">
                    <a16:creationId xmlns:a16="http://schemas.microsoft.com/office/drawing/2014/main" id="{4B5B3894-D738-46DB-AF12-2872B3D0D8EF}"/>
                  </a:ext>
                </a:extLst>
              </p:cNvPr>
              <p:cNvSpPr/>
              <p:nvPr/>
            </p:nvSpPr>
            <p:spPr>
              <a:xfrm>
                <a:off x="1825502" y="3479769"/>
                <a:ext cx="59798" cy="32985"/>
              </a:xfrm>
              <a:custGeom>
                <a:avLst/>
                <a:gdLst/>
                <a:ahLst/>
                <a:cxnLst/>
                <a:rect l="l" t="t" r="r" b="b"/>
                <a:pathLst>
                  <a:path w="562" h="310" extrusionOk="0">
                    <a:moveTo>
                      <a:pt x="382" y="1"/>
                    </a:moveTo>
                    <a:cubicBezTo>
                      <a:pt x="348" y="1"/>
                      <a:pt x="313" y="8"/>
                      <a:pt x="288" y="22"/>
                    </a:cubicBezTo>
                    <a:lnTo>
                      <a:pt x="50" y="158"/>
                    </a:lnTo>
                    <a:cubicBezTo>
                      <a:pt x="0" y="187"/>
                      <a:pt x="0" y="237"/>
                      <a:pt x="50" y="267"/>
                    </a:cubicBezTo>
                    <a:lnTo>
                      <a:pt x="87" y="287"/>
                    </a:lnTo>
                    <a:cubicBezTo>
                      <a:pt x="112" y="302"/>
                      <a:pt x="144" y="309"/>
                      <a:pt x="177" y="309"/>
                    </a:cubicBezTo>
                    <a:cubicBezTo>
                      <a:pt x="210" y="309"/>
                      <a:pt x="244" y="302"/>
                      <a:pt x="273" y="287"/>
                    </a:cubicBezTo>
                    <a:lnTo>
                      <a:pt x="511" y="151"/>
                    </a:lnTo>
                    <a:cubicBezTo>
                      <a:pt x="561" y="123"/>
                      <a:pt x="561" y="72"/>
                      <a:pt x="511" y="44"/>
                    </a:cubicBezTo>
                    <a:lnTo>
                      <a:pt x="475" y="22"/>
                    </a:lnTo>
                    <a:cubicBezTo>
                      <a:pt x="450" y="8"/>
                      <a:pt x="416" y="1"/>
                      <a:pt x="382"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67" name="Google Shape;931;p41">
                <a:extLst>
                  <a:ext uri="{FF2B5EF4-FFF2-40B4-BE49-F238E27FC236}">
                    <a16:creationId xmlns:a16="http://schemas.microsoft.com/office/drawing/2014/main" id="{D6B6284E-80F2-493C-8A40-8E944A62214F}"/>
                  </a:ext>
                </a:extLst>
              </p:cNvPr>
              <p:cNvSpPr/>
              <p:nvPr/>
            </p:nvSpPr>
            <p:spPr>
              <a:xfrm>
                <a:off x="1827736" y="3639055"/>
                <a:ext cx="76610" cy="43306"/>
              </a:xfrm>
              <a:custGeom>
                <a:avLst/>
                <a:gdLst/>
                <a:ahLst/>
                <a:cxnLst/>
                <a:rect l="l" t="t" r="r" b="b"/>
                <a:pathLst>
                  <a:path w="720" h="407" extrusionOk="0">
                    <a:moveTo>
                      <a:pt x="368" y="0"/>
                    </a:moveTo>
                    <a:cubicBezTo>
                      <a:pt x="333" y="0"/>
                      <a:pt x="299" y="9"/>
                      <a:pt x="274" y="27"/>
                    </a:cubicBezTo>
                    <a:lnTo>
                      <a:pt x="52" y="150"/>
                    </a:lnTo>
                    <a:cubicBezTo>
                      <a:pt x="0" y="179"/>
                      <a:pt x="0" y="229"/>
                      <a:pt x="52" y="257"/>
                    </a:cubicBezTo>
                    <a:lnTo>
                      <a:pt x="259" y="379"/>
                    </a:lnTo>
                    <a:cubicBezTo>
                      <a:pt x="285" y="397"/>
                      <a:pt x="319" y="406"/>
                      <a:pt x="354" y="406"/>
                    </a:cubicBezTo>
                    <a:cubicBezTo>
                      <a:pt x="388" y="406"/>
                      <a:pt x="422" y="397"/>
                      <a:pt x="447" y="379"/>
                    </a:cubicBezTo>
                    <a:lnTo>
                      <a:pt x="669" y="257"/>
                    </a:lnTo>
                    <a:cubicBezTo>
                      <a:pt x="719" y="229"/>
                      <a:pt x="719" y="179"/>
                      <a:pt x="669" y="150"/>
                    </a:cubicBezTo>
                    <a:lnTo>
                      <a:pt x="461" y="27"/>
                    </a:lnTo>
                    <a:cubicBezTo>
                      <a:pt x="436" y="9"/>
                      <a:pt x="402" y="0"/>
                      <a:pt x="368"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68" name="Google Shape;932;p41">
                <a:extLst>
                  <a:ext uri="{FF2B5EF4-FFF2-40B4-BE49-F238E27FC236}">
                    <a16:creationId xmlns:a16="http://schemas.microsoft.com/office/drawing/2014/main" id="{5F95B7D0-AD79-47C2-9D87-EB2628B14AC1}"/>
                  </a:ext>
                </a:extLst>
              </p:cNvPr>
              <p:cNvSpPr/>
              <p:nvPr/>
            </p:nvSpPr>
            <p:spPr>
              <a:xfrm>
                <a:off x="1843803" y="3567764"/>
                <a:ext cx="78844" cy="44476"/>
              </a:xfrm>
              <a:custGeom>
                <a:avLst/>
                <a:gdLst/>
                <a:ahLst/>
                <a:cxnLst/>
                <a:rect l="l" t="t" r="r" b="b"/>
                <a:pathLst>
                  <a:path w="741" h="418" extrusionOk="0">
                    <a:moveTo>
                      <a:pt x="360" y="0"/>
                    </a:moveTo>
                    <a:cubicBezTo>
                      <a:pt x="326" y="0"/>
                      <a:pt x="292" y="7"/>
                      <a:pt x="267" y="21"/>
                    </a:cubicBezTo>
                    <a:lnTo>
                      <a:pt x="58" y="143"/>
                    </a:lnTo>
                    <a:cubicBezTo>
                      <a:pt x="1" y="173"/>
                      <a:pt x="1" y="223"/>
                      <a:pt x="51" y="252"/>
                    </a:cubicBezTo>
                    <a:lnTo>
                      <a:pt x="296" y="395"/>
                    </a:lnTo>
                    <a:cubicBezTo>
                      <a:pt x="321" y="410"/>
                      <a:pt x="353" y="417"/>
                      <a:pt x="386" y="417"/>
                    </a:cubicBezTo>
                    <a:cubicBezTo>
                      <a:pt x="420" y="417"/>
                      <a:pt x="454" y="410"/>
                      <a:pt x="482" y="395"/>
                    </a:cubicBezTo>
                    <a:lnTo>
                      <a:pt x="691" y="273"/>
                    </a:lnTo>
                    <a:cubicBezTo>
                      <a:pt x="741" y="237"/>
                      <a:pt x="741" y="193"/>
                      <a:pt x="691" y="159"/>
                    </a:cubicBezTo>
                    <a:lnTo>
                      <a:pt x="453" y="21"/>
                    </a:lnTo>
                    <a:cubicBezTo>
                      <a:pt x="428" y="7"/>
                      <a:pt x="394" y="0"/>
                      <a:pt x="36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69" name="Google Shape;933;p41">
                <a:extLst>
                  <a:ext uri="{FF2B5EF4-FFF2-40B4-BE49-F238E27FC236}">
                    <a16:creationId xmlns:a16="http://schemas.microsoft.com/office/drawing/2014/main" id="{551F9742-FD9A-4C13-8604-447D53953888}"/>
                  </a:ext>
                </a:extLst>
              </p:cNvPr>
              <p:cNvSpPr/>
              <p:nvPr/>
            </p:nvSpPr>
            <p:spPr>
              <a:xfrm>
                <a:off x="1879874" y="3451359"/>
                <a:ext cx="54372" cy="30006"/>
              </a:xfrm>
              <a:custGeom>
                <a:avLst/>
                <a:gdLst/>
                <a:ahLst/>
                <a:cxnLst/>
                <a:rect l="l" t="t" r="r" b="b"/>
                <a:pathLst>
                  <a:path w="511" h="282" extrusionOk="0">
                    <a:moveTo>
                      <a:pt x="327" y="1"/>
                    </a:moveTo>
                    <a:cubicBezTo>
                      <a:pt x="294" y="1"/>
                      <a:pt x="261" y="8"/>
                      <a:pt x="236" y="23"/>
                    </a:cubicBezTo>
                    <a:lnTo>
                      <a:pt x="50" y="132"/>
                    </a:lnTo>
                    <a:cubicBezTo>
                      <a:pt x="0" y="159"/>
                      <a:pt x="0" y="209"/>
                      <a:pt x="50" y="239"/>
                    </a:cubicBezTo>
                    <a:lnTo>
                      <a:pt x="86" y="261"/>
                    </a:lnTo>
                    <a:cubicBezTo>
                      <a:pt x="111" y="275"/>
                      <a:pt x="144" y="282"/>
                      <a:pt x="177" y="282"/>
                    </a:cubicBezTo>
                    <a:cubicBezTo>
                      <a:pt x="210" y="282"/>
                      <a:pt x="244" y="275"/>
                      <a:pt x="273" y="261"/>
                    </a:cubicBezTo>
                    <a:lnTo>
                      <a:pt x="452" y="152"/>
                    </a:lnTo>
                    <a:cubicBezTo>
                      <a:pt x="511" y="123"/>
                      <a:pt x="511" y="73"/>
                      <a:pt x="452" y="45"/>
                    </a:cubicBezTo>
                    <a:lnTo>
                      <a:pt x="424" y="23"/>
                    </a:lnTo>
                    <a:cubicBezTo>
                      <a:pt x="395" y="8"/>
                      <a:pt x="361" y="1"/>
                      <a:pt x="327"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70" name="Google Shape;934;p41">
                <a:extLst>
                  <a:ext uri="{FF2B5EF4-FFF2-40B4-BE49-F238E27FC236}">
                    <a16:creationId xmlns:a16="http://schemas.microsoft.com/office/drawing/2014/main" id="{5747A1DE-2B19-4466-8C71-BD56938A971B}"/>
                  </a:ext>
                </a:extLst>
              </p:cNvPr>
              <p:cNvSpPr/>
              <p:nvPr/>
            </p:nvSpPr>
            <p:spPr>
              <a:xfrm>
                <a:off x="1805711" y="3681722"/>
                <a:ext cx="128534" cy="72779"/>
              </a:xfrm>
              <a:custGeom>
                <a:avLst/>
                <a:gdLst/>
                <a:ahLst/>
                <a:cxnLst/>
                <a:rect l="l" t="t" r="r" b="b"/>
                <a:pathLst>
                  <a:path w="1208" h="684" extrusionOk="0">
                    <a:moveTo>
                      <a:pt x="845" y="1"/>
                    </a:moveTo>
                    <a:cubicBezTo>
                      <a:pt x="811" y="1"/>
                      <a:pt x="779" y="7"/>
                      <a:pt x="754" y="21"/>
                    </a:cubicBezTo>
                    <a:lnTo>
                      <a:pt x="50" y="425"/>
                    </a:lnTo>
                    <a:cubicBezTo>
                      <a:pt x="0" y="453"/>
                      <a:pt x="0" y="503"/>
                      <a:pt x="50" y="532"/>
                    </a:cubicBezTo>
                    <a:lnTo>
                      <a:pt x="266" y="661"/>
                    </a:lnTo>
                    <a:cubicBezTo>
                      <a:pt x="294" y="676"/>
                      <a:pt x="328" y="683"/>
                      <a:pt x="361" y="683"/>
                    </a:cubicBezTo>
                    <a:cubicBezTo>
                      <a:pt x="395" y="683"/>
                      <a:pt x="427" y="676"/>
                      <a:pt x="452" y="661"/>
                    </a:cubicBezTo>
                    <a:lnTo>
                      <a:pt x="1156" y="259"/>
                    </a:lnTo>
                    <a:cubicBezTo>
                      <a:pt x="1208" y="230"/>
                      <a:pt x="1208" y="180"/>
                      <a:pt x="1156" y="151"/>
                    </a:cubicBezTo>
                    <a:lnTo>
                      <a:pt x="940" y="21"/>
                    </a:lnTo>
                    <a:cubicBezTo>
                      <a:pt x="912" y="7"/>
                      <a:pt x="878" y="1"/>
                      <a:pt x="845"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71" name="Google Shape;935;p41">
                <a:extLst>
                  <a:ext uri="{FF2B5EF4-FFF2-40B4-BE49-F238E27FC236}">
                    <a16:creationId xmlns:a16="http://schemas.microsoft.com/office/drawing/2014/main" id="{083128C5-59B6-4453-AF4B-222BFD600D19}"/>
                  </a:ext>
                </a:extLst>
              </p:cNvPr>
              <p:cNvSpPr/>
              <p:nvPr/>
            </p:nvSpPr>
            <p:spPr>
              <a:xfrm>
                <a:off x="1857636" y="3498921"/>
                <a:ext cx="79589" cy="44263"/>
              </a:xfrm>
              <a:custGeom>
                <a:avLst/>
                <a:gdLst/>
                <a:ahLst/>
                <a:cxnLst/>
                <a:rect l="l" t="t" r="r" b="b"/>
                <a:pathLst>
                  <a:path w="748" h="416" extrusionOk="0">
                    <a:moveTo>
                      <a:pt x="388" y="0"/>
                    </a:moveTo>
                    <a:cubicBezTo>
                      <a:pt x="354" y="0"/>
                      <a:pt x="320" y="7"/>
                      <a:pt x="295" y="21"/>
                    </a:cubicBezTo>
                    <a:lnTo>
                      <a:pt x="57" y="159"/>
                    </a:lnTo>
                    <a:cubicBezTo>
                      <a:pt x="7" y="187"/>
                      <a:pt x="0" y="237"/>
                      <a:pt x="57" y="266"/>
                    </a:cubicBezTo>
                    <a:lnTo>
                      <a:pt x="266" y="388"/>
                    </a:lnTo>
                    <a:cubicBezTo>
                      <a:pt x="291" y="407"/>
                      <a:pt x="325" y="416"/>
                      <a:pt x="359" y="416"/>
                    </a:cubicBezTo>
                    <a:cubicBezTo>
                      <a:pt x="393" y="416"/>
                      <a:pt x="427" y="407"/>
                      <a:pt x="452" y="388"/>
                    </a:cubicBezTo>
                    <a:lnTo>
                      <a:pt x="690" y="252"/>
                    </a:lnTo>
                    <a:cubicBezTo>
                      <a:pt x="747" y="223"/>
                      <a:pt x="747" y="173"/>
                      <a:pt x="697" y="144"/>
                    </a:cubicBezTo>
                    <a:lnTo>
                      <a:pt x="482" y="21"/>
                    </a:lnTo>
                    <a:cubicBezTo>
                      <a:pt x="457" y="7"/>
                      <a:pt x="422" y="0"/>
                      <a:pt x="388"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72" name="Google Shape;936;p41">
                <a:extLst>
                  <a:ext uri="{FF2B5EF4-FFF2-40B4-BE49-F238E27FC236}">
                    <a16:creationId xmlns:a16="http://schemas.microsoft.com/office/drawing/2014/main" id="{680A6881-57E0-4DDD-B216-8C62D2FB9A50}"/>
                  </a:ext>
                </a:extLst>
              </p:cNvPr>
              <p:cNvSpPr/>
              <p:nvPr/>
            </p:nvSpPr>
            <p:spPr>
              <a:xfrm>
                <a:off x="1857636" y="3739819"/>
                <a:ext cx="79589" cy="45115"/>
              </a:xfrm>
              <a:custGeom>
                <a:avLst/>
                <a:gdLst/>
                <a:ahLst/>
                <a:cxnLst/>
                <a:rect l="l" t="t" r="r" b="b"/>
                <a:pathLst>
                  <a:path w="748" h="424" extrusionOk="0">
                    <a:moveTo>
                      <a:pt x="384" y="0"/>
                    </a:moveTo>
                    <a:cubicBezTo>
                      <a:pt x="351" y="0"/>
                      <a:pt x="317" y="7"/>
                      <a:pt x="288" y="22"/>
                    </a:cubicBezTo>
                    <a:lnTo>
                      <a:pt x="50" y="165"/>
                    </a:lnTo>
                    <a:cubicBezTo>
                      <a:pt x="0" y="195"/>
                      <a:pt x="0" y="245"/>
                      <a:pt x="50" y="274"/>
                    </a:cubicBezTo>
                    <a:lnTo>
                      <a:pt x="266" y="396"/>
                    </a:lnTo>
                    <a:cubicBezTo>
                      <a:pt x="292" y="415"/>
                      <a:pt x="329" y="423"/>
                      <a:pt x="365" y="423"/>
                    </a:cubicBezTo>
                    <a:cubicBezTo>
                      <a:pt x="397" y="423"/>
                      <a:pt x="429" y="416"/>
                      <a:pt x="452" y="403"/>
                    </a:cubicBezTo>
                    <a:lnTo>
                      <a:pt x="697" y="258"/>
                    </a:lnTo>
                    <a:cubicBezTo>
                      <a:pt x="747" y="231"/>
                      <a:pt x="747" y="181"/>
                      <a:pt x="697" y="151"/>
                    </a:cubicBezTo>
                    <a:lnTo>
                      <a:pt x="475" y="22"/>
                    </a:lnTo>
                    <a:cubicBezTo>
                      <a:pt x="450" y="7"/>
                      <a:pt x="417" y="0"/>
                      <a:pt x="384"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73" name="Google Shape;937;p41">
                <a:extLst>
                  <a:ext uri="{FF2B5EF4-FFF2-40B4-BE49-F238E27FC236}">
                    <a16:creationId xmlns:a16="http://schemas.microsoft.com/office/drawing/2014/main" id="{A960CCAE-2D78-4886-9519-5DDE931B3F79}"/>
                  </a:ext>
                </a:extLst>
              </p:cNvPr>
              <p:cNvSpPr/>
              <p:nvPr/>
            </p:nvSpPr>
            <p:spPr>
              <a:xfrm>
                <a:off x="1879874" y="3609794"/>
                <a:ext cx="75652" cy="42135"/>
              </a:xfrm>
              <a:custGeom>
                <a:avLst/>
                <a:gdLst/>
                <a:ahLst/>
                <a:cxnLst/>
                <a:rect l="l" t="t" r="r" b="b"/>
                <a:pathLst>
                  <a:path w="711" h="396" extrusionOk="0">
                    <a:moveTo>
                      <a:pt x="359" y="1"/>
                    </a:moveTo>
                    <a:cubicBezTo>
                      <a:pt x="325" y="1"/>
                      <a:pt x="291" y="8"/>
                      <a:pt x="266" y="23"/>
                    </a:cubicBezTo>
                    <a:lnTo>
                      <a:pt x="50" y="143"/>
                    </a:lnTo>
                    <a:cubicBezTo>
                      <a:pt x="0" y="173"/>
                      <a:pt x="0" y="223"/>
                      <a:pt x="50" y="252"/>
                    </a:cubicBezTo>
                    <a:lnTo>
                      <a:pt x="259" y="375"/>
                    </a:lnTo>
                    <a:cubicBezTo>
                      <a:pt x="287" y="388"/>
                      <a:pt x="321" y="395"/>
                      <a:pt x="355" y="395"/>
                    </a:cubicBezTo>
                    <a:cubicBezTo>
                      <a:pt x="388" y="395"/>
                      <a:pt x="420" y="388"/>
                      <a:pt x="445" y="375"/>
                    </a:cubicBezTo>
                    <a:lnTo>
                      <a:pt x="661" y="252"/>
                    </a:lnTo>
                    <a:cubicBezTo>
                      <a:pt x="711" y="223"/>
                      <a:pt x="711" y="173"/>
                      <a:pt x="661" y="143"/>
                    </a:cubicBezTo>
                    <a:lnTo>
                      <a:pt x="452" y="23"/>
                    </a:lnTo>
                    <a:cubicBezTo>
                      <a:pt x="427" y="8"/>
                      <a:pt x="393" y="1"/>
                      <a:pt x="359"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74" name="Google Shape;938;p41">
                <a:extLst>
                  <a:ext uri="{FF2B5EF4-FFF2-40B4-BE49-F238E27FC236}">
                    <a16:creationId xmlns:a16="http://schemas.microsoft.com/office/drawing/2014/main" id="{34D075E5-B45E-443F-9B95-65F675E14CFD}"/>
                  </a:ext>
                </a:extLst>
              </p:cNvPr>
              <p:cNvSpPr/>
              <p:nvPr/>
            </p:nvSpPr>
            <p:spPr>
              <a:xfrm>
                <a:off x="1895089" y="3536375"/>
                <a:ext cx="81930" cy="45966"/>
              </a:xfrm>
              <a:custGeom>
                <a:avLst/>
                <a:gdLst/>
                <a:ahLst/>
                <a:cxnLst/>
                <a:rect l="l" t="t" r="r" b="b"/>
                <a:pathLst>
                  <a:path w="770" h="432" extrusionOk="0">
                    <a:moveTo>
                      <a:pt x="388" y="1"/>
                    </a:moveTo>
                    <a:cubicBezTo>
                      <a:pt x="354" y="1"/>
                      <a:pt x="320" y="8"/>
                      <a:pt x="295" y="23"/>
                    </a:cubicBezTo>
                    <a:lnTo>
                      <a:pt x="57" y="159"/>
                    </a:lnTo>
                    <a:cubicBezTo>
                      <a:pt x="0" y="195"/>
                      <a:pt x="0" y="238"/>
                      <a:pt x="57" y="273"/>
                    </a:cubicBezTo>
                    <a:lnTo>
                      <a:pt x="295" y="411"/>
                    </a:lnTo>
                    <a:cubicBezTo>
                      <a:pt x="320" y="425"/>
                      <a:pt x="354" y="432"/>
                      <a:pt x="388" y="432"/>
                    </a:cubicBezTo>
                    <a:cubicBezTo>
                      <a:pt x="422" y="432"/>
                      <a:pt x="456" y="425"/>
                      <a:pt x="482" y="411"/>
                    </a:cubicBezTo>
                    <a:lnTo>
                      <a:pt x="720" y="273"/>
                    </a:lnTo>
                    <a:cubicBezTo>
                      <a:pt x="770" y="238"/>
                      <a:pt x="770" y="195"/>
                      <a:pt x="720" y="159"/>
                    </a:cubicBezTo>
                    <a:lnTo>
                      <a:pt x="482" y="23"/>
                    </a:lnTo>
                    <a:cubicBezTo>
                      <a:pt x="456" y="8"/>
                      <a:pt x="422" y="1"/>
                      <a:pt x="38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75" name="Google Shape;939;p41">
                <a:extLst>
                  <a:ext uri="{FF2B5EF4-FFF2-40B4-BE49-F238E27FC236}">
                    <a16:creationId xmlns:a16="http://schemas.microsoft.com/office/drawing/2014/main" id="{E2F1BF07-2EA1-48D1-89CC-C017B94E7C2F}"/>
                  </a:ext>
                </a:extLst>
              </p:cNvPr>
              <p:cNvSpPr/>
              <p:nvPr/>
            </p:nvSpPr>
            <p:spPr>
              <a:xfrm>
                <a:off x="1911901" y="3470618"/>
                <a:ext cx="73524" cy="41178"/>
              </a:xfrm>
              <a:custGeom>
                <a:avLst/>
                <a:gdLst/>
                <a:ahLst/>
                <a:cxnLst/>
                <a:rect l="l" t="t" r="r" b="b"/>
                <a:pathLst>
                  <a:path w="691" h="387" extrusionOk="0">
                    <a:moveTo>
                      <a:pt x="334" y="1"/>
                    </a:moveTo>
                    <a:cubicBezTo>
                      <a:pt x="301" y="1"/>
                      <a:pt x="267" y="8"/>
                      <a:pt x="237" y="21"/>
                    </a:cubicBezTo>
                    <a:lnTo>
                      <a:pt x="58" y="130"/>
                    </a:lnTo>
                    <a:cubicBezTo>
                      <a:pt x="1" y="158"/>
                      <a:pt x="1" y="209"/>
                      <a:pt x="51" y="237"/>
                    </a:cubicBezTo>
                    <a:lnTo>
                      <a:pt x="267" y="359"/>
                    </a:lnTo>
                    <a:cubicBezTo>
                      <a:pt x="292" y="378"/>
                      <a:pt x="326" y="387"/>
                      <a:pt x="360" y="387"/>
                    </a:cubicBezTo>
                    <a:cubicBezTo>
                      <a:pt x="394" y="387"/>
                      <a:pt x="428" y="378"/>
                      <a:pt x="453" y="359"/>
                    </a:cubicBezTo>
                    <a:lnTo>
                      <a:pt x="641" y="259"/>
                    </a:lnTo>
                    <a:cubicBezTo>
                      <a:pt x="691" y="223"/>
                      <a:pt x="691" y="180"/>
                      <a:pt x="641" y="151"/>
                    </a:cubicBezTo>
                    <a:lnTo>
                      <a:pt x="425" y="21"/>
                    </a:lnTo>
                    <a:cubicBezTo>
                      <a:pt x="399" y="8"/>
                      <a:pt x="367" y="1"/>
                      <a:pt x="334"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76" name="Google Shape;940;p41">
                <a:extLst>
                  <a:ext uri="{FF2B5EF4-FFF2-40B4-BE49-F238E27FC236}">
                    <a16:creationId xmlns:a16="http://schemas.microsoft.com/office/drawing/2014/main" id="{80AFE0FD-09F1-4C18-9FA8-B9ACFFC9A13A}"/>
                  </a:ext>
                </a:extLst>
              </p:cNvPr>
              <p:cNvSpPr/>
              <p:nvPr/>
            </p:nvSpPr>
            <p:spPr>
              <a:xfrm>
                <a:off x="1908816" y="3651823"/>
                <a:ext cx="76610" cy="42987"/>
              </a:xfrm>
              <a:custGeom>
                <a:avLst/>
                <a:gdLst/>
                <a:ahLst/>
                <a:cxnLst/>
                <a:rect l="l" t="t" r="r" b="b"/>
                <a:pathLst>
                  <a:path w="720" h="404" extrusionOk="0">
                    <a:moveTo>
                      <a:pt x="360" y="1"/>
                    </a:moveTo>
                    <a:cubicBezTo>
                      <a:pt x="325" y="1"/>
                      <a:pt x="291" y="8"/>
                      <a:pt x="266" y="23"/>
                    </a:cubicBezTo>
                    <a:lnTo>
                      <a:pt x="51" y="145"/>
                    </a:lnTo>
                    <a:cubicBezTo>
                      <a:pt x="1" y="173"/>
                      <a:pt x="1" y="223"/>
                      <a:pt x="51" y="252"/>
                    </a:cubicBezTo>
                    <a:lnTo>
                      <a:pt x="273" y="382"/>
                    </a:lnTo>
                    <a:cubicBezTo>
                      <a:pt x="299" y="396"/>
                      <a:pt x="334" y="404"/>
                      <a:pt x="368" y="404"/>
                    </a:cubicBezTo>
                    <a:cubicBezTo>
                      <a:pt x="402" y="404"/>
                      <a:pt x="436" y="396"/>
                      <a:pt x="461" y="382"/>
                    </a:cubicBezTo>
                    <a:lnTo>
                      <a:pt x="670" y="259"/>
                    </a:lnTo>
                    <a:cubicBezTo>
                      <a:pt x="720" y="232"/>
                      <a:pt x="720" y="180"/>
                      <a:pt x="670" y="152"/>
                    </a:cubicBezTo>
                    <a:lnTo>
                      <a:pt x="454" y="23"/>
                    </a:lnTo>
                    <a:cubicBezTo>
                      <a:pt x="428" y="8"/>
                      <a:pt x="394" y="1"/>
                      <a:pt x="360"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77" name="Google Shape;941;p41">
                <a:extLst>
                  <a:ext uri="{FF2B5EF4-FFF2-40B4-BE49-F238E27FC236}">
                    <a16:creationId xmlns:a16="http://schemas.microsoft.com/office/drawing/2014/main" id="{0A76CC48-011F-4169-A62B-D4F212BA12FD}"/>
                  </a:ext>
                </a:extLst>
              </p:cNvPr>
              <p:cNvSpPr/>
              <p:nvPr/>
            </p:nvSpPr>
            <p:spPr>
              <a:xfrm>
                <a:off x="1927862" y="3421673"/>
                <a:ext cx="58309" cy="32134"/>
              </a:xfrm>
              <a:custGeom>
                <a:avLst/>
                <a:gdLst/>
                <a:ahLst/>
                <a:cxnLst/>
                <a:rect l="l" t="t" r="r" b="b"/>
                <a:pathLst>
                  <a:path w="548" h="302" extrusionOk="0">
                    <a:moveTo>
                      <a:pt x="368" y="0"/>
                    </a:moveTo>
                    <a:cubicBezTo>
                      <a:pt x="334" y="0"/>
                      <a:pt x="300" y="8"/>
                      <a:pt x="275" y="22"/>
                    </a:cubicBezTo>
                    <a:lnTo>
                      <a:pt x="51" y="152"/>
                    </a:lnTo>
                    <a:cubicBezTo>
                      <a:pt x="1" y="179"/>
                      <a:pt x="1" y="229"/>
                      <a:pt x="51" y="259"/>
                    </a:cubicBezTo>
                    <a:lnTo>
                      <a:pt x="87" y="281"/>
                    </a:lnTo>
                    <a:cubicBezTo>
                      <a:pt x="112" y="295"/>
                      <a:pt x="146" y="302"/>
                      <a:pt x="181" y="302"/>
                    </a:cubicBezTo>
                    <a:cubicBezTo>
                      <a:pt x="215" y="302"/>
                      <a:pt x="249" y="295"/>
                      <a:pt x="275" y="281"/>
                    </a:cubicBezTo>
                    <a:lnTo>
                      <a:pt x="498" y="152"/>
                    </a:lnTo>
                    <a:cubicBezTo>
                      <a:pt x="548" y="123"/>
                      <a:pt x="548" y="73"/>
                      <a:pt x="498" y="43"/>
                    </a:cubicBezTo>
                    <a:lnTo>
                      <a:pt x="462" y="22"/>
                    </a:lnTo>
                    <a:cubicBezTo>
                      <a:pt x="437" y="8"/>
                      <a:pt x="403" y="0"/>
                      <a:pt x="368"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78" name="Google Shape;942;p41">
                <a:extLst>
                  <a:ext uri="{FF2B5EF4-FFF2-40B4-BE49-F238E27FC236}">
                    <a16:creationId xmlns:a16="http://schemas.microsoft.com/office/drawing/2014/main" id="{7E4C6E12-D506-4FB1-9A76-174F3A9C198D}"/>
                  </a:ext>
                </a:extLst>
              </p:cNvPr>
              <p:cNvSpPr/>
              <p:nvPr/>
            </p:nvSpPr>
            <p:spPr>
              <a:xfrm>
                <a:off x="1911901" y="3711515"/>
                <a:ext cx="74269" cy="42029"/>
              </a:xfrm>
              <a:custGeom>
                <a:avLst/>
                <a:gdLst/>
                <a:ahLst/>
                <a:cxnLst/>
                <a:rect l="l" t="t" r="r" b="b"/>
                <a:pathLst>
                  <a:path w="698" h="395" extrusionOk="0">
                    <a:moveTo>
                      <a:pt x="335" y="0"/>
                    </a:moveTo>
                    <a:cubicBezTo>
                      <a:pt x="301" y="0"/>
                      <a:pt x="267" y="8"/>
                      <a:pt x="237" y="22"/>
                    </a:cubicBezTo>
                    <a:lnTo>
                      <a:pt x="51" y="136"/>
                    </a:lnTo>
                    <a:cubicBezTo>
                      <a:pt x="1" y="166"/>
                      <a:pt x="1" y="216"/>
                      <a:pt x="51" y="245"/>
                    </a:cubicBezTo>
                    <a:lnTo>
                      <a:pt x="267" y="367"/>
                    </a:lnTo>
                    <a:cubicBezTo>
                      <a:pt x="295" y="386"/>
                      <a:pt x="329" y="395"/>
                      <a:pt x="362" y="395"/>
                    </a:cubicBezTo>
                    <a:cubicBezTo>
                      <a:pt x="396" y="395"/>
                      <a:pt x="428" y="386"/>
                      <a:pt x="453" y="367"/>
                    </a:cubicBezTo>
                    <a:lnTo>
                      <a:pt x="648" y="259"/>
                    </a:lnTo>
                    <a:cubicBezTo>
                      <a:pt x="698" y="231"/>
                      <a:pt x="698" y="179"/>
                      <a:pt x="648" y="152"/>
                    </a:cubicBezTo>
                    <a:lnTo>
                      <a:pt x="432" y="22"/>
                    </a:lnTo>
                    <a:cubicBezTo>
                      <a:pt x="403" y="8"/>
                      <a:pt x="369" y="0"/>
                      <a:pt x="335"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79" name="Google Shape;943;p41">
                <a:extLst>
                  <a:ext uri="{FF2B5EF4-FFF2-40B4-BE49-F238E27FC236}">
                    <a16:creationId xmlns:a16="http://schemas.microsoft.com/office/drawing/2014/main" id="{4E720A5F-ADFA-4654-96F7-1A213221A1DC}"/>
                  </a:ext>
                </a:extLst>
              </p:cNvPr>
              <p:cNvSpPr/>
              <p:nvPr/>
            </p:nvSpPr>
            <p:spPr>
              <a:xfrm>
                <a:off x="1931054" y="3578405"/>
                <a:ext cx="78844" cy="43731"/>
              </a:xfrm>
              <a:custGeom>
                <a:avLst/>
                <a:gdLst/>
                <a:ahLst/>
                <a:cxnLst/>
                <a:rect l="l" t="t" r="r" b="b"/>
                <a:pathLst>
                  <a:path w="741" h="411" extrusionOk="0">
                    <a:moveTo>
                      <a:pt x="388" y="1"/>
                    </a:moveTo>
                    <a:cubicBezTo>
                      <a:pt x="354" y="1"/>
                      <a:pt x="320" y="8"/>
                      <a:pt x="295" y="23"/>
                    </a:cubicBezTo>
                    <a:lnTo>
                      <a:pt x="50" y="159"/>
                    </a:lnTo>
                    <a:cubicBezTo>
                      <a:pt x="0" y="188"/>
                      <a:pt x="0" y="238"/>
                      <a:pt x="50" y="266"/>
                    </a:cubicBezTo>
                    <a:lnTo>
                      <a:pt x="266" y="388"/>
                    </a:lnTo>
                    <a:cubicBezTo>
                      <a:pt x="291" y="403"/>
                      <a:pt x="323" y="410"/>
                      <a:pt x="357" y="410"/>
                    </a:cubicBezTo>
                    <a:cubicBezTo>
                      <a:pt x="390" y="410"/>
                      <a:pt x="424" y="403"/>
                      <a:pt x="452" y="388"/>
                    </a:cubicBezTo>
                    <a:lnTo>
                      <a:pt x="690" y="252"/>
                    </a:lnTo>
                    <a:cubicBezTo>
                      <a:pt x="740" y="223"/>
                      <a:pt x="740" y="173"/>
                      <a:pt x="690" y="145"/>
                    </a:cubicBezTo>
                    <a:lnTo>
                      <a:pt x="482" y="23"/>
                    </a:lnTo>
                    <a:cubicBezTo>
                      <a:pt x="457" y="8"/>
                      <a:pt x="423" y="1"/>
                      <a:pt x="38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80" name="Google Shape;944;p41">
                <a:extLst>
                  <a:ext uri="{FF2B5EF4-FFF2-40B4-BE49-F238E27FC236}">
                    <a16:creationId xmlns:a16="http://schemas.microsoft.com/office/drawing/2014/main" id="{3A1F40FA-D51F-46B1-88C8-6E11D25151A1}"/>
                  </a:ext>
                </a:extLst>
              </p:cNvPr>
              <p:cNvSpPr/>
              <p:nvPr/>
            </p:nvSpPr>
            <p:spPr>
              <a:xfrm>
                <a:off x="1949355" y="3508285"/>
                <a:ext cx="76716" cy="42667"/>
              </a:xfrm>
              <a:custGeom>
                <a:avLst/>
                <a:gdLst/>
                <a:ahLst/>
                <a:cxnLst/>
                <a:rect l="l" t="t" r="r" b="b"/>
                <a:pathLst>
                  <a:path w="721" h="401" extrusionOk="0">
                    <a:moveTo>
                      <a:pt x="334" y="1"/>
                    </a:moveTo>
                    <a:cubicBezTo>
                      <a:pt x="301" y="1"/>
                      <a:pt x="266" y="10"/>
                      <a:pt x="237" y="28"/>
                    </a:cubicBezTo>
                    <a:lnTo>
                      <a:pt x="58" y="128"/>
                    </a:lnTo>
                    <a:cubicBezTo>
                      <a:pt x="1" y="164"/>
                      <a:pt x="1" y="207"/>
                      <a:pt x="58" y="244"/>
                    </a:cubicBezTo>
                    <a:lnTo>
                      <a:pt x="296" y="380"/>
                    </a:lnTo>
                    <a:cubicBezTo>
                      <a:pt x="321" y="394"/>
                      <a:pt x="353" y="401"/>
                      <a:pt x="386" y="401"/>
                    </a:cubicBezTo>
                    <a:cubicBezTo>
                      <a:pt x="420" y="401"/>
                      <a:pt x="454" y="394"/>
                      <a:pt x="482" y="380"/>
                    </a:cubicBezTo>
                    <a:lnTo>
                      <a:pt x="662" y="271"/>
                    </a:lnTo>
                    <a:cubicBezTo>
                      <a:pt x="720" y="244"/>
                      <a:pt x="720" y="192"/>
                      <a:pt x="668" y="164"/>
                    </a:cubicBezTo>
                    <a:lnTo>
                      <a:pt x="425" y="28"/>
                    </a:lnTo>
                    <a:cubicBezTo>
                      <a:pt x="400" y="10"/>
                      <a:pt x="368" y="1"/>
                      <a:pt x="334"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81" name="Google Shape;945;p41">
                <a:extLst>
                  <a:ext uri="{FF2B5EF4-FFF2-40B4-BE49-F238E27FC236}">
                    <a16:creationId xmlns:a16="http://schemas.microsoft.com/office/drawing/2014/main" id="{07A1B6D0-3F4D-4510-BF21-16F12F74CF95}"/>
                  </a:ext>
                </a:extLst>
              </p:cNvPr>
              <p:cNvSpPr/>
              <p:nvPr/>
            </p:nvSpPr>
            <p:spPr>
              <a:xfrm>
                <a:off x="1979999" y="3391773"/>
                <a:ext cx="57457" cy="31602"/>
              </a:xfrm>
              <a:custGeom>
                <a:avLst/>
                <a:gdLst/>
                <a:ahLst/>
                <a:cxnLst/>
                <a:rect l="l" t="t" r="r" b="b"/>
                <a:pathLst>
                  <a:path w="540" h="297" extrusionOk="0">
                    <a:moveTo>
                      <a:pt x="360" y="0"/>
                    </a:moveTo>
                    <a:cubicBezTo>
                      <a:pt x="326" y="0"/>
                      <a:pt x="292" y="8"/>
                      <a:pt x="267" y="22"/>
                    </a:cubicBezTo>
                    <a:lnTo>
                      <a:pt x="58" y="145"/>
                    </a:lnTo>
                    <a:cubicBezTo>
                      <a:pt x="1" y="174"/>
                      <a:pt x="1" y="224"/>
                      <a:pt x="58" y="252"/>
                    </a:cubicBezTo>
                    <a:lnTo>
                      <a:pt x="87" y="274"/>
                    </a:lnTo>
                    <a:cubicBezTo>
                      <a:pt x="112" y="289"/>
                      <a:pt x="146" y="296"/>
                      <a:pt x="180" y="296"/>
                    </a:cubicBezTo>
                    <a:cubicBezTo>
                      <a:pt x="214" y="296"/>
                      <a:pt x="248" y="289"/>
                      <a:pt x="273" y="274"/>
                    </a:cubicBezTo>
                    <a:lnTo>
                      <a:pt x="489" y="152"/>
                    </a:lnTo>
                    <a:cubicBezTo>
                      <a:pt x="539" y="122"/>
                      <a:pt x="539" y="72"/>
                      <a:pt x="489" y="45"/>
                    </a:cubicBezTo>
                    <a:lnTo>
                      <a:pt x="453" y="22"/>
                    </a:lnTo>
                    <a:cubicBezTo>
                      <a:pt x="428" y="8"/>
                      <a:pt x="394" y="0"/>
                      <a:pt x="36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82" name="Google Shape;946;p41">
                <a:extLst>
                  <a:ext uri="{FF2B5EF4-FFF2-40B4-BE49-F238E27FC236}">
                    <a16:creationId xmlns:a16="http://schemas.microsoft.com/office/drawing/2014/main" id="{0547B691-97F6-4D0E-8988-262948857B2C}"/>
                  </a:ext>
                </a:extLst>
              </p:cNvPr>
              <p:cNvSpPr/>
              <p:nvPr/>
            </p:nvSpPr>
            <p:spPr>
              <a:xfrm>
                <a:off x="1960740" y="3682467"/>
                <a:ext cx="76716" cy="42667"/>
              </a:xfrm>
              <a:custGeom>
                <a:avLst/>
                <a:gdLst/>
                <a:ahLst/>
                <a:cxnLst/>
                <a:rect l="l" t="t" r="r" b="b"/>
                <a:pathLst>
                  <a:path w="721" h="401" extrusionOk="0">
                    <a:moveTo>
                      <a:pt x="361" y="0"/>
                    </a:moveTo>
                    <a:cubicBezTo>
                      <a:pt x="327" y="0"/>
                      <a:pt x="293" y="7"/>
                      <a:pt x="268" y="21"/>
                    </a:cubicBezTo>
                    <a:lnTo>
                      <a:pt x="53" y="144"/>
                    </a:lnTo>
                    <a:cubicBezTo>
                      <a:pt x="1" y="173"/>
                      <a:pt x="1" y="223"/>
                      <a:pt x="53" y="252"/>
                    </a:cubicBezTo>
                    <a:lnTo>
                      <a:pt x="268" y="375"/>
                    </a:lnTo>
                    <a:cubicBezTo>
                      <a:pt x="297" y="392"/>
                      <a:pt x="331" y="401"/>
                      <a:pt x="364" y="401"/>
                    </a:cubicBezTo>
                    <a:cubicBezTo>
                      <a:pt x="397" y="401"/>
                      <a:pt x="429" y="392"/>
                      <a:pt x="454" y="375"/>
                    </a:cubicBezTo>
                    <a:lnTo>
                      <a:pt x="670" y="252"/>
                    </a:lnTo>
                    <a:cubicBezTo>
                      <a:pt x="720" y="223"/>
                      <a:pt x="720" y="173"/>
                      <a:pt x="670" y="144"/>
                    </a:cubicBezTo>
                    <a:lnTo>
                      <a:pt x="454" y="21"/>
                    </a:lnTo>
                    <a:cubicBezTo>
                      <a:pt x="429" y="7"/>
                      <a:pt x="395" y="0"/>
                      <a:pt x="361"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83" name="Google Shape;947;p41">
                <a:extLst>
                  <a:ext uri="{FF2B5EF4-FFF2-40B4-BE49-F238E27FC236}">
                    <a16:creationId xmlns:a16="http://schemas.microsoft.com/office/drawing/2014/main" id="{4AD9C4F0-9470-4CD6-987D-D41011B20910}"/>
                  </a:ext>
                </a:extLst>
              </p:cNvPr>
              <p:cNvSpPr/>
              <p:nvPr/>
            </p:nvSpPr>
            <p:spPr>
              <a:xfrm>
                <a:off x="1960740" y="3440719"/>
                <a:ext cx="77461" cy="42987"/>
              </a:xfrm>
              <a:custGeom>
                <a:avLst/>
                <a:gdLst/>
                <a:ahLst/>
                <a:cxnLst/>
                <a:rect l="l" t="t" r="r" b="b"/>
                <a:pathLst>
                  <a:path w="728" h="404" extrusionOk="0">
                    <a:moveTo>
                      <a:pt x="368" y="1"/>
                    </a:moveTo>
                    <a:cubicBezTo>
                      <a:pt x="334" y="1"/>
                      <a:pt x="300" y="8"/>
                      <a:pt x="275" y="23"/>
                    </a:cubicBezTo>
                    <a:lnTo>
                      <a:pt x="53" y="152"/>
                    </a:lnTo>
                    <a:cubicBezTo>
                      <a:pt x="1" y="180"/>
                      <a:pt x="1" y="232"/>
                      <a:pt x="53" y="259"/>
                    </a:cubicBezTo>
                    <a:lnTo>
                      <a:pt x="260" y="382"/>
                    </a:lnTo>
                    <a:cubicBezTo>
                      <a:pt x="289" y="396"/>
                      <a:pt x="323" y="404"/>
                      <a:pt x="357" y="404"/>
                    </a:cubicBezTo>
                    <a:cubicBezTo>
                      <a:pt x="390" y="404"/>
                      <a:pt x="423" y="396"/>
                      <a:pt x="448" y="382"/>
                    </a:cubicBezTo>
                    <a:lnTo>
                      <a:pt x="670" y="252"/>
                    </a:lnTo>
                    <a:cubicBezTo>
                      <a:pt x="720" y="223"/>
                      <a:pt x="727" y="173"/>
                      <a:pt x="670" y="145"/>
                    </a:cubicBezTo>
                    <a:lnTo>
                      <a:pt x="461" y="23"/>
                    </a:lnTo>
                    <a:cubicBezTo>
                      <a:pt x="436" y="8"/>
                      <a:pt x="402" y="1"/>
                      <a:pt x="36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84" name="Google Shape;948;p41">
                <a:extLst>
                  <a:ext uri="{FF2B5EF4-FFF2-40B4-BE49-F238E27FC236}">
                    <a16:creationId xmlns:a16="http://schemas.microsoft.com/office/drawing/2014/main" id="{7832BCD4-234A-446C-8F8D-BCCD6A060AE2}"/>
                  </a:ext>
                </a:extLst>
              </p:cNvPr>
              <p:cNvSpPr/>
              <p:nvPr/>
            </p:nvSpPr>
            <p:spPr>
              <a:xfrm>
                <a:off x="1959995" y="3620434"/>
                <a:ext cx="79802" cy="44476"/>
              </a:xfrm>
              <a:custGeom>
                <a:avLst/>
                <a:gdLst/>
                <a:ahLst/>
                <a:cxnLst/>
                <a:rect l="l" t="t" r="r" b="b"/>
                <a:pathLst>
                  <a:path w="750" h="418" extrusionOk="0">
                    <a:moveTo>
                      <a:pt x="386" y="1"/>
                    </a:moveTo>
                    <a:cubicBezTo>
                      <a:pt x="353" y="1"/>
                      <a:pt x="321" y="8"/>
                      <a:pt x="296" y="23"/>
                    </a:cubicBezTo>
                    <a:lnTo>
                      <a:pt x="51" y="159"/>
                    </a:lnTo>
                    <a:cubicBezTo>
                      <a:pt x="1" y="195"/>
                      <a:pt x="1" y="238"/>
                      <a:pt x="51" y="275"/>
                    </a:cubicBezTo>
                    <a:lnTo>
                      <a:pt x="275" y="397"/>
                    </a:lnTo>
                    <a:cubicBezTo>
                      <a:pt x="300" y="411"/>
                      <a:pt x="334" y="418"/>
                      <a:pt x="368" y="418"/>
                    </a:cubicBezTo>
                    <a:cubicBezTo>
                      <a:pt x="402" y="418"/>
                      <a:pt x="436" y="411"/>
                      <a:pt x="461" y="397"/>
                    </a:cubicBezTo>
                    <a:lnTo>
                      <a:pt x="698" y="259"/>
                    </a:lnTo>
                    <a:cubicBezTo>
                      <a:pt x="750" y="232"/>
                      <a:pt x="750" y="181"/>
                      <a:pt x="698" y="152"/>
                    </a:cubicBezTo>
                    <a:lnTo>
                      <a:pt x="482" y="23"/>
                    </a:lnTo>
                    <a:cubicBezTo>
                      <a:pt x="454" y="8"/>
                      <a:pt x="420" y="1"/>
                      <a:pt x="386"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85" name="Google Shape;949;p41">
                <a:extLst>
                  <a:ext uri="{FF2B5EF4-FFF2-40B4-BE49-F238E27FC236}">
                    <a16:creationId xmlns:a16="http://schemas.microsoft.com/office/drawing/2014/main" id="{61863F2C-B843-487A-9239-DE0E16E2FDC1}"/>
                  </a:ext>
                </a:extLst>
              </p:cNvPr>
              <p:cNvSpPr/>
              <p:nvPr/>
            </p:nvSpPr>
            <p:spPr>
              <a:xfrm>
                <a:off x="1985319" y="3550208"/>
                <a:ext cx="73524" cy="40539"/>
              </a:xfrm>
              <a:custGeom>
                <a:avLst/>
                <a:gdLst/>
                <a:ahLst/>
                <a:cxnLst/>
                <a:rect l="l" t="t" r="r" b="b"/>
                <a:pathLst>
                  <a:path w="691" h="381" extrusionOk="0">
                    <a:moveTo>
                      <a:pt x="331" y="0"/>
                    </a:moveTo>
                    <a:cubicBezTo>
                      <a:pt x="296" y="0"/>
                      <a:pt x="262" y="7"/>
                      <a:pt x="237" y="22"/>
                    </a:cubicBezTo>
                    <a:lnTo>
                      <a:pt x="51" y="129"/>
                    </a:lnTo>
                    <a:cubicBezTo>
                      <a:pt x="1" y="158"/>
                      <a:pt x="1" y="208"/>
                      <a:pt x="51" y="238"/>
                    </a:cubicBezTo>
                    <a:lnTo>
                      <a:pt x="260" y="358"/>
                    </a:lnTo>
                    <a:cubicBezTo>
                      <a:pt x="288" y="373"/>
                      <a:pt x="322" y="380"/>
                      <a:pt x="356" y="380"/>
                    </a:cubicBezTo>
                    <a:cubicBezTo>
                      <a:pt x="390" y="380"/>
                      <a:pt x="424" y="373"/>
                      <a:pt x="453" y="358"/>
                    </a:cubicBezTo>
                    <a:lnTo>
                      <a:pt x="632" y="251"/>
                    </a:lnTo>
                    <a:cubicBezTo>
                      <a:pt x="691" y="222"/>
                      <a:pt x="691" y="172"/>
                      <a:pt x="632" y="143"/>
                    </a:cubicBezTo>
                    <a:lnTo>
                      <a:pt x="425" y="22"/>
                    </a:lnTo>
                    <a:cubicBezTo>
                      <a:pt x="399" y="7"/>
                      <a:pt x="365" y="0"/>
                      <a:pt x="331"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86" name="Google Shape;950;p41">
                <a:extLst>
                  <a:ext uri="{FF2B5EF4-FFF2-40B4-BE49-F238E27FC236}">
                    <a16:creationId xmlns:a16="http://schemas.microsoft.com/office/drawing/2014/main" id="{E3D55405-6DAE-4D44-A1D9-473AA6A99895}"/>
                  </a:ext>
                </a:extLst>
              </p:cNvPr>
              <p:cNvSpPr/>
              <p:nvPr/>
            </p:nvSpPr>
            <p:spPr>
              <a:xfrm>
                <a:off x="1998407" y="3478173"/>
                <a:ext cx="79589" cy="44476"/>
              </a:xfrm>
              <a:custGeom>
                <a:avLst/>
                <a:gdLst/>
                <a:ahLst/>
                <a:cxnLst/>
                <a:rect l="l" t="t" r="r" b="b"/>
                <a:pathLst>
                  <a:path w="748" h="418" extrusionOk="0">
                    <a:moveTo>
                      <a:pt x="366" y="1"/>
                    </a:moveTo>
                    <a:cubicBezTo>
                      <a:pt x="332" y="1"/>
                      <a:pt x="298" y="8"/>
                      <a:pt x="273" y="23"/>
                    </a:cubicBezTo>
                    <a:lnTo>
                      <a:pt x="50" y="152"/>
                    </a:lnTo>
                    <a:cubicBezTo>
                      <a:pt x="0" y="182"/>
                      <a:pt x="0" y="232"/>
                      <a:pt x="50" y="259"/>
                    </a:cubicBezTo>
                    <a:lnTo>
                      <a:pt x="287" y="397"/>
                    </a:lnTo>
                    <a:cubicBezTo>
                      <a:pt x="312" y="411"/>
                      <a:pt x="346" y="418"/>
                      <a:pt x="380" y="418"/>
                    </a:cubicBezTo>
                    <a:cubicBezTo>
                      <a:pt x="414" y="418"/>
                      <a:pt x="449" y="411"/>
                      <a:pt x="475" y="397"/>
                    </a:cubicBezTo>
                    <a:lnTo>
                      <a:pt x="697" y="268"/>
                    </a:lnTo>
                    <a:cubicBezTo>
                      <a:pt x="747" y="238"/>
                      <a:pt x="747" y="188"/>
                      <a:pt x="697" y="159"/>
                    </a:cubicBezTo>
                    <a:lnTo>
                      <a:pt x="459" y="23"/>
                    </a:lnTo>
                    <a:cubicBezTo>
                      <a:pt x="434" y="8"/>
                      <a:pt x="400" y="1"/>
                      <a:pt x="366"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87" name="Google Shape;951;p41">
                <a:extLst>
                  <a:ext uri="{FF2B5EF4-FFF2-40B4-BE49-F238E27FC236}">
                    <a16:creationId xmlns:a16="http://schemas.microsoft.com/office/drawing/2014/main" id="{DC2F4E21-C261-49FC-B18E-8583CB0D2A2E}"/>
                  </a:ext>
                </a:extLst>
              </p:cNvPr>
              <p:cNvSpPr/>
              <p:nvPr/>
            </p:nvSpPr>
            <p:spPr>
              <a:xfrm>
                <a:off x="2014368" y="3592344"/>
                <a:ext cx="74269" cy="41178"/>
              </a:xfrm>
              <a:custGeom>
                <a:avLst/>
                <a:gdLst/>
                <a:ahLst/>
                <a:cxnLst/>
                <a:rect l="l" t="t" r="r" b="b"/>
                <a:pathLst>
                  <a:path w="698" h="387" extrusionOk="0">
                    <a:moveTo>
                      <a:pt x="332" y="1"/>
                    </a:moveTo>
                    <a:cubicBezTo>
                      <a:pt x="298" y="1"/>
                      <a:pt x="264" y="10"/>
                      <a:pt x="239" y="28"/>
                    </a:cubicBezTo>
                    <a:lnTo>
                      <a:pt x="51" y="135"/>
                    </a:lnTo>
                    <a:cubicBezTo>
                      <a:pt x="1" y="164"/>
                      <a:pt x="1" y="207"/>
                      <a:pt x="51" y="244"/>
                    </a:cubicBezTo>
                    <a:lnTo>
                      <a:pt x="273" y="366"/>
                    </a:lnTo>
                    <a:cubicBezTo>
                      <a:pt x="299" y="380"/>
                      <a:pt x="333" y="387"/>
                      <a:pt x="368" y="387"/>
                    </a:cubicBezTo>
                    <a:cubicBezTo>
                      <a:pt x="402" y="387"/>
                      <a:pt x="436" y="380"/>
                      <a:pt x="461" y="366"/>
                    </a:cubicBezTo>
                    <a:lnTo>
                      <a:pt x="647" y="257"/>
                    </a:lnTo>
                    <a:cubicBezTo>
                      <a:pt x="697" y="230"/>
                      <a:pt x="697" y="178"/>
                      <a:pt x="647" y="150"/>
                    </a:cubicBezTo>
                    <a:lnTo>
                      <a:pt x="425" y="28"/>
                    </a:lnTo>
                    <a:cubicBezTo>
                      <a:pt x="400" y="10"/>
                      <a:pt x="366" y="1"/>
                      <a:pt x="332"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88" name="Google Shape;952;p41">
                <a:extLst>
                  <a:ext uri="{FF2B5EF4-FFF2-40B4-BE49-F238E27FC236}">
                    <a16:creationId xmlns:a16="http://schemas.microsoft.com/office/drawing/2014/main" id="{0B28F274-979A-4AC4-AF04-4B067E8A9562}"/>
                  </a:ext>
                </a:extLst>
              </p:cNvPr>
              <p:cNvSpPr/>
              <p:nvPr/>
            </p:nvSpPr>
            <p:spPr>
              <a:xfrm>
                <a:off x="2012878" y="3411032"/>
                <a:ext cx="76503" cy="42029"/>
              </a:xfrm>
              <a:custGeom>
                <a:avLst/>
                <a:gdLst/>
                <a:ahLst/>
                <a:cxnLst/>
                <a:rect l="l" t="t" r="r" b="b"/>
                <a:pathLst>
                  <a:path w="719" h="395" extrusionOk="0">
                    <a:moveTo>
                      <a:pt x="360" y="0"/>
                    </a:moveTo>
                    <a:cubicBezTo>
                      <a:pt x="325" y="0"/>
                      <a:pt x="291" y="7"/>
                      <a:pt x="266" y="21"/>
                    </a:cubicBezTo>
                    <a:lnTo>
                      <a:pt x="51" y="143"/>
                    </a:lnTo>
                    <a:cubicBezTo>
                      <a:pt x="1" y="173"/>
                      <a:pt x="1" y="223"/>
                      <a:pt x="51" y="252"/>
                    </a:cubicBezTo>
                    <a:lnTo>
                      <a:pt x="266" y="373"/>
                    </a:lnTo>
                    <a:cubicBezTo>
                      <a:pt x="291" y="387"/>
                      <a:pt x="325" y="395"/>
                      <a:pt x="360" y="395"/>
                    </a:cubicBezTo>
                    <a:cubicBezTo>
                      <a:pt x="394" y="395"/>
                      <a:pt x="428" y="387"/>
                      <a:pt x="453" y="373"/>
                    </a:cubicBezTo>
                    <a:lnTo>
                      <a:pt x="661" y="252"/>
                    </a:lnTo>
                    <a:cubicBezTo>
                      <a:pt x="718" y="223"/>
                      <a:pt x="718" y="173"/>
                      <a:pt x="661" y="143"/>
                    </a:cubicBezTo>
                    <a:lnTo>
                      <a:pt x="453" y="21"/>
                    </a:lnTo>
                    <a:cubicBezTo>
                      <a:pt x="428" y="7"/>
                      <a:pt x="394" y="0"/>
                      <a:pt x="36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89" name="Google Shape;953;p41">
                <a:extLst>
                  <a:ext uri="{FF2B5EF4-FFF2-40B4-BE49-F238E27FC236}">
                    <a16:creationId xmlns:a16="http://schemas.microsoft.com/office/drawing/2014/main" id="{BA84B445-C205-4143-8739-4A2B42382E5D}"/>
                  </a:ext>
                </a:extLst>
              </p:cNvPr>
              <p:cNvSpPr/>
              <p:nvPr/>
            </p:nvSpPr>
            <p:spPr>
              <a:xfrm>
                <a:off x="2031286" y="3360491"/>
                <a:ext cx="60437" cy="33517"/>
              </a:xfrm>
              <a:custGeom>
                <a:avLst/>
                <a:gdLst/>
                <a:ahLst/>
                <a:cxnLst/>
                <a:rect l="l" t="t" r="r" b="b"/>
                <a:pathLst>
                  <a:path w="568" h="315" extrusionOk="0">
                    <a:moveTo>
                      <a:pt x="388" y="1"/>
                    </a:moveTo>
                    <a:cubicBezTo>
                      <a:pt x="354" y="1"/>
                      <a:pt x="320" y="7"/>
                      <a:pt x="295" y="21"/>
                    </a:cubicBezTo>
                    <a:lnTo>
                      <a:pt x="57" y="166"/>
                    </a:lnTo>
                    <a:cubicBezTo>
                      <a:pt x="7" y="194"/>
                      <a:pt x="0" y="237"/>
                      <a:pt x="57" y="273"/>
                    </a:cubicBezTo>
                    <a:lnTo>
                      <a:pt x="86" y="287"/>
                    </a:lnTo>
                    <a:cubicBezTo>
                      <a:pt x="115" y="305"/>
                      <a:pt x="149" y="314"/>
                      <a:pt x="182" y="314"/>
                    </a:cubicBezTo>
                    <a:cubicBezTo>
                      <a:pt x="215" y="314"/>
                      <a:pt x="248" y="305"/>
                      <a:pt x="273" y="287"/>
                    </a:cubicBezTo>
                    <a:lnTo>
                      <a:pt x="518" y="151"/>
                    </a:lnTo>
                    <a:cubicBezTo>
                      <a:pt x="568" y="123"/>
                      <a:pt x="568" y="71"/>
                      <a:pt x="518" y="44"/>
                    </a:cubicBezTo>
                    <a:lnTo>
                      <a:pt x="482" y="21"/>
                    </a:lnTo>
                    <a:cubicBezTo>
                      <a:pt x="457" y="7"/>
                      <a:pt x="422" y="1"/>
                      <a:pt x="38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90" name="Google Shape;954;p41">
                <a:extLst>
                  <a:ext uri="{FF2B5EF4-FFF2-40B4-BE49-F238E27FC236}">
                    <a16:creationId xmlns:a16="http://schemas.microsoft.com/office/drawing/2014/main" id="{4BC568AF-BDA0-4A84-AEA4-701710BDAB67}"/>
                  </a:ext>
                </a:extLst>
              </p:cNvPr>
              <p:cNvSpPr/>
              <p:nvPr/>
            </p:nvSpPr>
            <p:spPr>
              <a:xfrm>
                <a:off x="2033414" y="3520202"/>
                <a:ext cx="77461" cy="42987"/>
              </a:xfrm>
              <a:custGeom>
                <a:avLst/>
                <a:gdLst/>
                <a:ahLst/>
                <a:cxnLst/>
                <a:rect l="l" t="t" r="r" b="b"/>
                <a:pathLst>
                  <a:path w="728" h="404" extrusionOk="0">
                    <a:moveTo>
                      <a:pt x="372" y="1"/>
                    </a:moveTo>
                    <a:cubicBezTo>
                      <a:pt x="338" y="1"/>
                      <a:pt x="304" y="8"/>
                      <a:pt x="275" y="23"/>
                    </a:cubicBezTo>
                    <a:lnTo>
                      <a:pt x="60" y="152"/>
                    </a:lnTo>
                    <a:cubicBezTo>
                      <a:pt x="8" y="182"/>
                      <a:pt x="1" y="232"/>
                      <a:pt x="60" y="261"/>
                    </a:cubicBezTo>
                    <a:lnTo>
                      <a:pt x="267" y="382"/>
                    </a:lnTo>
                    <a:cubicBezTo>
                      <a:pt x="292" y="396"/>
                      <a:pt x="327" y="404"/>
                      <a:pt x="361" y="404"/>
                    </a:cubicBezTo>
                    <a:cubicBezTo>
                      <a:pt x="396" y="404"/>
                      <a:pt x="430" y="396"/>
                      <a:pt x="455" y="382"/>
                    </a:cubicBezTo>
                    <a:lnTo>
                      <a:pt x="677" y="252"/>
                    </a:lnTo>
                    <a:cubicBezTo>
                      <a:pt x="727" y="225"/>
                      <a:pt x="727" y="175"/>
                      <a:pt x="677" y="145"/>
                    </a:cubicBezTo>
                    <a:lnTo>
                      <a:pt x="468" y="23"/>
                    </a:lnTo>
                    <a:cubicBezTo>
                      <a:pt x="440" y="8"/>
                      <a:pt x="406" y="1"/>
                      <a:pt x="372"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91" name="Google Shape;955;p41">
                <a:extLst>
                  <a:ext uri="{FF2B5EF4-FFF2-40B4-BE49-F238E27FC236}">
                    <a16:creationId xmlns:a16="http://schemas.microsoft.com/office/drawing/2014/main" id="{BE65D08E-D7CD-4CF5-B59A-FBDF8169EDC7}"/>
                  </a:ext>
                </a:extLst>
              </p:cNvPr>
              <p:cNvSpPr/>
              <p:nvPr/>
            </p:nvSpPr>
            <p:spPr>
              <a:xfrm>
                <a:off x="2050332" y="3448380"/>
                <a:ext cx="78844" cy="44476"/>
              </a:xfrm>
              <a:custGeom>
                <a:avLst/>
                <a:gdLst/>
                <a:ahLst/>
                <a:cxnLst/>
                <a:rect l="l" t="t" r="r" b="b"/>
                <a:pathLst>
                  <a:path w="741" h="418" extrusionOk="0">
                    <a:moveTo>
                      <a:pt x="359" y="1"/>
                    </a:moveTo>
                    <a:cubicBezTo>
                      <a:pt x="325" y="1"/>
                      <a:pt x="291" y="8"/>
                      <a:pt x="266" y="22"/>
                    </a:cubicBezTo>
                    <a:lnTo>
                      <a:pt x="51" y="144"/>
                    </a:lnTo>
                    <a:cubicBezTo>
                      <a:pt x="1" y="173"/>
                      <a:pt x="1" y="223"/>
                      <a:pt x="51" y="253"/>
                    </a:cubicBezTo>
                    <a:lnTo>
                      <a:pt x="289" y="396"/>
                    </a:lnTo>
                    <a:cubicBezTo>
                      <a:pt x="317" y="411"/>
                      <a:pt x="351" y="418"/>
                      <a:pt x="384" y="418"/>
                    </a:cubicBezTo>
                    <a:cubicBezTo>
                      <a:pt x="418" y="418"/>
                      <a:pt x="450" y="411"/>
                      <a:pt x="475" y="396"/>
                    </a:cubicBezTo>
                    <a:lnTo>
                      <a:pt x="691" y="273"/>
                    </a:lnTo>
                    <a:cubicBezTo>
                      <a:pt x="741" y="237"/>
                      <a:pt x="741" y="194"/>
                      <a:pt x="691" y="167"/>
                    </a:cubicBezTo>
                    <a:lnTo>
                      <a:pt x="453" y="22"/>
                    </a:lnTo>
                    <a:cubicBezTo>
                      <a:pt x="428" y="8"/>
                      <a:pt x="394" y="1"/>
                      <a:pt x="359"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92" name="Google Shape;956;p41">
                <a:extLst>
                  <a:ext uri="{FF2B5EF4-FFF2-40B4-BE49-F238E27FC236}">
                    <a16:creationId xmlns:a16="http://schemas.microsoft.com/office/drawing/2014/main" id="{2657EA74-26D8-4874-9E6F-A5BA4D158992}"/>
                  </a:ext>
                </a:extLst>
              </p:cNvPr>
              <p:cNvSpPr/>
              <p:nvPr/>
            </p:nvSpPr>
            <p:spPr>
              <a:xfrm>
                <a:off x="2062675" y="3562444"/>
                <a:ext cx="78099" cy="43625"/>
              </a:xfrm>
              <a:custGeom>
                <a:avLst/>
                <a:gdLst/>
                <a:ahLst/>
                <a:cxnLst/>
                <a:rect l="l" t="t" r="r" b="b"/>
                <a:pathLst>
                  <a:path w="734" h="410" extrusionOk="0">
                    <a:moveTo>
                      <a:pt x="369" y="0"/>
                    </a:moveTo>
                    <a:cubicBezTo>
                      <a:pt x="335" y="0"/>
                      <a:pt x="301" y="7"/>
                      <a:pt x="273" y="21"/>
                    </a:cubicBezTo>
                    <a:lnTo>
                      <a:pt x="57" y="150"/>
                    </a:lnTo>
                    <a:cubicBezTo>
                      <a:pt x="0" y="180"/>
                      <a:pt x="0" y="230"/>
                      <a:pt x="57" y="259"/>
                    </a:cubicBezTo>
                    <a:lnTo>
                      <a:pt x="273" y="388"/>
                    </a:lnTo>
                    <a:cubicBezTo>
                      <a:pt x="298" y="402"/>
                      <a:pt x="332" y="409"/>
                      <a:pt x="366" y="409"/>
                    </a:cubicBezTo>
                    <a:cubicBezTo>
                      <a:pt x="400" y="409"/>
                      <a:pt x="434" y="402"/>
                      <a:pt x="459" y="388"/>
                    </a:cubicBezTo>
                    <a:lnTo>
                      <a:pt x="682" y="259"/>
                    </a:lnTo>
                    <a:cubicBezTo>
                      <a:pt x="733" y="230"/>
                      <a:pt x="733" y="180"/>
                      <a:pt x="682" y="150"/>
                    </a:cubicBezTo>
                    <a:lnTo>
                      <a:pt x="459" y="21"/>
                    </a:lnTo>
                    <a:cubicBezTo>
                      <a:pt x="434" y="7"/>
                      <a:pt x="402" y="0"/>
                      <a:pt x="36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93" name="Google Shape;957;p41">
                <a:extLst>
                  <a:ext uri="{FF2B5EF4-FFF2-40B4-BE49-F238E27FC236}">
                    <a16:creationId xmlns:a16="http://schemas.microsoft.com/office/drawing/2014/main" id="{FD367E96-D7CB-4E76-A370-C733F3FC1942}"/>
                  </a:ext>
                </a:extLst>
              </p:cNvPr>
              <p:cNvSpPr/>
              <p:nvPr/>
            </p:nvSpPr>
            <p:spPr>
              <a:xfrm>
                <a:off x="2064164" y="3379643"/>
                <a:ext cx="79483" cy="44476"/>
              </a:xfrm>
              <a:custGeom>
                <a:avLst/>
                <a:gdLst/>
                <a:ahLst/>
                <a:cxnLst/>
                <a:rect l="l" t="t" r="r" b="b"/>
                <a:pathLst>
                  <a:path w="747" h="418" extrusionOk="0">
                    <a:moveTo>
                      <a:pt x="388" y="0"/>
                    </a:moveTo>
                    <a:cubicBezTo>
                      <a:pt x="354" y="0"/>
                      <a:pt x="320" y="7"/>
                      <a:pt x="295" y="21"/>
                    </a:cubicBezTo>
                    <a:lnTo>
                      <a:pt x="50" y="159"/>
                    </a:lnTo>
                    <a:cubicBezTo>
                      <a:pt x="0" y="193"/>
                      <a:pt x="0" y="236"/>
                      <a:pt x="50" y="266"/>
                    </a:cubicBezTo>
                    <a:lnTo>
                      <a:pt x="266" y="395"/>
                    </a:lnTo>
                    <a:cubicBezTo>
                      <a:pt x="291" y="410"/>
                      <a:pt x="325" y="417"/>
                      <a:pt x="359" y="417"/>
                    </a:cubicBezTo>
                    <a:cubicBezTo>
                      <a:pt x="393" y="417"/>
                      <a:pt x="427" y="410"/>
                      <a:pt x="452" y="395"/>
                    </a:cubicBezTo>
                    <a:lnTo>
                      <a:pt x="690" y="252"/>
                    </a:lnTo>
                    <a:cubicBezTo>
                      <a:pt x="747" y="223"/>
                      <a:pt x="747" y="173"/>
                      <a:pt x="690" y="143"/>
                    </a:cubicBezTo>
                    <a:lnTo>
                      <a:pt x="481" y="21"/>
                    </a:lnTo>
                    <a:cubicBezTo>
                      <a:pt x="456" y="7"/>
                      <a:pt x="422" y="0"/>
                      <a:pt x="388"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94" name="Google Shape;958;p41">
                <a:extLst>
                  <a:ext uri="{FF2B5EF4-FFF2-40B4-BE49-F238E27FC236}">
                    <a16:creationId xmlns:a16="http://schemas.microsoft.com/office/drawing/2014/main" id="{2E0B4235-0607-443E-BEA1-B3DCC9B5D960}"/>
                  </a:ext>
                </a:extLst>
              </p:cNvPr>
              <p:cNvSpPr/>
              <p:nvPr/>
            </p:nvSpPr>
            <p:spPr>
              <a:xfrm>
                <a:off x="2085551" y="3330591"/>
                <a:ext cx="58096" cy="32027"/>
              </a:xfrm>
              <a:custGeom>
                <a:avLst/>
                <a:gdLst/>
                <a:ahLst/>
                <a:cxnLst/>
                <a:rect l="l" t="t" r="r" b="b"/>
                <a:pathLst>
                  <a:path w="546" h="301" extrusionOk="0">
                    <a:moveTo>
                      <a:pt x="367" y="1"/>
                    </a:moveTo>
                    <a:cubicBezTo>
                      <a:pt x="333" y="1"/>
                      <a:pt x="298" y="8"/>
                      <a:pt x="273" y="23"/>
                    </a:cubicBezTo>
                    <a:lnTo>
                      <a:pt x="58" y="152"/>
                    </a:lnTo>
                    <a:cubicBezTo>
                      <a:pt x="1" y="180"/>
                      <a:pt x="1" y="223"/>
                      <a:pt x="58" y="259"/>
                    </a:cubicBezTo>
                    <a:lnTo>
                      <a:pt x="87" y="275"/>
                    </a:lnTo>
                    <a:cubicBezTo>
                      <a:pt x="116" y="292"/>
                      <a:pt x="150" y="301"/>
                      <a:pt x="183" y="301"/>
                    </a:cubicBezTo>
                    <a:cubicBezTo>
                      <a:pt x="216" y="301"/>
                      <a:pt x="248" y="292"/>
                      <a:pt x="273" y="275"/>
                    </a:cubicBezTo>
                    <a:lnTo>
                      <a:pt x="496" y="152"/>
                    </a:lnTo>
                    <a:cubicBezTo>
                      <a:pt x="546" y="123"/>
                      <a:pt x="546" y="73"/>
                      <a:pt x="496" y="44"/>
                    </a:cubicBezTo>
                    <a:lnTo>
                      <a:pt x="460" y="23"/>
                    </a:lnTo>
                    <a:cubicBezTo>
                      <a:pt x="435" y="8"/>
                      <a:pt x="401" y="1"/>
                      <a:pt x="367"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95" name="Google Shape;959;p41">
                <a:extLst>
                  <a:ext uri="{FF2B5EF4-FFF2-40B4-BE49-F238E27FC236}">
                    <a16:creationId xmlns:a16="http://schemas.microsoft.com/office/drawing/2014/main" id="{818175B3-FAC2-4426-B5EF-D35CAEBD238C}"/>
                  </a:ext>
                </a:extLst>
              </p:cNvPr>
              <p:cNvSpPr/>
              <p:nvPr/>
            </p:nvSpPr>
            <p:spPr>
              <a:xfrm>
                <a:off x="2086296" y="3490516"/>
                <a:ext cx="75759" cy="42135"/>
              </a:xfrm>
              <a:custGeom>
                <a:avLst/>
                <a:gdLst/>
                <a:ahLst/>
                <a:cxnLst/>
                <a:rect l="l" t="t" r="r" b="b"/>
                <a:pathLst>
                  <a:path w="712" h="396" extrusionOk="0">
                    <a:moveTo>
                      <a:pt x="357" y="0"/>
                    </a:moveTo>
                    <a:cubicBezTo>
                      <a:pt x="324" y="0"/>
                      <a:pt x="291" y="8"/>
                      <a:pt x="266" y="22"/>
                    </a:cubicBezTo>
                    <a:lnTo>
                      <a:pt x="51" y="143"/>
                    </a:lnTo>
                    <a:cubicBezTo>
                      <a:pt x="1" y="172"/>
                      <a:pt x="1" y="223"/>
                      <a:pt x="51" y="252"/>
                    </a:cubicBezTo>
                    <a:lnTo>
                      <a:pt x="260" y="374"/>
                    </a:lnTo>
                    <a:cubicBezTo>
                      <a:pt x="285" y="388"/>
                      <a:pt x="319" y="395"/>
                      <a:pt x="353" y="395"/>
                    </a:cubicBezTo>
                    <a:cubicBezTo>
                      <a:pt x="387" y="395"/>
                      <a:pt x="421" y="388"/>
                      <a:pt x="446" y="374"/>
                    </a:cubicBezTo>
                    <a:lnTo>
                      <a:pt x="661" y="252"/>
                    </a:lnTo>
                    <a:cubicBezTo>
                      <a:pt x="712" y="223"/>
                      <a:pt x="712" y="172"/>
                      <a:pt x="661" y="143"/>
                    </a:cubicBezTo>
                    <a:lnTo>
                      <a:pt x="453" y="22"/>
                    </a:lnTo>
                    <a:cubicBezTo>
                      <a:pt x="424" y="8"/>
                      <a:pt x="390" y="0"/>
                      <a:pt x="357"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96" name="Google Shape;960;p41">
                <a:extLst>
                  <a:ext uri="{FF2B5EF4-FFF2-40B4-BE49-F238E27FC236}">
                    <a16:creationId xmlns:a16="http://schemas.microsoft.com/office/drawing/2014/main" id="{1675E25F-6910-4398-86B7-C67EB7176661}"/>
                  </a:ext>
                </a:extLst>
              </p:cNvPr>
              <p:cNvSpPr/>
              <p:nvPr/>
            </p:nvSpPr>
            <p:spPr>
              <a:xfrm>
                <a:off x="2101512" y="3417097"/>
                <a:ext cx="82036" cy="45966"/>
              </a:xfrm>
              <a:custGeom>
                <a:avLst/>
                <a:gdLst/>
                <a:ahLst/>
                <a:cxnLst/>
                <a:rect l="l" t="t" r="r" b="b"/>
                <a:pathLst>
                  <a:path w="771" h="432" extrusionOk="0">
                    <a:moveTo>
                      <a:pt x="389" y="0"/>
                    </a:moveTo>
                    <a:cubicBezTo>
                      <a:pt x="355" y="0"/>
                      <a:pt x="321" y="8"/>
                      <a:pt x="296" y="22"/>
                    </a:cubicBezTo>
                    <a:lnTo>
                      <a:pt x="58" y="166"/>
                    </a:lnTo>
                    <a:cubicBezTo>
                      <a:pt x="1" y="195"/>
                      <a:pt x="1" y="245"/>
                      <a:pt x="51" y="272"/>
                    </a:cubicBezTo>
                    <a:lnTo>
                      <a:pt x="289" y="411"/>
                    </a:lnTo>
                    <a:cubicBezTo>
                      <a:pt x="318" y="424"/>
                      <a:pt x="352" y="431"/>
                      <a:pt x="386" y="431"/>
                    </a:cubicBezTo>
                    <a:cubicBezTo>
                      <a:pt x="420" y="431"/>
                      <a:pt x="454" y="424"/>
                      <a:pt x="482" y="411"/>
                    </a:cubicBezTo>
                    <a:lnTo>
                      <a:pt x="720" y="272"/>
                    </a:lnTo>
                    <a:cubicBezTo>
                      <a:pt x="770" y="245"/>
                      <a:pt x="770" y="195"/>
                      <a:pt x="720" y="166"/>
                    </a:cubicBezTo>
                    <a:lnTo>
                      <a:pt x="482" y="22"/>
                    </a:lnTo>
                    <a:cubicBezTo>
                      <a:pt x="457" y="8"/>
                      <a:pt x="423" y="0"/>
                      <a:pt x="38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97" name="Google Shape;961;p41">
                <a:extLst>
                  <a:ext uri="{FF2B5EF4-FFF2-40B4-BE49-F238E27FC236}">
                    <a16:creationId xmlns:a16="http://schemas.microsoft.com/office/drawing/2014/main" id="{00E01CA5-E57B-450E-8090-BEC6D704AF3B}"/>
                  </a:ext>
                </a:extLst>
              </p:cNvPr>
              <p:cNvSpPr/>
              <p:nvPr/>
            </p:nvSpPr>
            <p:spPr>
              <a:xfrm>
                <a:off x="2115344" y="3532545"/>
                <a:ext cx="76610" cy="42987"/>
              </a:xfrm>
              <a:custGeom>
                <a:avLst/>
                <a:gdLst/>
                <a:ahLst/>
                <a:cxnLst/>
                <a:rect l="l" t="t" r="r" b="b"/>
                <a:pathLst>
                  <a:path w="720" h="404" extrusionOk="0">
                    <a:moveTo>
                      <a:pt x="357" y="0"/>
                    </a:moveTo>
                    <a:cubicBezTo>
                      <a:pt x="323" y="0"/>
                      <a:pt x="291" y="8"/>
                      <a:pt x="266" y="22"/>
                    </a:cubicBezTo>
                    <a:lnTo>
                      <a:pt x="50" y="145"/>
                    </a:lnTo>
                    <a:cubicBezTo>
                      <a:pt x="0" y="179"/>
                      <a:pt x="0" y="223"/>
                      <a:pt x="50" y="252"/>
                    </a:cubicBezTo>
                    <a:lnTo>
                      <a:pt x="273" y="381"/>
                    </a:lnTo>
                    <a:cubicBezTo>
                      <a:pt x="299" y="396"/>
                      <a:pt x="331" y="403"/>
                      <a:pt x="364" y="403"/>
                    </a:cubicBezTo>
                    <a:cubicBezTo>
                      <a:pt x="398" y="403"/>
                      <a:pt x="432" y="396"/>
                      <a:pt x="461" y="381"/>
                    </a:cubicBezTo>
                    <a:lnTo>
                      <a:pt x="670" y="259"/>
                    </a:lnTo>
                    <a:cubicBezTo>
                      <a:pt x="720" y="231"/>
                      <a:pt x="720" y="179"/>
                      <a:pt x="670" y="152"/>
                    </a:cubicBezTo>
                    <a:lnTo>
                      <a:pt x="454" y="22"/>
                    </a:lnTo>
                    <a:cubicBezTo>
                      <a:pt x="425" y="8"/>
                      <a:pt x="390" y="0"/>
                      <a:pt x="357"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98" name="Google Shape;962;p41">
                <a:extLst>
                  <a:ext uri="{FF2B5EF4-FFF2-40B4-BE49-F238E27FC236}">
                    <a16:creationId xmlns:a16="http://schemas.microsoft.com/office/drawing/2014/main" id="{FBE1FC82-4DD9-4327-9038-8A2CF763020C}"/>
                  </a:ext>
                </a:extLst>
              </p:cNvPr>
              <p:cNvSpPr/>
              <p:nvPr/>
            </p:nvSpPr>
            <p:spPr>
              <a:xfrm>
                <a:off x="2118430" y="3349744"/>
                <a:ext cx="77355" cy="42987"/>
              </a:xfrm>
              <a:custGeom>
                <a:avLst/>
                <a:gdLst/>
                <a:ahLst/>
                <a:cxnLst/>
                <a:rect l="l" t="t" r="r" b="b"/>
                <a:pathLst>
                  <a:path w="727" h="404" extrusionOk="0">
                    <a:moveTo>
                      <a:pt x="366" y="0"/>
                    </a:moveTo>
                    <a:cubicBezTo>
                      <a:pt x="332" y="0"/>
                      <a:pt x="298" y="8"/>
                      <a:pt x="273" y="22"/>
                    </a:cubicBezTo>
                    <a:lnTo>
                      <a:pt x="58" y="145"/>
                    </a:lnTo>
                    <a:cubicBezTo>
                      <a:pt x="1" y="181"/>
                      <a:pt x="1" y="224"/>
                      <a:pt x="51" y="259"/>
                    </a:cubicBezTo>
                    <a:lnTo>
                      <a:pt x="266" y="381"/>
                    </a:lnTo>
                    <a:cubicBezTo>
                      <a:pt x="291" y="396"/>
                      <a:pt x="325" y="403"/>
                      <a:pt x="359" y="403"/>
                    </a:cubicBezTo>
                    <a:cubicBezTo>
                      <a:pt x="394" y="403"/>
                      <a:pt x="428" y="396"/>
                      <a:pt x="453" y="381"/>
                    </a:cubicBezTo>
                    <a:lnTo>
                      <a:pt x="668" y="252"/>
                    </a:lnTo>
                    <a:cubicBezTo>
                      <a:pt x="718" y="224"/>
                      <a:pt x="727" y="172"/>
                      <a:pt x="668" y="145"/>
                    </a:cubicBezTo>
                    <a:lnTo>
                      <a:pt x="460" y="22"/>
                    </a:lnTo>
                    <a:cubicBezTo>
                      <a:pt x="435" y="8"/>
                      <a:pt x="400" y="0"/>
                      <a:pt x="366"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99" name="Google Shape;963;p41">
                <a:extLst>
                  <a:ext uri="{FF2B5EF4-FFF2-40B4-BE49-F238E27FC236}">
                    <a16:creationId xmlns:a16="http://schemas.microsoft.com/office/drawing/2014/main" id="{11B2E548-C6CF-4C0E-A5FC-CA92C4D0AA8A}"/>
                  </a:ext>
                </a:extLst>
              </p:cNvPr>
              <p:cNvSpPr/>
              <p:nvPr/>
            </p:nvSpPr>
            <p:spPr>
              <a:xfrm>
                <a:off x="2137583" y="3300160"/>
                <a:ext cx="58202" cy="32134"/>
              </a:xfrm>
              <a:custGeom>
                <a:avLst/>
                <a:gdLst/>
                <a:ahLst/>
                <a:cxnLst/>
                <a:rect l="l" t="t" r="r" b="b"/>
                <a:pathLst>
                  <a:path w="547" h="302" extrusionOk="0">
                    <a:moveTo>
                      <a:pt x="366" y="0"/>
                    </a:moveTo>
                    <a:cubicBezTo>
                      <a:pt x="332" y="0"/>
                      <a:pt x="298" y="10"/>
                      <a:pt x="273" y="28"/>
                    </a:cubicBezTo>
                    <a:lnTo>
                      <a:pt x="57" y="150"/>
                    </a:lnTo>
                    <a:cubicBezTo>
                      <a:pt x="0" y="179"/>
                      <a:pt x="0" y="229"/>
                      <a:pt x="57" y="259"/>
                    </a:cubicBezTo>
                    <a:lnTo>
                      <a:pt x="86" y="280"/>
                    </a:lnTo>
                    <a:cubicBezTo>
                      <a:pt x="111" y="294"/>
                      <a:pt x="145" y="301"/>
                      <a:pt x="179" y="301"/>
                    </a:cubicBezTo>
                    <a:cubicBezTo>
                      <a:pt x="214" y="301"/>
                      <a:pt x="248" y="294"/>
                      <a:pt x="273" y="280"/>
                    </a:cubicBezTo>
                    <a:lnTo>
                      <a:pt x="495" y="150"/>
                    </a:lnTo>
                    <a:cubicBezTo>
                      <a:pt x="547" y="121"/>
                      <a:pt x="547" y="71"/>
                      <a:pt x="495" y="43"/>
                    </a:cubicBezTo>
                    <a:lnTo>
                      <a:pt x="461" y="28"/>
                    </a:lnTo>
                    <a:cubicBezTo>
                      <a:pt x="435" y="10"/>
                      <a:pt x="400" y="0"/>
                      <a:pt x="366"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00" name="Google Shape;964;p41">
                <a:extLst>
                  <a:ext uri="{FF2B5EF4-FFF2-40B4-BE49-F238E27FC236}">
                    <a16:creationId xmlns:a16="http://schemas.microsoft.com/office/drawing/2014/main" id="{BDC72EBC-D712-4C09-8547-3C2602635485}"/>
                  </a:ext>
                </a:extLst>
              </p:cNvPr>
              <p:cNvSpPr/>
              <p:nvPr/>
            </p:nvSpPr>
            <p:spPr>
              <a:xfrm>
                <a:off x="2137583" y="3459127"/>
                <a:ext cx="78844" cy="44263"/>
              </a:xfrm>
              <a:custGeom>
                <a:avLst/>
                <a:gdLst/>
                <a:ahLst/>
                <a:cxnLst/>
                <a:rect l="l" t="t" r="r" b="b"/>
                <a:pathLst>
                  <a:path w="741" h="416" extrusionOk="0">
                    <a:moveTo>
                      <a:pt x="386" y="0"/>
                    </a:moveTo>
                    <a:cubicBezTo>
                      <a:pt x="352" y="0"/>
                      <a:pt x="320" y="8"/>
                      <a:pt x="295" y="22"/>
                    </a:cubicBezTo>
                    <a:lnTo>
                      <a:pt x="50" y="159"/>
                    </a:lnTo>
                    <a:cubicBezTo>
                      <a:pt x="0" y="188"/>
                      <a:pt x="0" y="238"/>
                      <a:pt x="50" y="266"/>
                    </a:cubicBezTo>
                    <a:lnTo>
                      <a:pt x="259" y="388"/>
                    </a:lnTo>
                    <a:cubicBezTo>
                      <a:pt x="287" y="406"/>
                      <a:pt x="321" y="415"/>
                      <a:pt x="355" y="415"/>
                    </a:cubicBezTo>
                    <a:cubicBezTo>
                      <a:pt x="388" y="415"/>
                      <a:pt x="420" y="406"/>
                      <a:pt x="445" y="388"/>
                    </a:cubicBezTo>
                    <a:lnTo>
                      <a:pt x="690" y="252"/>
                    </a:lnTo>
                    <a:cubicBezTo>
                      <a:pt x="740" y="223"/>
                      <a:pt x="740" y="172"/>
                      <a:pt x="690" y="145"/>
                    </a:cubicBezTo>
                    <a:lnTo>
                      <a:pt x="481" y="22"/>
                    </a:lnTo>
                    <a:cubicBezTo>
                      <a:pt x="453" y="8"/>
                      <a:pt x="419" y="0"/>
                      <a:pt x="386"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01" name="Google Shape;965;p41">
                <a:extLst>
                  <a:ext uri="{FF2B5EF4-FFF2-40B4-BE49-F238E27FC236}">
                    <a16:creationId xmlns:a16="http://schemas.microsoft.com/office/drawing/2014/main" id="{1785D7B9-F232-45D6-A57F-7C5867FC541D}"/>
                  </a:ext>
                </a:extLst>
              </p:cNvPr>
              <p:cNvSpPr/>
              <p:nvPr/>
            </p:nvSpPr>
            <p:spPr>
              <a:xfrm>
                <a:off x="2155884" y="3387198"/>
                <a:ext cx="79589" cy="44476"/>
              </a:xfrm>
              <a:custGeom>
                <a:avLst/>
                <a:gdLst/>
                <a:ahLst/>
                <a:cxnLst/>
                <a:rect l="l" t="t" r="r" b="b"/>
                <a:pathLst>
                  <a:path w="748" h="418" extrusionOk="0">
                    <a:moveTo>
                      <a:pt x="367" y="0"/>
                    </a:moveTo>
                    <a:cubicBezTo>
                      <a:pt x="332" y="0"/>
                      <a:pt x="298" y="7"/>
                      <a:pt x="273" y="22"/>
                    </a:cubicBezTo>
                    <a:lnTo>
                      <a:pt x="51" y="152"/>
                    </a:lnTo>
                    <a:cubicBezTo>
                      <a:pt x="1" y="181"/>
                      <a:pt x="1" y="231"/>
                      <a:pt x="51" y="260"/>
                    </a:cubicBezTo>
                    <a:lnTo>
                      <a:pt x="289" y="397"/>
                    </a:lnTo>
                    <a:cubicBezTo>
                      <a:pt x="317" y="410"/>
                      <a:pt x="351" y="417"/>
                      <a:pt x="385" y="417"/>
                    </a:cubicBezTo>
                    <a:cubicBezTo>
                      <a:pt x="419" y="417"/>
                      <a:pt x="453" y="410"/>
                      <a:pt x="482" y="397"/>
                    </a:cubicBezTo>
                    <a:lnTo>
                      <a:pt x="698" y="267"/>
                    </a:lnTo>
                    <a:cubicBezTo>
                      <a:pt x="748" y="238"/>
                      <a:pt x="748" y="195"/>
                      <a:pt x="698" y="158"/>
                    </a:cubicBezTo>
                    <a:lnTo>
                      <a:pt x="461" y="22"/>
                    </a:lnTo>
                    <a:cubicBezTo>
                      <a:pt x="435" y="7"/>
                      <a:pt x="401" y="0"/>
                      <a:pt x="367"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02" name="Google Shape;966;p41">
                <a:extLst>
                  <a:ext uri="{FF2B5EF4-FFF2-40B4-BE49-F238E27FC236}">
                    <a16:creationId xmlns:a16="http://schemas.microsoft.com/office/drawing/2014/main" id="{776A5C74-2EEA-4242-8C28-7C9A79288C96}"/>
                  </a:ext>
                </a:extLst>
              </p:cNvPr>
              <p:cNvSpPr/>
              <p:nvPr/>
            </p:nvSpPr>
            <p:spPr>
              <a:xfrm>
                <a:off x="2166524" y="3501156"/>
                <a:ext cx="79802" cy="45008"/>
              </a:xfrm>
              <a:custGeom>
                <a:avLst/>
                <a:gdLst/>
                <a:ahLst/>
                <a:cxnLst/>
                <a:rect l="l" t="t" r="r" b="b"/>
                <a:pathLst>
                  <a:path w="750" h="423" extrusionOk="0">
                    <a:moveTo>
                      <a:pt x="385" y="0"/>
                    </a:moveTo>
                    <a:cubicBezTo>
                      <a:pt x="353" y="0"/>
                      <a:pt x="321" y="8"/>
                      <a:pt x="296" y="22"/>
                    </a:cubicBezTo>
                    <a:lnTo>
                      <a:pt x="51" y="166"/>
                    </a:lnTo>
                    <a:cubicBezTo>
                      <a:pt x="1" y="195"/>
                      <a:pt x="1" y="245"/>
                      <a:pt x="51" y="274"/>
                    </a:cubicBezTo>
                    <a:lnTo>
                      <a:pt x="275" y="397"/>
                    </a:lnTo>
                    <a:cubicBezTo>
                      <a:pt x="300" y="414"/>
                      <a:pt x="334" y="423"/>
                      <a:pt x="368" y="423"/>
                    </a:cubicBezTo>
                    <a:cubicBezTo>
                      <a:pt x="402" y="423"/>
                      <a:pt x="436" y="414"/>
                      <a:pt x="461" y="397"/>
                    </a:cubicBezTo>
                    <a:lnTo>
                      <a:pt x="698" y="259"/>
                    </a:lnTo>
                    <a:cubicBezTo>
                      <a:pt x="749" y="231"/>
                      <a:pt x="749" y="181"/>
                      <a:pt x="698" y="152"/>
                    </a:cubicBezTo>
                    <a:lnTo>
                      <a:pt x="475" y="22"/>
                    </a:lnTo>
                    <a:cubicBezTo>
                      <a:pt x="450" y="8"/>
                      <a:pt x="418" y="0"/>
                      <a:pt x="385"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03" name="Google Shape;967;p41">
                <a:extLst>
                  <a:ext uri="{FF2B5EF4-FFF2-40B4-BE49-F238E27FC236}">
                    <a16:creationId xmlns:a16="http://schemas.microsoft.com/office/drawing/2014/main" id="{ADECC064-A229-4AEE-99B7-E7B1A92161A9}"/>
                  </a:ext>
                </a:extLst>
              </p:cNvPr>
              <p:cNvSpPr/>
              <p:nvPr/>
            </p:nvSpPr>
            <p:spPr>
              <a:xfrm>
                <a:off x="2190252" y="3271006"/>
                <a:ext cx="57564" cy="31389"/>
              </a:xfrm>
              <a:custGeom>
                <a:avLst/>
                <a:gdLst/>
                <a:ahLst/>
                <a:cxnLst/>
                <a:rect l="l" t="t" r="r" b="b"/>
                <a:pathLst>
                  <a:path w="541" h="295" extrusionOk="0">
                    <a:moveTo>
                      <a:pt x="356" y="0"/>
                    </a:moveTo>
                    <a:cubicBezTo>
                      <a:pt x="323" y="0"/>
                      <a:pt x="288" y="8"/>
                      <a:pt x="259" y="22"/>
                    </a:cubicBezTo>
                    <a:lnTo>
                      <a:pt x="52" y="145"/>
                    </a:lnTo>
                    <a:cubicBezTo>
                      <a:pt x="0" y="172"/>
                      <a:pt x="0" y="222"/>
                      <a:pt x="52" y="252"/>
                    </a:cubicBezTo>
                    <a:lnTo>
                      <a:pt x="86" y="274"/>
                    </a:lnTo>
                    <a:cubicBezTo>
                      <a:pt x="112" y="288"/>
                      <a:pt x="147" y="295"/>
                      <a:pt x="181" y="295"/>
                    </a:cubicBezTo>
                    <a:cubicBezTo>
                      <a:pt x="215" y="295"/>
                      <a:pt x="249" y="288"/>
                      <a:pt x="274" y="274"/>
                    </a:cubicBezTo>
                    <a:lnTo>
                      <a:pt x="483" y="152"/>
                    </a:lnTo>
                    <a:cubicBezTo>
                      <a:pt x="533" y="122"/>
                      <a:pt x="540" y="72"/>
                      <a:pt x="483" y="43"/>
                    </a:cubicBezTo>
                    <a:lnTo>
                      <a:pt x="447" y="22"/>
                    </a:lnTo>
                    <a:cubicBezTo>
                      <a:pt x="422" y="8"/>
                      <a:pt x="390" y="0"/>
                      <a:pt x="356"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04" name="Google Shape;968;p41">
                <a:extLst>
                  <a:ext uri="{FF2B5EF4-FFF2-40B4-BE49-F238E27FC236}">
                    <a16:creationId xmlns:a16="http://schemas.microsoft.com/office/drawing/2014/main" id="{D6D94789-21CF-4BCA-8CBD-CA83BB8FD532}"/>
                  </a:ext>
                </a:extLst>
              </p:cNvPr>
              <p:cNvSpPr/>
              <p:nvPr/>
            </p:nvSpPr>
            <p:spPr>
              <a:xfrm>
                <a:off x="2170355" y="3319206"/>
                <a:ext cx="77461" cy="43412"/>
              </a:xfrm>
              <a:custGeom>
                <a:avLst/>
                <a:gdLst/>
                <a:ahLst/>
                <a:cxnLst/>
                <a:rect l="l" t="t" r="r" b="b"/>
                <a:pathLst>
                  <a:path w="728" h="408" extrusionOk="0">
                    <a:moveTo>
                      <a:pt x="368" y="0"/>
                    </a:moveTo>
                    <a:cubicBezTo>
                      <a:pt x="334" y="0"/>
                      <a:pt x="299" y="7"/>
                      <a:pt x="273" y="21"/>
                    </a:cubicBezTo>
                    <a:lnTo>
                      <a:pt x="51" y="151"/>
                    </a:lnTo>
                    <a:cubicBezTo>
                      <a:pt x="1" y="180"/>
                      <a:pt x="1" y="230"/>
                      <a:pt x="51" y="259"/>
                    </a:cubicBezTo>
                    <a:lnTo>
                      <a:pt x="267" y="382"/>
                    </a:lnTo>
                    <a:cubicBezTo>
                      <a:pt x="292" y="399"/>
                      <a:pt x="326" y="408"/>
                      <a:pt x="360" y="408"/>
                    </a:cubicBezTo>
                    <a:cubicBezTo>
                      <a:pt x="394" y="408"/>
                      <a:pt x="429" y="399"/>
                      <a:pt x="455" y="382"/>
                    </a:cubicBezTo>
                    <a:lnTo>
                      <a:pt x="677" y="259"/>
                    </a:lnTo>
                    <a:cubicBezTo>
                      <a:pt x="727" y="230"/>
                      <a:pt x="727" y="180"/>
                      <a:pt x="677" y="151"/>
                    </a:cubicBezTo>
                    <a:lnTo>
                      <a:pt x="461" y="21"/>
                    </a:lnTo>
                    <a:cubicBezTo>
                      <a:pt x="436" y="7"/>
                      <a:pt x="402" y="0"/>
                      <a:pt x="368"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05" name="Google Shape;969;p41">
                <a:extLst>
                  <a:ext uri="{FF2B5EF4-FFF2-40B4-BE49-F238E27FC236}">
                    <a16:creationId xmlns:a16="http://schemas.microsoft.com/office/drawing/2014/main" id="{9247BF2F-6976-4D3D-AE82-EB541FE0C010}"/>
                  </a:ext>
                </a:extLst>
              </p:cNvPr>
              <p:cNvSpPr/>
              <p:nvPr/>
            </p:nvSpPr>
            <p:spPr>
              <a:xfrm>
                <a:off x="2191848" y="3429334"/>
                <a:ext cx="76503" cy="42667"/>
              </a:xfrm>
              <a:custGeom>
                <a:avLst/>
                <a:gdLst/>
                <a:ahLst/>
                <a:cxnLst/>
                <a:rect l="l" t="t" r="r" b="b"/>
                <a:pathLst>
                  <a:path w="719" h="401" extrusionOk="0">
                    <a:moveTo>
                      <a:pt x="363" y="1"/>
                    </a:moveTo>
                    <a:cubicBezTo>
                      <a:pt x="329" y="1"/>
                      <a:pt x="295" y="7"/>
                      <a:pt x="266" y="21"/>
                    </a:cubicBezTo>
                    <a:lnTo>
                      <a:pt x="51" y="144"/>
                    </a:lnTo>
                    <a:cubicBezTo>
                      <a:pt x="1" y="173"/>
                      <a:pt x="1" y="223"/>
                      <a:pt x="51" y="252"/>
                    </a:cubicBezTo>
                    <a:lnTo>
                      <a:pt x="259" y="373"/>
                    </a:lnTo>
                    <a:cubicBezTo>
                      <a:pt x="284" y="391"/>
                      <a:pt x="319" y="400"/>
                      <a:pt x="353" y="400"/>
                    </a:cubicBezTo>
                    <a:cubicBezTo>
                      <a:pt x="387" y="400"/>
                      <a:pt x="421" y="391"/>
                      <a:pt x="446" y="373"/>
                    </a:cubicBezTo>
                    <a:lnTo>
                      <a:pt x="668" y="252"/>
                    </a:lnTo>
                    <a:cubicBezTo>
                      <a:pt x="718" y="223"/>
                      <a:pt x="718" y="173"/>
                      <a:pt x="668" y="144"/>
                    </a:cubicBezTo>
                    <a:lnTo>
                      <a:pt x="460" y="21"/>
                    </a:lnTo>
                    <a:cubicBezTo>
                      <a:pt x="431" y="7"/>
                      <a:pt x="397" y="1"/>
                      <a:pt x="363"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06" name="Google Shape;970;p41">
                <a:extLst>
                  <a:ext uri="{FF2B5EF4-FFF2-40B4-BE49-F238E27FC236}">
                    <a16:creationId xmlns:a16="http://schemas.microsoft.com/office/drawing/2014/main" id="{639E2D9B-2A03-4AA4-99B8-995828D86FD5}"/>
                  </a:ext>
                </a:extLst>
              </p:cNvPr>
              <p:cNvSpPr/>
              <p:nvPr/>
            </p:nvSpPr>
            <p:spPr>
              <a:xfrm>
                <a:off x="2207809" y="3357405"/>
                <a:ext cx="79802" cy="44476"/>
              </a:xfrm>
              <a:custGeom>
                <a:avLst/>
                <a:gdLst/>
                <a:ahLst/>
                <a:cxnLst/>
                <a:rect l="l" t="t" r="r" b="b"/>
                <a:pathLst>
                  <a:path w="750" h="418" extrusionOk="0">
                    <a:moveTo>
                      <a:pt x="368" y="1"/>
                    </a:moveTo>
                    <a:cubicBezTo>
                      <a:pt x="334" y="1"/>
                      <a:pt x="300" y="8"/>
                      <a:pt x="275" y="23"/>
                    </a:cubicBezTo>
                    <a:lnTo>
                      <a:pt x="51" y="143"/>
                    </a:lnTo>
                    <a:cubicBezTo>
                      <a:pt x="1" y="180"/>
                      <a:pt x="1" y="223"/>
                      <a:pt x="51" y="259"/>
                    </a:cubicBezTo>
                    <a:lnTo>
                      <a:pt x="289" y="395"/>
                    </a:lnTo>
                    <a:cubicBezTo>
                      <a:pt x="317" y="410"/>
                      <a:pt x="351" y="417"/>
                      <a:pt x="385" y="417"/>
                    </a:cubicBezTo>
                    <a:cubicBezTo>
                      <a:pt x="418" y="417"/>
                      <a:pt x="450" y="410"/>
                      <a:pt x="475" y="395"/>
                    </a:cubicBezTo>
                    <a:lnTo>
                      <a:pt x="698" y="266"/>
                    </a:lnTo>
                    <a:cubicBezTo>
                      <a:pt x="749" y="238"/>
                      <a:pt x="749" y="187"/>
                      <a:pt x="698" y="159"/>
                    </a:cubicBezTo>
                    <a:lnTo>
                      <a:pt x="461" y="23"/>
                    </a:lnTo>
                    <a:cubicBezTo>
                      <a:pt x="436" y="8"/>
                      <a:pt x="402" y="1"/>
                      <a:pt x="36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07" name="Google Shape;971;p41">
                <a:extLst>
                  <a:ext uri="{FF2B5EF4-FFF2-40B4-BE49-F238E27FC236}">
                    <a16:creationId xmlns:a16="http://schemas.microsoft.com/office/drawing/2014/main" id="{7019AD87-F035-4747-BE38-3042CAA6AFB1}"/>
                  </a:ext>
                </a:extLst>
              </p:cNvPr>
              <p:cNvSpPr/>
              <p:nvPr/>
            </p:nvSpPr>
            <p:spPr>
              <a:xfrm>
                <a:off x="2220896" y="3471363"/>
                <a:ext cx="77355" cy="43625"/>
              </a:xfrm>
              <a:custGeom>
                <a:avLst/>
                <a:gdLst/>
                <a:ahLst/>
                <a:cxnLst/>
                <a:rect l="l" t="t" r="r" b="b"/>
                <a:pathLst>
                  <a:path w="727" h="410" extrusionOk="0">
                    <a:moveTo>
                      <a:pt x="363" y="1"/>
                    </a:moveTo>
                    <a:cubicBezTo>
                      <a:pt x="329" y="1"/>
                      <a:pt x="295" y="7"/>
                      <a:pt x="266" y="21"/>
                    </a:cubicBezTo>
                    <a:lnTo>
                      <a:pt x="50" y="151"/>
                    </a:lnTo>
                    <a:cubicBezTo>
                      <a:pt x="0" y="180"/>
                      <a:pt x="0" y="230"/>
                      <a:pt x="50" y="259"/>
                    </a:cubicBezTo>
                    <a:lnTo>
                      <a:pt x="273" y="389"/>
                    </a:lnTo>
                    <a:cubicBezTo>
                      <a:pt x="297" y="403"/>
                      <a:pt x="328" y="410"/>
                      <a:pt x="359" y="410"/>
                    </a:cubicBezTo>
                    <a:cubicBezTo>
                      <a:pt x="394" y="410"/>
                      <a:pt x="430" y="401"/>
                      <a:pt x="461" y="382"/>
                    </a:cubicBezTo>
                    <a:lnTo>
                      <a:pt x="677" y="259"/>
                    </a:lnTo>
                    <a:cubicBezTo>
                      <a:pt x="727" y="230"/>
                      <a:pt x="727" y="180"/>
                      <a:pt x="677" y="151"/>
                    </a:cubicBezTo>
                    <a:lnTo>
                      <a:pt x="454" y="21"/>
                    </a:lnTo>
                    <a:cubicBezTo>
                      <a:pt x="428" y="7"/>
                      <a:pt x="396" y="1"/>
                      <a:pt x="363"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08" name="Google Shape;972;p41">
                <a:extLst>
                  <a:ext uri="{FF2B5EF4-FFF2-40B4-BE49-F238E27FC236}">
                    <a16:creationId xmlns:a16="http://schemas.microsoft.com/office/drawing/2014/main" id="{81B49768-3469-4D87-9576-F8D1648DA060}"/>
                  </a:ext>
                </a:extLst>
              </p:cNvPr>
              <p:cNvSpPr/>
              <p:nvPr/>
            </p:nvSpPr>
            <p:spPr>
              <a:xfrm>
                <a:off x="2223237" y="3290052"/>
                <a:ext cx="75759" cy="42242"/>
              </a:xfrm>
              <a:custGeom>
                <a:avLst/>
                <a:gdLst/>
                <a:ahLst/>
                <a:cxnLst/>
                <a:rect l="l" t="t" r="r" b="b"/>
                <a:pathLst>
                  <a:path w="712" h="397" extrusionOk="0">
                    <a:moveTo>
                      <a:pt x="353" y="1"/>
                    </a:moveTo>
                    <a:cubicBezTo>
                      <a:pt x="319" y="1"/>
                      <a:pt x="284" y="8"/>
                      <a:pt x="259" y="23"/>
                    </a:cubicBezTo>
                    <a:lnTo>
                      <a:pt x="51" y="145"/>
                    </a:lnTo>
                    <a:cubicBezTo>
                      <a:pt x="1" y="173"/>
                      <a:pt x="1" y="224"/>
                      <a:pt x="51" y="252"/>
                    </a:cubicBezTo>
                    <a:lnTo>
                      <a:pt x="259" y="375"/>
                    </a:lnTo>
                    <a:cubicBezTo>
                      <a:pt x="284" y="389"/>
                      <a:pt x="319" y="396"/>
                      <a:pt x="353" y="396"/>
                    </a:cubicBezTo>
                    <a:cubicBezTo>
                      <a:pt x="387" y="396"/>
                      <a:pt x="421" y="389"/>
                      <a:pt x="446" y="375"/>
                    </a:cubicBezTo>
                    <a:lnTo>
                      <a:pt x="661" y="252"/>
                    </a:lnTo>
                    <a:cubicBezTo>
                      <a:pt x="711" y="224"/>
                      <a:pt x="711" y="173"/>
                      <a:pt x="661" y="145"/>
                    </a:cubicBezTo>
                    <a:lnTo>
                      <a:pt x="446" y="23"/>
                    </a:lnTo>
                    <a:cubicBezTo>
                      <a:pt x="421" y="8"/>
                      <a:pt x="387" y="1"/>
                      <a:pt x="353"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09" name="Google Shape;973;p41">
                <a:extLst>
                  <a:ext uri="{FF2B5EF4-FFF2-40B4-BE49-F238E27FC236}">
                    <a16:creationId xmlns:a16="http://schemas.microsoft.com/office/drawing/2014/main" id="{BD9581D6-23D8-4ED1-B2A8-08E90E6A680A}"/>
                  </a:ext>
                </a:extLst>
              </p:cNvPr>
              <p:cNvSpPr/>
              <p:nvPr/>
            </p:nvSpPr>
            <p:spPr>
              <a:xfrm>
                <a:off x="2241645" y="3239617"/>
                <a:ext cx="59692" cy="32985"/>
              </a:xfrm>
              <a:custGeom>
                <a:avLst/>
                <a:gdLst/>
                <a:ahLst/>
                <a:cxnLst/>
                <a:rect l="l" t="t" r="r" b="b"/>
                <a:pathLst>
                  <a:path w="561" h="310" extrusionOk="0">
                    <a:moveTo>
                      <a:pt x="383" y="0"/>
                    </a:moveTo>
                    <a:cubicBezTo>
                      <a:pt x="350" y="0"/>
                      <a:pt x="316" y="8"/>
                      <a:pt x="287" y="22"/>
                    </a:cubicBezTo>
                    <a:lnTo>
                      <a:pt x="50" y="158"/>
                    </a:lnTo>
                    <a:cubicBezTo>
                      <a:pt x="0" y="188"/>
                      <a:pt x="0" y="238"/>
                      <a:pt x="50" y="267"/>
                    </a:cubicBezTo>
                    <a:lnTo>
                      <a:pt x="86" y="288"/>
                    </a:lnTo>
                    <a:cubicBezTo>
                      <a:pt x="111" y="303"/>
                      <a:pt x="146" y="310"/>
                      <a:pt x="180" y="310"/>
                    </a:cubicBezTo>
                    <a:cubicBezTo>
                      <a:pt x="214" y="310"/>
                      <a:pt x="248" y="303"/>
                      <a:pt x="273" y="288"/>
                    </a:cubicBezTo>
                    <a:lnTo>
                      <a:pt x="509" y="152"/>
                    </a:lnTo>
                    <a:cubicBezTo>
                      <a:pt x="561" y="122"/>
                      <a:pt x="561" y="72"/>
                      <a:pt x="509" y="43"/>
                    </a:cubicBezTo>
                    <a:lnTo>
                      <a:pt x="475" y="22"/>
                    </a:lnTo>
                    <a:cubicBezTo>
                      <a:pt x="449" y="8"/>
                      <a:pt x="416" y="0"/>
                      <a:pt x="383"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10" name="Google Shape;974;p41">
                <a:extLst>
                  <a:ext uri="{FF2B5EF4-FFF2-40B4-BE49-F238E27FC236}">
                    <a16:creationId xmlns:a16="http://schemas.microsoft.com/office/drawing/2014/main" id="{897EF414-A63E-4593-84F9-2487C05293A1}"/>
                  </a:ext>
                </a:extLst>
              </p:cNvPr>
              <p:cNvSpPr/>
              <p:nvPr/>
            </p:nvSpPr>
            <p:spPr>
              <a:xfrm>
                <a:off x="2243773" y="3398690"/>
                <a:ext cx="76716" cy="42987"/>
              </a:xfrm>
              <a:custGeom>
                <a:avLst/>
                <a:gdLst/>
                <a:ahLst/>
                <a:cxnLst/>
                <a:rect l="l" t="t" r="r" b="b"/>
                <a:pathLst>
                  <a:path w="721" h="404" extrusionOk="0">
                    <a:moveTo>
                      <a:pt x="368" y="1"/>
                    </a:moveTo>
                    <a:cubicBezTo>
                      <a:pt x="334" y="1"/>
                      <a:pt x="299" y="8"/>
                      <a:pt x="273" y="23"/>
                    </a:cubicBezTo>
                    <a:lnTo>
                      <a:pt x="51" y="152"/>
                    </a:lnTo>
                    <a:cubicBezTo>
                      <a:pt x="1" y="180"/>
                      <a:pt x="1" y="230"/>
                      <a:pt x="51" y="259"/>
                    </a:cubicBezTo>
                    <a:lnTo>
                      <a:pt x="260" y="382"/>
                    </a:lnTo>
                    <a:cubicBezTo>
                      <a:pt x="285" y="396"/>
                      <a:pt x="319" y="404"/>
                      <a:pt x="353" y="404"/>
                    </a:cubicBezTo>
                    <a:cubicBezTo>
                      <a:pt x="387" y="404"/>
                      <a:pt x="421" y="396"/>
                      <a:pt x="446" y="382"/>
                    </a:cubicBezTo>
                    <a:lnTo>
                      <a:pt x="670" y="252"/>
                    </a:lnTo>
                    <a:cubicBezTo>
                      <a:pt x="720" y="223"/>
                      <a:pt x="720" y="180"/>
                      <a:pt x="670" y="144"/>
                    </a:cubicBezTo>
                    <a:lnTo>
                      <a:pt x="462" y="23"/>
                    </a:lnTo>
                    <a:cubicBezTo>
                      <a:pt x="437" y="8"/>
                      <a:pt x="402" y="1"/>
                      <a:pt x="36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11" name="Google Shape;975;p41">
                <a:extLst>
                  <a:ext uri="{FF2B5EF4-FFF2-40B4-BE49-F238E27FC236}">
                    <a16:creationId xmlns:a16="http://schemas.microsoft.com/office/drawing/2014/main" id="{913CFA74-AABE-4F72-95FB-0AF3A6C730DC}"/>
                  </a:ext>
                </a:extLst>
              </p:cNvPr>
              <p:cNvSpPr/>
              <p:nvPr/>
            </p:nvSpPr>
            <p:spPr>
              <a:xfrm>
                <a:off x="2260691" y="3327506"/>
                <a:ext cx="78844" cy="43731"/>
              </a:xfrm>
              <a:custGeom>
                <a:avLst/>
                <a:gdLst/>
                <a:ahLst/>
                <a:cxnLst/>
                <a:rect l="l" t="t" r="r" b="b"/>
                <a:pathLst>
                  <a:path w="741" h="411" extrusionOk="0">
                    <a:moveTo>
                      <a:pt x="353" y="1"/>
                    </a:moveTo>
                    <a:cubicBezTo>
                      <a:pt x="318" y="1"/>
                      <a:pt x="284" y="8"/>
                      <a:pt x="259" y="23"/>
                    </a:cubicBezTo>
                    <a:lnTo>
                      <a:pt x="51" y="145"/>
                    </a:lnTo>
                    <a:cubicBezTo>
                      <a:pt x="1" y="174"/>
                      <a:pt x="1" y="224"/>
                      <a:pt x="51" y="252"/>
                    </a:cubicBezTo>
                    <a:lnTo>
                      <a:pt x="287" y="390"/>
                    </a:lnTo>
                    <a:cubicBezTo>
                      <a:pt x="313" y="404"/>
                      <a:pt x="347" y="411"/>
                      <a:pt x="382" y="411"/>
                    </a:cubicBezTo>
                    <a:cubicBezTo>
                      <a:pt x="416" y="411"/>
                      <a:pt x="450" y="404"/>
                      <a:pt x="475" y="390"/>
                    </a:cubicBezTo>
                    <a:lnTo>
                      <a:pt x="684" y="267"/>
                    </a:lnTo>
                    <a:cubicBezTo>
                      <a:pt x="741" y="238"/>
                      <a:pt x="741" y="188"/>
                      <a:pt x="684" y="159"/>
                    </a:cubicBezTo>
                    <a:lnTo>
                      <a:pt x="446" y="23"/>
                    </a:lnTo>
                    <a:cubicBezTo>
                      <a:pt x="421" y="8"/>
                      <a:pt x="387" y="1"/>
                      <a:pt x="353"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12" name="Google Shape;976;p41">
                <a:extLst>
                  <a:ext uri="{FF2B5EF4-FFF2-40B4-BE49-F238E27FC236}">
                    <a16:creationId xmlns:a16="http://schemas.microsoft.com/office/drawing/2014/main" id="{20F3EB4C-5726-41C9-BC1B-B79CFC925891}"/>
                  </a:ext>
                </a:extLst>
              </p:cNvPr>
              <p:cNvSpPr/>
              <p:nvPr/>
            </p:nvSpPr>
            <p:spPr>
              <a:xfrm>
                <a:off x="2272821" y="3441251"/>
                <a:ext cx="78099" cy="43199"/>
              </a:xfrm>
              <a:custGeom>
                <a:avLst/>
                <a:gdLst/>
                <a:ahLst/>
                <a:cxnLst/>
                <a:rect l="l" t="t" r="r" b="b"/>
                <a:pathLst>
                  <a:path w="734" h="406" extrusionOk="0">
                    <a:moveTo>
                      <a:pt x="373" y="0"/>
                    </a:moveTo>
                    <a:cubicBezTo>
                      <a:pt x="337" y="0"/>
                      <a:pt x="301" y="9"/>
                      <a:pt x="275" y="25"/>
                    </a:cubicBezTo>
                    <a:lnTo>
                      <a:pt x="52" y="147"/>
                    </a:lnTo>
                    <a:cubicBezTo>
                      <a:pt x="0" y="184"/>
                      <a:pt x="0" y="227"/>
                      <a:pt x="52" y="261"/>
                    </a:cubicBezTo>
                    <a:lnTo>
                      <a:pt x="275" y="384"/>
                    </a:lnTo>
                    <a:cubicBezTo>
                      <a:pt x="300" y="398"/>
                      <a:pt x="332" y="406"/>
                      <a:pt x="365" y="406"/>
                    </a:cubicBezTo>
                    <a:cubicBezTo>
                      <a:pt x="399" y="406"/>
                      <a:pt x="433" y="398"/>
                      <a:pt x="461" y="384"/>
                    </a:cubicBezTo>
                    <a:lnTo>
                      <a:pt x="677" y="261"/>
                    </a:lnTo>
                    <a:cubicBezTo>
                      <a:pt x="727" y="227"/>
                      <a:pt x="734" y="184"/>
                      <a:pt x="677" y="147"/>
                    </a:cubicBezTo>
                    <a:lnTo>
                      <a:pt x="461" y="25"/>
                    </a:lnTo>
                    <a:cubicBezTo>
                      <a:pt x="437" y="8"/>
                      <a:pt x="406" y="0"/>
                      <a:pt x="373"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13" name="Google Shape;977;p41">
                <a:extLst>
                  <a:ext uri="{FF2B5EF4-FFF2-40B4-BE49-F238E27FC236}">
                    <a16:creationId xmlns:a16="http://schemas.microsoft.com/office/drawing/2014/main" id="{7D3D9EC3-F95B-4CC9-9AF3-DDE1AD66ADAC}"/>
                  </a:ext>
                </a:extLst>
              </p:cNvPr>
              <p:cNvSpPr/>
              <p:nvPr/>
            </p:nvSpPr>
            <p:spPr>
              <a:xfrm>
                <a:off x="2274524" y="3258663"/>
                <a:ext cx="78844" cy="43731"/>
              </a:xfrm>
              <a:custGeom>
                <a:avLst/>
                <a:gdLst/>
                <a:ahLst/>
                <a:cxnLst/>
                <a:rect l="l" t="t" r="r" b="b"/>
                <a:pathLst>
                  <a:path w="741" h="411" extrusionOk="0">
                    <a:moveTo>
                      <a:pt x="381" y="1"/>
                    </a:moveTo>
                    <a:cubicBezTo>
                      <a:pt x="347" y="1"/>
                      <a:pt x="312" y="8"/>
                      <a:pt x="286" y="23"/>
                    </a:cubicBezTo>
                    <a:lnTo>
                      <a:pt x="50" y="159"/>
                    </a:lnTo>
                    <a:cubicBezTo>
                      <a:pt x="0" y="188"/>
                      <a:pt x="0" y="238"/>
                      <a:pt x="50" y="268"/>
                    </a:cubicBezTo>
                    <a:lnTo>
                      <a:pt x="259" y="390"/>
                    </a:lnTo>
                    <a:cubicBezTo>
                      <a:pt x="284" y="404"/>
                      <a:pt x="318" y="411"/>
                      <a:pt x="352" y="411"/>
                    </a:cubicBezTo>
                    <a:cubicBezTo>
                      <a:pt x="386" y="411"/>
                      <a:pt x="420" y="404"/>
                      <a:pt x="445" y="390"/>
                    </a:cubicBezTo>
                    <a:lnTo>
                      <a:pt x="690" y="252"/>
                    </a:lnTo>
                    <a:cubicBezTo>
                      <a:pt x="740" y="224"/>
                      <a:pt x="740" y="174"/>
                      <a:pt x="690" y="145"/>
                    </a:cubicBezTo>
                    <a:lnTo>
                      <a:pt x="474" y="23"/>
                    </a:lnTo>
                    <a:cubicBezTo>
                      <a:pt x="449" y="8"/>
                      <a:pt x="415" y="1"/>
                      <a:pt x="381"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14" name="Google Shape;978;p41">
                <a:extLst>
                  <a:ext uri="{FF2B5EF4-FFF2-40B4-BE49-F238E27FC236}">
                    <a16:creationId xmlns:a16="http://schemas.microsoft.com/office/drawing/2014/main" id="{0F8D5EFB-211C-4474-BA6F-DB67EF8E6C24}"/>
                  </a:ext>
                </a:extLst>
              </p:cNvPr>
              <p:cNvSpPr/>
              <p:nvPr/>
            </p:nvSpPr>
            <p:spPr>
              <a:xfrm>
                <a:off x="2295804" y="3206738"/>
                <a:ext cx="62139" cy="34474"/>
              </a:xfrm>
              <a:custGeom>
                <a:avLst/>
                <a:gdLst/>
                <a:ahLst/>
                <a:cxnLst/>
                <a:rect l="l" t="t" r="r" b="b"/>
                <a:pathLst>
                  <a:path w="584" h="324" extrusionOk="0">
                    <a:moveTo>
                      <a:pt x="404" y="0"/>
                    </a:moveTo>
                    <a:cubicBezTo>
                      <a:pt x="370" y="0"/>
                      <a:pt x="336" y="8"/>
                      <a:pt x="311" y="22"/>
                    </a:cubicBezTo>
                    <a:lnTo>
                      <a:pt x="52" y="172"/>
                    </a:lnTo>
                    <a:cubicBezTo>
                      <a:pt x="0" y="202"/>
                      <a:pt x="0" y="252"/>
                      <a:pt x="52" y="281"/>
                    </a:cubicBezTo>
                    <a:lnTo>
                      <a:pt x="86" y="302"/>
                    </a:lnTo>
                    <a:cubicBezTo>
                      <a:pt x="112" y="317"/>
                      <a:pt x="147" y="324"/>
                      <a:pt x="181" y="324"/>
                    </a:cubicBezTo>
                    <a:cubicBezTo>
                      <a:pt x="215" y="324"/>
                      <a:pt x="249" y="317"/>
                      <a:pt x="274" y="302"/>
                    </a:cubicBezTo>
                    <a:lnTo>
                      <a:pt x="533" y="152"/>
                    </a:lnTo>
                    <a:cubicBezTo>
                      <a:pt x="583" y="122"/>
                      <a:pt x="583" y="72"/>
                      <a:pt x="533" y="43"/>
                    </a:cubicBezTo>
                    <a:lnTo>
                      <a:pt x="497" y="22"/>
                    </a:lnTo>
                    <a:cubicBezTo>
                      <a:pt x="472" y="8"/>
                      <a:pt x="438" y="0"/>
                      <a:pt x="404"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15" name="Google Shape;979;p41">
                <a:extLst>
                  <a:ext uri="{FF2B5EF4-FFF2-40B4-BE49-F238E27FC236}">
                    <a16:creationId xmlns:a16="http://schemas.microsoft.com/office/drawing/2014/main" id="{505A2251-6FF0-4113-A2AE-0E7DFFEB6E27}"/>
                  </a:ext>
                </a:extLst>
              </p:cNvPr>
              <p:cNvSpPr/>
              <p:nvPr/>
            </p:nvSpPr>
            <p:spPr>
              <a:xfrm>
                <a:off x="2295804" y="3369003"/>
                <a:ext cx="75865" cy="42774"/>
              </a:xfrm>
              <a:custGeom>
                <a:avLst/>
                <a:gdLst/>
                <a:ahLst/>
                <a:cxnLst/>
                <a:rect l="l" t="t" r="r" b="b"/>
                <a:pathLst>
                  <a:path w="713" h="402" extrusionOk="0">
                    <a:moveTo>
                      <a:pt x="361" y="0"/>
                    </a:moveTo>
                    <a:cubicBezTo>
                      <a:pt x="327" y="0"/>
                      <a:pt x="293" y="9"/>
                      <a:pt x="268" y="28"/>
                    </a:cubicBezTo>
                    <a:lnTo>
                      <a:pt x="59" y="150"/>
                    </a:lnTo>
                    <a:cubicBezTo>
                      <a:pt x="0" y="179"/>
                      <a:pt x="0" y="229"/>
                      <a:pt x="52" y="259"/>
                    </a:cubicBezTo>
                    <a:lnTo>
                      <a:pt x="268" y="379"/>
                    </a:lnTo>
                    <a:cubicBezTo>
                      <a:pt x="293" y="394"/>
                      <a:pt x="327" y="401"/>
                      <a:pt x="361" y="401"/>
                    </a:cubicBezTo>
                    <a:cubicBezTo>
                      <a:pt x="395" y="401"/>
                      <a:pt x="429" y="394"/>
                      <a:pt x="454" y="379"/>
                    </a:cubicBezTo>
                    <a:lnTo>
                      <a:pt x="663" y="259"/>
                    </a:lnTo>
                    <a:cubicBezTo>
                      <a:pt x="713" y="229"/>
                      <a:pt x="713" y="179"/>
                      <a:pt x="663" y="150"/>
                    </a:cubicBezTo>
                    <a:lnTo>
                      <a:pt x="454" y="28"/>
                    </a:lnTo>
                    <a:cubicBezTo>
                      <a:pt x="429" y="9"/>
                      <a:pt x="395" y="0"/>
                      <a:pt x="361"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16" name="Google Shape;980;p41">
                <a:extLst>
                  <a:ext uri="{FF2B5EF4-FFF2-40B4-BE49-F238E27FC236}">
                    <a16:creationId xmlns:a16="http://schemas.microsoft.com/office/drawing/2014/main" id="{1C5E0CEC-7959-4ABA-BA0E-A8192503856D}"/>
                  </a:ext>
                </a:extLst>
              </p:cNvPr>
              <p:cNvSpPr/>
              <p:nvPr/>
            </p:nvSpPr>
            <p:spPr>
              <a:xfrm>
                <a:off x="2311871" y="3296223"/>
                <a:ext cx="82036" cy="45966"/>
              </a:xfrm>
              <a:custGeom>
                <a:avLst/>
                <a:gdLst/>
                <a:ahLst/>
                <a:cxnLst/>
                <a:rect l="l" t="t" r="r" b="b"/>
                <a:pathLst>
                  <a:path w="771" h="432" extrusionOk="0">
                    <a:moveTo>
                      <a:pt x="382" y="1"/>
                    </a:moveTo>
                    <a:cubicBezTo>
                      <a:pt x="348" y="1"/>
                      <a:pt x="314" y="8"/>
                      <a:pt x="289" y="22"/>
                    </a:cubicBezTo>
                    <a:lnTo>
                      <a:pt x="51" y="158"/>
                    </a:lnTo>
                    <a:cubicBezTo>
                      <a:pt x="1" y="187"/>
                      <a:pt x="1" y="237"/>
                      <a:pt x="51" y="266"/>
                    </a:cubicBezTo>
                    <a:lnTo>
                      <a:pt x="289" y="410"/>
                    </a:lnTo>
                    <a:cubicBezTo>
                      <a:pt x="314" y="424"/>
                      <a:pt x="348" y="432"/>
                      <a:pt x="382" y="432"/>
                    </a:cubicBezTo>
                    <a:cubicBezTo>
                      <a:pt x="416" y="432"/>
                      <a:pt x="450" y="424"/>
                      <a:pt x="475" y="410"/>
                    </a:cubicBezTo>
                    <a:lnTo>
                      <a:pt x="712" y="266"/>
                    </a:lnTo>
                    <a:cubicBezTo>
                      <a:pt x="763" y="237"/>
                      <a:pt x="770" y="187"/>
                      <a:pt x="712" y="158"/>
                    </a:cubicBezTo>
                    <a:lnTo>
                      <a:pt x="475" y="22"/>
                    </a:lnTo>
                    <a:cubicBezTo>
                      <a:pt x="450" y="8"/>
                      <a:pt x="416" y="1"/>
                      <a:pt x="382"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17" name="Google Shape;981;p41">
                <a:extLst>
                  <a:ext uri="{FF2B5EF4-FFF2-40B4-BE49-F238E27FC236}">
                    <a16:creationId xmlns:a16="http://schemas.microsoft.com/office/drawing/2014/main" id="{55C58359-4CB8-4EED-8FAD-1A7A75B45C85}"/>
                  </a:ext>
                </a:extLst>
              </p:cNvPr>
              <p:cNvSpPr/>
              <p:nvPr/>
            </p:nvSpPr>
            <p:spPr>
              <a:xfrm>
                <a:off x="2317191" y="3475938"/>
                <a:ext cx="77461" cy="42880"/>
              </a:xfrm>
              <a:custGeom>
                <a:avLst/>
                <a:gdLst/>
                <a:ahLst/>
                <a:cxnLst/>
                <a:rect l="l" t="t" r="r" b="b"/>
                <a:pathLst>
                  <a:path w="728" h="403" extrusionOk="0">
                    <a:moveTo>
                      <a:pt x="365" y="1"/>
                    </a:moveTo>
                    <a:cubicBezTo>
                      <a:pt x="332" y="1"/>
                      <a:pt x="299" y="8"/>
                      <a:pt x="274" y="21"/>
                    </a:cubicBezTo>
                    <a:lnTo>
                      <a:pt x="51" y="151"/>
                    </a:lnTo>
                    <a:cubicBezTo>
                      <a:pt x="1" y="180"/>
                      <a:pt x="1" y="230"/>
                      <a:pt x="51" y="259"/>
                    </a:cubicBezTo>
                    <a:lnTo>
                      <a:pt x="274" y="382"/>
                    </a:lnTo>
                    <a:cubicBezTo>
                      <a:pt x="299" y="396"/>
                      <a:pt x="332" y="403"/>
                      <a:pt x="365" y="403"/>
                    </a:cubicBezTo>
                    <a:cubicBezTo>
                      <a:pt x="398" y="403"/>
                      <a:pt x="432" y="396"/>
                      <a:pt x="462" y="382"/>
                    </a:cubicBezTo>
                    <a:lnTo>
                      <a:pt x="677" y="259"/>
                    </a:lnTo>
                    <a:cubicBezTo>
                      <a:pt x="727" y="230"/>
                      <a:pt x="727" y="180"/>
                      <a:pt x="677" y="151"/>
                    </a:cubicBezTo>
                    <a:lnTo>
                      <a:pt x="462" y="21"/>
                    </a:lnTo>
                    <a:cubicBezTo>
                      <a:pt x="432" y="8"/>
                      <a:pt x="398" y="1"/>
                      <a:pt x="365"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18" name="Google Shape;982;p41">
                <a:extLst>
                  <a:ext uri="{FF2B5EF4-FFF2-40B4-BE49-F238E27FC236}">
                    <a16:creationId xmlns:a16="http://schemas.microsoft.com/office/drawing/2014/main" id="{42B80510-13AB-499D-B159-C2E087A50BA0}"/>
                  </a:ext>
                </a:extLst>
              </p:cNvPr>
              <p:cNvSpPr/>
              <p:nvPr/>
            </p:nvSpPr>
            <p:spPr>
              <a:xfrm>
                <a:off x="2324959" y="3411671"/>
                <a:ext cx="77355" cy="42880"/>
              </a:xfrm>
              <a:custGeom>
                <a:avLst/>
                <a:gdLst/>
                <a:ahLst/>
                <a:cxnLst/>
                <a:rect l="l" t="t" r="r" b="b"/>
                <a:pathLst>
                  <a:path w="727" h="403" extrusionOk="0">
                    <a:moveTo>
                      <a:pt x="359" y="1"/>
                    </a:moveTo>
                    <a:cubicBezTo>
                      <a:pt x="325" y="1"/>
                      <a:pt x="291" y="8"/>
                      <a:pt x="266" y="22"/>
                    </a:cubicBezTo>
                    <a:lnTo>
                      <a:pt x="50" y="144"/>
                    </a:lnTo>
                    <a:cubicBezTo>
                      <a:pt x="0" y="173"/>
                      <a:pt x="0" y="223"/>
                      <a:pt x="50" y="253"/>
                    </a:cubicBezTo>
                    <a:lnTo>
                      <a:pt x="273" y="382"/>
                    </a:lnTo>
                    <a:cubicBezTo>
                      <a:pt x="298" y="396"/>
                      <a:pt x="332" y="403"/>
                      <a:pt x="366" y="403"/>
                    </a:cubicBezTo>
                    <a:cubicBezTo>
                      <a:pt x="400" y="403"/>
                      <a:pt x="434" y="396"/>
                      <a:pt x="459" y="382"/>
                    </a:cubicBezTo>
                    <a:lnTo>
                      <a:pt x="668" y="260"/>
                    </a:lnTo>
                    <a:cubicBezTo>
                      <a:pt x="727" y="230"/>
                      <a:pt x="727" y="180"/>
                      <a:pt x="675" y="151"/>
                    </a:cubicBezTo>
                    <a:lnTo>
                      <a:pt x="452" y="22"/>
                    </a:lnTo>
                    <a:cubicBezTo>
                      <a:pt x="427" y="8"/>
                      <a:pt x="393" y="1"/>
                      <a:pt x="359"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19" name="Google Shape;983;p41">
                <a:extLst>
                  <a:ext uri="{FF2B5EF4-FFF2-40B4-BE49-F238E27FC236}">
                    <a16:creationId xmlns:a16="http://schemas.microsoft.com/office/drawing/2014/main" id="{E668820B-85BF-48F3-B26A-B1F997E36736}"/>
                  </a:ext>
                </a:extLst>
              </p:cNvPr>
              <p:cNvSpPr/>
              <p:nvPr/>
            </p:nvSpPr>
            <p:spPr>
              <a:xfrm>
                <a:off x="2328789" y="3225784"/>
                <a:ext cx="81079" cy="45221"/>
              </a:xfrm>
              <a:custGeom>
                <a:avLst/>
                <a:gdLst/>
                <a:ahLst/>
                <a:cxnLst/>
                <a:rect l="l" t="t" r="r" b="b"/>
                <a:pathLst>
                  <a:path w="762" h="425" extrusionOk="0">
                    <a:moveTo>
                      <a:pt x="403" y="1"/>
                    </a:moveTo>
                    <a:cubicBezTo>
                      <a:pt x="369" y="1"/>
                      <a:pt x="334" y="8"/>
                      <a:pt x="309" y="23"/>
                    </a:cubicBezTo>
                    <a:lnTo>
                      <a:pt x="51" y="173"/>
                    </a:lnTo>
                    <a:cubicBezTo>
                      <a:pt x="1" y="202"/>
                      <a:pt x="1" y="252"/>
                      <a:pt x="51" y="282"/>
                    </a:cubicBezTo>
                    <a:lnTo>
                      <a:pt x="259" y="404"/>
                    </a:lnTo>
                    <a:cubicBezTo>
                      <a:pt x="284" y="418"/>
                      <a:pt x="318" y="425"/>
                      <a:pt x="353" y="425"/>
                    </a:cubicBezTo>
                    <a:cubicBezTo>
                      <a:pt x="387" y="425"/>
                      <a:pt x="421" y="418"/>
                      <a:pt x="446" y="404"/>
                    </a:cubicBezTo>
                    <a:lnTo>
                      <a:pt x="704" y="252"/>
                    </a:lnTo>
                    <a:cubicBezTo>
                      <a:pt x="761" y="225"/>
                      <a:pt x="761" y="182"/>
                      <a:pt x="711" y="145"/>
                    </a:cubicBezTo>
                    <a:lnTo>
                      <a:pt x="496" y="23"/>
                    </a:lnTo>
                    <a:cubicBezTo>
                      <a:pt x="471" y="8"/>
                      <a:pt x="437" y="1"/>
                      <a:pt x="403"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20" name="Google Shape;984;p41">
                <a:extLst>
                  <a:ext uri="{FF2B5EF4-FFF2-40B4-BE49-F238E27FC236}">
                    <a16:creationId xmlns:a16="http://schemas.microsoft.com/office/drawing/2014/main" id="{BA5F811A-8B3D-4BF9-9FCD-0CF96D434DD2}"/>
                  </a:ext>
                </a:extLst>
              </p:cNvPr>
              <p:cNvSpPr/>
              <p:nvPr/>
            </p:nvSpPr>
            <p:spPr>
              <a:xfrm>
                <a:off x="2347197" y="3337720"/>
                <a:ext cx="78844" cy="44263"/>
              </a:xfrm>
              <a:custGeom>
                <a:avLst/>
                <a:gdLst/>
                <a:ahLst/>
                <a:cxnLst/>
                <a:rect l="l" t="t" r="r" b="b"/>
                <a:pathLst>
                  <a:path w="741" h="416" extrusionOk="0">
                    <a:moveTo>
                      <a:pt x="388" y="1"/>
                    </a:moveTo>
                    <a:cubicBezTo>
                      <a:pt x="354" y="1"/>
                      <a:pt x="319" y="9"/>
                      <a:pt x="293" y="27"/>
                    </a:cubicBezTo>
                    <a:lnTo>
                      <a:pt x="57" y="165"/>
                    </a:lnTo>
                    <a:cubicBezTo>
                      <a:pt x="0" y="192"/>
                      <a:pt x="0" y="242"/>
                      <a:pt x="57" y="272"/>
                    </a:cubicBezTo>
                    <a:lnTo>
                      <a:pt x="266" y="394"/>
                    </a:lnTo>
                    <a:cubicBezTo>
                      <a:pt x="291" y="409"/>
                      <a:pt x="325" y="416"/>
                      <a:pt x="359" y="416"/>
                    </a:cubicBezTo>
                    <a:cubicBezTo>
                      <a:pt x="393" y="416"/>
                      <a:pt x="427" y="409"/>
                      <a:pt x="452" y="394"/>
                    </a:cubicBezTo>
                    <a:lnTo>
                      <a:pt x="690" y="258"/>
                    </a:lnTo>
                    <a:cubicBezTo>
                      <a:pt x="740" y="228"/>
                      <a:pt x="740" y="178"/>
                      <a:pt x="690" y="149"/>
                    </a:cubicBezTo>
                    <a:lnTo>
                      <a:pt x="481" y="27"/>
                    </a:lnTo>
                    <a:cubicBezTo>
                      <a:pt x="456" y="9"/>
                      <a:pt x="422" y="1"/>
                      <a:pt x="38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21" name="Google Shape;985;p41">
                <a:extLst>
                  <a:ext uri="{FF2B5EF4-FFF2-40B4-BE49-F238E27FC236}">
                    <a16:creationId xmlns:a16="http://schemas.microsoft.com/office/drawing/2014/main" id="{F209E944-5E2A-4FE7-B4D9-65569BCF5935}"/>
                  </a:ext>
                </a:extLst>
              </p:cNvPr>
              <p:cNvSpPr/>
              <p:nvPr/>
            </p:nvSpPr>
            <p:spPr>
              <a:xfrm>
                <a:off x="2369223" y="3445507"/>
                <a:ext cx="77355" cy="43519"/>
              </a:xfrm>
              <a:custGeom>
                <a:avLst/>
                <a:gdLst/>
                <a:ahLst/>
                <a:cxnLst/>
                <a:rect l="l" t="t" r="r" b="b"/>
                <a:pathLst>
                  <a:path w="727" h="409" extrusionOk="0">
                    <a:moveTo>
                      <a:pt x="368" y="1"/>
                    </a:moveTo>
                    <a:cubicBezTo>
                      <a:pt x="334" y="1"/>
                      <a:pt x="299" y="10"/>
                      <a:pt x="274" y="28"/>
                    </a:cubicBezTo>
                    <a:lnTo>
                      <a:pt x="52" y="150"/>
                    </a:lnTo>
                    <a:cubicBezTo>
                      <a:pt x="0" y="178"/>
                      <a:pt x="0" y="230"/>
                      <a:pt x="52" y="257"/>
                    </a:cubicBezTo>
                    <a:lnTo>
                      <a:pt x="268" y="387"/>
                    </a:lnTo>
                    <a:cubicBezTo>
                      <a:pt x="296" y="401"/>
                      <a:pt x="330" y="409"/>
                      <a:pt x="364" y="409"/>
                    </a:cubicBezTo>
                    <a:cubicBezTo>
                      <a:pt x="398" y="409"/>
                      <a:pt x="432" y="401"/>
                      <a:pt x="461" y="387"/>
                    </a:cubicBezTo>
                    <a:lnTo>
                      <a:pt x="676" y="257"/>
                    </a:lnTo>
                    <a:cubicBezTo>
                      <a:pt x="726" y="230"/>
                      <a:pt x="726" y="178"/>
                      <a:pt x="676" y="150"/>
                    </a:cubicBezTo>
                    <a:lnTo>
                      <a:pt x="461" y="28"/>
                    </a:lnTo>
                    <a:cubicBezTo>
                      <a:pt x="436" y="10"/>
                      <a:pt x="402" y="1"/>
                      <a:pt x="36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22" name="Google Shape;986;p41">
                <a:extLst>
                  <a:ext uri="{FF2B5EF4-FFF2-40B4-BE49-F238E27FC236}">
                    <a16:creationId xmlns:a16="http://schemas.microsoft.com/office/drawing/2014/main" id="{52F3FC28-180A-44F3-8B45-3ADF21959DB0}"/>
                  </a:ext>
                </a:extLst>
              </p:cNvPr>
              <p:cNvSpPr/>
              <p:nvPr/>
            </p:nvSpPr>
            <p:spPr>
              <a:xfrm>
                <a:off x="2376139" y="3380388"/>
                <a:ext cx="80334" cy="44370"/>
              </a:xfrm>
              <a:custGeom>
                <a:avLst/>
                <a:gdLst/>
                <a:ahLst/>
                <a:cxnLst/>
                <a:rect l="l" t="t" r="r" b="b"/>
                <a:pathLst>
                  <a:path w="755" h="417" extrusionOk="0">
                    <a:moveTo>
                      <a:pt x="389" y="0"/>
                    </a:moveTo>
                    <a:cubicBezTo>
                      <a:pt x="355" y="0"/>
                      <a:pt x="321" y="8"/>
                      <a:pt x="296" y="22"/>
                    </a:cubicBezTo>
                    <a:lnTo>
                      <a:pt x="58" y="159"/>
                    </a:lnTo>
                    <a:cubicBezTo>
                      <a:pt x="1" y="186"/>
                      <a:pt x="1" y="238"/>
                      <a:pt x="51" y="266"/>
                    </a:cubicBezTo>
                    <a:lnTo>
                      <a:pt x="273" y="395"/>
                    </a:lnTo>
                    <a:cubicBezTo>
                      <a:pt x="298" y="410"/>
                      <a:pt x="332" y="417"/>
                      <a:pt x="367" y="417"/>
                    </a:cubicBezTo>
                    <a:cubicBezTo>
                      <a:pt x="401" y="417"/>
                      <a:pt x="435" y="410"/>
                      <a:pt x="461" y="395"/>
                    </a:cubicBezTo>
                    <a:lnTo>
                      <a:pt x="698" y="259"/>
                    </a:lnTo>
                    <a:cubicBezTo>
                      <a:pt x="755" y="229"/>
                      <a:pt x="755" y="179"/>
                      <a:pt x="698" y="152"/>
                    </a:cubicBezTo>
                    <a:lnTo>
                      <a:pt x="482" y="22"/>
                    </a:lnTo>
                    <a:cubicBezTo>
                      <a:pt x="457" y="8"/>
                      <a:pt x="423" y="0"/>
                      <a:pt x="38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23" name="Google Shape;987;p41">
                <a:extLst>
                  <a:ext uri="{FF2B5EF4-FFF2-40B4-BE49-F238E27FC236}">
                    <a16:creationId xmlns:a16="http://schemas.microsoft.com/office/drawing/2014/main" id="{8214A4D3-9A73-49CB-B06E-96D2D7203412}"/>
                  </a:ext>
                </a:extLst>
              </p:cNvPr>
              <p:cNvSpPr/>
              <p:nvPr/>
            </p:nvSpPr>
            <p:spPr>
              <a:xfrm>
                <a:off x="2366243" y="3255684"/>
                <a:ext cx="97252" cy="55116"/>
              </a:xfrm>
              <a:custGeom>
                <a:avLst/>
                <a:gdLst/>
                <a:ahLst/>
                <a:cxnLst/>
                <a:rect l="l" t="t" r="r" b="b"/>
                <a:pathLst>
                  <a:path w="914" h="518" extrusionOk="0">
                    <a:moveTo>
                      <a:pt x="532" y="1"/>
                    </a:moveTo>
                    <a:cubicBezTo>
                      <a:pt x="498" y="1"/>
                      <a:pt x="464" y="7"/>
                      <a:pt x="439" y="21"/>
                    </a:cubicBezTo>
                    <a:lnTo>
                      <a:pt x="51" y="246"/>
                    </a:lnTo>
                    <a:cubicBezTo>
                      <a:pt x="1" y="273"/>
                      <a:pt x="1" y="323"/>
                      <a:pt x="51" y="352"/>
                    </a:cubicBezTo>
                    <a:lnTo>
                      <a:pt x="287" y="496"/>
                    </a:lnTo>
                    <a:cubicBezTo>
                      <a:pt x="313" y="510"/>
                      <a:pt x="347" y="518"/>
                      <a:pt x="382" y="518"/>
                    </a:cubicBezTo>
                    <a:cubicBezTo>
                      <a:pt x="416" y="518"/>
                      <a:pt x="450" y="510"/>
                      <a:pt x="475" y="496"/>
                    </a:cubicBezTo>
                    <a:lnTo>
                      <a:pt x="863" y="266"/>
                    </a:lnTo>
                    <a:cubicBezTo>
                      <a:pt x="913" y="237"/>
                      <a:pt x="913" y="187"/>
                      <a:pt x="863" y="159"/>
                    </a:cubicBezTo>
                    <a:lnTo>
                      <a:pt x="625" y="21"/>
                    </a:lnTo>
                    <a:cubicBezTo>
                      <a:pt x="600" y="7"/>
                      <a:pt x="566" y="1"/>
                      <a:pt x="532"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24" name="Google Shape;988;p41">
                <a:extLst>
                  <a:ext uri="{FF2B5EF4-FFF2-40B4-BE49-F238E27FC236}">
                    <a16:creationId xmlns:a16="http://schemas.microsoft.com/office/drawing/2014/main" id="{8507A173-23A2-4CD1-8955-A2BE97B62D76}"/>
                  </a:ext>
                </a:extLst>
              </p:cNvPr>
              <p:cNvSpPr/>
              <p:nvPr/>
            </p:nvSpPr>
            <p:spPr>
              <a:xfrm>
                <a:off x="2421360" y="3416352"/>
                <a:ext cx="77355" cy="42774"/>
              </a:xfrm>
              <a:custGeom>
                <a:avLst/>
                <a:gdLst/>
                <a:ahLst/>
                <a:cxnLst/>
                <a:rect l="l" t="t" r="r" b="b"/>
                <a:pathLst>
                  <a:path w="727" h="402" extrusionOk="0">
                    <a:moveTo>
                      <a:pt x="359" y="0"/>
                    </a:moveTo>
                    <a:cubicBezTo>
                      <a:pt x="325" y="0"/>
                      <a:pt x="291" y="7"/>
                      <a:pt x="266" y="21"/>
                    </a:cubicBezTo>
                    <a:lnTo>
                      <a:pt x="57" y="143"/>
                    </a:lnTo>
                    <a:cubicBezTo>
                      <a:pt x="0" y="173"/>
                      <a:pt x="0" y="223"/>
                      <a:pt x="50" y="252"/>
                    </a:cubicBezTo>
                    <a:lnTo>
                      <a:pt x="273" y="381"/>
                    </a:lnTo>
                    <a:cubicBezTo>
                      <a:pt x="298" y="395"/>
                      <a:pt x="332" y="402"/>
                      <a:pt x="366" y="402"/>
                    </a:cubicBezTo>
                    <a:cubicBezTo>
                      <a:pt x="400" y="402"/>
                      <a:pt x="434" y="395"/>
                      <a:pt x="459" y="381"/>
                    </a:cubicBezTo>
                    <a:lnTo>
                      <a:pt x="668" y="259"/>
                    </a:lnTo>
                    <a:cubicBezTo>
                      <a:pt x="726" y="223"/>
                      <a:pt x="726" y="179"/>
                      <a:pt x="675" y="150"/>
                    </a:cubicBezTo>
                    <a:lnTo>
                      <a:pt x="452" y="21"/>
                    </a:lnTo>
                    <a:cubicBezTo>
                      <a:pt x="427" y="7"/>
                      <a:pt x="393" y="0"/>
                      <a:pt x="35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25" name="Google Shape;989;p41">
                <a:extLst>
                  <a:ext uri="{FF2B5EF4-FFF2-40B4-BE49-F238E27FC236}">
                    <a16:creationId xmlns:a16="http://schemas.microsoft.com/office/drawing/2014/main" id="{89D6FDFD-F4C4-44CE-9616-98E467EC5916}"/>
                  </a:ext>
                </a:extLst>
              </p:cNvPr>
              <p:cNvSpPr/>
              <p:nvPr/>
            </p:nvSpPr>
            <p:spPr>
              <a:xfrm>
                <a:off x="2401356" y="3287072"/>
                <a:ext cx="113319" cy="63629"/>
              </a:xfrm>
              <a:custGeom>
                <a:avLst/>
                <a:gdLst/>
                <a:ahLst/>
                <a:cxnLst/>
                <a:rect l="l" t="t" r="r" b="b"/>
                <a:pathLst>
                  <a:path w="1065" h="598" extrusionOk="0">
                    <a:moveTo>
                      <a:pt x="708" y="1"/>
                    </a:moveTo>
                    <a:cubicBezTo>
                      <a:pt x="675" y="1"/>
                      <a:pt x="641" y="7"/>
                      <a:pt x="612" y="21"/>
                    </a:cubicBezTo>
                    <a:lnTo>
                      <a:pt x="59" y="346"/>
                    </a:lnTo>
                    <a:cubicBezTo>
                      <a:pt x="0" y="373"/>
                      <a:pt x="0" y="425"/>
                      <a:pt x="52" y="453"/>
                    </a:cubicBezTo>
                    <a:lnTo>
                      <a:pt x="267" y="575"/>
                    </a:lnTo>
                    <a:cubicBezTo>
                      <a:pt x="292" y="590"/>
                      <a:pt x="327" y="597"/>
                      <a:pt x="361" y="597"/>
                    </a:cubicBezTo>
                    <a:cubicBezTo>
                      <a:pt x="395" y="597"/>
                      <a:pt x="429" y="590"/>
                      <a:pt x="454" y="575"/>
                    </a:cubicBezTo>
                    <a:lnTo>
                      <a:pt x="1014" y="252"/>
                    </a:lnTo>
                    <a:cubicBezTo>
                      <a:pt x="1064" y="223"/>
                      <a:pt x="1064" y="173"/>
                      <a:pt x="1014" y="144"/>
                    </a:cubicBezTo>
                    <a:lnTo>
                      <a:pt x="799" y="21"/>
                    </a:lnTo>
                    <a:cubicBezTo>
                      <a:pt x="774" y="7"/>
                      <a:pt x="741" y="1"/>
                      <a:pt x="70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26" name="Google Shape;990;p41">
                <a:extLst>
                  <a:ext uri="{FF2B5EF4-FFF2-40B4-BE49-F238E27FC236}">
                    <a16:creationId xmlns:a16="http://schemas.microsoft.com/office/drawing/2014/main" id="{7849EA03-3C93-43A8-AB06-BBDE842800B7}"/>
                  </a:ext>
                </a:extLst>
              </p:cNvPr>
              <p:cNvSpPr/>
              <p:nvPr/>
            </p:nvSpPr>
            <p:spPr>
              <a:xfrm>
                <a:off x="2472540" y="3384964"/>
                <a:ext cx="80334" cy="44476"/>
              </a:xfrm>
              <a:custGeom>
                <a:avLst/>
                <a:gdLst/>
                <a:ahLst/>
                <a:cxnLst/>
                <a:rect l="l" t="t" r="r" b="b"/>
                <a:pathLst>
                  <a:path w="755" h="418" extrusionOk="0">
                    <a:moveTo>
                      <a:pt x="389" y="0"/>
                    </a:moveTo>
                    <a:cubicBezTo>
                      <a:pt x="354" y="0"/>
                      <a:pt x="320" y="8"/>
                      <a:pt x="295" y="22"/>
                    </a:cubicBezTo>
                    <a:lnTo>
                      <a:pt x="57" y="159"/>
                    </a:lnTo>
                    <a:cubicBezTo>
                      <a:pt x="0" y="186"/>
                      <a:pt x="0" y="238"/>
                      <a:pt x="57" y="266"/>
                    </a:cubicBezTo>
                    <a:lnTo>
                      <a:pt x="273" y="395"/>
                    </a:lnTo>
                    <a:cubicBezTo>
                      <a:pt x="298" y="410"/>
                      <a:pt x="332" y="417"/>
                      <a:pt x="366" y="417"/>
                    </a:cubicBezTo>
                    <a:cubicBezTo>
                      <a:pt x="401" y="417"/>
                      <a:pt x="435" y="410"/>
                      <a:pt x="461" y="395"/>
                    </a:cubicBezTo>
                    <a:lnTo>
                      <a:pt x="697" y="259"/>
                    </a:lnTo>
                    <a:cubicBezTo>
                      <a:pt x="754" y="223"/>
                      <a:pt x="754" y="179"/>
                      <a:pt x="697" y="152"/>
                    </a:cubicBezTo>
                    <a:lnTo>
                      <a:pt x="482" y="22"/>
                    </a:lnTo>
                    <a:cubicBezTo>
                      <a:pt x="457" y="8"/>
                      <a:pt x="423" y="0"/>
                      <a:pt x="38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27" name="Google Shape;991;p41">
                <a:extLst>
                  <a:ext uri="{FF2B5EF4-FFF2-40B4-BE49-F238E27FC236}">
                    <a16:creationId xmlns:a16="http://schemas.microsoft.com/office/drawing/2014/main" id="{70639D10-F2CB-4ED8-8BA9-8B32FF73B656}"/>
                  </a:ext>
                </a:extLst>
              </p:cNvPr>
              <p:cNvSpPr/>
              <p:nvPr/>
            </p:nvSpPr>
            <p:spPr>
              <a:xfrm>
                <a:off x="2430511" y="3316865"/>
                <a:ext cx="136089" cy="76503"/>
              </a:xfrm>
              <a:custGeom>
                <a:avLst/>
                <a:gdLst/>
                <a:ahLst/>
                <a:cxnLst/>
                <a:rect l="l" t="t" r="r" b="b"/>
                <a:pathLst>
                  <a:path w="1279" h="719" extrusionOk="0">
                    <a:moveTo>
                      <a:pt x="913" y="0"/>
                    </a:moveTo>
                    <a:cubicBezTo>
                      <a:pt x="879" y="0"/>
                      <a:pt x="845" y="8"/>
                      <a:pt x="820" y="22"/>
                    </a:cubicBezTo>
                    <a:lnTo>
                      <a:pt x="50" y="461"/>
                    </a:lnTo>
                    <a:cubicBezTo>
                      <a:pt x="0" y="490"/>
                      <a:pt x="0" y="540"/>
                      <a:pt x="50" y="568"/>
                    </a:cubicBezTo>
                    <a:lnTo>
                      <a:pt x="273" y="697"/>
                    </a:lnTo>
                    <a:cubicBezTo>
                      <a:pt x="298" y="712"/>
                      <a:pt x="332" y="719"/>
                      <a:pt x="366" y="719"/>
                    </a:cubicBezTo>
                    <a:cubicBezTo>
                      <a:pt x="400" y="719"/>
                      <a:pt x="434" y="712"/>
                      <a:pt x="459" y="697"/>
                    </a:cubicBezTo>
                    <a:lnTo>
                      <a:pt x="1229" y="259"/>
                    </a:lnTo>
                    <a:cubicBezTo>
                      <a:pt x="1279" y="223"/>
                      <a:pt x="1279" y="179"/>
                      <a:pt x="1229" y="152"/>
                    </a:cubicBezTo>
                    <a:lnTo>
                      <a:pt x="1006" y="22"/>
                    </a:lnTo>
                    <a:cubicBezTo>
                      <a:pt x="981" y="8"/>
                      <a:pt x="947" y="0"/>
                      <a:pt x="913"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28" name="Google Shape;992;p41">
                <a:extLst>
                  <a:ext uri="{FF2B5EF4-FFF2-40B4-BE49-F238E27FC236}">
                    <a16:creationId xmlns:a16="http://schemas.microsoft.com/office/drawing/2014/main" id="{5AEB0733-5DD4-40D3-90CE-3E29D93990D7}"/>
                  </a:ext>
                </a:extLst>
              </p:cNvPr>
              <p:cNvSpPr/>
              <p:nvPr/>
            </p:nvSpPr>
            <p:spPr>
              <a:xfrm>
                <a:off x="2526912" y="3346765"/>
                <a:ext cx="91825" cy="51286"/>
              </a:xfrm>
              <a:custGeom>
                <a:avLst/>
                <a:gdLst/>
                <a:ahLst/>
                <a:cxnLst/>
                <a:rect l="l" t="t" r="r" b="b"/>
                <a:pathLst>
                  <a:path w="863" h="482" extrusionOk="0">
                    <a:moveTo>
                      <a:pt x="495" y="0"/>
                    </a:moveTo>
                    <a:cubicBezTo>
                      <a:pt x="461" y="0"/>
                      <a:pt x="427" y="7"/>
                      <a:pt x="402" y="21"/>
                    </a:cubicBezTo>
                    <a:lnTo>
                      <a:pt x="57" y="223"/>
                    </a:lnTo>
                    <a:cubicBezTo>
                      <a:pt x="0" y="252"/>
                      <a:pt x="0" y="302"/>
                      <a:pt x="57" y="330"/>
                    </a:cubicBezTo>
                    <a:lnTo>
                      <a:pt x="273" y="459"/>
                    </a:lnTo>
                    <a:cubicBezTo>
                      <a:pt x="298" y="474"/>
                      <a:pt x="332" y="481"/>
                      <a:pt x="366" y="481"/>
                    </a:cubicBezTo>
                    <a:cubicBezTo>
                      <a:pt x="400" y="481"/>
                      <a:pt x="434" y="474"/>
                      <a:pt x="459" y="459"/>
                    </a:cubicBezTo>
                    <a:lnTo>
                      <a:pt x="804" y="259"/>
                    </a:lnTo>
                    <a:cubicBezTo>
                      <a:pt x="863" y="230"/>
                      <a:pt x="863" y="180"/>
                      <a:pt x="804" y="150"/>
                    </a:cubicBezTo>
                    <a:lnTo>
                      <a:pt x="588" y="21"/>
                    </a:lnTo>
                    <a:cubicBezTo>
                      <a:pt x="563" y="7"/>
                      <a:pt x="529" y="0"/>
                      <a:pt x="495"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29" name="Google Shape;993;p41">
                <a:extLst>
                  <a:ext uri="{FF2B5EF4-FFF2-40B4-BE49-F238E27FC236}">
                    <a16:creationId xmlns:a16="http://schemas.microsoft.com/office/drawing/2014/main" id="{B009D1AA-6FFB-49F2-9E9C-3BFFD78A86F1}"/>
                  </a:ext>
                </a:extLst>
              </p:cNvPr>
              <p:cNvSpPr/>
              <p:nvPr/>
            </p:nvSpPr>
            <p:spPr>
              <a:xfrm>
                <a:off x="1442237" y="3167582"/>
                <a:ext cx="1405896" cy="829407"/>
              </a:xfrm>
              <a:custGeom>
                <a:avLst/>
                <a:gdLst/>
                <a:ahLst/>
                <a:cxnLst/>
                <a:rect l="l" t="t" r="r" b="b"/>
                <a:pathLst>
                  <a:path w="13213" h="7795" extrusionOk="0">
                    <a:moveTo>
                      <a:pt x="8426" y="368"/>
                    </a:moveTo>
                    <a:cubicBezTo>
                      <a:pt x="8460" y="368"/>
                      <a:pt x="8494" y="376"/>
                      <a:pt x="8519" y="390"/>
                    </a:cubicBezTo>
                    <a:lnTo>
                      <a:pt x="8555" y="411"/>
                    </a:lnTo>
                    <a:cubicBezTo>
                      <a:pt x="8605" y="440"/>
                      <a:pt x="8605" y="490"/>
                      <a:pt x="8555" y="520"/>
                    </a:cubicBezTo>
                    <a:lnTo>
                      <a:pt x="8296" y="670"/>
                    </a:lnTo>
                    <a:cubicBezTo>
                      <a:pt x="8271" y="685"/>
                      <a:pt x="8237" y="692"/>
                      <a:pt x="8203" y="692"/>
                    </a:cubicBezTo>
                    <a:cubicBezTo>
                      <a:pt x="8169" y="692"/>
                      <a:pt x="8134" y="685"/>
                      <a:pt x="8108" y="670"/>
                    </a:cubicBezTo>
                    <a:lnTo>
                      <a:pt x="8074" y="649"/>
                    </a:lnTo>
                    <a:cubicBezTo>
                      <a:pt x="8022" y="620"/>
                      <a:pt x="8022" y="570"/>
                      <a:pt x="8074" y="540"/>
                    </a:cubicBezTo>
                    <a:lnTo>
                      <a:pt x="8333" y="390"/>
                    </a:lnTo>
                    <a:cubicBezTo>
                      <a:pt x="8358" y="376"/>
                      <a:pt x="8392" y="368"/>
                      <a:pt x="8426" y="368"/>
                    </a:cubicBezTo>
                    <a:close/>
                    <a:moveTo>
                      <a:pt x="8735" y="548"/>
                    </a:moveTo>
                    <a:cubicBezTo>
                      <a:pt x="8769" y="548"/>
                      <a:pt x="8803" y="555"/>
                      <a:pt x="8828" y="570"/>
                    </a:cubicBezTo>
                    <a:lnTo>
                      <a:pt x="9043" y="692"/>
                    </a:lnTo>
                    <a:cubicBezTo>
                      <a:pt x="9093" y="729"/>
                      <a:pt x="9093" y="772"/>
                      <a:pt x="9036" y="799"/>
                    </a:cubicBezTo>
                    <a:lnTo>
                      <a:pt x="8778" y="951"/>
                    </a:lnTo>
                    <a:cubicBezTo>
                      <a:pt x="8753" y="965"/>
                      <a:pt x="8719" y="972"/>
                      <a:pt x="8685" y="972"/>
                    </a:cubicBezTo>
                    <a:cubicBezTo>
                      <a:pt x="8650" y="972"/>
                      <a:pt x="8616" y="965"/>
                      <a:pt x="8591" y="951"/>
                    </a:cubicBezTo>
                    <a:lnTo>
                      <a:pt x="8383" y="829"/>
                    </a:lnTo>
                    <a:cubicBezTo>
                      <a:pt x="8333" y="799"/>
                      <a:pt x="8333" y="749"/>
                      <a:pt x="8383" y="720"/>
                    </a:cubicBezTo>
                    <a:lnTo>
                      <a:pt x="8641" y="570"/>
                    </a:lnTo>
                    <a:cubicBezTo>
                      <a:pt x="8666" y="555"/>
                      <a:pt x="8701" y="548"/>
                      <a:pt x="8735" y="548"/>
                    </a:cubicBezTo>
                    <a:close/>
                    <a:moveTo>
                      <a:pt x="7896" y="677"/>
                    </a:moveTo>
                    <a:cubicBezTo>
                      <a:pt x="7929" y="677"/>
                      <a:pt x="7962" y="685"/>
                      <a:pt x="7988" y="699"/>
                    </a:cubicBezTo>
                    <a:lnTo>
                      <a:pt x="8022" y="720"/>
                    </a:lnTo>
                    <a:cubicBezTo>
                      <a:pt x="8074" y="749"/>
                      <a:pt x="8074" y="799"/>
                      <a:pt x="8022" y="829"/>
                    </a:cubicBezTo>
                    <a:lnTo>
                      <a:pt x="7786" y="965"/>
                    </a:lnTo>
                    <a:cubicBezTo>
                      <a:pt x="7761" y="980"/>
                      <a:pt x="7727" y="987"/>
                      <a:pt x="7693" y="987"/>
                    </a:cubicBezTo>
                    <a:cubicBezTo>
                      <a:pt x="7659" y="987"/>
                      <a:pt x="7624" y="980"/>
                      <a:pt x="7599" y="965"/>
                    </a:cubicBezTo>
                    <a:lnTo>
                      <a:pt x="7563" y="944"/>
                    </a:lnTo>
                    <a:cubicBezTo>
                      <a:pt x="7513" y="915"/>
                      <a:pt x="7513" y="865"/>
                      <a:pt x="7563" y="835"/>
                    </a:cubicBezTo>
                    <a:lnTo>
                      <a:pt x="7800" y="699"/>
                    </a:lnTo>
                    <a:cubicBezTo>
                      <a:pt x="7829" y="685"/>
                      <a:pt x="7863" y="677"/>
                      <a:pt x="7896" y="677"/>
                    </a:cubicBezTo>
                    <a:close/>
                    <a:moveTo>
                      <a:pt x="7386" y="972"/>
                    </a:moveTo>
                    <a:cubicBezTo>
                      <a:pt x="7420" y="972"/>
                      <a:pt x="7452" y="980"/>
                      <a:pt x="7477" y="994"/>
                    </a:cubicBezTo>
                    <a:lnTo>
                      <a:pt x="7513" y="1015"/>
                    </a:lnTo>
                    <a:cubicBezTo>
                      <a:pt x="7570" y="1044"/>
                      <a:pt x="7563" y="1094"/>
                      <a:pt x="7513" y="1124"/>
                    </a:cubicBezTo>
                    <a:lnTo>
                      <a:pt x="7304" y="1246"/>
                    </a:lnTo>
                    <a:cubicBezTo>
                      <a:pt x="7279" y="1260"/>
                      <a:pt x="7245" y="1267"/>
                      <a:pt x="7211" y="1267"/>
                    </a:cubicBezTo>
                    <a:cubicBezTo>
                      <a:pt x="7177" y="1267"/>
                      <a:pt x="7142" y="1260"/>
                      <a:pt x="7116" y="1246"/>
                    </a:cubicBezTo>
                    <a:lnTo>
                      <a:pt x="7082" y="1224"/>
                    </a:lnTo>
                    <a:cubicBezTo>
                      <a:pt x="7030" y="1194"/>
                      <a:pt x="7030" y="1144"/>
                      <a:pt x="7082" y="1117"/>
                    </a:cubicBezTo>
                    <a:lnTo>
                      <a:pt x="7289" y="994"/>
                    </a:lnTo>
                    <a:cubicBezTo>
                      <a:pt x="7318" y="980"/>
                      <a:pt x="7353" y="972"/>
                      <a:pt x="7386" y="972"/>
                    </a:cubicBezTo>
                    <a:close/>
                    <a:moveTo>
                      <a:pt x="8203" y="857"/>
                    </a:moveTo>
                    <a:cubicBezTo>
                      <a:pt x="8237" y="857"/>
                      <a:pt x="8271" y="864"/>
                      <a:pt x="8296" y="879"/>
                    </a:cubicBezTo>
                    <a:lnTo>
                      <a:pt x="8512" y="1001"/>
                    </a:lnTo>
                    <a:cubicBezTo>
                      <a:pt x="8562" y="1030"/>
                      <a:pt x="8562" y="1080"/>
                      <a:pt x="8512" y="1108"/>
                    </a:cubicBezTo>
                    <a:lnTo>
                      <a:pt x="8267" y="1246"/>
                    </a:lnTo>
                    <a:cubicBezTo>
                      <a:pt x="8242" y="1260"/>
                      <a:pt x="8208" y="1267"/>
                      <a:pt x="8174" y="1267"/>
                    </a:cubicBezTo>
                    <a:cubicBezTo>
                      <a:pt x="8140" y="1267"/>
                      <a:pt x="8106" y="1260"/>
                      <a:pt x="8081" y="1246"/>
                    </a:cubicBezTo>
                    <a:lnTo>
                      <a:pt x="7872" y="1124"/>
                    </a:lnTo>
                    <a:cubicBezTo>
                      <a:pt x="7822" y="1094"/>
                      <a:pt x="7822" y="1044"/>
                      <a:pt x="7872" y="1015"/>
                    </a:cubicBezTo>
                    <a:lnTo>
                      <a:pt x="8108" y="879"/>
                    </a:lnTo>
                    <a:cubicBezTo>
                      <a:pt x="8134" y="864"/>
                      <a:pt x="8169" y="857"/>
                      <a:pt x="8203" y="857"/>
                    </a:cubicBezTo>
                    <a:close/>
                    <a:moveTo>
                      <a:pt x="9216" y="829"/>
                    </a:moveTo>
                    <a:cubicBezTo>
                      <a:pt x="9250" y="829"/>
                      <a:pt x="9284" y="835"/>
                      <a:pt x="9309" y="849"/>
                    </a:cubicBezTo>
                    <a:lnTo>
                      <a:pt x="9547" y="987"/>
                    </a:lnTo>
                    <a:cubicBezTo>
                      <a:pt x="9597" y="1015"/>
                      <a:pt x="9597" y="1065"/>
                      <a:pt x="9547" y="1094"/>
                    </a:cubicBezTo>
                    <a:lnTo>
                      <a:pt x="9159" y="1324"/>
                    </a:lnTo>
                    <a:cubicBezTo>
                      <a:pt x="9134" y="1338"/>
                      <a:pt x="9100" y="1346"/>
                      <a:pt x="9066" y="1346"/>
                    </a:cubicBezTo>
                    <a:cubicBezTo>
                      <a:pt x="9031" y="1346"/>
                      <a:pt x="8997" y="1338"/>
                      <a:pt x="8971" y="1324"/>
                    </a:cubicBezTo>
                    <a:lnTo>
                      <a:pt x="8735" y="1180"/>
                    </a:lnTo>
                    <a:cubicBezTo>
                      <a:pt x="8685" y="1151"/>
                      <a:pt x="8685" y="1101"/>
                      <a:pt x="8735" y="1074"/>
                    </a:cubicBezTo>
                    <a:lnTo>
                      <a:pt x="9123" y="849"/>
                    </a:lnTo>
                    <a:cubicBezTo>
                      <a:pt x="9148" y="835"/>
                      <a:pt x="9182" y="829"/>
                      <a:pt x="9216" y="829"/>
                    </a:cubicBezTo>
                    <a:close/>
                    <a:moveTo>
                      <a:pt x="6901" y="1246"/>
                    </a:moveTo>
                    <a:cubicBezTo>
                      <a:pt x="6935" y="1246"/>
                      <a:pt x="6970" y="1256"/>
                      <a:pt x="6996" y="1274"/>
                    </a:cubicBezTo>
                    <a:lnTo>
                      <a:pt x="7030" y="1289"/>
                    </a:lnTo>
                    <a:cubicBezTo>
                      <a:pt x="7082" y="1317"/>
                      <a:pt x="7082" y="1367"/>
                      <a:pt x="7030" y="1396"/>
                    </a:cubicBezTo>
                    <a:lnTo>
                      <a:pt x="6808" y="1526"/>
                    </a:lnTo>
                    <a:cubicBezTo>
                      <a:pt x="6783" y="1540"/>
                      <a:pt x="6749" y="1547"/>
                      <a:pt x="6714" y="1547"/>
                    </a:cubicBezTo>
                    <a:cubicBezTo>
                      <a:pt x="6680" y="1547"/>
                      <a:pt x="6646" y="1540"/>
                      <a:pt x="6621" y="1526"/>
                    </a:cubicBezTo>
                    <a:lnTo>
                      <a:pt x="6592" y="1505"/>
                    </a:lnTo>
                    <a:cubicBezTo>
                      <a:pt x="6535" y="1475"/>
                      <a:pt x="6535" y="1425"/>
                      <a:pt x="6592" y="1396"/>
                    </a:cubicBezTo>
                    <a:lnTo>
                      <a:pt x="6808" y="1274"/>
                    </a:lnTo>
                    <a:cubicBezTo>
                      <a:pt x="6833" y="1256"/>
                      <a:pt x="6867" y="1246"/>
                      <a:pt x="6901" y="1246"/>
                    </a:cubicBezTo>
                    <a:close/>
                    <a:moveTo>
                      <a:pt x="7693" y="1152"/>
                    </a:moveTo>
                    <a:cubicBezTo>
                      <a:pt x="7727" y="1152"/>
                      <a:pt x="7761" y="1159"/>
                      <a:pt x="7786" y="1174"/>
                    </a:cubicBezTo>
                    <a:lnTo>
                      <a:pt x="8001" y="1296"/>
                    </a:lnTo>
                    <a:cubicBezTo>
                      <a:pt x="8051" y="1324"/>
                      <a:pt x="8051" y="1375"/>
                      <a:pt x="8001" y="1403"/>
                    </a:cubicBezTo>
                    <a:lnTo>
                      <a:pt x="7786" y="1526"/>
                    </a:lnTo>
                    <a:cubicBezTo>
                      <a:pt x="7761" y="1540"/>
                      <a:pt x="7727" y="1547"/>
                      <a:pt x="7693" y="1547"/>
                    </a:cubicBezTo>
                    <a:cubicBezTo>
                      <a:pt x="7659" y="1547"/>
                      <a:pt x="7624" y="1540"/>
                      <a:pt x="7599" y="1526"/>
                    </a:cubicBezTo>
                    <a:lnTo>
                      <a:pt x="7391" y="1403"/>
                    </a:lnTo>
                    <a:cubicBezTo>
                      <a:pt x="7341" y="1375"/>
                      <a:pt x="7341" y="1324"/>
                      <a:pt x="7391" y="1296"/>
                    </a:cubicBezTo>
                    <a:lnTo>
                      <a:pt x="7599" y="1174"/>
                    </a:lnTo>
                    <a:cubicBezTo>
                      <a:pt x="7624" y="1159"/>
                      <a:pt x="7659" y="1152"/>
                      <a:pt x="7693" y="1152"/>
                    </a:cubicBezTo>
                    <a:close/>
                    <a:moveTo>
                      <a:pt x="8555" y="1210"/>
                    </a:moveTo>
                    <a:cubicBezTo>
                      <a:pt x="8589" y="1210"/>
                      <a:pt x="8623" y="1217"/>
                      <a:pt x="8648" y="1231"/>
                    </a:cubicBezTo>
                    <a:lnTo>
                      <a:pt x="8885" y="1367"/>
                    </a:lnTo>
                    <a:cubicBezTo>
                      <a:pt x="8943" y="1396"/>
                      <a:pt x="8936" y="1446"/>
                      <a:pt x="8885" y="1475"/>
                    </a:cubicBezTo>
                    <a:lnTo>
                      <a:pt x="8648" y="1619"/>
                    </a:lnTo>
                    <a:cubicBezTo>
                      <a:pt x="8623" y="1633"/>
                      <a:pt x="8589" y="1641"/>
                      <a:pt x="8555" y="1641"/>
                    </a:cubicBezTo>
                    <a:cubicBezTo>
                      <a:pt x="8521" y="1641"/>
                      <a:pt x="8487" y="1633"/>
                      <a:pt x="8462" y="1619"/>
                    </a:cubicBezTo>
                    <a:lnTo>
                      <a:pt x="8224" y="1475"/>
                    </a:lnTo>
                    <a:cubicBezTo>
                      <a:pt x="8174" y="1446"/>
                      <a:pt x="8174" y="1396"/>
                      <a:pt x="8224" y="1367"/>
                    </a:cubicBezTo>
                    <a:lnTo>
                      <a:pt x="8462" y="1231"/>
                    </a:lnTo>
                    <a:cubicBezTo>
                      <a:pt x="8487" y="1217"/>
                      <a:pt x="8521" y="1210"/>
                      <a:pt x="8555" y="1210"/>
                    </a:cubicBezTo>
                    <a:close/>
                    <a:moveTo>
                      <a:pt x="9722" y="1124"/>
                    </a:moveTo>
                    <a:cubicBezTo>
                      <a:pt x="9755" y="1124"/>
                      <a:pt x="9788" y="1130"/>
                      <a:pt x="9813" y="1144"/>
                    </a:cubicBezTo>
                    <a:lnTo>
                      <a:pt x="10028" y="1267"/>
                    </a:lnTo>
                    <a:cubicBezTo>
                      <a:pt x="10078" y="1296"/>
                      <a:pt x="10078" y="1346"/>
                      <a:pt x="10028" y="1375"/>
                    </a:cubicBezTo>
                    <a:lnTo>
                      <a:pt x="9468" y="1698"/>
                    </a:lnTo>
                    <a:cubicBezTo>
                      <a:pt x="9443" y="1713"/>
                      <a:pt x="9409" y="1720"/>
                      <a:pt x="9375" y="1720"/>
                    </a:cubicBezTo>
                    <a:cubicBezTo>
                      <a:pt x="9341" y="1720"/>
                      <a:pt x="9306" y="1713"/>
                      <a:pt x="9281" y="1698"/>
                    </a:cubicBezTo>
                    <a:lnTo>
                      <a:pt x="9066" y="1576"/>
                    </a:lnTo>
                    <a:cubicBezTo>
                      <a:pt x="9014" y="1548"/>
                      <a:pt x="9014" y="1496"/>
                      <a:pt x="9073" y="1469"/>
                    </a:cubicBezTo>
                    <a:lnTo>
                      <a:pt x="9626" y="1144"/>
                    </a:lnTo>
                    <a:cubicBezTo>
                      <a:pt x="9655" y="1130"/>
                      <a:pt x="9689" y="1124"/>
                      <a:pt x="9722" y="1124"/>
                    </a:cubicBezTo>
                    <a:close/>
                    <a:moveTo>
                      <a:pt x="6413" y="1533"/>
                    </a:moveTo>
                    <a:cubicBezTo>
                      <a:pt x="6447" y="1533"/>
                      <a:pt x="6481" y="1540"/>
                      <a:pt x="6506" y="1555"/>
                    </a:cubicBezTo>
                    <a:lnTo>
                      <a:pt x="6542" y="1576"/>
                    </a:lnTo>
                    <a:cubicBezTo>
                      <a:pt x="6592" y="1605"/>
                      <a:pt x="6592" y="1655"/>
                      <a:pt x="6542" y="1684"/>
                    </a:cubicBezTo>
                    <a:lnTo>
                      <a:pt x="6319" y="1807"/>
                    </a:lnTo>
                    <a:cubicBezTo>
                      <a:pt x="6294" y="1824"/>
                      <a:pt x="6262" y="1833"/>
                      <a:pt x="6229" y="1833"/>
                    </a:cubicBezTo>
                    <a:cubicBezTo>
                      <a:pt x="6196" y="1833"/>
                      <a:pt x="6162" y="1824"/>
                      <a:pt x="6133" y="1807"/>
                    </a:cubicBezTo>
                    <a:lnTo>
                      <a:pt x="6104" y="1791"/>
                    </a:lnTo>
                    <a:cubicBezTo>
                      <a:pt x="6047" y="1755"/>
                      <a:pt x="6047" y="1712"/>
                      <a:pt x="6104" y="1684"/>
                    </a:cubicBezTo>
                    <a:lnTo>
                      <a:pt x="6319" y="1555"/>
                    </a:lnTo>
                    <a:cubicBezTo>
                      <a:pt x="6344" y="1540"/>
                      <a:pt x="6379" y="1533"/>
                      <a:pt x="6413" y="1533"/>
                    </a:cubicBezTo>
                    <a:close/>
                    <a:moveTo>
                      <a:pt x="7211" y="1425"/>
                    </a:moveTo>
                    <a:cubicBezTo>
                      <a:pt x="7245" y="1425"/>
                      <a:pt x="7279" y="1432"/>
                      <a:pt x="7304" y="1446"/>
                    </a:cubicBezTo>
                    <a:lnTo>
                      <a:pt x="7520" y="1576"/>
                    </a:lnTo>
                    <a:cubicBezTo>
                      <a:pt x="7570" y="1605"/>
                      <a:pt x="7570" y="1655"/>
                      <a:pt x="7520" y="1684"/>
                    </a:cubicBezTo>
                    <a:lnTo>
                      <a:pt x="7298" y="1807"/>
                    </a:lnTo>
                    <a:cubicBezTo>
                      <a:pt x="7272" y="1824"/>
                      <a:pt x="7237" y="1833"/>
                      <a:pt x="7203" y="1833"/>
                    </a:cubicBezTo>
                    <a:cubicBezTo>
                      <a:pt x="7169" y="1833"/>
                      <a:pt x="7135" y="1824"/>
                      <a:pt x="7110" y="1807"/>
                    </a:cubicBezTo>
                    <a:lnTo>
                      <a:pt x="6894" y="1684"/>
                    </a:lnTo>
                    <a:cubicBezTo>
                      <a:pt x="6844" y="1655"/>
                      <a:pt x="6844" y="1605"/>
                      <a:pt x="6894" y="1576"/>
                    </a:cubicBezTo>
                    <a:lnTo>
                      <a:pt x="7116" y="1446"/>
                    </a:lnTo>
                    <a:cubicBezTo>
                      <a:pt x="7142" y="1432"/>
                      <a:pt x="7177" y="1425"/>
                      <a:pt x="7211" y="1425"/>
                    </a:cubicBezTo>
                    <a:close/>
                    <a:moveTo>
                      <a:pt x="8045" y="1504"/>
                    </a:moveTo>
                    <a:cubicBezTo>
                      <a:pt x="8079" y="1504"/>
                      <a:pt x="8113" y="1511"/>
                      <a:pt x="8138" y="1526"/>
                    </a:cubicBezTo>
                    <a:lnTo>
                      <a:pt x="8376" y="1662"/>
                    </a:lnTo>
                    <a:cubicBezTo>
                      <a:pt x="8433" y="1691"/>
                      <a:pt x="8433" y="1741"/>
                      <a:pt x="8376" y="1770"/>
                    </a:cubicBezTo>
                    <a:lnTo>
                      <a:pt x="8167" y="1893"/>
                    </a:lnTo>
                    <a:cubicBezTo>
                      <a:pt x="8142" y="1907"/>
                      <a:pt x="8108" y="1914"/>
                      <a:pt x="8074" y="1914"/>
                    </a:cubicBezTo>
                    <a:cubicBezTo>
                      <a:pt x="8039" y="1914"/>
                      <a:pt x="8005" y="1907"/>
                      <a:pt x="7979" y="1893"/>
                    </a:cubicBezTo>
                    <a:lnTo>
                      <a:pt x="7743" y="1755"/>
                    </a:lnTo>
                    <a:cubicBezTo>
                      <a:pt x="7693" y="1727"/>
                      <a:pt x="7693" y="1677"/>
                      <a:pt x="7743" y="1648"/>
                    </a:cubicBezTo>
                    <a:lnTo>
                      <a:pt x="7951" y="1526"/>
                    </a:lnTo>
                    <a:cubicBezTo>
                      <a:pt x="7976" y="1511"/>
                      <a:pt x="8010" y="1504"/>
                      <a:pt x="8045" y="1504"/>
                    </a:cubicBezTo>
                    <a:close/>
                    <a:moveTo>
                      <a:pt x="8893" y="1600"/>
                    </a:moveTo>
                    <a:cubicBezTo>
                      <a:pt x="8927" y="1600"/>
                      <a:pt x="8961" y="1608"/>
                      <a:pt x="8986" y="1626"/>
                    </a:cubicBezTo>
                    <a:lnTo>
                      <a:pt x="9195" y="1748"/>
                    </a:lnTo>
                    <a:cubicBezTo>
                      <a:pt x="9245" y="1777"/>
                      <a:pt x="9245" y="1827"/>
                      <a:pt x="9195" y="1857"/>
                    </a:cubicBezTo>
                    <a:lnTo>
                      <a:pt x="8957" y="1993"/>
                    </a:lnTo>
                    <a:cubicBezTo>
                      <a:pt x="8932" y="2008"/>
                      <a:pt x="8898" y="2015"/>
                      <a:pt x="8864" y="2015"/>
                    </a:cubicBezTo>
                    <a:cubicBezTo>
                      <a:pt x="8830" y="2015"/>
                      <a:pt x="8796" y="2008"/>
                      <a:pt x="8771" y="1993"/>
                    </a:cubicBezTo>
                    <a:lnTo>
                      <a:pt x="8562" y="1871"/>
                    </a:lnTo>
                    <a:cubicBezTo>
                      <a:pt x="8505" y="1841"/>
                      <a:pt x="8505" y="1791"/>
                      <a:pt x="8562" y="1764"/>
                    </a:cubicBezTo>
                    <a:lnTo>
                      <a:pt x="8798" y="1626"/>
                    </a:lnTo>
                    <a:cubicBezTo>
                      <a:pt x="8824" y="1608"/>
                      <a:pt x="8859" y="1600"/>
                      <a:pt x="8893" y="1600"/>
                    </a:cubicBezTo>
                    <a:close/>
                    <a:moveTo>
                      <a:pt x="6721" y="1712"/>
                    </a:moveTo>
                    <a:cubicBezTo>
                      <a:pt x="6755" y="1712"/>
                      <a:pt x="6790" y="1720"/>
                      <a:pt x="6815" y="1734"/>
                    </a:cubicBezTo>
                    <a:lnTo>
                      <a:pt x="7023" y="1857"/>
                    </a:lnTo>
                    <a:cubicBezTo>
                      <a:pt x="7082" y="1884"/>
                      <a:pt x="7073" y="1936"/>
                      <a:pt x="7023" y="1964"/>
                    </a:cubicBezTo>
                    <a:lnTo>
                      <a:pt x="6808" y="2093"/>
                    </a:lnTo>
                    <a:cubicBezTo>
                      <a:pt x="6783" y="2108"/>
                      <a:pt x="6749" y="2115"/>
                      <a:pt x="6714" y="2115"/>
                    </a:cubicBezTo>
                    <a:cubicBezTo>
                      <a:pt x="6680" y="2115"/>
                      <a:pt x="6646" y="2108"/>
                      <a:pt x="6621" y="2093"/>
                    </a:cubicBezTo>
                    <a:lnTo>
                      <a:pt x="6406" y="1971"/>
                    </a:lnTo>
                    <a:cubicBezTo>
                      <a:pt x="6356" y="1936"/>
                      <a:pt x="6356" y="1893"/>
                      <a:pt x="6413" y="1857"/>
                    </a:cubicBezTo>
                    <a:lnTo>
                      <a:pt x="6628" y="1734"/>
                    </a:lnTo>
                    <a:cubicBezTo>
                      <a:pt x="6653" y="1720"/>
                      <a:pt x="6687" y="1712"/>
                      <a:pt x="6721" y="1712"/>
                    </a:cubicBezTo>
                    <a:close/>
                    <a:moveTo>
                      <a:pt x="10201" y="1403"/>
                    </a:moveTo>
                    <a:cubicBezTo>
                      <a:pt x="10235" y="1403"/>
                      <a:pt x="10269" y="1411"/>
                      <a:pt x="10294" y="1425"/>
                    </a:cubicBezTo>
                    <a:lnTo>
                      <a:pt x="10517" y="1555"/>
                    </a:lnTo>
                    <a:cubicBezTo>
                      <a:pt x="10567" y="1582"/>
                      <a:pt x="10567" y="1626"/>
                      <a:pt x="10517" y="1662"/>
                    </a:cubicBezTo>
                    <a:lnTo>
                      <a:pt x="9747" y="2100"/>
                    </a:lnTo>
                    <a:cubicBezTo>
                      <a:pt x="9722" y="2115"/>
                      <a:pt x="9688" y="2122"/>
                      <a:pt x="9654" y="2122"/>
                    </a:cubicBezTo>
                    <a:cubicBezTo>
                      <a:pt x="9620" y="2122"/>
                      <a:pt x="9586" y="2115"/>
                      <a:pt x="9561" y="2100"/>
                    </a:cubicBezTo>
                    <a:lnTo>
                      <a:pt x="9338" y="1971"/>
                    </a:lnTo>
                    <a:cubicBezTo>
                      <a:pt x="9288" y="1943"/>
                      <a:pt x="9288" y="1893"/>
                      <a:pt x="9338" y="1864"/>
                    </a:cubicBezTo>
                    <a:lnTo>
                      <a:pt x="10108" y="1425"/>
                    </a:lnTo>
                    <a:cubicBezTo>
                      <a:pt x="10133" y="1411"/>
                      <a:pt x="10167" y="1403"/>
                      <a:pt x="10201" y="1403"/>
                    </a:cubicBezTo>
                    <a:close/>
                    <a:moveTo>
                      <a:pt x="5924" y="1814"/>
                    </a:moveTo>
                    <a:cubicBezTo>
                      <a:pt x="5958" y="1814"/>
                      <a:pt x="5993" y="1820"/>
                      <a:pt x="6018" y="1834"/>
                    </a:cubicBezTo>
                    <a:lnTo>
                      <a:pt x="6054" y="1857"/>
                    </a:lnTo>
                    <a:cubicBezTo>
                      <a:pt x="6104" y="1884"/>
                      <a:pt x="6104" y="1936"/>
                      <a:pt x="6054" y="1964"/>
                    </a:cubicBezTo>
                    <a:lnTo>
                      <a:pt x="5809" y="2100"/>
                    </a:lnTo>
                    <a:cubicBezTo>
                      <a:pt x="5784" y="2118"/>
                      <a:pt x="5751" y="2127"/>
                      <a:pt x="5718" y="2127"/>
                    </a:cubicBezTo>
                    <a:cubicBezTo>
                      <a:pt x="5685" y="2127"/>
                      <a:pt x="5651" y="2118"/>
                      <a:pt x="5622" y="2100"/>
                    </a:cubicBezTo>
                    <a:lnTo>
                      <a:pt x="5593" y="2086"/>
                    </a:lnTo>
                    <a:cubicBezTo>
                      <a:pt x="5536" y="2050"/>
                      <a:pt x="5543" y="2007"/>
                      <a:pt x="5593" y="1979"/>
                    </a:cubicBezTo>
                    <a:lnTo>
                      <a:pt x="5831" y="1834"/>
                    </a:lnTo>
                    <a:cubicBezTo>
                      <a:pt x="5856" y="1820"/>
                      <a:pt x="5890" y="1814"/>
                      <a:pt x="5924" y="1814"/>
                    </a:cubicBezTo>
                    <a:close/>
                    <a:moveTo>
                      <a:pt x="10689" y="1684"/>
                    </a:moveTo>
                    <a:cubicBezTo>
                      <a:pt x="10723" y="1684"/>
                      <a:pt x="10757" y="1691"/>
                      <a:pt x="10782" y="1705"/>
                    </a:cubicBezTo>
                    <a:lnTo>
                      <a:pt x="10998" y="1834"/>
                    </a:lnTo>
                    <a:cubicBezTo>
                      <a:pt x="11057" y="1864"/>
                      <a:pt x="11057" y="1914"/>
                      <a:pt x="10998" y="1943"/>
                    </a:cubicBezTo>
                    <a:lnTo>
                      <a:pt x="10653" y="2143"/>
                    </a:lnTo>
                    <a:cubicBezTo>
                      <a:pt x="10628" y="2158"/>
                      <a:pt x="10594" y="2165"/>
                      <a:pt x="10560" y="2165"/>
                    </a:cubicBezTo>
                    <a:cubicBezTo>
                      <a:pt x="10526" y="2165"/>
                      <a:pt x="10492" y="2158"/>
                      <a:pt x="10467" y="2143"/>
                    </a:cubicBezTo>
                    <a:lnTo>
                      <a:pt x="10251" y="2014"/>
                    </a:lnTo>
                    <a:cubicBezTo>
                      <a:pt x="10194" y="1986"/>
                      <a:pt x="10194" y="1936"/>
                      <a:pt x="10251" y="1907"/>
                    </a:cubicBezTo>
                    <a:lnTo>
                      <a:pt x="10596" y="1705"/>
                    </a:lnTo>
                    <a:cubicBezTo>
                      <a:pt x="10621" y="1691"/>
                      <a:pt x="10655" y="1684"/>
                      <a:pt x="10689" y="1684"/>
                    </a:cubicBezTo>
                    <a:close/>
                    <a:moveTo>
                      <a:pt x="7563" y="1785"/>
                    </a:moveTo>
                    <a:cubicBezTo>
                      <a:pt x="7597" y="1785"/>
                      <a:pt x="7631" y="1792"/>
                      <a:pt x="7656" y="1807"/>
                    </a:cubicBezTo>
                    <a:lnTo>
                      <a:pt x="7893" y="1943"/>
                    </a:lnTo>
                    <a:cubicBezTo>
                      <a:pt x="7944" y="1971"/>
                      <a:pt x="7944" y="2022"/>
                      <a:pt x="7893" y="2050"/>
                    </a:cubicBezTo>
                    <a:lnTo>
                      <a:pt x="7670" y="2179"/>
                    </a:lnTo>
                    <a:cubicBezTo>
                      <a:pt x="7645" y="2194"/>
                      <a:pt x="7613" y="2201"/>
                      <a:pt x="7580" y="2201"/>
                    </a:cubicBezTo>
                    <a:cubicBezTo>
                      <a:pt x="7546" y="2201"/>
                      <a:pt x="7512" y="2194"/>
                      <a:pt x="7484" y="2179"/>
                    </a:cubicBezTo>
                    <a:lnTo>
                      <a:pt x="7246" y="2043"/>
                    </a:lnTo>
                    <a:cubicBezTo>
                      <a:pt x="7196" y="2007"/>
                      <a:pt x="7196" y="1964"/>
                      <a:pt x="7246" y="1927"/>
                    </a:cubicBezTo>
                    <a:lnTo>
                      <a:pt x="7470" y="1807"/>
                    </a:lnTo>
                    <a:cubicBezTo>
                      <a:pt x="7495" y="1792"/>
                      <a:pt x="7529" y="1785"/>
                      <a:pt x="7563" y="1785"/>
                    </a:cubicBezTo>
                    <a:close/>
                    <a:moveTo>
                      <a:pt x="8383" y="1893"/>
                    </a:moveTo>
                    <a:cubicBezTo>
                      <a:pt x="8417" y="1893"/>
                      <a:pt x="8451" y="1902"/>
                      <a:pt x="8476" y="1921"/>
                    </a:cubicBezTo>
                    <a:lnTo>
                      <a:pt x="8685" y="2043"/>
                    </a:lnTo>
                    <a:cubicBezTo>
                      <a:pt x="8735" y="2072"/>
                      <a:pt x="8735" y="2122"/>
                      <a:pt x="8685" y="2152"/>
                    </a:cubicBezTo>
                    <a:lnTo>
                      <a:pt x="8476" y="2272"/>
                    </a:lnTo>
                    <a:cubicBezTo>
                      <a:pt x="8451" y="2287"/>
                      <a:pt x="8417" y="2294"/>
                      <a:pt x="8383" y="2294"/>
                    </a:cubicBezTo>
                    <a:cubicBezTo>
                      <a:pt x="8349" y="2294"/>
                      <a:pt x="8315" y="2287"/>
                      <a:pt x="8290" y="2272"/>
                    </a:cubicBezTo>
                    <a:lnTo>
                      <a:pt x="8074" y="2152"/>
                    </a:lnTo>
                    <a:cubicBezTo>
                      <a:pt x="8022" y="2122"/>
                      <a:pt x="8022" y="2072"/>
                      <a:pt x="8081" y="2043"/>
                    </a:cubicBezTo>
                    <a:lnTo>
                      <a:pt x="8290" y="1921"/>
                    </a:lnTo>
                    <a:cubicBezTo>
                      <a:pt x="8315" y="1902"/>
                      <a:pt x="8349" y="1893"/>
                      <a:pt x="8383" y="1893"/>
                    </a:cubicBezTo>
                    <a:close/>
                    <a:moveTo>
                      <a:pt x="5414" y="2107"/>
                    </a:moveTo>
                    <a:cubicBezTo>
                      <a:pt x="5448" y="2107"/>
                      <a:pt x="5482" y="2115"/>
                      <a:pt x="5507" y="2129"/>
                    </a:cubicBezTo>
                    <a:lnTo>
                      <a:pt x="5543" y="2152"/>
                    </a:lnTo>
                    <a:cubicBezTo>
                      <a:pt x="5593" y="2179"/>
                      <a:pt x="5593" y="2229"/>
                      <a:pt x="5543" y="2259"/>
                    </a:cubicBezTo>
                    <a:lnTo>
                      <a:pt x="5327" y="2381"/>
                    </a:lnTo>
                    <a:cubicBezTo>
                      <a:pt x="5302" y="2396"/>
                      <a:pt x="5268" y="2403"/>
                      <a:pt x="5234" y="2403"/>
                    </a:cubicBezTo>
                    <a:cubicBezTo>
                      <a:pt x="5200" y="2403"/>
                      <a:pt x="5166" y="2396"/>
                      <a:pt x="5141" y="2381"/>
                    </a:cubicBezTo>
                    <a:lnTo>
                      <a:pt x="5112" y="2359"/>
                    </a:lnTo>
                    <a:cubicBezTo>
                      <a:pt x="5055" y="2331"/>
                      <a:pt x="5055" y="2281"/>
                      <a:pt x="5112" y="2252"/>
                    </a:cubicBezTo>
                    <a:lnTo>
                      <a:pt x="5321" y="2129"/>
                    </a:lnTo>
                    <a:cubicBezTo>
                      <a:pt x="5346" y="2115"/>
                      <a:pt x="5380" y="2107"/>
                      <a:pt x="5414" y="2107"/>
                    </a:cubicBezTo>
                    <a:close/>
                    <a:moveTo>
                      <a:pt x="6233" y="1993"/>
                    </a:moveTo>
                    <a:cubicBezTo>
                      <a:pt x="6267" y="1993"/>
                      <a:pt x="6301" y="2000"/>
                      <a:pt x="6326" y="2014"/>
                    </a:cubicBezTo>
                    <a:lnTo>
                      <a:pt x="6535" y="2136"/>
                    </a:lnTo>
                    <a:cubicBezTo>
                      <a:pt x="6592" y="2166"/>
                      <a:pt x="6592" y="2216"/>
                      <a:pt x="6535" y="2245"/>
                    </a:cubicBezTo>
                    <a:lnTo>
                      <a:pt x="6297" y="2388"/>
                    </a:lnTo>
                    <a:cubicBezTo>
                      <a:pt x="6272" y="2403"/>
                      <a:pt x="6238" y="2410"/>
                      <a:pt x="6204" y="2410"/>
                    </a:cubicBezTo>
                    <a:cubicBezTo>
                      <a:pt x="6170" y="2410"/>
                      <a:pt x="6136" y="2403"/>
                      <a:pt x="6111" y="2388"/>
                    </a:cubicBezTo>
                    <a:lnTo>
                      <a:pt x="5895" y="2259"/>
                    </a:lnTo>
                    <a:cubicBezTo>
                      <a:pt x="5845" y="2229"/>
                      <a:pt x="5845" y="2186"/>
                      <a:pt x="5895" y="2152"/>
                    </a:cubicBezTo>
                    <a:lnTo>
                      <a:pt x="6140" y="2014"/>
                    </a:lnTo>
                    <a:cubicBezTo>
                      <a:pt x="6165" y="2000"/>
                      <a:pt x="6199" y="1993"/>
                      <a:pt x="6233" y="1993"/>
                    </a:cubicBezTo>
                    <a:close/>
                    <a:moveTo>
                      <a:pt x="9166" y="2000"/>
                    </a:moveTo>
                    <a:cubicBezTo>
                      <a:pt x="9200" y="2000"/>
                      <a:pt x="9234" y="2008"/>
                      <a:pt x="9259" y="2022"/>
                    </a:cubicBezTo>
                    <a:lnTo>
                      <a:pt x="9475" y="2152"/>
                    </a:lnTo>
                    <a:cubicBezTo>
                      <a:pt x="9532" y="2179"/>
                      <a:pt x="9532" y="2229"/>
                      <a:pt x="9475" y="2259"/>
                    </a:cubicBezTo>
                    <a:lnTo>
                      <a:pt x="9238" y="2395"/>
                    </a:lnTo>
                    <a:cubicBezTo>
                      <a:pt x="9212" y="2410"/>
                      <a:pt x="9178" y="2417"/>
                      <a:pt x="9144" y="2417"/>
                    </a:cubicBezTo>
                    <a:cubicBezTo>
                      <a:pt x="9109" y="2417"/>
                      <a:pt x="9075" y="2410"/>
                      <a:pt x="9050" y="2395"/>
                    </a:cubicBezTo>
                    <a:lnTo>
                      <a:pt x="8828" y="2266"/>
                    </a:lnTo>
                    <a:cubicBezTo>
                      <a:pt x="8778" y="2238"/>
                      <a:pt x="8778" y="2186"/>
                      <a:pt x="8835" y="2159"/>
                    </a:cubicBezTo>
                    <a:lnTo>
                      <a:pt x="9073" y="2022"/>
                    </a:lnTo>
                    <a:cubicBezTo>
                      <a:pt x="9098" y="2008"/>
                      <a:pt x="9132" y="2000"/>
                      <a:pt x="9166" y="2000"/>
                    </a:cubicBezTo>
                    <a:close/>
                    <a:moveTo>
                      <a:pt x="10072" y="2043"/>
                    </a:moveTo>
                    <a:cubicBezTo>
                      <a:pt x="10106" y="2043"/>
                      <a:pt x="10140" y="2051"/>
                      <a:pt x="10165" y="2065"/>
                    </a:cubicBezTo>
                    <a:lnTo>
                      <a:pt x="10380" y="2195"/>
                    </a:lnTo>
                    <a:cubicBezTo>
                      <a:pt x="10437" y="2222"/>
                      <a:pt x="10437" y="2266"/>
                      <a:pt x="10380" y="2302"/>
                    </a:cubicBezTo>
                    <a:lnTo>
                      <a:pt x="10144" y="2438"/>
                    </a:lnTo>
                    <a:cubicBezTo>
                      <a:pt x="10118" y="2453"/>
                      <a:pt x="10084" y="2460"/>
                      <a:pt x="10049" y="2460"/>
                    </a:cubicBezTo>
                    <a:cubicBezTo>
                      <a:pt x="10015" y="2460"/>
                      <a:pt x="9981" y="2453"/>
                      <a:pt x="9956" y="2438"/>
                    </a:cubicBezTo>
                    <a:lnTo>
                      <a:pt x="9740" y="2309"/>
                    </a:lnTo>
                    <a:cubicBezTo>
                      <a:pt x="9683" y="2281"/>
                      <a:pt x="9683" y="2229"/>
                      <a:pt x="9740" y="2202"/>
                    </a:cubicBezTo>
                    <a:lnTo>
                      <a:pt x="9978" y="2065"/>
                    </a:lnTo>
                    <a:cubicBezTo>
                      <a:pt x="10003" y="2051"/>
                      <a:pt x="10037" y="2043"/>
                      <a:pt x="10072" y="2043"/>
                    </a:cubicBezTo>
                    <a:close/>
                    <a:moveTo>
                      <a:pt x="7074" y="2064"/>
                    </a:moveTo>
                    <a:cubicBezTo>
                      <a:pt x="7108" y="2064"/>
                      <a:pt x="7142" y="2071"/>
                      <a:pt x="7168" y="2086"/>
                    </a:cubicBezTo>
                    <a:lnTo>
                      <a:pt x="7405" y="2222"/>
                    </a:lnTo>
                    <a:cubicBezTo>
                      <a:pt x="7455" y="2259"/>
                      <a:pt x="7455" y="2302"/>
                      <a:pt x="7405" y="2331"/>
                    </a:cubicBezTo>
                    <a:lnTo>
                      <a:pt x="7189" y="2461"/>
                    </a:lnTo>
                    <a:cubicBezTo>
                      <a:pt x="7160" y="2474"/>
                      <a:pt x="7126" y="2481"/>
                      <a:pt x="7092" y="2481"/>
                    </a:cubicBezTo>
                    <a:cubicBezTo>
                      <a:pt x="7058" y="2481"/>
                      <a:pt x="7024" y="2474"/>
                      <a:pt x="6996" y="2461"/>
                    </a:cubicBezTo>
                    <a:lnTo>
                      <a:pt x="6758" y="2324"/>
                    </a:lnTo>
                    <a:cubicBezTo>
                      <a:pt x="6708" y="2295"/>
                      <a:pt x="6708" y="2245"/>
                      <a:pt x="6758" y="2216"/>
                    </a:cubicBezTo>
                    <a:lnTo>
                      <a:pt x="6980" y="2086"/>
                    </a:lnTo>
                    <a:cubicBezTo>
                      <a:pt x="7005" y="2071"/>
                      <a:pt x="7039" y="2064"/>
                      <a:pt x="7074" y="2064"/>
                    </a:cubicBezTo>
                    <a:close/>
                    <a:moveTo>
                      <a:pt x="7901" y="2173"/>
                    </a:moveTo>
                    <a:cubicBezTo>
                      <a:pt x="7935" y="2173"/>
                      <a:pt x="7970" y="2180"/>
                      <a:pt x="7995" y="2195"/>
                    </a:cubicBezTo>
                    <a:lnTo>
                      <a:pt x="8203" y="2316"/>
                    </a:lnTo>
                    <a:cubicBezTo>
                      <a:pt x="8253" y="2352"/>
                      <a:pt x="8253" y="2395"/>
                      <a:pt x="8203" y="2424"/>
                    </a:cubicBezTo>
                    <a:lnTo>
                      <a:pt x="7979" y="2554"/>
                    </a:lnTo>
                    <a:cubicBezTo>
                      <a:pt x="7954" y="2568"/>
                      <a:pt x="7920" y="2576"/>
                      <a:pt x="7886" y="2576"/>
                    </a:cubicBezTo>
                    <a:cubicBezTo>
                      <a:pt x="7852" y="2576"/>
                      <a:pt x="7818" y="2568"/>
                      <a:pt x="7793" y="2554"/>
                    </a:cubicBezTo>
                    <a:lnTo>
                      <a:pt x="7584" y="2431"/>
                    </a:lnTo>
                    <a:cubicBezTo>
                      <a:pt x="7534" y="2402"/>
                      <a:pt x="7534" y="2352"/>
                      <a:pt x="7584" y="2324"/>
                    </a:cubicBezTo>
                    <a:lnTo>
                      <a:pt x="7806" y="2195"/>
                    </a:lnTo>
                    <a:cubicBezTo>
                      <a:pt x="7832" y="2180"/>
                      <a:pt x="7867" y="2173"/>
                      <a:pt x="7901" y="2173"/>
                    </a:cubicBezTo>
                    <a:close/>
                    <a:moveTo>
                      <a:pt x="5723" y="2288"/>
                    </a:moveTo>
                    <a:cubicBezTo>
                      <a:pt x="5757" y="2288"/>
                      <a:pt x="5791" y="2295"/>
                      <a:pt x="5816" y="2309"/>
                    </a:cubicBezTo>
                    <a:lnTo>
                      <a:pt x="6024" y="2431"/>
                    </a:lnTo>
                    <a:cubicBezTo>
                      <a:pt x="6081" y="2461"/>
                      <a:pt x="6081" y="2511"/>
                      <a:pt x="6024" y="2540"/>
                    </a:cubicBezTo>
                    <a:lnTo>
                      <a:pt x="5816" y="2661"/>
                    </a:lnTo>
                    <a:cubicBezTo>
                      <a:pt x="5791" y="2675"/>
                      <a:pt x="5757" y="2683"/>
                      <a:pt x="5723" y="2683"/>
                    </a:cubicBezTo>
                    <a:cubicBezTo>
                      <a:pt x="5688" y="2683"/>
                      <a:pt x="5654" y="2675"/>
                      <a:pt x="5629" y="2661"/>
                    </a:cubicBezTo>
                    <a:lnTo>
                      <a:pt x="5414" y="2540"/>
                    </a:lnTo>
                    <a:cubicBezTo>
                      <a:pt x="5364" y="2511"/>
                      <a:pt x="5364" y="2461"/>
                      <a:pt x="5414" y="2431"/>
                    </a:cubicBezTo>
                    <a:lnTo>
                      <a:pt x="5629" y="2309"/>
                    </a:lnTo>
                    <a:cubicBezTo>
                      <a:pt x="5654" y="2295"/>
                      <a:pt x="5688" y="2288"/>
                      <a:pt x="5723" y="2288"/>
                    </a:cubicBezTo>
                    <a:close/>
                    <a:moveTo>
                      <a:pt x="4932" y="2388"/>
                    </a:moveTo>
                    <a:cubicBezTo>
                      <a:pt x="4967" y="2388"/>
                      <a:pt x="5001" y="2396"/>
                      <a:pt x="5026" y="2410"/>
                    </a:cubicBezTo>
                    <a:lnTo>
                      <a:pt x="5062" y="2431"/>
                    </a:lnTo>
                    <a:cubicBezTo>
                      <a:pt x="5112" y="2461"/>
                      <a:pt x="5112" y="2511"/>
                      <a:pt x="5062" y="2540"/>
                    </a:cubicBezTo>
                    <a:lnTo>
                      <a:pt x="4839" y="2669"/>
                    </a:lnTo>
                    <a:cubicBezTo>
                      <a:pt x="4813" y="2683"/>
                      <a:pt x="4779" y="2690"/>
                      <a:pt x="4745" y="2690"/>
                    </a:cubicBezTo>
                    <a:cubicBezTo>
                      <a:pt x="4710" y="2690"/>
                      <a:pt x="4676" y="2683"/>
                      <a:pt x="4651" y="2669"/>
                    </a:cubicBezTo>
                    <a:lnTo>
                      <a:pt x="4615" y="2647"/>
                    </a:lnTo>
                    <a:cubicBezTo>
                      <a:pt x="4565" y="2617"/>
                      <a:pt x="4565" y="2567"/>
                      <a:pt x="4615" y="2540"/>
                    </a:cubicBezTo>
                    <a:lnTo>
                      <a:pt x="4839" y="2410"/>
                    </a:lnTo>
                    <a:cubicBezTo>
                      <a:pt x="4864" y="2396"/>
                      <a:pt x="4898" y="2388"/>
                      <a:pt x="4932" y="2388"/>
                    </a:cubicBezTo>
                    <a:close/>
                    <a:moveTo>
                      <a:pt x="8655" y="2295"/>
                    </a:moveTo>
                    <a:cubicBezTo>
                      <a:pt x="8689" y="2295"/>
                      <a:pt x="8723" y="2302"/>
                      <a:pt x="8748" y="2316"/>
                    </a:cubicBezTo>
                    <a:lnTo>
                      <a:pt x="8971" y="2445"/>
                    </a:lnTo>
                    <a:cubicBezTo>
                      <a:pt x="9023" y="2474"/>
                      <a:pt x="9023" y="2524"/>
                      <a:pt x="8964" y="2554"/>
                    </a:cubicBezTo>
                    <a:lnTo>
                      <a:pt x="8755" y="2676"/>
                    </a:lnTo>
                    <a:cubicBezTo>
                      <a:pt x="8730" y="2690"/>
                      <a:pt x="8696" y="2697"/>
                      <a:pt x="8662" y="2697"/>
                    </a:cubicBezTo>
                    <a:cubicBezTo>
                      <a:pt x="8628" y="2697"/>
                      <a:pt x="8594" y="2690"/>
                      <a:pt x="8569" y="2676"/>
                    </a:cubicBezTo>
                    <a:lnTo>
                      <a:pt x="8346" y="2547"/>
                    </a:lnTo>
                    <a:cubicBezTo>
                      <a:pt x="8296" y="2517"/>
                      <a:pt x="8296" y="2467"/>
                      <a:pt x="8346" y="2438"/>
                    </a:cubicBezTo>
                    <a:lnTo>
                      <a:pt x="8562" y="2316"/>
                    </a:lnTo>
                    <a:cubicBezTo>
                      <a:pt x="8587" y="2302"/>
                      <a:pt x="8621" y="2295"/>
                      <a:pt x="8655" y="2295"/>
                    </a:cubicBezTo>
                    <a:close/>
                    <a:moveTo>
                      <a:pt x="9561" y="2338"/>
                    </a:moveTo>
                    <a:cubicBezTo>
                      <a:pt x="9595" y="2338"/>
                      <a:pt x="9629" y="2345"/>
                      <a:pt x="9654" y="2359"/>
                    </a:cubicBezTo>
                    <a:lnTo>
                      <a:pt x="9877" y="2488"/>
                    </a:lnTo>
                    <a:cubicBezTo>
                      <a:pt x="9928" y="2517"/>
                      <a:pt x="9928" y="2561"/>
                      <a:pt x="9870" y="2597"/>
                    </a:cubicBezTo>
                    <a:lnTo>
                      <a:pt x="9661" y="2719"/>
                    </a:lnTo>
                    <a:cubicBezTo>
                      <a:pt x="9636" y="2733"/>
                      <a:pt x="9602" y="2740"/>
                      <a:pt x="9568" y="2740"/>
                    </a:cubicBezTo>
                    <a:cubicBezTo>
                      <a:pt x="9534" y="2740"/>
                      <a:pt x="9500" y="2733"/>
                      <a:pt x="9475" y="2719"/>
                    </a:cubicBezTo>
                    <a:lnTo>
                      <a:pt x="9252" y="2590"/>
                    </a:lnTo>
                    <a:cubicBezTo>
                      <a:pt x="9202" y="2561"/>
                      <a:pt x="9202" y="2511"/>
                      <a:pt x="9259" y="2481"/>
                    </a:cubicBezTo>
                    <a:lnTo>
                      <a:pt x="9468" y="2359"/>
                    </a:lnTo>
                    <a:cubicBezTo>
                      <a:pt x="9493" y="2345"/>
                      <a:pt x="9527" y="2338"/>
                      <a:pt x="9561" y="2338"/>
                    </a:cubicBezTo>
                    <a:close/>
                    <a:moveTo>
                      <a:pt x="6585" y="2345"/>
                    </a:moveTo>
                    <a:cubicBezTo>
                      <a:pt x="6619" y="2345"/>
                      <a:pt x="6653" y="2353"/>
                      <a:pt x="6678" y="2367"/>
                    </a:cubicBezTo>
                    <a:lnTo>
                      <a:pt x="6916" y="2511"/>
                    </a:lnTo>
                    <a:cubicBezTo>
                      <a:pt x="6966" y="2540"/>
                      <a:pt x="6966" y="2590"/>
                      <a:pt x="6916" y="2617"/>
                    </a:cubicBezTo>
                    <a:lnTo>
                      <a:pt x="6678" y="2756"/>
                    </a:lnTo>
                    <a:cubicBezTo>
                      <a:pt x="6650" y="2769"/>
                      <a:pt x="6616" y="2776"/>
                      <a:pt x="6582" y="2776"/>
                    </a:cubicBezTo>
                    <a:cubicBezTo>
                      <a:pt x="6548" y="2776"/>
                      <a:pt x="6514" y="2769"/>
                      <a:pt x="6485" y="2756"/>
                    </a:cubicBezTo>
                    <a:lnTo>
                      <a:pt x="6247" y="2617"/>
                    </a:lnTo>
                    <a:cubicBezTo>
                      <a:pt x="6197" y="2590"/>
                      <a:pt x="6197" y="2540"/>
                      <a:pt x="6254" y="2511"/>
                    </a:cubicBezTo>
                    <a:lnTo>
                      <a:pt x="6492" y="2367"/>
                    </a:lnTo>
                    <a:cubicBezTo>
                      <a:pt x="6517" y="2353"/>
                      <a:pt x="6551" y="2345"/>
                      <a:pt x="6585" y="2345"/>
                    </a:cubicBezTo>
                    <a:close/>
                    <a:moveTo>
                      <a:pt x="7408" y="2461"/>
                    </a:moveTo>
                    <a:cubicBezTo>
                      <a:pt x="7442" y="2461"/>
                      <a:pt x="7476" y="2467"/>
                      <a:pt x="7505" y="2481"/>
                    </a:cubicBezTo>
                    <a:lnTo>
                      <a:pt x="7713" y="2604"/>
                    </a:lnTo>
                    <a:cubicBezTo>
                      <a:pt x="7763" y="2633"/>
                      <a:pt x="7763" y="2683"/>
                      <a:pt x="7713" y="2712"/>
                    </a:cubicBezTo>
                    <a:lnTo>
                      <a:pt x="7491" y="2833"/>
                    </a:lnTo>
                    <a:cubicBezTo>
                      <a:pt x="7466" y="2851"/>
                      <a:pt x="7432" y="2860"/>
                      <a:pt x="7398" y="2860"/>
                    </a:cubicBezTo>
                    <a:cubicBezTo>
                      <a:pt x="7364" y="2860"/>
                      <a:pt x="7329" y="2851"/>
                      <a:pt x="7304" y="2833"/>
                    </a:cubicBezTo>
                    <a:lnTo>
                      <a:pt x="7096" y="2712"/>
                    </a:lnTo>
                    <a:cubicBezTo>
                      <a:pt x="7046" y="2683"/>
                      <a:pt x="7046" y="2633"/>
                      <a:pt x="7096" y="2604"/>
                    </a:cubicBezTo>
                    <a:lnTo>
                      <a:pt x="7311" y="2481"/>
                    </a:lnTo>
                    <a:cubicBezTo>
                      <a:pt x="7340" y="2467"/>
                      <a:pt x="7374" y="2461"/>
                      <a:pt x="7408" y="2461"/>
                    </a:cubicBezTo>
                    <a:close/>
                    <a:moveTo>
                      <a:pt x="4440" y="2668"/>
                    </a:moveTo>
                    <a:cubicBezTo>
                      <a:pt x="4474" y="2668"/>
                      <a:pt x="4508" y="2675"/>
                      <a:pt x="4537" y="2690"/>
                    </a:cubicBezTo>
                    <a:lnTo>
                      <a:pt x="4565" y="2712"/>
                    </a:lnTo>
                    <a:cubicBezTo>
                      <a:pt x="4624" y="2740"/>
                      <a:pt x="4624" y="2790"/>
                      <a:pt x="4565" y="2819"/>
                    </a:cubicBezTo>
                    <a:lnTo>
                      <a:pt x="4386" y="2928"/>
                    </a:lnTo>
                    <a:cubicBezTo>
                      <a:pt x="4357" y="2942"/>
                      <a:pt x="4323" y="2949"/>
                      <a:pt x="4290" y="2949"/>
                    </a:cubicBezTo>
                    <a:cubicBezTo>
                      <a:pt x="4257" y="2949"/>
                      <a:pt x="4224" y="2942"/>
                      <a:pt x="4199" y="2928"/>
                    </a:cubicBezTo>
                    <a:lnTo>
                      <a:pt x="4163" y="2906"/>
                    </a:lnTo>
                    <a:cubicBezTo>
                      <a:pt x="4113" y="2876"/>
                      <a:pt x="4113" y="2826"/>
                      <a:pt x="4163" y="2799"/>
                    </a:cubicBezTo>
                    <a:lnTo>
                      <a:pt x="4349" y="2690"/>
                    </a:lnTo>
                    <a:cubicBezTo>
                      <a:pt x="4374" y="2675"/>
                      <a:pt x="4407" y="2668"/>
                      <a:pt x="4440" y="2668"/>
                    </a:cubicBezTo>
                    <a:close/>
                    <a:moveTo>
                      <a:pt x="5241" y="2568"/>
                    </a:moveTo>
                    <a:cubicBezTo>
                      <a:pt x="5275" y="2568"/>
                      <a:pt x="5309" y="2575"/>
                      <a:pt x="5334" y="2590"/>
                    </a:cubicBezTo>
                    <a:lnTo>
                      <a:pt x="5543" y="2712"/>
                    </a:lnTo>
                    <a:cubicBezTo>
                      <a:pt x="5600" y="2740"/>
                      <a:pt x="5593" y="2790"/>
                      <a:pt x="5543" y="2819"/>
                    </a:cubicBezTo>
                    <a:lnTo>
                      <a:pt x="5321" y="2949"/>
                    </a:lnTo>
                    <a:cubicBezTo>
                      <a:pt x="5296" y="2963"/>
                      <a:pt x="5263" y="2971"/>
                      <a:pt x="5230" y="2971"/>
                    </a:cubicBezTo>
                    <a:cubicBezTo>
                      <a:pt x="5196" y="2971"/>
                      <a:pt x="5162" y="2963"/>
                      <a:pt x="5133" y="2949"/>
                    </a:cubicBezTo>
                    <a:lnTo>
                      <a:pt x="4926" y="2826"/>
                    </a:lnTo>
                    <a:cubicBezTo>
                      <a:pt x="4874" y="2799"/>
                      <a:pt x="4874" y="2747"/>
                      <a:pt x="4926" y="2719"/>
                    </a:cubicBezTo>
                    <a:lnTo>
                      <a:pt x="5148" y="2590"/>
                    </a:lnTo>
                    <a:cubicBezTo>
                      <a:pt x="5173" y="2575"/>
                      <a:pt x="5207" y="2568"/>
                      <a:pt x="5241" y="2568"/>
                    </a:cubicBezTo>
                    <a:close/>
                    <a:moveTo>
                      <a:pt x="8179" y="2572"/>
                    </a:moveTo>
                    <a:cubicBezTo>
                      <a:pt x="8212" y="2572"/>
                      <a:pt x="8243" y="2580"/>
                      <a:pt x="8267" y="2597"/>
                    </a:cubicBezTo>
                    <a:lnTo>
                      <a:pt x="8483" y="2719"/>
                    </a:lnTo>
                    <a:cubicBezTo>
                      <a:pt x="8540" y="2756"/>
                      <a:pt x="8533" y="2799"/>
                      <a:pt x="8483" y="2833"/>
                    </a:cubicBezTo>
                    <a:lnTo>
                      <a:pt x="8267" y="2956"/>
                    </a:lnTo>
                    <a:cubicBezTo>
                      <a:pt x="8239" y="2970"/>
                      <a:pt x="8205" y="2978"/>
                      <a:pt x="8171" y="2978"/>
                    </a:cubicBezTo>
                    <a:cubicBezTo>
                      <a:pt x="8138" y="2978"/>
                      <a:pt x="8106" y="2970"/>
                      <a:pt x="8081" y="2956"/>
                    </a:cubicBezTo>
                    <a:lnTo>
                      <a:pt x="7858" y="2833"/>
                    </a:lnTo>
                    <a:cubicBezTo>
                      <a:pt x="7806" y="2799"/>
                      <a:pt x="7806" y="2756"/>
                      <a:pt x="7858" y="2719"/>
                    </a:cubicBezTo>
                    <a:lnTo>
                      <a:pt x="8081" y="2597"/>
                    </a:lnTo>
                    <a:cubicBezTo>
                      <a:pt x="8107" y="2581"/>
                      <a:pt x="8143" y="2572"/>
                      <a:pt x="8179" y="2572"/>
                    </a:cubicBezTo>
                    <a:close/>
                    <a:moveTo>
                      <a:pt x="9080" y="2613"/>
                    </a:moveTo>
                    <a:cubicBezTo>
                      <a:pt x="9114" y="2613"/>
                      <a:pt x="9148" y="2622"/>
                      <a:pt x="9173" y="2640"/>
                    </a:cubicBezTo>
                    <a:lnTo>
                      <a:pt x="9388" y="2762"/>
                    </a:lnTo>
                    <a:cubicBezTo>
                      <a:pt x="9438" y="2790"/>
                      <a:pt x="9438" y="2842"/>
                      <a:pt x="9388" y="2869"/>
                    </a:cubicBezTo>
                    <a:lnTo>
                      <a:pt x="9173" y="2999"/>
                    </a:lnTo>
                    <a:cubicBezTo>
                      <a:pt x="9144" y="3013"/>
                      <a:pt x="9110" y="3021"/>
                      <a:pt x="9076" y="3021"/>
                    </a:cubicBezTo>
                    <a:cubicBezTo>
                      <a:pt x="9042" y="3021"/>
                      <a:pt x="9008" y="3013"/>
                      <a:pt x="8980" y="2999"/>
                    </a:cubicBezTo>
                    <a:lnTo>
                      <a:pt x="8764" y="2869"/>
                    </a:lnTo>
                    <a:cubicBezTo>
                      <a:pt x="8712" y="2842"/>
                      <a:pt x="8712" y="2790"/>
                      <a:pt x="8764" y="2762"/>
                    </a:cubicBezTo>
                    <a:lnTo>
                      <a:pt x="8986" y="2640"/>
                    </a:lnTo>
                    <a:cubicBezTo>
                      <a:pt x="9011" y="2622"/>
                      <a:pt x="9046" y="2613"/>
                      <a:pt x="9080" y="2613"/>
                    </a:cubicBezTo>
                    <a:close/>
                    <a:moveTo>
                      <a:pt x="6074" y="2640"/>
                    </a:moveTo>
                    <a:cubicBezTo>
                      <a:pt x="6109" y="2640"/>
                      <a:pt x="6143" y="2647"/>
                      <a:pt x="6168" y="2661"/>
                    </a:cubicBezTo>
                    <a:lnTo>
                      <a:pt x="6406" y="2806"/>
                    </a:lnTo>
                    <a:cubicBezTo>
                      <a:pt x="6456" y="2833"/>
                      <a:pt x="6456" y="2876"/>
                      <a:pt x="6406" y="2912"/>
                    </a:cubicBezTo>
                    <a:lnTo>
                      <a:pt x="6190" y="3035"/>
                    </a:lnTo>
                    <a:cubicBezTo>
                      <a:pt x="6165" y="3050"/>
                      <a:pt x="6133" y="3057"/>
                      <a:pt x="6099" y="3057"/>
                    </a:cubicBezTo>
                    <a:cubicBezTo>
                      <a:pt x="6066" y="3057"/>
                      <a:pt x="6032" y="3050"/>
                      <a:pt x="6004" y="3035"/>
                    </a:cubicBezTo>
                    <a:lnTo>
                      <a:pt x="5766" y="2892"/>
                    </a:lnTo>
                    <a:cubicBezTo>
                      <a:pt x="5716" y="2862"/>
                      <a:pt x="5716" y="2812"/>
                      <a:pt x="5766" y="2783"/>
                    </a:cubicBezTo>
                    <a:lnTo>
                      <a:pt x="5981" y="2661"/>
                    </a:lnTo>
                    <a:cubicBezTo>
                      <a:pt x="6006" y="2647"/>
                      <a:pt x="6040" y="2640"/>
                      <a:pt x="6074" y="2640"/>
                    </a:cubicBezTo>
                    <a:close/>
                    <a:moveTo>
                      <a:pt x="6921" y="2740"/>
                    </a:moveTo>
                    <a:cubicBezTo>
                      <a:pt x="6954" y="2740"/>
                      <a:pt x="6988" y="2748"/>
                      <a:pt x="7016" y="2762"/>
                    </a:cubicBezTo>
                    <a:lnTo>
                      <a:pt x="7225" y="2885"/>
                    </a:lnTo>
                    <a:cubicBezTo>
                      <a:pt x="7275" y="2912"/>
                      <a:pt x="7275" y="2963"/>
                      <a:pt x="7225" y="2992"/>
                    </a:cubicBezTo>
                    <a:lnTo>
                      <a:pt x="6980" y="3128"/>
                    </a:lnTo>
                    <a:cubicBezTo>
                      <a:pt x="6955" y="3146"/>
                      <a:pt x="6923" y="3155"/>
                      <a:pt x="6890" y="3155"/>
                    </a:cubicBezTo>
                    <a:cubicBezTo>
                      <a:pt x="6856" y="3155"/>
                      <a:pt x="6822" y="3146"/>
                      <a:pt x="6794" y="3128"/>
                    </a:cubicBezTo>
                    <a:lnTo>
                      <a:pt x="6585" y="3006"/>
                    </a:lnTo>
                    <a:cubicBezTo>
                      <a:pt x="6535" y="2978"/>
                      <a:pt x="6535" y="2928"/>
                      <a:pt x="6585" y="2899"/>
                    </a:cubicBezTo>
                    <a:lnTo>
                      <a:pt x="6830" y="2762"/>
                    </a:lnTo>
                    <a:cubicBezTo>
                      <a:pt x="6855" y="2748"/>
                      <a:pt x="6887" y="2740"/>
                      <a:pt x="6921" y="2740"/>
                    </a:cubicBezTo>
                    <a:close/>
                    <a:moveTo>
                      <a:pt x="4748" y="2849"/>
                    </a:moveTo>
                    <a:cubicBezTo>
                      <a:pt x="4781" y="2849"/>
                      <a:pt x="4813" y="2856"/>
                      <a:pt x="4839" y="2869"/>
                    </a:cubicBezTo>
                    <a:lnTo>
                      <a:pt x="5055" y="2999"/>
                    </a:lnTo>
                    <a:cubicBezTo>
                      <a:pt x="5105" y="3028"/>
                      <a:pt x="5105" y="3071"/>
                      <a:pt x="5055" y="3107"/>
                    </a:cubicBezTo>
                    <a:lnTo>
                      <a:pt x="4867" y="3207"/>
                    </a:lnTo>
                    <a:cubicBezTo>
                      <a:pt x="4842" y="3226"/>
                      <a:pt x="4808" y="3235"/>
                      <a:pt x="4774" y="3235"/>
                    </a:cubicBezTo>
                    <a:cubicBezTo>
                      <a:pt x="4740" y="3235"/>
                      <a:pt x="4706" y="3226"/>
                      <a:pt x="4681" y="3207"/>
                    </a:cubicBezTo>
                    <a:lnTo>
                      <a:pt x="4465" y="3085"/>
                    </a:lnTo>
                    <a:cubicBezTo>
                      <a:pt x="4415" y="3057"/>
                      <a:pt x="4415" y="3006"/>
                      <a:pt x="4472" y="2978"/>
                    </a:cubicBezTo>
                    <a:lnTo>
                      <a:pt x="4651" y="2869"/>
                    </a:lnTo>
                    <a:cubicBezTo>
                      <a:pt x="4681" y="2856"/>
                      <a:pt x="4715" y="2849"/>
                      <a:pt x="4748" y="2849"/>
                    </a:cubicBezTo>
                    <a:close/>
                    <a:moveTo>
                      <a:pt x="3984" y="2935"/>
                    </a:moveTo>
                    <a:cubicBezTo>
                      <a:pt x="4018" y="2935"/>
                      <a:pt x="4052" y="2942"/>
                      <a:pt x="4077" y="2956"/>
                    </a:cubicBezTo>
                    <a:lnTo>
                      <a:pt x="4113" y="2978"/>
                    </a:lnTo>
                    <a:cubicBezTo>
                      <a:pt x="4163" y="3006"/>
                      <a:pt x="4163" y="3057"/>
                      <a:pt x="4113" y="3085"/>
                    </a:cubicBezTo>
                    <a:lnTo>
                      <a:pt x="3875" y="3221"/>
                    </a:lnTo>
                    <a:cubicBezTo>
                      <a:pt x="3846" y="3236"/>
                      <a:pt x="3812" y="3243"/>
                      <a:pt x="3779" y="3243"/>
                    </a:cubicBezTo>
                    <a:cubicBezTo>
                      <a:pt x="3746" y="3243"/>
                      <a:pt x="3714" y="3236"/>
                      <a:pt x="3689" y="3221"/>
                    </a:cubicBezTo>
                    <a:lnTo>
                      <a:pt x="3652" y="3201"/>
                    </a:lnTo>
                    <a:cubicBezTo>
                      <a:pt x="3602" y="3171"/>
                      <a:pt x="3602" y="3121"/>
                      <a:pt x="3652" y="3092"/>
                    </a:cubicBezTo>
                    <a:lnTo>
                      <a:pt x="3890" y="2956"/>
                    </a:lnTo>
                    <a:cubicBezTo>
                      <a:pt x="3915" y="2942"/>
                      <a:pt x="3950" y="2935"/>
                      <a:pt x="3984" y="2935"/>
                    </a:cubicBezTo>
                    <a:close/>
                    <a:moveTo>
                      <a:pt x="7681" y="2856"/>
                    </a:moveTo>
                    <a:cubicBezTo>
                      <a:pt x="7714" y="2856"/>
                      <a:pt x="7746" y="2862"/>
                      <a:pt x="7772" y="2876"/>
                    </a:cubicBezTo>
                    <a:lnTo>
                      <a:pt x="7995" y="3006"/>
                    </a:lnTo>
                    <a:cubicBezTo>
                      <a:pt x="8045" y="3035"/>
                      <a:pt x="8045" y="3085"/>
                      <a:pt x="7995" y="3114"/>
                    </a:cubicBezTo>
                    <a:lnTo>
                      <a:pt x="7779" y="3237"/>
                    </a:lnTo>
                    <a:cubicBezTo>
                      <a:pt x="7748" y="3256"/>
                      <a:pt x="7712" y="3265"/>
                      <a:pt x="7677" y="3265"/>
                    </a:cubicBezTo>
                    <a:cubicBezTo>
                      <a:pt x="7646" y="3265"/>
                      <a:pt x="7615" y="3258"/>
                      <a:pt x="7591" y="3244"/>
                    </a:cubicBezTo>
                    <a:lnTo>
                      <a:pt x="7368" y="3114"/>
                    </a:lnTo>
                    <a:cubicBezTo>
                      <a:pt x="7318" y="3085"/>
                      <a:pt x="7318" y="3035"/>
                      <a:pt x="7368" y="3006"/>
                    </a:cubicBezTo>
                    <a:lnTo>
                      <a:pt x="7584" y="2876"/>
                    </a:lnTo>
                    <a:cubicBezTo>
                      <a:pt x="7613" y="2862"/>
                      <a:pt x="7647" y="2856"/>
                      <a:pt x="7681" y="2856"/>
                    </a:cubicBezTo>
                    <a:close/>
                    <a:moveTo>
                      <a:pt x="8588" y="2899"/>
                    </a:moveTo>
                    <a:cubicBezTo>
                      <a:pt x="8621" y="2899"/>
                      <a:pt x="8655" y="2906"/>
                      <a:pt x="8685" y="2919"/>
                    </a:cubicBezTo>
                    <a:lnTo>
                      <a:pt x="8900" y="3049"/>
                    </a:lnTo>
                    <a:cubicBezTo>
                      <a:pt x="8950" y="3078"/>
                      <a:pt x="8950" y="3128"/>
                      <a:pt x="8900" y="3157"/>
                    </a:cubicBezTo>
                    <a:lnTo>
                      <a:pt x="8685" y="3280"/>
                    </a:lnTo>
                    <a:cubicBezTo>
                      <a:pt x="8655" y="3294"/>
                      <a:pt x="8621" y="3301"/>
                      <a:pt x="8588" y="3301"/>
                    </a:cubicBezTo>
                    <a:cubicBezTo>
                      <a:pt x="8555" y="3301"/>
                      <a:pt x="8522" y="3294"/>
                      <a:pt x="8497" y="3280"/>
                    </a:cubicBezTo>
                    <a:lnTo>
                      <a:pt x="8274" y="3157"/>
                    </a:lnTo>
                    <a:cubicBezTo>
                      <a:pt x="8224" y="3128"/>
                      <a:pt x="8224" y="3078"/>
                      <a:pt x="8274" y="3049"/>
                    </a:cubicBezTo>
                    <a:lnTo>
                      <a:pt x="8497" y="2919"/>
                    </a:lnTo>
                    <a:cubicBezTo>
                      <a:pt x="8522" y="2906"/>
                      <a:pt x="8555" y="2899"/>
                      <a:pt x="8588" y="2899"/>
                    </a:cubicBezTo>
                    <a:close/>
                    <a:moveTo>
                      <a:pt x="5593" y="2920"/>
                    </a:moveTo>
                    <a:cubicBezTo>
                      <a:pt x="5627" y="2920"/>
                      <a:pt x="5661" y="2927"/>
                      <a:pt x="5686" y="2942"/>
                    </a:cubicBezTo>
                    <a:lnTo>
                      <a:pt x="5924" y="3078"/>
                    </a:lnTo>
                    <a:cubicBezTo>
                      <a:pt x="5974" y="3107"/>
                      <a:pt x="5974" y="3157"/>
                      <a:pt x="5924" y="3187"/>
                    </a:cubicBezTo>
                    <a:lnTo>
                      <a:pt x="5702" y="3316"/>
                    </a:lnTo>
                    <a:cubicBezTo>
                      <a:pt x="5676" y="3330"/>
                      <a:pt x="5641" y="3337"/>
                      <a:pt x="5607" y="3337"/>
                    </a:cubicBezTo>
                    <a:cubicBezTo>
                      <a:pt x="5573" y="3337"/>
                      <a:pt x="5539" y="3330"/>
                      <a:pt x="5514" y="3316"/>
                    </a:cubicBezTo>
                    <a:lnTo>
                      <a:pt x="5277" y="3178"/>
                    </a:lnTo>
                    <a:cubicBezTo>
                      <a:pt x="5227" y="3151"/>
                      <a:pt x="5227" y="3101"/>
                      <a:pt x="5277" y="3071"/>
                    </a:cubicBezTo>
                    <a:lnTo>
                      <a:pt x="5500" y="2942"/>
                    </a:lnTo>
                    <a:cubicBezTo>
                      <a:pt x="5525" y="2927"/>
                      <a:pt x="5559" y="2920"/>
                      <a:pt x="5593" y="2920"/>
                    </a:cubicBezTo>
                    <a:close/>
                    <a:moveTo>
                      <a:pt x="6410" y="3035"/>
                    </a:moveTo>
                    <a:cubicBezTo>
                      <a:pt x="6443" y="3035"/>
                      <a:pt x="6477" y="3043"/>
                      <a:pt x="6506" y="3057"/>
                    </a:cubicBezTo>
                    <a:lnTo>
                      <a:pt x="6714" y="3178"/>
                    </a:lnTo>
                    <a:cubicBezTo>
                      <a:pt x="6765" y="3207"/>
                      <a:pt x="6765" y="3258"/>
                      <a:pt x="6714" y="3287"/>
                    </a:cubicBezTo>
                    <a:lnTo>
                      <a:pt x="6499" y="3409"/>
                    </a:lnTo>
                    <a:cubicBezTo>
                      <a:pt x="6474" y="3423"/>
                      <a:pt x="6440" y="3430"/>
                      <a:pt x="6406" y="3430"/>
                    </a:cubicBezTo>
                    <a:cubicBezTo>
                      <a:pt x="6372" y="3430"/>
                      <a:pt x="6338" y="3423"/>
                      <a:pt x="6313" y="3409"/>
                    </a:cubicBezTo>
                    <a:lnTo>
                      <a:pt x="6104" y="3287"/>
                    </a:lnTo>
                    <a:cubicBezTo>
                      <a:pt x="6054" y="3258"/>
                      <a:pt x="6054" y="3207"/>
                      <a:pt x="6104" y="3178"/>
                    </a:cubicBezTo>
                    <a:lnTo>
                      <a:pt x="6319" y="3057"/>
                    </a:lnTo>
                    <a:cubicBezTo>
                      <a:pt x="6344" y="3043"/>
                      <a:pt x="6377" y="3035"/>
                      <a:pt x="6410" y="3035"/>
                    </a:cubicBezTo>
                    <a:close/>
                    <a:moveTo>
                      <a:pt x="3473" y="3229"/>
                    </a:moveTo>
                    <a:cubicBezTo>
                      <a:pt x="3507" y="3229"/>
                      <a:pt x="3541" y="3236"/>
                      <a:pt x="3566" y="3251"/>
                    </a:cubicBezTo>
                    <a:lnTo>
                      <a:pt x="3602" y="3273"/>
                    </a:lnTo>
                    <a:cubicBezTo>
                      <a:pt x="3652" y="3301"/>
                      <a:pt x="3652" y="3351"/>
                      <a:pt x="3602" y="3380"/>
                    </a:cubicBezTo>
                    <a:lnTo>
                      <a:pt x="3394" y="3502"/>
                    </a:lnTo>
                    <a:cubicBezTo>
                      <a:pt x="3365" y="3517"/>
                      <a:pt x="3331" y="3524"/>
                      <a:pt x="3297" y="3524"/>
                    </a:cubicBezTo>
                    <a:cubicBezTo>
                      <a:pt x="3263" y="3524"/>
                      <a:pt x="3229" y="3517"/>
                      <a:pt x="3200" y="3502"/>
                    </a:cubicBezTo>
                    <a:lnTo>
                      <a:pt x="3171" y="3480"/>
                    </a:lnTo>
                    <a:cubicBezTo>
                      <a:pt x="3114" y="3452"/>
                      <a:pt x="3114" y="3402"/>
                      <a:pt x="3171" y="3373"/>
                    </a:cubicBezTo>
                    <a:lnTo>
                      <a:pt x="3380" y="3251"/>
                    </a:lnTo>
                    <a:cubicBezTo>
                      <a:pt x="3405" y="3236"/>
                      <a:pt x="3439" y="3229"/>
                      <a:pt x="3473" y="3229"/>
                    </a:cubicBezTo>
                    <a:close/>
                    <a:moveTo>
                      <a:pt x="4292" y="3114"/>
                    </a:moveTo>
                    <a:cubicBezTo>
                      <a:pt x="4326" y="3114"/>
                      <a:pt x="4361" y="3121"/>
                      <a:pt x="4386" y="3135"/>
                    </a:cubicBezTo>
                    <a:lnTo>
                      <a:pt x="4601" y="3258"/>
                    </a:lnTo>
                    <a:cubicBezTo>
                      <a:pt x="4651" y="3287"/>
                      <a:pt x="4651" y="3337"/>
                      <a:pt x="4594" y="3366"/>
                    </a:cubicBezTo>
                    <a:lnTo>
                      <a:pt x="4356" y="3502"/>
                    </a:lnTo>
                    <a:cubicBezTo>
                      <a:pt x="4331" y="3521"/>
                      <a:pt x="4297" y="3530"/>
                      <a:pt x="4263" y="3530"/>
                    </a:cubicBezTo>
                    <a:cubicBezTo>
                      <a:pt x="4229" y="3530"/>
                      <a:pt x="4195" y="3521"/>
                      <a:pt x="4170" y="3502"/>
                    </a:cubicBezTo>
                    <a:lnTo>
                      <a:pt x="3961" y="3380"/>
                    </a:lnTo>
                    <a:cubicBezTo>
                      <a:pt x="3904" y="3351"/>
                      <a:pt x="3911" y="3301"/>
                      <a:pt x="3961" y="3273"/>
                    </a:cubicBezTo>
                    <a:lnTo>
                      <a:pt x="4199" y="3135"/>
                    </a:lnTo>
                    <a:cubicBezTo>
                      <a:pt x="4224" y="3121"/>
                      <a:pt x="4258" y="3114"/>
                      <a:pt x="4292" y="3114"/>
                    </a:cubicBezTo>
                    <a:close/>
                    <a:moveTo>
                      <a:pt x="7192" y="3135"/>
                    </a:moveTo>
                    <a:cubicBezTo>
                      <a:pt x="7225" y="3135"/>
                      <a:pt x="7257" y="3143"/>
                      <a:pt x="7282" y="3157"/>
                    </a:cubicBezTo>
                    <a:lnTo>
                      <a:pt x="7505" y="3287"/>
                    </a:lnTo>
                    <a:cubicBezTo>
                      <a:pt x="7556" y="3316"/>
                      <a:pt x="7556" y="3366"/>
                      <a:pt x="7505" y="3394"/>
                    </a:cubicBezTo>
                    <a:lnTo>
                      <a:pt x="7268" y="3532"/>
                    </a:lnTo>
                    <a:cubicBezTo>
                      <a:pt x="7243" y="3549"/>
                      <a:pt x="7209" y="3558"/>
                      <a:pt x="7175" y="3558"/>
                    </a:cubicBezTo>
                    <a:cubicBezTo>
                      <a:pt x="7141" y="3558"/>
                      <a:pt x="7107" y="3549"/>
                      <a:pt x="7082" y="3532"/>
                    </a:cubicBezTo>
                    <a:lnTo>
                      <a:pt x="6858" y="3409"/>
                    </a:lnTo>
                    <a:cubicBezTo>
                      <a:pt x="6808" y="3380"/>
                      <a:pt x="6808" y="3330"/>
                      <a:pt x="6858" y="3301"/>
                    </a:cubicBezTo>
                    <a:lnTo>
                      <a:pt x="7103" y="3157"/>
                    </a:lnTo>
                    <a:cubicBezTo>
                      <a:pt x="7128" y="3143"/>
                      <a:pt x="7160" y="3135"/>
                      <a:pt x="7192" y="3135"/>
                    </a:cubicBezTo>
                    <a:close/>
                    <a:moveTo>
                      <a:pt x="5100" y="3203"/>
                    </a:moveTo>
                    <a:cubicBezTo>
                      <a:pt x="5134" y="3203"/>
                      <a:pt x="5166" y="3212"/>
                      <a:pt x="5191" y="3230"/>
                    </a:cubicBezTo>
                    <a:lnTo>
                      <a:pt x="5434" y="3366"/>
                    </a:lnTo>
                    <a:cubicBezTo>
                      <a:pt x="5486" y="3394"/>
                      <a:pt x="5486" y="3446"/>
                      <a:pt x="5428" y="3473"/>
                    </a:cubicBezTo>
                    <a:lnTo>
                      <a:pt x="5248" y="3582"/>
                    </a:lnTo>
                    <a:cubicBezTo>
                      <a:pt x="5220" y="3596"/>
                      <a:pt x="5186" y="3603"/>
                      <a:pt x="5152" y="3603"/>
                    </a:cubicBezTo>
                    <a:cubicBezTo>
                      <a:pt x="5119" y="3603"/>
                      <a:pt x="5087" y="3596"/>
                      <a:pt x="5062" y="3582"/>
                    </a:cubicBezTo>
                    <a:lnTo>
                      <a:pt x="4824" y="3446"/>
                    </a:lnTo>
                    <a:cubicBezTo>
                      <a:pt x="4767" y="3409"/>
                      <a:pt x="4767" y="3366"/>
                      <a:pt x="4824" y="3330"/>
                    </a:cubicBezTo>
                    <a:lnTo>
                      <a:pt x="5003" y="3230"/>
                    </a:lnTo>
                    <a:cubicBezTo>
                      <a:pt x="5032" y="3212"/>
                      <a:pt x="5067" y="3203"/>
                      <a:pt x="5100" y="3203"/>
                    </a:cubicBezTo>
                    <a:close/>
                    <a:moveTo>
                      <a:pt x="5928" y="3315"/>
                    </a:moveTo>
                    <a:cubicBezTo>
                      <a:pt x="5962" y="3315"/>
                      <a:pt x="5996" y="3322"/>
                      <a:pt x="6024" y="3337"/>
                    </a:cubicBezTo>
                    <a:lnTo>
                      <a:pt x="6233" y="3459"/>
                    </a:lnTo>
                    <a:cubicBezTo>
                      <a:pt x="6283" y="3489"/>
                      <a:pt x="6283" y="3539"/>
                      <a:pt x="6233" y="3566"/>
                    </a:cubicBezTo>
                    <a:lnTo>
                      <a:pt x="6011" y="3696"/>
                    </a:lnTo>
                    <a:cubicBezTo>
                      <a:pt x="5986" y="3710"/>
                      <a:pt x="5952" y="3718"/>
                      <a:pt x="5917" y="3718"/>
                    </a:cubicBezTo>
                    <a:cubicBezTo>
                      <a:pt x="5883" y="3718"/>
                      <a:pt x="5848" y="3710"/>
                      <a:pt x="5823" y="3696"/>
                    </a:cubicBezTo>
                    <a:lnTo>
                      <a:pt x="5616" y="3575"/>
                    </a:lnTo>
                    <a:cubicBezTo>
                      <a:pt x="5557" y="3546"/>
                      <a:pt x="5564" y="3496"/>
                      <a:pt x="5616" y="3466"/>
                    </a:cubicBezTo>
                    <a:lnTo>
                      <a:pt x="5831" y="3337"/>
                    </a:lnTo>
                    <a:cubicBezTo>
                      <a:pt x="5860" y="3322"/>
                      <a:pt x="5894" y="3315"/>
                      <a:pt x="5928" y="3315"/>
                    </a:cubicBezTo>
                    <a:close/>
                    <a:moveTo>
                      <a:pt x="3782" y="3409"/>
                    </a:moveTo>
                    <a:cubicBezTo>
                      <a:pt x="3816" y="3409"/>
                      <a:pt x="3850" y="3416"/>
                      <a:pt x="3875" y="3430"/>
                    </a:cubicBezTo>
                    <a:lnTo>
                      <a:pt x="4091" y="3553"/>
                    </a:lnTo>
                    <a:cubicBezTo>
                      <a:pt x="4141" y="3582"/>
                      <a:pt x="4141" y="3632"/>
                      <a:pt x="4091" y="3661"/>
                    </a:cubicBezTo>
                    <a:lnTo>
                      <a:pt x="3875" y="3782"/>
                    </a:lnTo>
                    <a:cubicBezTo>
                      <a:pt x="3850" y="3797"/>
                      <a:pt x="3816" y="3804"/>
                      <a:pt x="3782" y="3804"/>
                    </a:cubicBezTo>
                    <a:cubicBezTo>
                      <a:pt x="3748" y="3804"/>
                      <a:pt x="3714" y="3797"/>
                      <a:pt x="3689" y="3782"/>
                    </a:cubicBezTo>
                    <a:lnTo>
                      <a:pt x="3473" y="3661"/>
                    </a:lnTo>
                    <a:cubicBezTo>
                      <a:pt x="3423" y="3632"/>
                      <a:pt x="3423" y="3582"/>
                      <a:pt x="3480" y="3553"/>
                    </a:cubicBezTo>
                    <a:lnTo>
                      <a:pt x="3689" y="3430"/>
                    </a:lnTo>
                    <a:cubicBezTo>
                      <a:pt x="3714" y="3416"/>
                      <a:pt x="3748" y="3409"/>
                      <a:pt x="3782" y="3409"/>
                    </a:cubicBezTo>
                    <a:close/>
                    <a:moveTo>
                      <a:pt x="2992" y="3510"/>
                    </a:moveTo>
                    <a:cubicBezTo>
                      <a:pt x="3026" y="3510"/>
                      <a:pt x="3060" y="3517"/>
                      <a:pt x="3085" y="3532"/>
                    </a:cubicBezTo>
                    <a:lnTo>
                      <a:pt x="3121" y="3553"/>
                    </a:lnTo>
                    <a:cubicBezTo>
                      <a:pt x="3171" y="3582"/>
                      <a:pt x="3171" y="3632"/>
                      <a:pt x="3121" y="3661"/>
                    </a:cubicBezTo>
                    <a:lnTo>
                      <a:pt x="2899" y="3782"/>
                    </a:lnTo>
                    <a:cubicBezTo>
                      <a:pt x="2873" y="3800"/>
                      <a:pt x="2838" y="3809"/>
                      <a:pt x="2804" y="3809"/>
                    </a:cubicBezTo>
                    <a:cubicBezTo>
                      <a:pt x="2770" y="3809"/>
                      <a:pt x="2736" y="3800"/>
                      <a:pt x="2710" y="3782"/>
                    </a:cubicBezTo>
                    <a:lnTo>
                      <a:pt x="2674" y="3768"/>
                    </a:lnTo>
                    <a:cubicBezTo>
                      <a:pt x="2624" y="3732"/>
                      <a:pt x="2624" y="3689"/>
                      <a:pt x="2674" y="3653"/>
                    </a:cubicBezTo>
                    <a:lnTo>
                      <a:pt x="2899" y="3532"/>
                    </a:lnTo>
                    <a:cubicBezTo>
                      <a:pt x="2924" y="3517"/>
                      <a:pt x="2958" y="3510"/>
                      <a:pt x="2992" y="3510"/>
                    </a:cubicBezTo>
                    <a:close/>
                    <a:moveTo>
                      <a:pt x="6683" y="3430"/>
                    </a:moveTo>
                    <a:cubicBezTo>
                      <a:pt x="6716" y="3430"/>
                      <a:pt x="6751" y="3438"/>
                      <a:pt x="6780" y="3452"/>
                    </a:cubicBezTo>
                    <a:lnTo>
                      <a:pt x="6996" y="3582"/>
                    </a:lnTo>
                    <a:cubicBezTo>
                      <a:pt x="7046" y="3609"/>
                      <a:pt x="7046" y="3661"/>
                      <a:pt x="6996" y="3689"/>
                    </a:cubicBezTo>
                    <a:lnTo>
                      <a:pt x="6787" y="3811"/>
                    </a:lnTo>
                    <a:cubicBezTo>
                      <a:pt x="6758" y="3826"/>
                      <a:pt x="6724" y="3833"/>
                      <a:pt x="6690" y="3833"/>
                    </a:cubicBezTo>
                    <a:cubicBezTo>
                      <a:pt x="6657" y="3833"/>
                      <a:pt x="6625" y="3826"/>
                      <a:pt x="6599" y="3811"/>
                    </a:cubicBezTo>
                    <a:lnTo>
                      <a:pt x="6376" y="3682"/>
                    </a:lnTo>
                    <a:cubicBezTo>
                      <a:pt x="6326" y="3653"/>
                      <a:pt x="6326" y="3609"/>
                      <a:pt x="6376" y="3575"/>
                    </a:cubicBezTo>
                    <a:lnTo>
                      <a:pt x="6592" y="3452"/>
                    </a:lnTo>
                    <a:cubicBezTo>
                      <a:pt x="6617" y="3438"/>
                      <a:pt x="6649" y="3430"/>
                      <a:pt x="6683" y="3430"/>
                    </a:cubicBezTo>
                    <a:close/>
                    <a:moveTo>
                      <a:pt x="4644" y="3467"/>
                    </a:moveTo>
                    <a:cubicBezTo>
                      <a:pt x="4678" y="3467"/>
                      <a:pt x="4712" y="3474"/>
                      <a:pt x="4738" y="3489"/>
                    </a:cubicBezTo>
                    <a:lnTo>
                      <a:pt x="4976" y="3625"/>
                    </a:lnTo>
                    <a:cubicBezTo>
                      <a:pt x="5026" y="3661"/>
                      <a:pt x="5026" y="3704"/>
                      <a:pt x="4976" y="3739"/>
                    </a:cubicBezTo>
                    <a:lnTo>
                      <a:pt x="4738" y="3877"/>
                    </a:lnTo>
                    <a:cubicBezTo>
                      <a:pt x="4712" y="3891"/>
                      <a:pt x="4678" y="3898"/>
                      <a:pt x="4644" y="3898"/>
                    </a:cubicBezTo>
                    <a:cubicBezTo>
                      <a:pt x="4610" y="3898"/>
                      <a:pt x="4576" y="3891"/>
                      <a:pt x="4551" y="3877"/>
                    </a:cubicBezTo>
                    <a:lnTo>
                      <a:pt x="4313" y="3739"/>
                    </a:lnTo>
                    <a:cubicBezTo>
                      <a:pt x="4256" y="3704"/>
                      <a:pt x="4256" y="3661"/>
                      <a:pt x="4313" y="3625"/>
                    </a:cubicBezTo>
                    <a:lnTo>
                      <a:pt x="4551" y="3489"/>
                    </a:lnTo>
                    <a:cubicBezTo>
                      <a:pt x="4576" y="3474"/>
                      <a:pt x="4610" y="3467"/>
                      <a:pt x="4644" y="3467"/>
                    </a:cubicBezTo>
                    <a:close/>
                    <a:moveTo>
                      <a:pt x="5435" y="3596"/>
                    </a:moveTo>
                    <a:cubicBezTo>
                      <a:pt x="5469" y="3596"/>
                      <a:pt x="5503" y="3603"/>
                      <a:pt x="5529" y="3618"/>
                    </a:cubicBezTo>
                    <a:lnTo>
                      <a:pt x="5736" y="3739"/>
                    </a:lnTo>
                    <a:cubicBezTo>
                      <a:pt x="5795" y="3768"/>
                      <a:pt x="5795" y="3818"/>
                      <a:pt x="5736" y="3847"/>
                    </a:cubicBezTo>
                    <a:lnTo>
                      <a:pt x="5557" y="3954"/>
                    </a:lnTo>
                    <a:cubicBezTo>
                      <a:pt x="5528" y="3969"/>
                      <a:pt x="5494" y="3976"/>
                      <a:pt x="5460" y="3976"/>
                    </a:cubicBezTo>
                    <a:cubicBezTo>
                      <a:pt x="5426" y="3976"/>
                      <a:pt x="5392" y="3969"/>
                      <a:pt x="5364" y="3954"/>
                    </a:cubicBezTo>
                    <a:lnTo>
                      <a:pt x="5155" y="3834"/>
                    </a:lnTo>
                    <a:cubicBezTo>
                      <a:pt x="5105" y="3804"/>
                      <a:pt x="5105" y="3754"/>
                      <a:pt x="5155" y="3725"/>
                    </a:cubicBezTo>
                    <a:lnTo>
                      <a:pt x="5341" y="3618"/>
                    </a:lnTo>
                    <a:cubicBezTo>
                      <a:pt x="5366" y="3603"/>
                      <a:pt x="5400" y="3596"/>
                      <a:pt x="5435" y="3596"/>
                    </a:cubicBezTo>
                    <a:close/>
                    <a:moveTo>
                      <a:pt x="3300" y="3689"/>
                    </a:moveTo>
                    <a:cubicBezTo>
                      <a:pt x="3335" y="3689"/>
                      <a:pt x="3369" y="3697"/>
                      <a:pt x="3394" y="3711"/>
                    </a:cubicBezTo>
                    <a:lnTo>
                      <a:pt x="3602" y="3834"/>
                    </a:lnTo>
                    <a:cubicBezTo>
                      <a:pt x="3659" y="3861"/>
                      <a:pt x="3659" y="3911"/>
                      <a:pt x="3602" y="3941"/>
                    </a:cubicBezTo>
                    <a:lnTo>
                      <a:pt x="3387" y="4070"/>
                    </a:lnTo>
                    <a:cubicBezTo>
                      <a:pt x="3358" y="4085"/>
                      <a:pt x="3324" y="4092"/>
                      <a:pt x="3291" y="4092"/>
                    </a:cubicBezTo>
                    <a:cubicBezTo>
                      <a:pt x="3258" y="4092"/>
                      <a:pt x="3225" y="4085"/>
                      <a:pt x="3200" y="4070"/>
                    </a:cubicBezTo>
                    <a:lnTo>
                      <a:pt x="2985" y="3941"/>
                    </a:lnTo>
                    <a:cubicBezTo>
                      <a:pt x="2933" y="3911"/>
                      <a:pt x="2933" y="3868"/>
                      <a:pt x="2985" y="3834"/>
                    </a:cubicBezTo>
                    <a:lnTo>
                      <a:pt x="3207" y="3711"/>
                    </a:lnTo>
                    <a:cubicBezTo>
                      <a:pt x="3232" y="3697"/>
                      <a:pt x="3266" y="3689"/>
                      <a:pt x="3300" y="3689"/>
                    </a:cubicBezTo>
                    <a:close/>
                    <a:moveTo>
                      <a:pt x="2502" y="3789"/>
                    </a:moveTo>
                    <a:cubicBezTo>
                      <a:pt x="2536" y="3789"/>
                      <a:pt x="2571" y="3797"/>
                      <a:pt x="2597" y="3811"/>
                    </a:cubicBezTo>
                    <a:lnTo>
                      <a:pt x="2631" y="3834"/>
                    </a:lnTo>
                    <a:cubicBezTo>
                      <a:pt x="2683" y="3861"/>
                      <a:pt x="2683" y="3911"/>
                      <a:pt x="2624" y="3941"/>
                    </a:cubicBezTo>
                    <a:lnTo>
                      <a:pt x="2402" y="4077"/>
                    </a:lnTo>
                    <a:cubicBezTo>
                      <a:pt x="2373" y="4092"/>
                      <a:pt x="2339" y="4099"/>
                      <a:pt x="2305" y="4099"/>
                    </a:cubicBezTo>
                    <a:cubicBezTo>
                      <a:pt x="2271" y="4099"/>
                      <a:pt x="2237" y="4092"/>
                      <a:pt x="2208" y="4077"/>
                    </a:cubicBezTo>
                    <a:lnTo>
                      <a:pt x="2179" y="4056"/>
                    </a:lnTo>
                    <a:cubicBezTo>
                      <a:pt x="2122" y="4027"/>
                      <a:pt x="2129" y="3977"/>
                      <a:pt x="2179" y="3948"/>
                    </a:cubicBezTo>
                    <a:lnTo>
                      <a:pt x="2409" y="3811"/>
                    </a:lnTo>
                    <a:cubicBezTo>
                      <a:pt x="2434" y="3797"/>
                      <a:pt x="2468" y="3789"/>
                      <a:pt x="2502" y="3789"/>
                    </a:cubicBezTo>
                    <a:close/>
                    <a:moveTo>
                      <a:pt x="6200" y="3711"/>
                    </a:moveTo>
                    <a:cubicBezTo>
                      <a:pt x="6233" y="3711"/>
                      <a:pt x="6265" y="3718"/>
                      <a:pt x="6290" y="3732"/>
                    </a:cubicBezTo>
                    <a:lnTo>
                      <a:pt x="6513" y="3861"/>
                    </a:lnTo>
                    <a:cubicBezTo>
                      <a:pt x="6564" y="3891"/>
                      <a:pt x="6564" y="3941"/>
                      <a:pt x="6513" y="3970"/>
                    </a:cubicBezTo>
                    <a:lnTo>
                      <a:pt x="6290" y="4099"/>
                    </a:lnTo>
                    <a:cubicBezTo>
                      <a:pt x="6265" y="4113"/>
                      <a:pt x="6231" y="4120"/>
                      <a:pt x="6197" y="4120"/>
                    </a:cubicBezTo>
                    <a:cubicBezTo>
                      <a:pt x="6163" y="4120"/>
                      <a:pt x="6129" y="4113"/>
                      <a:pt x="6104" y="4099"/>
                    </a:cubicBezTo>
                    <a:lnTo>
                      <a:pt x="5888" y="3970"/>
                    </a:lnTo>
                    <a:cubicBezTo>
                      <a:pt x="5831" y="3941"/>
                      <a:pt x="5831" y="3891"/>
                      <a:pt x="5888" y="3861"/>
                    </a:cubicBezTo>
                    <a:lnTo>
                      <a:pt x="6104" y="3732"/>
                    </a:lnTo>
                    <a:cubicBezTo>
                      <a:pt x="6132" y="3718"/>
                      <a:pt x="6166" y="3711"/>
                      <a:pt x="6200" y="3711"/>
                    </a:cubicBezTo>
                    <a:close/>
                    <a:moveTo>
                      <a:pt x="4134" y="3761"/>
                    </a:moveTo>
                    <a:cubicBezTo>
                      <a:pt x="4168" y="3761"/>
                      <a:pt x="4202" y="3768"/>
                      <a:pt x="4227" y="3782"/>
                    </a:cubicBezTo>
                    <a:lnTo>
                      <a:pt x="4465" y="3920"/>
                    </a:lnTo>
                    <a:cubicBezTo>
                      <a:pt x="4515" y="3954"/>
                      <a:pt x="4515" y="3998"/>
                      <a:pt x="4465" y="4034"/>
                    </a:cubicBezTo>
                    <a:lnTo>
                      <a:pt x="4256" y="4156"/>
                    </a:lnTo>
                    <a:cubicBezTo>
                      <a:pt x="4228" y="4171"/>
                      <a:pt x="4194" y="4178"/>
                      <a:pt x="4160" y="4178"/>
                    </a:cubicBezTo>
                    <a:cubicBezTo>
                      <a:pt x="4127" y="4178"/>
                      <a:pt x="4095" y="4171"/>
                      <a:pt x="4070" y="4156"/>
                    </a:cubicBezTo>
                    <a:lnTo>
                      <a:pt x="3825" y="4013"/>
                    </a:lnTo>
                    <a:cubicBezTo>
                      <a:pt x="3775" y="3984"/>
                      <a:pt x="3775" y="3934"/>
                      <a:pt x="3832" y="3904"/>
                    </a:cubicBezTo>
                    <a:lnTo>
                      <a:pt x="4041" y="3782"/>
                    </a:lnTo>
                    <a:cubicBezTo>
                      <a:pt x="4066" y="3768"/>
                      <a:pt x="4100" y="3761"/>
                      <a:pt x="4134" y="3761"/>
                    </a:cubicBezTo>
                    <a:close/>
                    <a:moveTo>
                      <a:pt x="4982" y="3862"/>
                    </a:moveTo>
                    <a:cubicBezTo>
                      <a:pt x="5017" y="3862"/>
                      <a:pt x="5051" y="3869"/>
                      <a:pt x="5076" y="3884"/>
                    </a:cubicBezTo>
                    <a:lnTo>
                      <a:pt x="5284" y="4006"/>
                    </a:lnTo>
                    <a:cubicBezTo>
                      <a:pt x="5334" y="4034"/>
                      <a:pt x="5334" y="4084"/>
                      <a:pt x="5284" y="4113"/>
                    </a:cubicBezTo>
                    <a:lnTo>
                      <a:pt x="5046" y="4249"/>
                    </a:lnTo>
                    <a:cubicBezTo>
                      <a:pt x="5018" y="4264"/>
                      <a:pt x="4984" y="4271"/>
                      <a:pt x="4951" y="4271"/>
                    </a:cubicBezTo>
                    <a:cubicBezTo>
                      <a:pt x="4917" y="4271"/>
                      <a:pt x="4885" y="4264"/>
                      <a:pt x="4860" y="4249"/>
                    </a:cubicBezTo>
                    <a:lnTo>
                      <a:pt x="4644" y="4127"/>
                    </a:lnTo>
                    <a:cubicBezTo>
                      <a:pt x="4594" y="4099"/>
                      <a:pt x="4594" y="4049"/>
                      <a:pt x="4644" y="4020"/>
                    </a:cubicBezTo>
                    <a:lnTo>
                      <a:pt x="4889" y="3884"/>
                    </a:lnTo>
                    <a:cubicBezTo>
                      <a:pt x="4914" y="3869"/>
                      <a:pt x="4948" y="3862"/>
                      <a:pt x="4982" y="3862"/>
                    </a:cubicBezTo>
                    <a:close/>
                    <a:moveTo>
                      <a:pt x="2809" y="3970"/>
                    </a:moveTo>
                    <a:cubicBezTo>
                      <a:pt x="2842" y="3970"/>
                      <a:pt x="2876" y="3977"/>
                      <a:pt x="2905" y="3991"/>
                    </a:cubicBezTo>
                    <a:lnTo>
                      <a:pt x="3114" y="4113"/>
                    </a:lnTo>
                    <a:cubicBezTo>
                      <a:pt x="3164" y="4142"/>
                      <a:pt x="3164" y="4193"/>
                      <a:pt x="3114" y="4222"/>
                    </a:cubicBezTo>
                    <a:lnTo>
                      <a:pt x="2883" y="4358"/>
                    </a:lnTo>
                    <a:cubicBezTo>
                      <a:pt x="2858" y="4372"/>
                      <a:pt x="2824" y="4379"/>
                      <a:pt x="2790" y="4379"/>
                    </a:cubicBezTo>
                    <a:cubicBezTo>
                      <a:pt x="2756" y="4379"/>
                      <a:pt x="2722" y="4372"/>
                      <a:pt x="2697" y="4358"/>
                    </a:cubicBezTo>
                    <a:lnTo>
                      <a:pt x="2481" y="4236"/>
                    </a:lnTo>
                    <a:cubicBezTo>
                      <a:pt x="2431" y="4206"/>
                      <a:pt x="2431" y="4156"/>
                      <a:pt x="2488" y="4127"/>
                    </a:cubicBezTo>
                    <a:lnTo>
                      <a:pt x="2717" y="3991"/>
                    </a:lnTo>
                    <a:cubicBezTo>
                      <a:pt x="2743" y="3977"/>
                      <a:pt x="2776" y="3970"/>
                      <a:pt x="2809" y="3970"/>
                    </a:cubicBezTo>
                    <a:close/>
                    <a:moveTo>
                      <a:pt x="5709" y="3993"/>
                    </a:moveTo>
                    <a:cubicBezTo>
                      <a:pt x="5743" y="3993"/>
                      <a:pt x="5777" y="4002"/>
                      <a:pt x="5802" y="4020"/>
                    </a:cubicBezTo>
                    <a:lnTo>
                      <a:pt x="6024" y="4142"/>
                    </a:lnTo>
                    <a:cubicBezTo>
                      <a:pt x="6074" y="4170"/>
                      <a:pt x="6074" y="4222"/>
                      <a:pt x="6024" y="4249"/>
                    </a:cubicBezTo>
                    <a:lnTo>
                      <a:pt x="5838" y="4358"/>
                    </a:lnTo>
                    <a:cubicBezTo>
                      <a:pt x="5813" y="4372"/>
                      <a:pt x="5779" y="4379"/>
                      <a:pt x="5745" y="4379"/>
                    </a:cubicBezTo>
                    <a:cubicBezTo>
                      <a:pt x="5710" y="4379"/>
                      <a:pt x="5676" y="4372"/>
                      <a:pt x="5650" y="4358"/>
                    </a:cubicBezTo>
                    <a:lnTo>
                      <a:pt x="5428" y="4236"/>
                    </a:lnTo>
                    <a:cubicBezTo>
                      <a:pt x="5378" y="4199"/>
                      <a:pt x="5378" y="4156"/>
                      <a:pt x="5428" y="4127"/>
                    </a:cubicBezTo>
                    <a:lnTo>
                      <a:pt x="5616" y="4020"/>
                    </a:lnTo>
                    <a:cubicBezTo>
                      <a:pt x="5641" y="4002"/>
                      <a:pt x="5675" y="3993"/>
                      <a:pt x="5709" y="3993"/>
                    </a:cubicBezTo>
                    <a:close/>
                    <a:moveTo>
                      <a:pt x="2000" y="4077"/>
                    </a:moveTo>
                    <a:cubicBezTo>
                      <a:pt x="2034" y="4077"/>
                      <a:pt x="2068" y="4085"/>
                      <a:pt x="2093" y="4099"/>
                    </a:cubicBezTo>
                    <a:lnTo>
                      <a:pt x="2129" y="4120"/>
                    </a:lnTo>
                    <a:cubicBezTo>
                      <a:pt x="2179" y="4149"/>
                      <a:pt x="2179" y="4199"/>
                      <a:pt x="2129" y="4229"/>
                    </a:cubicBezTo>
                    <a:lnTo>
                      <a:pt x="1891" y="4372"/>
                    </a:lnTo>
                    <a:cubicBezTo>
                      <a:pt x="1863" y="4387"/>
                      <a:pt x="1829" y="4394"/>
                      <a:pt x="1795" y="4394"/>
                    </a:cubicBezTo>
                    <a:cubicBezTo>
                      <a:pt x="1762" y="4394"/>
                      <a:pt x="1730" y="4387"/>
                      <a:pt x="1705" y="4372"/>
                    </a:cubicBezTo>
                    <a:lnTo>
                      <a:pt x="1669" y="4351"/>
                    </a:lnTo>
                    <a:cubicBezTo>
                      <a:pt x="1618" y="4322"/>
                      <a:pt x="1618" y="4272"/>
                      <a:pt x="1669" y="4243"/>
                    </a:cubicBezTo>
                    <a:lnTo>
                      <a:pt x="1907" y="4099"/>
                    </a:lnTo>
                    <a:cubicBezTo>
                      <a:pt x="1932" y="4085"/>
                      <a:pt x="1966" y="4077"/>
                      <a:pt x="2000" y="4077"/>
                    </a:cubicBezTo>
                    <a:close/>
                    <a:moveTo>
                      <a:pt x="3652" y="4041"/>
                    </a:moveTo>
                    <a:cubicBezTo>
                      <a:pt x="3686" y="4041"/>
                      <a:pt x="3721" y="4048"/>
                      <a:pt x="3746" y="4063"/>
                    </a:cubicBezTo>
                    <a:lnTo>
                      <a:pt x="3984" y="4199"/>
                    </a:lnTo>
                    <a:cubicBezTo>
                      <a:pt x="4034" y="4229"/>
                      <a:pt x="4034" y="4279"/>
                      <a:pt x="3984" y="4308"/>
                    </a:cubicBezTo>
                    <a:lnTo>
                      <a:pt x="3761" y="4437"/>
                    </a:lnTo>
                    <a:cubicBezTo>
                      <a:pt x="3735" y="4451"/>
                      <a:pt x="3701" y="4458"/>
                      <a:pt x="3666" y="4458"/>
                    </a:cubicBezTo>
                    <a:cubicBezTo>
                      <a:pt x="3632" y="4458"/>
                      <a:pt x="3598" y="4451"/>
                      <a:pt x="3573" y="4437"/>
                    </a:cubicBezTo>
                    <a:lnTo>
                      <a:pt x="3337" y="4299"/>
                    </a:lnTo>
                    <a:cubicBezTo>
                      <a:pt x="3287" y="4272"/>
                      <a:pt x="3287" y="4222"/>
                      <a:pt x="3337" y="4193"/>
                    </a:cubicBezTo>
                    <a:lnTo>
                      <a:pt x="3559" y="4063"/>
                    </a:lnTo>
                    <a:cubicBezTo>
                      <a:pt x="3584" y="4048"/>
                      <a:pt x="3618" y="4041"/>
                      <a:pt x="3652" y="4041"/>
                    </a:cubicBezTo>
                    <a:close/>
                    <a:moveTo>
                      <a:pt x="4472" y="4157"/>
                    </a:moveTo>
                    <a:cubicBezTo>
                      <a:pt x="4506" y="4157"/>
                      <a:pt x="4540" y="4164"/>
                      <a:pt x="4565" y="4179"/>
                    </a:cubicBezTo>
                    <a:lnTo>
                      <a:pt x="4774" y="4299"/>
                    </a:lnTo>
                    <a:cubicBezTo>
                      <a:pt x="4824" y="4329"/>
                      <a:pt x="4824" y="4379"/>
                      <a:pt x="4774" y="4408"/>
                    </a:cubicBezTo>
                    <a:lnTo>
                      <a:pt x="4558" y="4531"/>
                    </a:lnTo>
                    <a:cubicBezTo>
                      <a:pt x="4533" y="4544"/>
                      <a:pt x="4501" y="4551"/>
                      <a:pt x="4468" y="4551"/>
                    </a:cubicBezTo>
                    <a:cubicBezTo>
                      <a:pt x="4434" y="4551"/>
                      <a:pt x="4400" y="4544"/>
                      <a:pt x="4372" y="4531"/>
                    </a:cubicBezTo>
                    <a:lnTo>
                      <a:pt x="4163" y="4408"/>
                    </a:lnTo>
                    <a:cubicBezTo>
                      <a:pt x="4113" y="4379"/>
                      <a:pt x="4113" y="4329"/>
                      <a:pt x="4163" y="4299"/>
                    </a:cubicBezTo>
                    <a:lnTo>
                      <a:pt x="4379" y="4179"/>
                    </a:lnTo>
                    <a:cubicBezTo>
                      <a:pt x="4404" y="4164"/>
                      <a:pt x="4438" y="4157"/>
                      <a:pt x="4472" y="4157"/>
                    </a:cubicBezTo>
                    <a:close/>
                    <a:moveTo>
                      <a:pt x="1489" y="4372"/>
                    </a:moveTo>
                    <a:cubicBezTo>
                      <a:pt x="1523" y="4372"/>
                      <a:pt x="1557" y="4380"/>
                      <a:pt x="1582" y="4394"/>
                    </a:cubicBezTo>
                    <a:lnTo>
                      <a:pt x="1618" y="4415"/>
                    </a:lnTo>
                    <a:cubicBezTo>
                      <a:pt x="1669" y="4444"/>
                      <a:pt x="1669" y="4494"/>
                      <a:pt x="1618" y="4524"/>
                    </a:cubicBezTo>
                    <a:lnTo>
                      <a:pt x="1410" y="4644"/>
                    </a:lnTo>
                    <a:cubicBezTo>
                      <a:pt x="1381" y="4659"/>
                      <a:pt x="1347" y="4666"/>
                      <a:pt x="1313" y="4666"/>
                    </a:cubicBezTo>
                    <a:cubicBezTo>
                      <a:pt x="1279" y="4666"/>
                      <a:pt x="1245" y="4659"/>
                      <a:pt x="1217" y="4644"/>
                    </a:cubicBezTo>
                    <a:lnTo>
                      <a:pt x="1187" y="4624"/>
                    </a:lnTo>
                    <a:cubicBezTo>
                      <a:pt x="1130" y="4594"/>
                      <a:pt x="1130" y="4551"/>
                      <a:pt x="1187" y="4515"/>
                    </a:cubicBezTo>
                    <a:lnTo>
                      <a:pt x="1396" y="4394"/>
                    </a:lnTo>
                    <a:cubicBezTo>
                      <a:pt x="1421" y="4380"/>
                      <a:pt x="1455" y="4372"/>
                      <a:pt x="1489" y="4372"/>
                    </a:cubicBezTo>
                    <a:close/>
                    <a:moveTo>
                      <a:pt x="5252" y="4257"/>
                    </a:moveTo>
                    <a:cubicBezTo>
                      <a:pt x="5286" y="4257"/>
                      <a:pt x="5320" y="4264"/>
                      <a:pt x="5348" y="4279"/>
                    </a:cubicBezTo>
                    <a:lnTo>
                      <a:pt x="5564" y="4408"/>
                    </a:lnTo>
                    <a:cubicBezTo>
                      <a:pt x="5616" y="4437"/>
                      <a:pt x="5616" y="4488"/>
                      <a:pt x="5564" y="4515"/>
                    </a:cubicBezTo>
                    <a:lnTo>
                      <a:pt x="5327" y="4653"/>
                    </a:lnTo>
                    <a:cubicBezTo>
                      <a:pt x="5302" y="4667"/>
                      <a:pt x="5268" y="4674"/>
                      <a:pt x="5234" y="4674"/>
                    </a:cubicBezTo>
                    <a:cubicBezTo>
                      <a:pt x="5200" y="4674"/>
                      <a:pt x="5166" y="4667"/>
                      <a:pt x="5141" y="4653"/>
                    </a:cubicBezTo>
                    <a:lnTo>
                      <a:pt x="4917" y="4531"/>
                    </a:lnTo>
                    <a:cubicBezTo>
                      <a:pt x="4867" y="4494"/>
                      <a:pt x="4867" y="4451"/>
                      <a:pt x="4917" y="4415"/>
                    </a:cubicBezTo>
                    <a:lnTo>
                      <a:pt x="5162" y="4279"/>
                    </a:lnTo>
                    <a:cubicBezTo>
                      <a:pt x="5187" y="4264"/>
                      <a:pt x="5219" y="4257"/>
                      <a:pt x="5252" y="4257"/>
                    </a:cubicBezTo>
                    <a:close/>
                    <a:moveTo>
                      <a:pt x="3162" y="4322"/>
                    </a:moveTo>
                    <a:cubicBezTo>
                      <a:pt x="3195" y="4322"/>
                      <a:pt x="3229" y="4329"/>
                      <a:pt x="3257" y="4343"/>
                    </a:cubicBezTo>
                    <a:lnTo>
                      <a:pt x="3494" y="4488"/>
                    </a:lnTo>
                    <a:cubicBezTo>
                      <a:pt x="3545" y="4515"/>
                      <a:pt x="3545" y="4567"/>
                      <a:pt x="3494" y="4594"/>
                    </a:cubicBezTo>
                    <a:lnTo>
                      <a:pt x="3264" y="4724"/>
                    </a:lnTo>
                    <a:cubicBezTo>
                      <a:pt x="3236" y="4739"/>
                      <a:pt x="3202" y="4746"/>
                      <a:pt x="3169" y="4746"/>
                    </a:cubicBezTo>
                    <a:cubicBezTo>
                      <a:pt x="3135" y="4746"/>
                      <a:pt x="3103" y="4739"/>
                      <a:pt x="3078" y="4724"/>
                    </a:cubicBezTo>
                    <a:lnTo>
                      <a:pt x="2833" y="4588"/>
                    </a:lnTo>
                    <a:cubicBezTo>
                      <a:pt x="2783" y="4558"/>
                      <a:pt x="2783" y="4508"/>
                      <a:pt x="2840" y="4481"/>
                    </a:cubicBezTo>
                    <a:lnTo>
                      <a:pt x="3071" y="4343"/>
                    </a:lnTo>
                    <a:cubicBezTo>
                      <a:pt x="3096" y="4329"/>
                      <a:pt x="3128" y="4322"/>
                      <a:pt x="3162" y="4322"/>
                    </a:cubicBezTo>
                    <a:close/>
                    <a:moveTo>
                      <a:pt x="3991" y="4431"/>
                    </a:moveTo>
                    <a:cubicBezTo>
                      <a:pt x="4025" y="4431"/>
                      <a:pt x="4059" y="4440"/>
                      <a:pt x="4084" y="4458"/>
                    </a:cubicBezTo>
                    <a:lnTo>
                      <a:pt x="4292" y="4581"/>
                    </a:lnTo>
                    <a:cubicBezTo>
                      <a:pt x="4342" y="4610"/>
                      <a:pt x="4342" y="4660"/>
                      <a:pt x="4292" y="4688"/>
                    </a:cubicBezTo>
                    <a:lnTo>
                      <a:pt x="4070" y="4810"/>
                    </a:lnTo>
                    <a:cubicBezTo>
                      <a:pt x="4045" y="4828"/>
                      <a:pt x="4011" y="4837"/>
                      <a:pt x="3977" y="4837"/>
                    </a:cubicBezTo>
                    <a:cubicBezTo>
                      <a:pt x="3942" y="4837"/>
                      <a:pt x="3908" y="4828"/>
                      <a:pt x="3882" y="4810"/>
                    </a:cubicBezTo>
                    <a:lnTo>
                      <a:pt x="3675" y="4688"/>
                    </a:lnTo>
                    <a:cubicBezTo>
                      <a:pt x="3623" y="4660"/>
                      <a:pt x="3623" y="4610"/>
                      <a:pt x="3675" y="4581"/>
                    </a:cubicBezTo>
                    <a:lnTo>
                      <a:pt x="3897" y="4458"/>
                    </a:lnTo>
                    <a:cubicBezTo>
                      <a:pt x="3922" y="4440"/>
                      <a:pt x="3956" y="4431"/>
                      <a:pt x="3991" y="4431"/>
                    </a:cubicBezTo>
                    <a:close/>
                    <a:moveTo>
                      <a:pt x="2309" y="4257"/>
                    </a:moveTo>
                    <a:cubicBezTo>
                      <a:pt x="2343" y="4257"/>
                      <a:pt x="2377" y="4264"/>
                      <a:pt x="2402" y="4279"/>
                    </a:cubicBezTo>
                    <a:lnTo>
                      <a:pt x="2617" y="4401"/>
                    </a:lnTo>
                    <a:cubicBezTo>
                      <a:pt x="2667" y="4437"/>
                      <a:pt x="2667" y="4481"/>
                      <a:pt x="2610" y="4515"/>
                    </a:cubicBezTo>
                    <a:lnTo>
                      <a:pt x="1891" y="4933"/>
                    </a:lnTo>
                    <a:cubicBezTo>
                      <a:pt x="1866" y="4947"/>
                      <a:pt x="1832" y="4955"/>
                      <a:pt x="1798" y="4955"/>
                    </a:cubicBezTo>
                    <a:cubicBezTo>
                      <a:pt x="1764" y="4955"/>
                      <a:pt x="1730" y="4947"/>
                      <a:pt x="1705" y="4933"/>
                    </a:cubicBezTo>
                    <a:lnTo>
                      <a:pt x="1489" y="4803"/>
                    </a:lnTo>
                    <a:cubicBezTo>
                      <a:pt x="1439" y="4774"/>
                      <a:pt x="1439" y="4724"/>
                      <a:pt x="1496" y="4696"/>
                    </a:cubicBezTo>
                    <a:lnTo>
                      <a:pt x="2215" y="4279"/>
                    </a:lnTo>
                    <a:cubicBezTo>
                      <a:pt x="2240" y="4264"/>
                      <a:pt x="2274" y="4257"/>
                      <a:pt x="2309" y="4257"/>
                    </a:cubicBezTo>
                    <a:close/>
                    <a:moveTo>
                      <a:pt x="4745" y="4552"/>
                    </a:moveTo>
                    <a:cubicBezTo>
                      <a:pt x="4779" y="4552"/>
                      <a:pt x="4813" y="4559"/>
                      <a:pt x="4839" y="4574"/>
                    </a:cubicBezTo>
                    <a:lnTo>
                      <a:pt x="5055" y="4703"/>
                    </a:lnTo>
                    <a:cubicBezTo>
                      <a:pt x="5105" y="4731"/>
                      <a:pt x="5105" y="4783"/>
                      <a:pt x="5055" y="4810"/>
                    </a:cubicBezTo>
                    <a:lnTo>
                      <a:pt x="4846" y="4933"/>
                    </a:lnTo>
                    <a:cubicBezTo>
                      <a:pt x="4821" y="4947"/>
                      <a:pt x="4787" y="4955"/>
                      <a:pt x="4753" y="4955"/>
                    </a:cubicBezTo>
                    <a:cubicBezTo>
                      <a:pt x="4719" y="4955"/>
                      <a:pt x="4684" y="4947"/>
                      <a:pt x="4658" y="4933"/>
                    </a:cubicBezTo>
                    <a:lnTo>
                      <a:pt x="4436" y="4803"/>
                    </a:lnTo>
                    <a:cubicBezTo>
                      <a:pt x="4386" y="4774"/>
                      <a:pt x="4386" y="4724"/>
                      <a:pt x="4436" y="4696"/>
                    </a:cubicBezTo>
                    <a:lnTo>
                      <a:pt x="4651" y="4574"/>
                    </a:lnTo>
                    <a:cubicBezTo>
                      <a:pt x="4676" y="4559"/>
                      <a:pt x="4710" y="4552"/>
                      <a:pt x="4745" y="4552"/>
                    </a:cubicBezTo>
                    <a:close/>
                    <a:moveTo>
                      <a:pt x="8101" y="3179"/>
                    </a:moveTo>
                    <a:cubicBezTo>
                      <a:pt x="8136" y="3179"/>
                      <a:pt x="8170" y="3186"/>
                      <a:pt x="8195" y="3201"/>
                    </a:cubicBezTo>
                    <a:lnTo>
                      <a:pt x="8410" y="3330"/>
                    </a:lnTo>
                    <a:cubicBezTo>
                      <a:pt x="8462" y="3359"/>
                      <a:pt x="8462" y="3409"/>
                      <a:pt x="8410" y="3437"/>
                    </a:cubicBezTo>
                    <a:lnTo>
                      <a:pt x="5816" y="4939"/>
                    </a:lnTo>
                    <a:cubicBezTo>
                      <a:pt x="5787" y="4954"/>
                      <a:pt x="5753" y="4961"/>
                      <a:pt x="5720" y="4961"/>
                    </a:cubicBezTo>
                    <a:cubicBezTo>
                      <a:pt x="5687" y="4961"/>
                      <a:pt x="5654" y="4954"/>
                      <a:pt x="5629" y="4939"/>
                    </a:cubicBezTo>
                    <a:lnTo>
                      <a:pt x="5407" y="4810"/>
                    </a:lnTo>
                    <a:cubicBezTo>
                      <a:pt x="5357" y="4783"/>
                      <a:pt x="5357" y="4731"/>
                      <a:pt x="5407" y="4703"/>
                    </a:cubicBezTo>
                    <a:lnTo>
                      <a:pt x="8008" y="3201"/>
                    </a:lnTo>
                    <a:cubicBezTo>
                      <a:pt x="8033" y="3186"/>
                      <a:pt x="8067" y="3179"/>
                      <a:pt x="8101" y="3179"/>
                    </a:cubicBezTo>
                    <a:close/>
                    <a:moveTo>
                      <a:pt x="1008" y="4652"/>
                    </a:moveTo>
                    <a:cubicBezTo>
                      <a:pt x="1042" y="4652"/>
                      <a:pt x="1076" y="4659"/>
                      <a:pt x="1101" y="4674"/>
                    </a:cubicBezTo>
                    <a:lnTo>
                      <a:pt x="1137" y="4696"/>
                    </a:lnTo>
                    <a:cubicBezTo>
                      <a:pt x="1187" y="4724"/>
                      <a:pt x="1187" y="4774"/>
                      <a:pt x="1137" y="4803"/>
                    </a:cubicBezTo>
                    <a:lnTo>
                      <a:pt x="872" y="4955"/>
                    </a:lnTo>
                    <a:cubicBezTo>
                      <a:pt x="846" y="4969"/>
                      <a:pt x="811" y="4976"/>
                      <a:pt x="777" y="4976"/>
                    </a:cubicBezTo>
                    <a:cubicBezTo>
                      <a:pt x="743" y="4976"/>
                      <a:pt x="708" y="4969"/>
                      <a:pt x="683" y="4955"/>
                    </a:cubicBezTo>
                    <a:lnTo>
                      <a:pt x="647" y="4933"/>
                    </a:lnTo>
                    <a:cubicBezTo>
                      <a:pt x="597" y="4903"/>
                      <a:pt x="597" y="4853"/>
                      <a:pt x="647" y="4826"/>
                    </a:cubicBezTo>
                    <a:lnTo>
                      <a:pt x="915" y="4674"/>
                    </a:lnTo>
                    <a:cubicBezTo>
                      <a:pt x="940" y="4659"/>
                      <a:pt x="974" y="4652"/>
                      <a:pt x="1008" y="4652"/>
                    </a:cubicBezTo>
                    <a:close/>
                    <a:moveTo>
                      <a:pt x="5234" y="4839"/>
                    </a:moveTo>
                    <a:cubicBezTo>
                      <a:pt x="5268" y="4839"/>
                      <a:pt x="5302" y="4846"/>
                      <a:pt x="5327" y="4860"/>
                    </a:cubicBezTo>
                    <a:lnTo>
                      <a:pt x="5543" y="4983"/>
                    </a:lnTo>
                    <a:cubicBezTo>
                      <a:pt x="5593" y="5012"/>
                      <a:pt x="5593" y="5062"/>
                      <a:pt x="5543" y="5091"/>
                    </a:cubicBezTo>
                    <a:lnTo>
                      <a:pt x="5327" y="5214"/>
                    </a:lnTo>
                    <a:cubicBezTo>
                      <a:pt x="5302" y="5231"/>
                      <a:pt x="5270" y="5240"/>
                      <a:pt x="5237" y="5240"/>
                    </a:cubicBezTo>
                    <a:cubicBezTo>
                      <a:pt x="5204" y="5240"/>
                      <a:pt x="5170" y="5231"/>
                      <a:pt x="5141" y="5214"/>
                    </a:cubicBezTo>
                    <a:lnTo>
                      <a:pt x="4926" y="5091"/>
                    </a:lnTo>
                    <a:cubicBezTo>
                      <a:pt x="4874" y="5062"/>
                      <a:pt x="4874" y="5012"/>
                      <a:pt x="4926" y="4983"/>
                    </a:cubicBezTo>
                    <a:lnTo>
                      <a:pt x="5141" y="4860"/>
                    </a:lnTo>
                    <a:cubicBezTo>
                      <a:pt x="5166" y="4846"/>
                      <a:pt x="5200" y="4839"/>
                      <a:pt x="5234" y="4839"/>
                    </a:cubicBezTo>
                    <a:close/>
                    <a:moveTo>
                      <a:pt x="2660" y="4610"/>
                    </a:moveTo>
                    <a:cubicBezTo>
                      <a:pt x="2695" y="4610"/>
                      <a:pt x="2729" y="4619"/>
                      <a:pt x="2754" y="4638"/>
                    </a:cubicBezTo>
                    <a:lnTo>
                      <a:pt x="2992" y="4774"/>
                    </a:lnTo>
                    <a:cubicBezTo>
                      <a:pt x="3042" y="4803"/>
                      <a:pt x="3042" y="4853"/>
                      <a:pt x="2992" y="4883"/>
                    </a:cubicBezTo>
                    <a:lnTo>
                      <a:pt x="2402" y="5221"/>
                    </a:lnTo>
                    <a:cubicBezTo>
                      <a:pt x="2373" y="5239"/>
                      <a:pt x="2339" y="5248"/>
                      <a:pt x="2305" y="5248"/>
                    </a:cubicBezTo>
                    <a:cubicBezTo>
                      <a:pt x="2271" y="5248"/>
                      <a:pt x="2237" y="5239"/>
                      <a:pt x="2208" y="5221"/>
                    </a:cubicBezTo>
                    <a:lnTo>
                      <a:pt x="1970" y="5084"/>
                    </a:lnTo>
                    <a:cubicBezTo>
                      <a:pt x="1920" y="5055"/>
                      <a:pt x="1920" y="5005"/>
                      <a:pt x="1970" y="4976"/>
                    </a:cubicBezTo>
                    <a:lnTo>
                      <a:pt x="2567" y="4638"/>
                    </a:lnTo>
                    <a:cubicBezTo>
                      <a:pt x="2592" y="4619"/>
                      <a:pt x="2626" y="4610"/>
                      <a:pt x="2660" y="4610"/>
                    </a:cubicBezTo>
                    <a:close/>
                    <a:moveTo>
                      <a:pt x="1317" y="4833"/>
                    </a:moveTo>
                    <a:cubicBezTo>
                      <a:pt x="1351" y="4833"/>
                      <a:pt x="1385" y="4839"/>
                      <a:pt x="1410" y="4853"/>
                    </a:cubicBezTo>
                    <a:lnTo>
                      <a:pt x="1618" y="4976"/>
                    </a:lnTo>
                    <a:cubicBezTo>
                      <a:pt x="1675" y="5005"/>
                      <a:pt x="1675" y="5055"/>
                      <a:pt x="1618" y="5084"/>
                    </a:cubicBezTo>
                    <a:lnTo>
                      <a:pt x="1360" y="5234"/>
                    </a:lnTo>
                    <a:cubicBezTo>
                      <a:pt x="1335" y="5253"/>
                      <a:pt x="1301" y="5262"/>
                      <a:pt x="1267" y="5262"/>
                    </a:cubicBezTo>
                    <a:cubicBezTo>
                      <a:pt x="1232" y="5262"/>
                      <a:pt x="1198" y="5253"/>
                      <a:pt x="1173" y="5234"/>
                    </a:cubicBezTo>
                    <a:lnTo>
                      <a:pt x="958" y="5112"/>
                    </a:lnTo>
                    <a:cubicBezTo>
                      <a:pt x="906" y="5084"/>
                      <a:pt x="906" y="5033"/>
                      <a:pt x="958" y="5005"/>
                    </a:cubicBezTo>
                    <a:lnTo>
                      <a:pt x="1223" y="4853"/>
                    </a:lnTo>
                    <a:cubicBezTo>
                      <a:pt x="1248" y="4839"/>
                      <a:pt x="1283" y="4833"/>
                      <a:pt x="1317" y="4833"/>
                    </a:cubicBezTo>
                    <a:close/>
                    <a:moveTo>
                      <a:pt x="4749" y="5112"/>
                    </a:moveTo>
                    <a:cubicBezTo>
                      <a:pt x="4783" y="5112"/>
                      <a:pt x="4817" y="5120"/>
                      <a:pt x="4846" y="5134"/>
                    </a:cubicBezTo>
                    <a:lnTo>
                      <a:pt x="5062" y="5264"/>
                    </a:lnTo>
                    <a:cubicBezTo>
                      <a:pt x="5112" y="5291"/>
                      <a:pt x="5112" y="5343"/>
                      <a:pt x="5062" y="5371"/>
                    </a:cubicBezTo>
                    <a:lnTo>
                      <a:pt x="4867" y="5479"/>
                    </a:lnTo>
                    <a:cubicBezTo>
                      <a:pt x="4842" y="5498"/>
                      <a:pt x="4810" y="5507"/>
                      <a:pt x="4776" y="5507"/>
                    </a:cubicBezTo>
                    <a:cubicBezTo>
                      <a:pt x="4743" y="5507"/>
                      <a:pt x="4709" y="5498"/>
                      <a:pt x="4681" y="5479"/>
                    </a:cubicBezTo>
                    <a:lnTo>
                      <a:pt x="4465" y="5357"/>
                    </a:lnTo>
                    <a:cubicBezTo>
                      <a:pt x="4415" y="5328"/>
                      <a:pt x="4415" y="5278"/>
                      <a:pt x="4465" y="5248"/>
                    </a:cubicBezTo>
                    <a:lnTo>
                      <a:pt x="4651" y="5134"/>
                    </a:lnTo>
                    <a:cubicBezTo>
                      <a:pt x="4681" y="5120"/>
                      <a:pt x="4715" y="5112"/>
                      <a:pt x="4749" y="5112"/>
                    </a:cubicBezTo>
                    <a:close/>
                    <a:moveTo>
                      <a:pt x="4261" y="4833"/>
                    </a:moveTo>
                    <a:cubicBezTo>
                      <a:pt x="4294" y="4833"/>
                      <a:pt x="4328" y="4839"/>
                      <a:pt x="4356" y="4853"/>
                    </a:cubicBezTo>
                    <a:lnTo>
                      <a:pt x="4572" y="4983"/>
                    </a:lnTo>
                    <a:cubicBezTo>
                      <a:pt x="4624" y="5012"/>
                      <a:pt x="4624" y="5062"/>
                      <a:pt x="4572" y="5091"/>
                    </a:cubicBezTo>
                    <a:lnTo>
                      <a:pt x="3868" y="5493"/>
                    </a:lnTo>
                    <a:cubicBezTo>
                      <a:pt x="3843" y="5508"/>
                      <a:pt x="3811" y="5515"/>
                      <a:pt x="3777" y="5515"/>
                    </a:cubicBezTo>
                    <a:cubicBezTo>
                      <a:pt x="3744" y="5515"/>
                      <a:pt x="3710" y="5508"/>
                      <a:pt x="3682" y="5493"/>
                    </a:cubicBezTo>
                    <a:lnTo>
                      <a:pt x="3466" y="5364"/>
                    </a:lnTo>
                    <a:cubicBezTo>
                      <a:pt x="3416" y="5335"/>
                      <a:pt x="3416" y="5285"/>
                      <a:pt x="3466" y="5257"/>
                    </a:cubicBezTo>
                    <a:lnTo>
                      <a:pt x="4170" y="4853"/>
                    </a:lnTo>
                    <a:cubicBezTo>
                      <a:pt x="4195" y="4839"/>
                      <a:pt x="4227" y="4833"/>
                      <a:pt x="4261" y="4833"/>
                    </a:cubicBezTo>
                    <a:close/>
                    <a:moveTo>
                      <a:pt x="3494" y="4717"/>
                    </a:moveTo>
                    <a:cubicBezTo>
                      <a:pt x="3528" y="4717"/>
                      <a:pt x="3563" y="4725"/>
                      <a:pt x="3589" y="4739"/>
                    </a:cubicBezTo>
                    <a:lnTo>
                      <a:pt x="3804" y="4860"/>
                    </a:lnTo>
                    <a:cubicBezTo>
                      <a:pt x="3854" y="4889"/>
                      <a:pt x="3854" y="4939"/>
                      <a:pt x="3796" y="4969"/>
                    </a:cubicBezTo>
                    <a:lnTo>
                      <a:pt x="2876" y="5500"/>
                    </a:lnTo>
                    <a:cubicBezTo>
                      <a:pt x="2851" y="5515"/>
                      <a:pt x="2817" y="5522"/>
                      <a:pt x="2783" y="5522"/>
                    </a:cubicBezTo>
                    <a:cubicBezTo>
                      <a:pt x="2749" y="5522"/>
                      <a:pt x="2715" y="5515"/>
                      <a:pt x="2690" y="5500"/>
                    </a:cubicBezTo>
                    <a:lnTo>
                      <a:pt x="2481" y="5378"/>
                    </a:lnTo>
                    <a:cubicBezTo>
                      <a:pt x="2431" y="5350"/>
                      <a:pt x="2431" y="5300"/>
                      <a:pt x="2481" y="5271"/>
                    </a:cubicBezTo>
                    <a:lnTo>
                      <a:pt x="3401" y="4739"/>
                    </a:lnTo>
                    <a:cubicBezTo>
                      <a:pt x="3426" y="4725"/>
                      <a:pt x="3460" y="4717"/>
                      <a:pt x="3494" y="4717"/>
                    </a:cubicBezTo>
                    <a:close/>
                    <a:moveTo>
                      <a:pt x="1798" y="5112"/>
                    </a:moveTo>
                    <a:cubicBezTo>
                      <a:pt x="1832" y="5112"/>
                      <a:pt x="1866" y="5120"/>
                      <a:pt x="1891" y="5134"/>
                    </a:cubicBezTo>
                    <a:lnTo>
                      <a:pt x="2129" y="5271"/>
                    </a:lnTo>
                    <a:cubicBezTo>
                      <a:pt x="2179" y="5300"/>
                      <a:pt x="2179" y="5350"/>
                      <a:pt x="2129" y="5378"/>
                    </a:cubicBezTo>
                    <a:lnTo>
                      <a:pt x="1863" y="5529"/>
                    </a:lnTo>
                    <a:cubicBezTo>
                      <a:pt x="1838" y="5548"/>
                      <a:pt x="1803" y="5557"/>
                      <a:pt x="1769" y="5557"/>
                    </a:cubicBezTo>
                    <a:cubicBezTo>
                      <a:pt x="1735" y="5557"/>
                      <a:pt x="1700" y="5548"/>
                      <a:pt x="1675" y="5529"/>
                    </a:cubicBezTo>
                    <a:lnTo>
                      <a:pt x="1439" y="5393"/>
                    </a:lnTo>
                    <a:cubicBezTo>
                      <a:pt x="1389" y="5364"/>
                      <a:pt x="1389" y="5314"/>
                      <a:pt x="1439" y="5285"/>
                    </a:cubicBezTo>
                    <a:lnTo>
                      <a:pt x="1705" y="5134"/>
                    </a:lnTo>
                    <a:cubicBezTo>
                      <a:pt x="1730" y="5120"/>
                      <a:pt x="1764" y="5112"/>
                      <a:pt x="1798" y="5112"/>
                    </a:cubicBezTo>
                    <a:close/>
                    <a:moveTo>
                      <a:pt x="4288" y="5378"/>
                    </a:moveTo>
                    <a:cubicBezTo>
                      <a:pt x="4321" y="5378"/>
                      <a:pt x="4354" y="5385"/>
                      <a:pt x="4379" y="5400"/>
                    </a:cubicBezTo>
                    <a:lnTo>
                      <a:pt x="4601" y="5529"/>
                    </a:lnTo>
                    <a:cubicBezTo>
                      <a:pt x="4651" y="5559"/>
                      <a:pt x="4651" y="5609"/>
                      <a:pt x="4601" y="5636"/>
                    </a:cubicBezTo>
                    <a:lnTo>
                      <a:pt x="4356" y="5781"/>
                    </a:lnTo>
                    <a:cubicBezTo>
                      <a:pt x="4333" y="5794"/>
                      <a:pt x="4301" y="5801"/>
                      <a:pt x="4269" y="5801"/>
                    </a:cubicBezTo>
                    <a:cubicBezTo>
                      <a:pt x="4233" y="5801"/>
                      <a:pt x="4196" y="5793"/>
                      <a:pt x="4170" y="5774"/>
                    </a:cubicBezTo>
                    <a:lnTo>
                      <a:pt x="3954" y="5652"/>
                    </a:lnTo>
                    <a:cubicBezTo>
                      <a:pt x="3904" y="5623"/>
                      <a:pt x="3904" y="5573"/>
                      <a:pt x="3954" y="5543"/>
                    </a:cubicBezTo>
                    <a:lnTo>
                      <a:pt x="4192" y="5400"/>
                    </a:lnTo>
                    <a:cubicBezTo>
                      <a:pt x="4221" y="5385"/>
                      <a:pt x="4255" y="5378"/>
                      <a:pt x="4288" y="5378"/>
                    </a:cubicBezTo>
                    <a:close/>
                    <a:moveTo>
                      <a:pt x="3289" y="5393"/>
                    </a:moveTo>
                    <a:cubicBezTo>
                      <a:pt x="3322" y="5393"/>
                      <a:pt x="3355" y="5400"/>
                      <a:pt x="3380" y="5414"/>
                    </a:cubicBezTo>
                    <a:lnTo>
                      <a:pt x="3602" y="5543"/>
                    </a:lnTo>
                    <a:cubicBezTo>
                      <a:pt x="3652" y="5573"/>
                      <a:pt x="3652" y="5623"/>
                      <a:pt x="3602" y="5652"/>
                    </a:cubicBezTo>
                    <a:lnTo>
                      <a:pt x="3364" y="5788"/>
                    </a:lnTo>
                    <a:cubicBezTo>
                      <a:pt x="3339" y="5803"/>
                      <a:pt x="3305" y="5810"/>
                      <a:pt x="3271" y="5810"/>
                    </a:cubicBezTo>
                    <a:cubicBezTo>
                      <a:pt x="3237" y="5810"/>
                      <a:pt x="3203" y="5803"/>
                      <a:pt x="3178" y="5788"/>
                    </a:cubicBezTo>
                    <a:lnTo>
                      <a:pt x="2955" y="5659"/>
                    </a:lnTo>
                    <a:cubicBezTo>
                      <a:pt x="2905" y="5630"/>
                      <a:pt x="2905" y="5580"/>
                      <a:pt x="2962" y="5550"/>
                    </a:cubicBezTo>
                    <a:lnTo>
                      <a:pt x="3192" y="5414"/>
                    </a:lnTo>
                    <a:cubicBezTo>
                      <a:pt x="3221" y="5400"/>
                      <a:pt x="3256" y="5393"/>
                      <a:pt x="3289" y="5393"/>
                    </a:cubicBezTo>
                    <a:close/>
                    <a:moveTo>
                      <a:pt x="2302" y="5407"/>
                    </a:moveTo>
                    <a:cubicBezTo>
                      <a:pt x="2336" y="5407"/>
                      <a:pt x="2370" y="5415"/>
                      <a:pt x="2395" y="5429"/>
                    </a:cubicBezTo>
                    <a:lnTo>
                      <a:pt x="2610" y="5550"/>
                    </a:lnTo>
                    <a:cubicBezTo>
                      <a:pt x="2660" y="5580"/>
                      <a:pt x="2660" y="5630"/>
                      <a:pt x="2610" y="5659"/>
                    </a:cubicBezTo>
                    <a:lnTo>
                      <a:pt x="2345" y="5809"/>
                    </a:lnTo>
                    <a:cubicBezTo>
                      <a:pt x="2320" y="5824"/>
                      <a:pt x="2286" y="5831"/>
                      <a:pt x="2251" y="5831"/>
                    </a:cubicBezTo>
                    <a:cubicBezTo>
                      <a:pt x="2217" y="5831"/>
                      <a:pt x="2183" y="5824"/>
                      <a:pt x="2157" y="5809"/>
                    </a:cubicBezTo>
                    <a:lnTo>
                      <a:pt x="1950" y="5688"/>
                    </a:lnTo>
                    <a:cubicBezTo>
                      <a:pt x="1891" y="5659"/>
                      <a:pt x="1898" y="5609"/>
                      <a:pt x="1950" y="5580"/>
                    </a:cubicBezTo>
                    <a:lnTo>
                      <a:pt x="2208" y="5429"/>
                    </a:lnTo>
                    <a:cubicBezTo>
                      <a:pt x="2233" y="5415"/>
                      <a:pt x="2268" y="5407"/>
                      <a:pt x="2302" y="5407"/>
                    </a:cubicBezTo>
                    <a:close/>
                    <a:moveTo>
                      <a:pt x="3780" y="5674"/>
                    </a:moveTo>
                    <a:cubicBezTo>
                      <a:pt x="3813" y="5674"/>
                      <a:pt x="3844" y="5681"/>
                      <a:pt x="3868" y="5695"/>
                    </a:cubicBezTo>
                    <a:lnTo>
                      <a:pt x="4091" y="5824"/>
                    </a:lnTo>
                    <a:cubicBezTo>
                      <a:pt x="4141" y="5852"/>
                      <a:pt x="4141" y="5904"/>
                      <a:pt x="4091" y="5931"/>
                    </a:cubicBezTo>
                    <a:lnTo>
                      <a:pt x="3854" y="6068"/>
                    </a:lnTo>
                    <a:cubicBezTo>
                      <a:pt x="3829" y="6082"/>
                      <a:pt x="3795" y="6090"/>
                      <a:pt x="3761" y="6090"/>
                    </a:cubicBezTo>
                    <a:cubicBezTo>
                      <a:pt x="3727" y="6090"/>
                      <a:pt x="3692" y="6082"/>
                      <a:pt x="3666" y="6068"/>
                    </a:cubicBezTo>
                    <a:lnTo>
                      <a:pt x="3444" y="5938"/>
                    </a:lnTo>
                    <a:cubicBezTo>
                      <a:pt x="3394" y="5911"/>
                      <a:pt x="3394" y="5861"/>
                      <a:pt x="3451" y="5831"/>
                    </a:cubicBezTo>
                    <a:lnTo>
                      <a:pt x="3682" y="5702"/>
                    </a:lnTo>
                    <a:cubicBezTo>
                      <a:pt x="3708" y="5683"/>
                      <a:pt x="3744" y="5674"/>
                      <a:pt x="3780" y="5674"/>
                    </a:cubicBezTo>
                    <a:close/>
                    <a:moveTo>
                      <a:pt x="2783" y="5682"/>
                    </a:moveTo>
                    <a:cubicBezTo>
                      <a:pt x="2817" y="5682"/>
                      <a:pt x="2851" y="5691"/>
                      <a:pt x="2876" y="5709"/>
                    </a:cubicBezTo>
                    <a:lnTo>
                      <a:pt x="3099" y="5831"/>
                    </a:lnTo>
                    <a:cubicBezTo>
                      <a:pt x="3149" y="5861"/>
                      <a:pt x="3149" y="5911"/>
                      <a:pt x="3092" y="5938"/>
                    </a:cubicBezTo>
                    <a:lnTo>
                      <a:pt x="2833" y="6097"/>
                    </a:lnTo>
                    <a:cubicBezTo>
                      <a:pt x="2808" y="6112"/>
                      <a:pt x="2774" y="6119"/>
                      <a:pt x="2740" y="6119"/>
                    </a:cubicBezTo>
                    <a:cubicBezTo>
                      <a:pt x="2706" y="6119"/>
                      <a:pt x="2672" y="6112"/>
                      <a:pt x="2647" y="6097"/>
                    </a:cubicBezTo>
                    <a:lnTo>
                      <a:pt x="2424" y="5968"/>
                    </a:lnTo>
                    <a:cubicBezTo>
                      <a:pt x="2372" y="5938"/>
                      <a:pt x="2372" y="5888"/>
                      <a:pt x="2424" y="5861"/>
                    </a:cubicBezTo>
                    <a:lnTo>
                      <a:pt x="2690" y="5709"/>
                    </a:lnTo>
                    <a:cubicBezTo>
                      <a:pt x="2715" y="5691"/>
                      <a:pt x="2749" y="5682"/>
                      <a:pt x="2783" y="5682"/>
                    </a:cubicBezTo>
                    <a:close/>
                    <a:moveTo>
                      <a:pt x="8990" y="3299"/>
                    </a:moveTo>
                    <a:cubicBezTo>
                      <a:pt x="9015" y="3299"/>
                      <a:pt x="9040" y="3305"/>
                      <a:pt x="9057" y="3316"/>
                    </a:cubicBezTo>
                    <a:lnTo>
                      <a:pt x="10567" y="4193"/>
                    </a:lnTo>
                    <a:cubicBezTo>
                      <a:pt x="10610" y="4213"/>
                      <a:pt x="10610" y="4249"/>
                      <a:pt x="10567" y="4279"/>
                    </a:cubicBezTo>
                    <a:lnTo>
                      <a:pt x="9080" y="5134"/>
                    </a:lnTo>
                    <a:lnTo>
                      <a:pt x="7348" y="6133"/>
                    </a:lnTo>
                    <a:cubicBezTo>
                      <a:pt x="7329" y="6144"/>
                      <a:pt x="7304" y="6149"/>
                      <a:pt x="7279" y="6149"/>
                    </a:cubicBezTo>
                    <a:cubicBezTo>
                      <a:pt x="7254" y="6149"/>
                      <a:pt x="7229" y="6144"/>
                      <a:pt x="7211" y="6133"/>
                    </a:cubicBezTo>
                    <a:lnTo>
                      <a:pt x="6737" y="5861"/>
                    </a:lnTo>
                    <a:lnTo>
                      <a:pt x="5693" y="5257"/>
                    </a:lnTo>
                    <a:cubicBezTo>
                      <a:pt x="5659" y="5234"/>
                      <a:pt x="5659" y="5198"/>
                      <a:pt x="5702" y="5178"/>
                    </a:cubicBezTo>
                    <a:lnTo>
                      <a:pt x="8921" y="3316"/>
                    </a:lnTo>
                    <a:cubicBezTo>
                      <a:pt x="8939" y="3305"/>
                      <a:pt x="8964" y="3299"/>
                      <a:pt x="8990" y="3299"/>
                    </a:cubicBezTo>
                    <a:close/>
                    <a:moveTo>
                      <a:pt x="3271" y="5968"/>
                    </a:moveTo>
                    <a:cubicBezTo>
                      <a:pt x="3305" y="5968"/>
                      <a:pt x="3339" y="5975"/>
                      <a:pt x="3364" y="5990"/>
                    </a:cubicBezTo>
                    <a:lnTo>
                      <a:pt x="3580" y="6119"/>
                    </a:lnTo>
                    <a:cubicBezTo>
                      <a:pt x="3632" y="6147"/>
                      <a:pt x="3632" y="6197"/>
                      <a:pt x="3580" y="6226"/>
                    </a:cubicBezTo>
                    <a:lnTo>
                      <a:pt x="3321" y="6378"/>
                    </a:lnTo>
                    <a:cubicBezTo>
                      <a:pt x="3293" y="6392"/>
                      <a:pt x="3259" y="6399"/>
                      <a:pt x="3225" y="6399"/>
                    </a:cubicBezTo>
                    <a:cubicBezTo>
                      <a:pt x="3192" y="6399"/>
                      <a:pt x="3160" y="6392"/>
                      <a:pt x="3135" y="6378"/>
                    </a:cubicBezTo>
                    <a:lnTo>
                      <a:pt x="2912" y="6249"/>
                    </a:lnTo>
                    <a:cubicBezTo>
                      <a:pt x="2862" y="6220"/>
                      <a:pt x="2862" y="6169"/>
                      <a:pt x="2912" y="6140"/>
                    </a:cubicBezTo>
                    <a:lnTo>
                      <a:pt x="3178" y="5990"/>
                    </a:lnTo>
                    <a:cubicBezTo>
                      <a:pt x="3203" y="5975"/>
                      <a:pt x="3237" y="5968"/>
                      <a:pt x="3271" y="5968"/>
                    </a:cubicBezTo>
                    <a:close/>
                    <a:moveTo>
                      <a:pt x="8274" y="1"/>
                    </a:moveTo>
                    <a:cubicBezTo>
                      <a:pt x="8262" y="1"/>
                      <a:pt x="8250" y="1"/>
                      <a:pt x="8238" y="2"/>
                    </a:cubicBezTo>
                    <a:cubicBezTo>
                      <a:pt x="8188" y="9"/>
                      <a:pt x="8145" y="23"/>
                      <a:pt x="8108" y="45"/>
                    </a:cubicBezTo>
                    <a:lnTo>
                      <a:pt x="73" y="4681"/>
                    </a:lnTo>
                    <a:cubicBezTo>
                      <a:pt x="23" y="4710"/>
                      <a:pt x="0" y="4746"/>
                      <a:pt x="0" y="4783"/>
                    </a:cubicBezTo>
                    <a:cubicBezTo>
                      <a:pt x="0" y="4796"/>
                      <a:pt x="0" y="4810"/>
                      <a:pt x="9" y="4817"/>
                    </a:cubicBezTo>
                    <a:cubicBezTo>
                      <a:pt x="9" y="4826"/>
                      <a:pt x="16" y="4826"/>
                      <a:pt x="16" y="4826"/>
                    </a:cubicBezTo>
                    <a:cubicBezTo>
                      <a:pt x="23" y="4846"/>
                      <a:pt x="43" y="4860"/>
                      <a:pt x="73" y="4883"/>
                    </a:cubicBezTo>
                    <a:lnTo>
                      <a:pt x="4767" y="7758"/>
                    </a:lnTo>
                    <a:cubicBezTo>
                      <a:pt x="4812" y="7782"/>
                      <a:pt x="4870" y="7795"/>
                      <a:pt x="4929" y="7795"/>
                    </a:cubicBezTo>
                    <a:cubicBezTo>
                      <a:pt x="4992" y="7795"/>
                      <a:pt x="5057" y="7780"/>
                      <a:pt x="5105" y="7750"/>
                    </a:cubicBezTo>
                    <a:lnTo>
                      <a:pt x="13141" y="3114"/>
                    </a:lnTo>
                    <a:cubicBezTo>
                      <a:pt x="13147" y="3114"/>
                      <a:pt x="13154" y="3107"/>
                      <a:pt x="13154" y="3107"/>
                    </a:cubicBezTo>
                    <a:cubicBezTo>
                      <a:pt x="13170" y="3101"/>
                      <a:pt x="13177" y="3092"/>
                      <a:pt x="13184" y="3085"/>
                    </a:cubicBezTo>
                    <a:cubicBezTo>
                      <a:pt x="13206" y="3064"/>
                      <a:pt x="13213" y="3042"/>
                      <a:pt x="13213" y="3014"/>
                    </a:cubicBezTo>
                    <a:cubicBezTo>
                      <a:pt x="13213" y="2978"/>
                      <a:pt x="13191" y="2949"/>
                      <a:pt x="13141" y="2919"/>
                    </a:cubicBezTo>
                    <a:lnTo>
                      <a:pt x="8447" y="45"/>
                    </a:lnTo>
                    <a:cubicBezTo>
                      <a:pt x="8399" y="15"/>
                      <a:pt x="8336" y="1"/>
                      <a:pt x="8274"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30" name="Google Shape;994;p41">
                <a:extLst>
                  <a:ext uri="{FF2B5EF4-FFF2-40B4-BE49-F238E27FC236}">
                    <a16:creationId xmlns:a16="http://schemas.microsoft.com/office/drawing/2014/main" id="{49BB6E5A-85CF-4B19-BF67-EE26F82291B7}"/>
                  </a:ext>
                </a:extLst>
              </p:cNvPr>
              <p:cNvSpPr/>
              <p:nvPr/>
            </p:nvSpPr>
            <p:spPr>
              <a:xfrm>
                <a:off x="1505760" y="3662463"/>
                <a:ext cx="62884" cy="34581"/>
              </a:xfrm>
              <a:custGeom>
                <a:avLst/>
                <a:gdLst/>
                <a:ahLst/>
                <a:cxnLst/>
                <a:rect l="l" t="t" r="r" b="b"/>
                <a:pathLst>
                  <a:path w="591" h="325" extrusionOk="0">
                    <a:moveTo>
                      <a:pt x="411" y="1"/>
                    </a:moveTo>
                    <a:cubicBezTo>
                      <a:pt x="377" y="1"/>
                      <a:pt x="343" y="8"/>
                      <a:pt x="318" y="23"/>
                    </a:cubicBezTo>
                    <a:lnTo>
                      <a:pt x="50" y="175"/>
                    </a:lnTo>
                    <a:cubicBezTo>
                      <a:pt x="0" y="202"/>
                      <a:pt x="0" y="252"/>
                      <a:pt x="50" y="282"/>
                    </a:cubicBezTo>
                    <a:lnTo>
                      <a:pt x="86" y="304"/>
                    </a:lnTo>
                    <a:cubicBezTo>
                      <a:pt x="111" y="318"/>
                      <a:pt x="146" y="325"/>
                      <a:pt x="180" y="325"/>
                    </a:cubicBezTo>
                    <a:cubicBezTo>
                      <a:pt x="214" y="325"/>
                      <a:pt x="249" y="318"/>
                      <a:pt x="275" y="304"/>
                    </a:cubicBezTo>
                    <a:lnTo>
                      <a:pt x="540" y="152"/>
                    </a:lnTo>
                    <a:cubicBezTo>
                      <a:pt x="590" y="123"/>
                      <a:pt x="590" y="73"/>
                      <a:pt x="540" y="45"/>
                    </a:cubicBezTo>
                    <a:lnTo>
                      <a:pt x="504" y="23"/>
                    </a:lnTo>
                    <a:cubicBezTo>
                      <a:pt x="479" y="8"/>
                      <a:pt x="445" y="1"/>
                      <a:pt x="411"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31" name="Google Shape;995;p41">
                <a:extLst>
                  <a:ext uri="{FF2B5EF4-FFF2-40B4-BE49-F238E27FC236}">
                    <a16:creationId xmlns:a16="http://schemas.microsoft.com/office/drawing/2014/main" id="{7CFEDF4E-0AEC-4B88-A33F-69E2789CAB1F}"/>
                  </a:ext>
                </a:extLst>
              </p:cNvPr>
              <p:cNvSpPr/>
              <p:nvPr/>
            </p:nvSpPr>
            <p:spPr>
              <a:xfrm>
                <a:off x="1562473" y="3632777"/>
                <a:ext cx="57351" cy="31389"/>
              </a:xfrm>
              <a:custGeom>
                <a:avLst/>
                <a:gdLst/>
                <a:ahLst/>
                <a:cxnLst/>
                <a:rect l="l" t="t" r="r" b="b"/>
                <a:pathLst>
                  <a:path w="539" h="295" extrusionOk="0">
                    <a:moveTo>
                      <a:pt x="359" y="0"/>
                    </a:moveTo>
                    <a:cubicBezTo>
                      <a:pt x="325" y="0"/>
                      <a:pt x="291" y="8"/>
                      <a:pt x="266" y="22"/>
                    </a:cubicBezTo>
                    <a:lnTo>
                      <a:pt x="57" y="143"/>
                    </a:lnTo>
                    <a:cubicBezTo>
                      <a:pt x="0" y="179"/>
                      <a:pt x="0" y="222"/>
                      <a:pt x="57" y="252"/>
                    </a:cubicBezTo>
                    <a:lnTo>
                      <a:pt x="87" y="272"/>
                    </a:lnTo>
                    <a:cubicBezTo>
                      <a:pt x="115" y="287"/>
                      <a:pt x="149" y="294"/>
                      <a:pt x="183" y="294"/>
                    </a:cubicBezTo>
                    <a:cubicBezTo>
                      <a:pt x="217" y="294"/>
                      <a:pt x="251" y="287"/>
                      <a:pt x="280" y="272"/>
                    </a:cubicBezTo>
                    <a:lnTo>
                      <a:pt x="488" y="152"/>
                    </a:lnTo>
                    <a:cubicBezTo>
                      <a:pt x="539" y="122"/>
                      <a:pt x="539" y="72"/>
                      <a:pt x="488" y="43"/>
                    </a:cubicBezTo>
                    <a:lnTo>
                      <a:pt x="452" y="22"/>
                    </a:lnTo>
                    <a:cubicBezTo>
                      <a:pt x="427" y="8"/>
                      <a:pt x="393" y="0"/>
                      <a:pt x="35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32" name="Google Shape;996;p41">
                <a:extLst>
                  <a:ext uri="{FF2B5EF4-FFF2-40B4-BE49-F238E27FC236}">
                    <a16:creationId xmlns:a16="http://schemas.microsoft.com/office/drawing/2014/main" id="{C5B3E5B5-3AED-4231-805B-749C4455DE99}"/>
                  </a:ext>
                </a:extLst>
              </p:cNvPr>
              <p:cNvSpPr/>
              <p:nvPr/>
            </p:nvSpPr>
            <p:spPr>
              <a:xfrm>
                <a:off x="1538638" y="3681722"/>
                <a:ext cx="81930" cy="45753"/>
              </a:xfrm>
              <a:custGeom>
                <a:avLst/>
                <a:gdLst/>
                <a:ahLst/>
                <a:cxnLst/>
                <a:rect l="l" t="t" r="r" b="b"/>
                <a:pathLst>
                  <a:path w="770" h="430" extrusionOk="0">
                    <a:moveTo>
                      <a:pt x="411" y="1"/>
                    </a:moveTo>
                    <a:cubicBezTo>
                      <a:pt x="377" y="1"/>
                      <a:pt x="342" y="7"/>
                      <a:pt x="317" y="21"/>
                    </a:cubicBezTo>
                    <a:lnTo>
                      <a:pt x="52" y="173"/>
                    </a:lnTo>
                    <a:cubicBezTo>
                      <a:pt x="0" y="201"/>
                      <a:pt x="0" y="252"/>
                      <a:pt x="52" y="280"/>
                    </a:cubicBezTo>
                    <a:lnTo>
                      <a:pt x="267" y="402"/>
                    </a:lnTo>
                    <a:cubicBezTo>
                      <a:pt x="292" y="421"/>
                      <a:pt x="326" y="430"/>
                      <a:pt x="361" y="430"/>
                    </a:cubicBezTo>
                    <a:cubicBezTo>
                      <a:pt x="395" y="430"/>
                      <a:pt x="429" y="421"/>
                      <a:pt x="454" y="402"/>
                    </a:cubicBezTo>
                    <a:lnTo>
                      <a:pt x="712" y="252"/>
                    </a:lnTo>
                    <a:cubicBezTo>
                      <a:pt x="769" y="223"/>
                      <a:pt x="769" y="173"/>
                      <a:pt x="712" y="144"/>
                    </a:cubicBezTo>
                    <a:lnTo>
                      <a:pt x="504" y="21"/>
                    </a:lnTo>
                    <a:cubicBezTo>
                      <a:pt x="479" y="7"/>
                      <a:pt x="445" y="1"/>
                      <a:pt x="411"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33" name="Google Shape;997;p41">
                <a:extLst>
                  <a:ext uri="{FF2B5EF4-FFF2-40B4-BE49-F238E27FC236}">
                    <a16:creationId xmlns:a16="http://schemas.microsoft.com/office/drawing/2014/main" id="{4428E5E4-FC5B-49AD-AFF5-2CEFBA3EF386}"/>
                  </a:ext>
                </a:extLst>
              </p:cNvPr>
              <p:cNvSpPr/>
              <p:nvPr/>
            </p:nvSpPr>
            <p:spPr>
              <a:xfrm>
                <a:off x="1590031" y="3711515"/>
                <a:ext cx="84164" cy="47349"/>
              </a:xfrm>
              <a:custGeom>
                <a:avLst/>
                <a:gdLst/>
                <a:ahLst/>
                <a:cxnLst/>
                <a:rect l="l" t="t" r="r" b="b"/>
                <a:pathLst>
                  <a:path w="791" h="445" extrusionOk="0">
                    <a:moveTo>
                      <a:pt x="409" y="0"/>
                    </a:moveTo>
                    <a:cubicBezTo>
                      <a:pt x="375" y="0"/>
                      <a:pt x="341" y="8"/>
                      <a:pt x="316" y="22"/>
                    </a:cubicBezTo>
                    <a:lnTo>
                      <a:pt x="50" y="173"/>
                    </a:lnTo>
                    <a:cubicBezTo>
                      <a:pt x="0" y="202"/>
                      <a:pt x="0" y="252"/>
                      <a:pt x="50" y="281"/>
                    </a:cubicBezTo>
                    <a:lnTo>
                      <a:pt x="286" y="417"/>
                    </a:lnTo>
                    <a:cubicBezTo>
                      <a:pt x="311" y="436"/>
                      <a:pt x="346" y="445"/>
                      <a:pt x="380" y="445"/>
                    </a:cubicBezTo>
                    <a:cubicBezTo>
                      <a:pt x="414" y="445"/>
                      <a:pt x="449" y="436"/>
                      <a:pt x="474" y="417"/>
                    </a:cubicBezTo>
                    <a:lnTo>
                      <a:pt x="740" y="266"/>
                    </a:lnTo>
                    <a:cubicBezTo>
                      <a:pt x="790" y="238"/>
                      <a:pt x="790" y="188"/>
                      <a:pt x="740" y="159"/>
                    </a:cubicBezTo>
                    <a:lnTo>
                      <a:pt x="502" y="22"/>
                    </a:lnTo>
                    <a:cubicBezTo>
                      <a:pt x="477" y="8"/>
                      <a:pt x="443" y="0"/>
                      <a:pt x="40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34" name="Google Shape;998;p41">
                <a:extLst>
                  <a:ext uri="{FF2B5EF4-FFF2-40B4-BE49-F238E27FC236}">
                    <a16:creationId xmlns:a16="http://schemas.microsoft.com/office/drawing/2014/main" id="{DD6CEFB3-D637-490B-8C15-017EED929043}"/>
                  </a:ext>
                </a:extLst>
              </p:cNvPr>
              <p:cNvSpPr/>
              <p:nvPr/>
            </p:nvSpPr>
            <p:spPr>
              <a:xfrm>
                <a:off x="1614398" y="3601388"/>
                <a:ext cx="59798" cy="33730"/>
              </a:xfrm>
              <a:custGeom>
                <a:avLst/>
                <a:gdLst/>
                <a:ahLst/>
                <a:cxnLst/>
                <a:rect l="l" t="t" r="r" b="b"/>
                <a:pathLst>
                  <a:path w="562" h="317" extrusionOk="0">
                    <a:moveTo>
                      <a:pt x="382" y="0"/>
                    </a:moveTo>
                    <a:cubicBezTo>
                      <a:pt x="348" y="0"/>
                      <a:pt x="314" y="8"/>
                      <a:pt x="289" y="22"/>
                    </a:cubicBezTo>
                    <a:lnTo>
                      <a:pt x="51" y="166"/>
                    </a:lnTo>
                    <a:cubicBezTo>
                      <a:pt x="0" y="195"/>
                      <a:pt x="0" y="245"/>
                      <a:pt x="51" y="274"/>
                    </a:cubicBezTo>
                    <a:lnTo>
                      <a:pt x="87" y="295"/>
                    </a:lnTo>
                    <a:cubicBezTo>
                      <a:pt x="112" y="310"/>
                      <a:pt x="144" y="317"/>
                      <a:pt x="177" y="317"/>
                    </a:cubicBezTo>
                    <a:cubicBezTo>
                      <a:pt x="211" y="317"/>
                      <a:pt x="245" y="310"/>
                      <a:pt x="273" y="295"/>
                    </a:cubicBezTo>
                    <a:lnTo>
                      <a:pt x="511" y="152"/>
                    </a:lnTo>
                    <a:cubicBezTo>
                      <a:pt x="561" y="122"/>
                      <a:pt x="561" y="72"/>
                      <a:pt x="511" y="43"/>
                    </a:cubicBezTo>
                    <a:lnTo>
                      <a:pt x="475" y="22"/>
                    </a:lnTo>
                    <a:cubicBezTo>
                      <a:pt x="450" y="8"/>
                      <a:pt x="416" y="0"/>
                      <a:pt x="382"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35" name="Google Shape;999;p41">
                <a:extLst>
                  <a:ext uri="{FF2B5EF4-FFF2-40B4-BE49-F238E27FC236}">
                    <a16:creationId xmlns:a16="http://schemas.microsoft.com/office/drawing/2014/main" id="{75C73705-EB5B-4427-9E30-464D199BE4DA}"/>
                  </a:ext>
                </a:extLst>
              </p:cNvPr>
              <p:cNvSpPr/>
              <p:nvPr/>
            </p:nvSpPr>
            <p:spPr>
              <a:xfrm>
                <a:off x="1643446" y="3742904"/>
                <a:ext cx="81930" cy="45115"/>
              </a:xfrm>
              <a:custGeom>
                <a:avLst/>
                <a:gdLst/>
                <a:ahLst/>
                <a:cxnLst/>
                <a:rect l="l" t="t" r="r" b="b"/>
                <a:pathLst>
                  <a:path w="770" h="424" extrusionOk="0">
                    <a:moveTo>
                      <a:pt x="411" y="0"/>
                    </a:moveTo>
                    <a:cubicBezTo>
                      <a:pt x="377" y="0"/>
                      <a:pt x="342" y="8"/>
                      <a:pt x="317" y="22"/>
                    </a:cubicBezTo>
                    <a:lnTo>
                      <a:pt x="59" y="173"/>
                    </a:lnTo>
                    <a:cubicBezTo>
                      <a:pt x="7" y="202"/>
                      <a:pt x="0" y="252"/>
                      <a:pt x="59" y="281"/>
                    </a:cubicBezTo>
                    <a:lnTo>
                      <a:pt x="266" y="402"/>
                    </a:lnTo>
                    <a:cubicBezTo>
                      <a:pt x="292" y="417"/>
                      <a:pt x="326" y="424"/>
                      <a:pt x="360" y="424"/>
                    </a:cubicBezTo>
                    <a:cubicBezTo>
                      <a:pt x="395" y="424"/>
                      <a:pt x="429" y="417"/>
                      <a:pt x="454" y="402"/>
                    </a:cubicBezTo>
                    <a:lnTo>
                      <a:pt x="719" y="252"/>
                    </a:lnTo>
                    <a:cubicBezTo>
                      <a:pt x="769" y="223"/>
                      <a:pt x="769" y="173"/>
                      <a:pt x="719" y="143"/>
                    </a:cubicBezTo>
                    <a:lnTo>
                      <a:pt x="504" y="22"/>
                    </a:lnTo>
                    <a:cubicBezTo>
                      <a:pt x="479" y="8"/>
                      <a:pt x="445" y="0"/>
                      <a:pt x="41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36" name="Google Shape;1000;p41">
                <a:extLst>
                  <a:ext uri="{FF2B5EF4-FFF2-40B4-BE49-F238E27FC236}">
                    <a16:creationId xmlns:a16="http://schemas.microsoft.com/office/drawing/2014/main" id="{FE50EEFB-A770-479F-9666-380B5C981F18}"/>
                  </a:ext>
                </a:extLst>
              </p:cNvPr>
              <p:cNvSpPr/>
              <p:nvPr/>
            </p:nvSpPr>
            <p:spPr>
              <a:xfrm>
                <a:off x="1595351" y="3620434"/>
                <a:ext cx="130769" cy="74375"/>
              </a:xfrm>
              <a:custGeom>
                <a:avLst/>
                <a:gdLst/>
                <a:ahLst/>
                <a:cxnLst/>
                <a:rect l="l" t="t" r="r" b="b"/>
                <a:pathLst>
                  <a:path w="1229" h="699" extrusionOk="0">
                    <a:moveTo>
                      <a:pt x="870" y="1"/>
                    </a:moveTo>
                    <a:cubicBezTo>
                      <a:pt x="835" y="1"/>
                      <a:pt x="801" y="8"/>
                      <a:pt x="776" y="23"/>
                    </a:cubicBezTo>
                    <a:lnTo>
                      <a:pt x="57" y="440"/>
                    </a:lnTo>
                    <a:cubicBezTo>
                      <a:pt x="0" y="468"/>
                      <a:pt x="0" y="518"/>
                      <a:pt x="50" y="547"/>
                    </a:cubicBezTo>
                    <a:lnTo>
                      <a:pt x="266" y="677"/>
                    </a:lnTo>
                    <a:cubicBezTo>
                      <a:pt x="291" y="691"/>
                      <a:pt x="325" y="699"/>
                      <a:pt x="359" y="699"/>
                    </a:cubicBezTo>
                    <a:cubicBezTo>
                      <a:pt x="393" y="699"/>
                      <a:pt x="427" y="691"/>
                      <a:pt x="452" y="677"/>
                    </a:cubicBezTo>
                    <a:lnTo>
                      <a:pt x="1171" y="259"/>
                    </a:lnTo>
                    <a:cubicBezTo>
                      <a:pt x="1228" y="225"/>
                      <a:pt x="1228" y="181"/>
                      <a:pt x="1178" y="145"/>
                    </a:cubicBezTo>
                    <a:lnTo>
                      <a:pt x="963" y="23"/>
                    </a:lnTo>
                    <a:cubicBezTo>
                      <a:pt x="938" y="8"/>
                      <a:pt x="904" y="1"/>
                      <a:pt x="87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37" name="Google Shape;1001;p41">
                <a:extLst>
                  <a:ext uri="{FF2B5EF4-FFF2-40B4-BE49-F238E27FC236}">
                    <a16:creationId xmlns:a16="http://schemas.microsoft.com/office/drawing/2014/main" id="{ADF63697-3905-47DC-93E9-6FAAD6AA465D}"/>
                  </a:ext>
                </a:extLst>
              </p:cNvPr>
              <p:cNvSpPr/>
              <p:nvPr/>
            </p:nvSpPr>
            <p:spPr>
              <a:xfrm>
                <a:off x="1668025" y="3570744"/>
                <a:ext cx="59692" cy="32985"/>
              </a:xfrm>
              <a:custGeom>
                <a:avLst/>
                <a:gdLst/>
                <a:ahLst/>
                <a:cxnLst/>
                <a:rect l="l" t="t" r="r" b="b"/>
                <a:pathLst>
                  <a:path w="561" h="310" extrusionOk="0">
                    <a:moveTo>
                      <a:pt x="380" y="0"/>
                    </a:moveTo>
                    <a:cubicBezTo>
                      <a:pt x="346" y="0"/>
                      <a:pt x="312" y="8"/>
                      <a:pt x="287" y="22"/>
                    </a:cubicBezTo>
                    <a:lnTo>
                      <a:pt x="57" y="159"/>
                    </a:lnTo>
                    <a:cubicBezTo>
                      <a:pt x="7" y="188"/>
                      <a:pt x="0" y="238"/>
                      <a:pt x="57" y="267"/>
                    </a:cubicBezTo>
                    <a:lnTo>
                      <a:pt x="86" y="288"/>
                    </a:lnTo>
                    <a:cubicBezTo>
                      <a:pt x="115" y="303"/>
                      <a:pt x="149" y="310"/>
                      <a:pt x="183" y="310"/>
                    </a:cubicBezTo>
                    <a:cubicBezTo>
                      <a:pt x="217" y="310"/>
                      <a:pt x="251" y="303"/>
                      <a:pt x="280" y="288"/>
                    </a:cubicBezTo>
                    <a:lnTo>
                      <a:pt x="502" y="152"/>
                    </a:lnTo>
                    <a:cubicBezTo>
                      <a:pt x="561" y="122"/>
                      <a:pt x="561" y="72"/>
                      <a:pt x="509" y="45"/>
                    </a:cubicBezTo>
                    <a:lnTo>
                      <a:pt x="475" y="22"/>
                    </a:lnTo>
                    <a:cubicBezTo>
                      <a:pt x="449" y="8"/>
                      <a:pt x="414" y="0"/>
                      <a:pt x="38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38" name="Google Shape;1002;p41">
                <a:extLst>
                  <a:ext uri="{FF2B5EF4-FFF2-40B4-BE49-F238E27FC236}">
                    <a16:creationId xmlns:a16="http://schemas.microsoft.com/office/drawing/2014/main" id="{581F5E0B-CBD6-4816-8256-6484D83E191E}"/>
                  </a:ext>
                </a:extLst>
              </p:cNvPr>
              <p:cNvSpPr/>
              <p:nvPr/>
            </p:nvSpPr>
            <p:spPr>
              <a:xfrm>
                <a:off x="1646531" y="3658101"/>
                <a:ext cx="119384" cy="67885"/>
              </a:xfrm>
              <a:custGeom>
                <a:avLst/>
                <a:gdLst/>
                <a:ahLst/>
                <a:cxnLst/>
                <a:rect l="l" t="t" r="r" b="b"/>
                <a:pathLst>
                  <a:path w="1122" h="638" extrusionOk="0">
                    <a:moveTo>
                      <a:pt x="740" y="0"/>
                    </a:moveTo>
                    <a:cubicBezTo>
                      <a:pt x="706" y="0"/>
                      <a:pt x="672" y="9"/>
                      <a:pt x="647" y="28"/>
                    </a:cubicBezTo>
                    <a:lnTo>
                      <a:pt x="50" y="366"/>
                    </a:lnTo>
                    <a:cubicBezTo>
                      <a:pt x="0" y="395"/>
                      <a:pt x="0" y="445"/>
                      <a:pt x="50" y="474"/>
                    </a:cubicBezTo>
                    <a:lnTo>
                      <a:pt x="288" y="611"/>
                    </a:lnTo>
                    <a:cubicBezTo>
                      <a:pt x="317" y="629"/>
                      <a:pt x="351" y="638"/>
                      <a:pt x="385" y="638"/>
                    </a:cubicBezTo>
                    <a:cubicBezTo>
                      <a:pt x="419" y="638"/>
                      <a:pt x="453" y="629"/>
                      <a:pt x="482" y="611"/>
                    </a:cubicBezTo>
                    <a:lnTo>
                      <a:pt x="1072" y="273"/>
                    </a:lnTo>
                    <a:cubicBezTo>
                      <a:pt x="1122" y="243"/>
                      <a:pt x="1122" y="193"/>
                      <a:pt x="1072" y="164"/>
                    </a:cubicBezTo>
                    <a:lnTo>
                      <a:pt x="834" y="28"/>
                    </a:lnTo>
                    <a:cubicBezTo>
                      <a:pt x="809" y="9"/>
                      <a:pt x="775" y="0"/>
                      <a:pt x="74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39" name="Google Shape;1003;p41">
                <a:extLst>
                  <a:ext uri="{FF2B5EF4-FFF2-40B4-BE49-F238E27FC236}">
                    <a16:creationId xmlns:a16="http://schemas.microsoft.com/office/drawing/2014/main" id="{A2D8462D-9985-4C03-A295-E568D2F414A6}"/>
                  </a:ext>
                </a:extLst>
              </p:cNvPr>
              <p:cNvSpPr/>
              <p:nvPr/>
            </p:nvSpPr>
            <p:spPr>
              <a:xfrm>
                <a:off x="1694626" y="3772059"/>
                <a:ext cx="82675" cy="46711"/>
              </a:xfrm>
              <a:custGeom>
                <a:avLst/>
                <a:gdLst/>
                <a:ahLst/>
                <a:cxnLst/>
                <a:rect l="l" t="t" r="r" b="b"/>
                <a:pathLst>
                  <a:path w="777" h="439" extrusionOk="0">
                    <a:moveTo>
                      <a:pt x="411" y="1"/>
                    </a:moveTo>
                    <a:cubicBezTo>
                      <a:pt x="377" y="1"/>
                      <a:pt x="343" y="10"/>
                      <a:pt x="318" y="28"/>
                    </a:cubicBezTo>
                    <a:lnTo>
                      <a:pt x="52" y="180"/>
                    </a:lnTo>
                    <a:cubicBezTo>
                      <a:pt x="0" y="207"/>
                      <a:pt x="0" y="257"/>
                      <a:pt x="52" y="287"/>
                    </a:cubicBezTo>
                    <a:lnTo>
                      <a:pt x="275" y="416"/>
                    </a:lnTo>
                    <a:cubicBezTo>
                      <a:pt x="300" y="431"/>
                      <a:pt x="334" y="438"/>
                      <a:pt x="368" y="438"/>
                    </a:cubicBezTo>
                    <a:cubicBezTo>
                      <a:pt x="402" y="438"/>
                      <a:pt x="436" y="431"/>
                      <a:pt x="461" y="416"/>
                    </a:cubicBezTo>
                    <a:lnTo>
                      <a:pt x="720" y="257"/>
                    </a:lnTo>
                    <a:cubicBezTo>
                      <a:pt x="777" y="230"/>
                      <a:pt x="777" y="180"/>
                      <a:pt x="727" y="150"/>
                    </a:cubicBezTo>
                    <a:lnTo>
                      <a:pt x="504" y="28"/>
                    </a:lnTo>
                    <a:cubicBezTo>
                      <a:pt x="479" y="10"/>
                      <a:pt x="445" y="1"/>
                      <a:pt x="411"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40" name="Google Shape;1004;p41">
                <a:extLst>
                  <a:ext uri="{FF2B5EF4-FFF2-40B4-BE49-F238E27FC236}">
                    <a16:creationId xmlns:a16="http://schemas.microsoft.com/office/drawing/2014/main" id="{F8B454F5-6245-4256-932D-BE757A963C2A}"/>
                  </a:ext>
                </a:extLst>
              </p:cNvPr>
              <p:cNvSpPr/>
              <p:nvPr/>
            </p:nvSpPr>
            <p:spPr>
              <a:xfrm>
                <a:off x="1700903" y="3589896"/>
                <a:ext cx="78099" cy="43625"/>
              </a:xfrm>
              <a:custGeom>
                <a:avLst/>
                <a:gdLst/>
                <a:ahLst/>
                <a:cxnLst/>
                <a:rect l="l" t="t" r="r" b="b"/>
                <a:pathLst>
                  <a:path w="734" h="410" extrusionOk="0">
                    <a:moveTo>
                      <a:pt x="378" y="1"/>
                    </a:moveTo>
                    <a:cubicBezTo>
                      <a:pt x="345" y="1"/>
                      <a:pt x="312" y="8"/>
                      <a:pt x="286" y="22"/>
                    </a:cubicBezTo>
                    <a:lnTo>
                      <a:pt x="57" y="158"/>
                    </a:lnTo>
                    <a:cubicBezTo>
                      <a:pt x="0" y="187"/>
                      <a:pt x="0" y="237"/>
                      <a:pt x="50" y="267"/>
                    </a:cubicBezTo>
                    <a:lnTo>
                      <a:pt x="266" y="389"/>
                    </a:lnTo>
                    <a:cubicBezTo>
                      <a:pt x="291" y="403"/>
                      <a:pt x="325" y="410"/>
                      <a:pt x="359" y="410"/>
                    </a:cubicBezTo>
                    <a:cubicBezTo>
                      <a:pt x="393" y="410"/>
                      <a:pt x="427" y="403"/>
                      <a:pt x="452" y="389"/>
                    </a:cubicBezTo>
                    <a:lnTo>
                      <a:pt x="683" y="253"/>
                    </a:lnTo>
                    <a:cubicBezTo>
                      <a:pt x="733" y="224"/>
                      <a:pt x="733" y="173"/>
                      <a:pt x="683" y="144"/>
                    </a:cubicBezTo>
                    <a:lnTo>
                      <a:pt x="474" y="22"/>
                    </a:lnTo>
                    <a:cubicBezTo>
                      <a:pt x="445" y="8"/>
                      <a:pt x="411" y="1"/>
                      <a:pt x="37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41" name="Google Shape;1005;p41">
                <a:extLst>
                  <a:ext uri="{FF2B5EF4-FFF2-40B4-BE49-F238E27FC236}">
                    <a16:creationId xmlns:a16="http://schemas.microsoft.com/office/drawing/2014/main" id="{25D9C67C-7CC2-4939-AB34-FADD8605F5C3}"/>
                  </a:ext>
                </a:extLst>
              </p:cNvPr>
              <p:cNvSpPr/>
              <p:nvPr/>
            </p:nvSpPr>
            <p:spPr>
              <a:xfrm>
                <a:off x="1721439" y="3540951"/>
                <a:ext cx="58309" cy="32027"/>
              </a:xfrm>
              <a:custGeom>
                <a:avLst/>
                <a:gdLst/>
                <a:ahLst/>
                <a:cxnLst/>
                <a:rect l="l" t="t" r="r" b="b"/>
                <a:pathLst>
                  <a:path w="548" h="301" extrusionOk="0">
                    <a:moveTo>
                      <a:pt x="368" y="1"/>
                    </a:moveTo>
                    <a:cubicBezTo>
                      <a:pt x="334" y="1"/>
                      <a:pt x="300" y="8"/>
                      <a:pt x="275" y="23"/>
                    </a:cubicBezTo>
                    <a:lnTo>
                      <a:pt x="50" y="144"/>
                    </a:lnTo>
                    <a:cubicBezTo>
                      <a:pt x="0" y="180"/>
                      <a:pt x="0" y="223"/>
                      <a:pt x="50" y="259"/>
                    </a:cubicBezTo>
                    <a:lnTo>
                      <a:pt x="86" y="273"/>
                    </a:lnTo>
                    <a:cubicBezTo>
                      <a:pt x="112" y="291"/>
                      <a:pt x="146" y="300"/>
                      <a:pt x="180" y="300"/>
                    </a:cubicBezTo>
                    <a:cubicBezTo>
                      <a:pt x="214" y="300"/>
                      <a:pt x="249" y="291"/>
                      <a:pt x="275" y="273"/>
                    </a:cubicBezTo>
                    <a:lnTo>
                      <a:pt x="497" y="152"/>
                    </a:lnTo>
                    <a:cubicBezTo>
                      <a:pt x="547" y="123"/>
                      <a:pt x="547" y="73"/>
                      <a:pt x="497" y="44"/>
                    </a:cubicBezTo>
                    <a:lnTo>
                      <a:pt x="461" y="23"/>
                    </a:lnTo>
                    <a:cubicBezTo>
                      <a:pt x="436" y="8"/>
                      <a:pt x="402" y="1"/>
                      <a:pt x="36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42" name="Google Shape;1006;p41">
                <a:extLst>
                  <a:ext uri="{FF2B5EF4-FFF2-40B4-BE49-F238E27FC236}">
                    <a16:creationId xmlns:a16="http://schemas.microsoft.com/office/drawing/2014/main" id="{3717F8C5-4BCC-4225-B104-D92AD139B556}"/>
                  </a:ext>
                </a:extLst>
              </p:cNvPr>
              <p:cNvSpPr/>
              <p:nvPr/>
            </p:nvSpPr>
            <p:spPr>
              <a:xfrm>
                <a:off x="1738251" y="3627350"/>
                <a:ext cx="81292" cy="45221"/>
              </a:xfrm>
              <a:custGeom>
                <a:avLst/>
                <a:gdLst/>
                <a:ahLst/>
                <a:cxnLst/>
                <a:rect l="l" t="t" r="r" b="b"/>
                <a:pathLst>
                  <a:path w="764" h="425" extrusionOk="0">
                    <a:moveTo>
                      <a:pt x="380" y="1"/>
                    </a:moveTo>
                    <a:cubicBezTo>
                      <a:pt x="346" y="1"/>
                      <a:pt x="314" y="8"/>
                      <a:pt x="289" y="22"/>
                    </a:cubicBezTo>
                    <a:lnTo>
                      <a:pt x="58" y="160"/>
                    </a:lnTo>
                    <a:cubicBezTo>
                      <a:pt x="1" y="187"/>
                      <a:pt x="1" y="237"/>
                      <a:pt x="51" y="267"/>
                    </a:cubicBezTo>
                    <a:lnTo>
                      <a:pt x="296" y="403"/>
                    </a:lnTo>
                    <a:cubicBezTo>
                      <a:pt x="321" y="418"/>
                      <a:pt x="353" y="425"/>
                      <a:pt x="387" y="425"/>
                    </a:cubicBezTo>
                    <a:cubicBezTo>
                      <a:pt x="420" y="425"/>
                      <a:pt x="454" y="418"/>
                      <a:pt x="482" y="403"/>
                    </a:cubicBezTo>
                    <a:lnTo>
                      <a:pt x="712" y="273"/>
                    </a:lnTo>
                    <a:cubicBezTo>
                      <a:pt x="763" y="246"/>
                      <a:pt x="763" y="194"/>
                      <a:pt x="712" y="167"/>
                    </a:cubicBezTo>
                    <a:lnTo>
                      <a:pt x="475" y="22"/>
                    </a:lnTo>
                    <a:cubicBezTo>
                      <a:pt x="447" y="8"/>
                      <a:pt x="413" y="1"/>
                      <a:pt x="38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43" name="Google Shape;1007;p41">
                <a:extLst>
                  <a:ext uri="{FF2B5EF4-FFF2-40B4-BE49-F238E27FC236}">
                    <a16:creationId xmlns:a16="http://schemas.microsoft.com/office/drawing/2014/main" id="{AF68FA83-E13B-4CAF-953C-C1342B8258A9}"/>
                  </a:ext>
                </a:extLst>
              </p:cNvPr>
              <p:cNvSpPr/>
              <p:nvPr/>
            </p:nvSpPr>
            <p:spPr>
              <a:xfrm>
                <a:off x="1746763" y="3802596"/>
                <a:ext cx="81930" cy="45859"/>
              </a:xfrm>
              <a:custGeom>
                <a:avLst/>
                <a:gdLst/>
                <a:ahLst/>
                <a:cxnLst/>
                <a:rect l="l" t="t" r="r" b="b"/>
                <a:pathLst>
                  <a:path w="770" h="431" extrusionOk="0">
                    <a:moveTo>
                      <a:pt x="409" y="0"/>
                    </a:moveTo>
                    <a:cubicBezTo>
                      <a:pt x="375" y="0"/>
                      <a:pt x="341" y="7"/>
                      <a:pt x="316" y="22"/>
                    </a:cubicBezTo>
                    <a:lnTo>
                      <a:pt x="50" y="172"/>
                    </a:lnTo>
                    <a:cubicBezTo>
                      <a:pt x="0" y="201"/>
                      <a:pt x="0" y="252"/>
                      <a:pt x="50" y="281"/>
                    </a:cubicBezTo>
                    <a:lnTo>
                      <a:pt x="273" y="410"/>
                    </a:lnTo>
                    <a:cubicBezTo>
                      <a:pt x="298" y="424"/>
                      <a:pt x="330" y="431"/>
                      <a:pt x="363" y="431"/>
                    </a:cubicBezTo>
                    <a:cubicBezTo>
                      <a:pt x="397" y="431"/>
                      <a:pt x="431" y="424"/>
                      <a:pt x="459" y="410"/>
                    </a:cubicBezTo>
                    <a:lnTo>
                      <a:pt x="718" y="258"/>
                    </a:lnTo>
                    <a:cubicBezTo>
                      <a:pt x="770" y="229"/>
                      <a:pt x="770" y="179"/>
                      <a:pt x="718" y="151"/>
                    </a:cubicBezTo>
                    <a:lnTo>
                      <a:pt x="502" y="22"/>
                    </a:lnTo>
                    <a:cubicBezTo>
                      <a:pt x="477" y="7"/>
                      <a:pt x="443" y="0"/>
                      <a:pt x="40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44" name="Google Shape;1008;p41">
                <a:extLst>
                  <a:ext uri="{FF2B5EF4-FFF2-40B4-BE49-F238E27FC236}">
                    <a16:creationId xmlns:a16="http://schemas.microsoft.com/office/drawing/2014/main" id="{6C12C241-5FA7-4322-A77D-159627643897}"/>
                  </a:ext>
                </a:extLst>
              </p:cNvPr>
              <p:cNvSpPr/>
              <p:nvPr/>
            </p:nvSpPr>
            <p:spPr>
              <a:xfrm>
                <a:off x="1751339" y="3741415"/>
                <a:ext cx="79589" cy="44476"/>
              </a:xfrm>
              <a:custGeom>
                <a:avLst/>
                <a:gdLst/>
                <a:ahLst/>
                <a:cxnLst/>
                <a:rect l="l" t="t" r="r" b="b"/>
                <a:pathLst>
                  <a:path w="748" h="418" extrusionOk="0">
                    <a:moveTo>
                      <a:pt x="384" y="0"/>
                    </a:moveTo>
                    <a:cubicBezTo>
                      <a:pt x="351" y="0"/>
                      <a:pt x="316" y="7"/>
                      <a:pt x="287" y="21"/>
                    </a:cubicBezTo>
                    <a:lnTo>
                      <a:pt x="57" y="157"/>
                    </a:lnTo>
                    <a:cubicBezTo>
                      <a:pt x="0" y="187"/>
                      <a:pt x="0" y="237"/>
                      <a:pt x="50" y="266"/>
                    </a:cubicBezTo>
                    <a:lnTo>
                      <a:pt x="273" y="395"/>
                    </a:lnTo>
                    <a:cubicBezTo>
                      <a:pt x="298" y="410"/>
                      <a:pt x="332" y="417"/>
                      <a:pt x="366" y="417"/>
                    </a:cubicBezTo>
                    <a:cubicBezTo>
                      <a:pt x="400" y="417"/>
                      <a:pt x="434" y="410"/>
                      <a:pt x="459" y="395"/>
                    </a:cubicBezTo>
                    <a:lnTo>
                      <a:pt x="697" y="259"/>
                    </a:lnTo>
                    <a:cubicBezTo>
                      <a:pt x="747" y="230"/>
                      <a:pt x="747" y="180"/>
                      <a:pt x="697" y="150"/>
                    </a:cubicBezTo>
                    <a:lnTo>
                      <a:pt x="475" y="21"/>
                    </a:lnTo>
                    <a:cubicBezTo>
                      <a:pt x="450" y="7"/>
                      <a:pt x="417" y="0"/>
                      <a:pt x="38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45" name="Google Shape;1009;p41">
                <a:extLst>
                  <a:ext uri="{FF2B5EF4-FFF2-40B4-BE49-F238E27FC236}">
                    <a16:creationId xmlns:a16="http://schemas.microsoft.com/office/drawing/2014/main" id="{0207FAFC-718D-4F36-A785-ADDB36FAB437}"/>
                  </a:ext>
                </a:extLst>
              </p:cNvPr>
              <p:cNvSpPr/>
              <p:nvPr/>
            </p:nvSpPr>
            <p:spPr>
              <a:xfrm>
                <a:off x="1773577" y="3511051"/>
                <a:ext cx="57351" cy="31602"/>
              </a:xfrm>
              <a:custGeom>
                <a:avLst/>
                <a:gdLst/>
                <a:ahLst/>
                <a:cxnLst/>
                <a:rect l="l" t="t" r="r" b="b"/>
                <a:pathLst>
                  <a:path w="539" h="297" extrusionOk="0">
                    <a:moveTo>
                      <a:pt x="359" y="1"/>
                    </a:moveTo>
                    <a:cubicBezTo>
                      <a:pt x="325" y="1"/>
                      <a:pt x="291" y="8"/>
                      <a:pt x="266" y="23"/>
                    </a:cubicBezTo>
                    <a:lnTo>
                      <a:pt x="57" y="145"/>
                    </a:lnTo>
                    <a:cubicBezTo>
                      <a:pt x="0" y="174"/>
                      <a:pt x="0" y="224"/>
                      <a:pt x="57" y="252"/>
                    </a:cubicBezTo>
                    <a:lnTo>
                      <a:pt x="86" y="274"/>
                    </a:lnTo>
                    <a:cubicBezTo>
                      <a:pt x="115" y="289"/>
                      <a:pt x="149" y="296"/>
                      <a:pt x="183" y="296"/>
                    </a:cubicBezTo>
                    <a:cubicBezTo>
                      <a:pt x="217" y="296"/>
                      <a:pt x="251" y="289"/>
                      <a:pt x="280" y="274"/>
                    </a:cubicBezTo>
                    <a:lnTo>
                      <a:pt x="488" y="152"/>
                    </a:lnTo>
                    <a:cubicBezTo>
                      <a:pt x="538" y="123"/>
                      <a:pt x="538" y="73"/>
                      <a:pt x="488" y="45"/>
                    </a:cubicBezTo>
                    <a:lnTo>
                      <a:pt x="452" y="23"/>
                    </a:lnTo>
                    <a:cubicBezTo>
                      <a:pt x="427" y="8"/>
                      <a:pt x="393" y="1"/>
                      <a:pt x="35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46" name="Google Shape;1010;p41">
                <a:extLst>
                  <a:ext uri="{FF2B5EF4-FFF2-40B4-BE49-F238E27FC236}">
                    <a16:creationId xmlns:a16="http://schemas.microsoft.com/office/drawing/2014/main" id="{009FA17C-CB32-4862-BF41-E7503F27AA8E}"/>
                  </a:ext>
                </a:extLst>
              </p:cNvPr>
              <p:cNvSpPr/>
              <p:nvPr/>
            </p:nvSpPr>
            <p:spPr>
              <a:xfrm>
                <a:off x="1754318" y="3560103"/>
                <a:ext cx="77355" cy="42987"/>
              </a:xfrm>
              <a:custGeom>
                <a:avLst/>
                <a:gdLst/>
                <a:ahLst/>
                <a:cxnLst/>
                <a:rect l="l" t="t" r="r" b="b"/>
                <a:pathLst>
                  <a:path w="727" h="404" extrusionOk="0">
                    <a:moveTo>
                      <a:pt x="367" y="0"/>
                    </a:moveTo>
                    <a:cubicBezTo>
                      <a:pt x="333" y="0"/>
                      <a:pt x="299" y="8"/>
                      <a:pt x="274" y="22"/>
                    </a:cubicBezTo>
                    <a:lnTo>
                      <a:pt x="52" y="145"/>
                    </a:lnTo>
                    <a:cubicBezTo>
                      <a:pt x="0" y="179"/>
                      <a:pt x="0" y="222"/>
                      <a:pt x="52" y="252"/>
                    </a:cubicBezTo>
                    <a:lnTo>
                      <a:pt x="267" y="381"/>
                    </a:lnTo>
                    <a:cubicBezTo>
                      <a:pt x="292" y="396"/>
                      <a:pt x="325" y="403"/>
                      <a:pt x="358" y="403"/>
                    </a:cubicBezTo>
                    <a:cubicBezTo>
                      <a:pt x="391" y="403"/>
                      <a:pt x="425" y="396"/>
                      <a:pt x="454" y="381"/>
                    </a:cubicBezTo>
                    <a:lnTo>
                      <a:pt x="669" y="252"/>
                    </a:lnTo>
                    <a:cubicBezTo>
                      <a:pt x="726" y="222"/>
                      <a:pt x="726" y="172"/>
                      <a:pt x="669" y="145"/>
                    </a:cubicBezTo>
                    <a:lnTo>
                      <a:pt x="461" y="22"/>
                    </a:lnTo>
                    <a:cubicBezTo>
                      <a:pt x="436" y="8"/>
                      <a:pt x="402" y="0"/>
                      <a:pt x="367"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47" name="Google Shape;1011;p41">
                <a:extLst>
                  <a:ext uri="{FF2B5EF4-FFF2-40B4-BE49-F238E27FC236}">
                    <a16:creationId xmlns:a16="http://schemas.microsoft.com/office/drawing/2014/main" id="{F0C0D1B2-9450-4C3B-86FD-D6B8EE17B4FE}"/>
                  </a:ext>
                </a:extLst>
              </p:cNvPr>
              <p:cNvSpPr/>
              <p:nvPr/>
            </p:nvSpPr>
            <p:spPr>
              <a:xfrm>
                <a:off x="1700903" y="3669486"/>
                <a:ext cx="151517" cy="85760"/>
              </a:xfrm>
              <a:custGeom>
                <a:avLst/>
                <a:gdLst/>
                <a:ahLst/>
                <a:cxnLst/>
                <a:rect l="l" t="t" r="r" b="b"/>
                <a:pathLst>
                  <a:path w="1424" h="806" extrusionOk="0">
                    <a:moveTo>
                      <a:pt x="1063" y="0"/>
                    </a:moveTo>
                    <a:cubicBezTo>
                      <a:pt x="1029" y="0"/>
                      <a:pt x="995" y="8"/>
                      <a:pt x="970" y="22"/>
                    </a:cubicBezTo>
                    <a:lnTo>
                      <a:pt x="50" y="554"/>
                    </a:lnTo>
                    <a:cubicBezTo>
                      <a:pt x="0" y="583"/>
                      <a:pt x="0" y="633"/>
                      <a:pt x="50" y="661"/>
                    </a:cubicBezTo>
                    <a:lnTo>
                      <a:pt x="259" y="783"/>
                    </a:lnTo>
                    <a:cubicBezTo>
                      <a:pt x="284" y="798"/>
                      <a:pt x="318" y="805"/>
                      <a:pt x="352" y="805"/>
                    </a:cubicBezTo>
                    <a:cubicBezTo>
                      <a:pt x="386" y="805"/>
                      <a:pt x="420" y="798"/>
                      <a:pt x="445" y="783"/>
                    </a:cubicBezTo>
                    <a:lnTo>
                      <a:pt x="1365" y="252"/>
                    </a:lnTo>
                    <a:cubicBezTo>
                      <a:pt x="1423" y="222"/>
                      <a:pt x="1423" y="172"/>
                      <a:pt x="1373" y="143"/>
                    </a:cubicBezTo>
                    <a:lnTo>
                      <a:pt x="1158" y="22"/>
                    </a:lnTo>
                    <a:cubicBezTo>
                      <a:pt x="1132" y="8"/>
                      <a:pt x="1097" y="0"/>
                      <a:pt x="1063"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48" name="Google Shape;1012;p41">
                <a:extLst>
                  <a:ext uri="{FF2B5EF4-FFF2-40B4-BE49-F238E27FC236}">
                    <a16:creationId xmlns:a16="http://schemas.microsoft.com/office/drawing/2014/main" id="{02CC3E85-21F1-4B39-B6F1-CA01B7190713}"/>
                  </a:ext>
                </a:extLst>
              </p:cNvPr>
              <p:cNvSpPr/>
              <p:nvPr/>
            </p:nvSpPr>
            <p:spPr>
              <a:xfrm>
                <a:off x="1791878" y="3597557"/>
                <a:ext cx="79589" cy="44476"/>
              </a:xfrm>
              <a:custGeom>
                <a:avLst/>
                <a:gdLst/>
                <a:ahLst/>
                <a:cxnLst/>
                <a:rect l="l" t="t" r="r" b="b"/>
                <a:pathLst>
                  <a:path w="748" h="418" extrusionOk="0">
                    <a:moveTo>
                      <a:pt x="366" y="0"/>
                    </a:moveTo>
                    <a:cubicBezTo>
                      <a:pt x="332" y="0"/>
                      <a:pt x="298" y="7"/>
                      <a:pt x="273" y="22"/>
                    </a:cubicBezTo>
                    <a:lnTo>
                      <a:pt x="51" y="152"/>
                    </a:lnTo>
                    <a:cubicBezTo>
                      <a:pt x="1" y="181"/>
                      <a:pt x="1" y="231"/>
                      <a:pt x="51" y="258"/>
                    </a:cubicBezTo>
                    <a:lnTo>
                      <a:pt x="287" y="396"/>
                    </a:lnTo>
                    <a:cubicBezTo>
                      <a:pt x="312" y="410"/>
                      <a:pt x="346" y="417"/>
                      <a:pt x="380" y="417"/>
                    </a:cubicBezTo>
                    <a:cubicBezTo>
                      <a:pt x="415" y="417"/>
                      <a:pt x="449" y="410"/>
                      <a:pt x="475" y="396"/>
                    </a:cubicBezTo>
                    <a:lnTo>
                      <a:pt x="698" y="267"/>
                    </a:lnTo>
                    <a:cubicBezTo>
                      <a:pt x="748" y="238"/>
                      <a:pt x="748" y="188"/>
                      <a:pt x="698" y="158"/>
                    </a:cubicBezTo>
                    <a:lnTo>
                      <a:pt x="460" y="22"/>
                    </a:lnTo>
                    <a:cubicBezTo>
                      <a:pt x="435" y="7"/>
                      <a:pt x="400" y="0"/>
                      <a:pt x="36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49" name="Google Shape;1013;p41">
                <a:extLst>
                  <a:ext uri="{FF2B5EF4-FFF2-40B4-BE49-F238E27FC236}">
                    <a16:creationId xmlns:a16="http://schemas.microsoft.com/office/drawing/2014/main" id="{9C8336DB-D7FE-4FD2-A974-FFC125DD35CA}"/>
                  </a:ext>
                </a:extLst>
              </p:cNvPr>
              <p:cNvSpPr/>
              <p:nvPr/>
            </p:nvSpPr>
            <p:spPr>
              <a:xfrm>
                <a:off x="1806349" y="3530310"/>
                <a:ext cx="76503" cy="42029"/>
              </a:xfrm>
              <a:custGeom>
                <a:avLst/>
                <a:gdLst/>
                <a:ahLst/>
                <a:cxnLst/>
                <a:rect l="l" t="t" r="r" b="b"/>
                <a:pathLst>
                  <a:path w="719" h="395" extrusionOk="0">
                    <a:moveTo>
                      <a:pt x="360" y="0"/>
                    </a:moveTo>
                    <a:cubicBezTo>
                      <a:pt x="326" y="0"/>
                      <a:pt x="292" y="7"/>
                      <a:pt x="267" y="21"/>
                    </a:cubicBezTo>
                    <a:lnTo>
                      <a:pt x="58" y="144"/>
                    </a:lnTo>
                    <a:cubicBezTo>
                      <a:pt x="1" y="173"/>
                      <a:pt x="1" y="223"/>
                      <a:pt x="51" y="252"/>
                    </a:cubicBezTo>
                    <a:lnTo>
                      <a:pt x="267" y="373"/>
                    </a:lnTo>
                    <a:cubicBezTo>
                      <a:pt x="292" y="388"/>
                      <a:pt x="326" y="395"/>
                      <a:pt x="360" y="395"/>
                    </a:cubicBezTo>
                    <a:cubicBezTo>
                      <a:pt x="394" y="395"/>
                      <a:pt x="428" y="388"/>
                      <a:pt x="453" y="373"/>
                    </a:cubicBezTo>
                    <a:lnTo>
                      <a:pt x="669" y="252"/>
                    </a:lnTo>
                    <a:cubicBezTo>
                      <a:pt x="719" y="223"/>
                      <a:pt x="719" y="173"/>
                      <a:pt x="669" y="144"/>
                    </a:cubicBezTo>
                    <a:lnTo>
                      <a:pt x="453" y="21"/>
                    </a:lnTo>
                    <a:cubicBezTo>
                      <a:pt x="428" y="7"/>
                      <a:pt x="394" y="0"/>
                      <a:pt x="36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50" name="Google Shape;1014;p41">
                <a:extLst>
                  <a:ext uri="{FF2B5EF4-FFF2-40B4-BE49-F238E27FC236}">
                    <a16:creationId xmlns:a16="http://schemas.microsoft.com/office/drawing/2014/main" id="{122C95CB-D6EC-4F80-834A-FE4E79671E1C}"/>
                  </a:ext>
                </a:extLst>
              </p:cNvPr>
              <p:cNvSpPr/>
              <p:nvPr/>
            </p:nvSpPr>
            <p:spPr>
              <a:xfrm>
                <a:off x="1803263" y="3771207"/>
                <a:ext cx="79589" cy="44370"/>
              </a:xfrm>
              <a:custGeom>
                <a:avLst/>
                <a:gdLst/>
                <a:ahLst/>
                <a:cxnLst/>
                <a:rect l="l" t="t" r="r" b="b"/>
                <a:pathLst>
                  <a:path w="748" h="417" extrusionOk="0">
                    <a:moveTo>
                      <a:pt x="387" y="1"/>
                    </a:moveTo>
                    <a:cubicBezTo>
                      <a:pt x="351" y="1"/>
                      <a:pt x="315" y="10"/>
                      <a:pt x="289" y="29"/>
                    </a:cubicBezTo>
                    <a:lnTo>
                      <a:pt x="58" y="158"/>
                    </a:lnTo>
                    <a:cubicBezTo>
                      <a:pt x="1" y="188"/>
                      <a:pt x="1" y="238"/>
                      <a:pt x="51" y="265"/>
                    </a:cubicBezTo>
                    <a:lnTo>
                      <a:pt x="273" y="395"/>
                    </a:lnTo>
                    <a:cubicBezTo>
                      <a:pt x="299" y="409"/>
                      <a:pt x="334" y="417"/>
                      <a:pt x="368" y="417"/>
                    </a:cubicBezTo>
                    <a:cubicBezTo>
                      <a:pt x="402" y="417"/>
                      <a:pt x="436" y="409"/>
                      <a:pt x="461" y="395"/>
                    </a:cubicBezTo>
                    <a:lnTo>
                      <a:pt x="698" y="258"/>
                    </a:lnTo>
                    <a:cubicBezTo>
                      <a:pt x="748" y="231"/>
                      <a:pt x="748" y="179"/>
                      <a:pt x="698" y="151"/>
                    </a:cubicBezTo>
                    <a:lnTo>
                      <a:pt x="475" y="22"/>
                    </a:lnTo>
                    <a:cubicBezTo>
                      <a:pt x="451" y="8"/>
                      <a:pt x="420" y="1"/>
                      <a:pt x="387"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51" name="Google Shape;1015;p41">
                <a:extLst>
                  <a:ext uri="{FF2B5EF4-FFF2-40B4-BE49-F238E27FC236}">
                    <a16:creationId xmlns:a16="http://schemas.microsoft.com/office/drawing/2014/main" id="{3C24568E-5690-491E-AE93-66154C22A059}"/>
                  </a:ext>
                </a:extLst>
              </p:cNvPr>
              <p:cNvSpPr/>
              <p:nvPr/>
            </p:nvSpPr>
            <p:spPr>
              <a:xfrm>
                <a:off x="1825502" y="3479769"/>
                <a:ext cx="59798" cy="32985"/>
              </a:xfrm>
              <a:custGeom>
                <a:avLst/>
                <a:gdLst/>
                <a:ahLst/>
                <a:cxnLst/>
                <a:rect l="l" t="t" r="r" b="b"/>
                <a:pathLst>
                  <a:path w="562" h="310" extrusionOk="0">
                    <a:moveTo>
                      <a:pt x="382" y="1"/>
                    </a:moveTo>
                    <a:cubicBezTo>
                      <a:pt x="348" y="1"/>
                      <a:pt x="313" y="8"/>
                      <a:pt x="288" y="22"/>
                    </a:cubicBezTo>
                    <a:lnTo>
                      <a:pt x="50" y="158"/>
                    </a:lnTo>
                    <a:cubicBezTo>
                      <a:pt x="0" y="187"/>
                      <a:pt x="0" y="237"/>
                      <a:pt x="50" y="267"/>
                    </a:cubicBezTo>
                    <a:lnTo>
                      <a:pt x="87" y="287"/>
                    </a:lnTo>
                    <a:cubicBezTo>
                      <a:pt x="112" y="302"/>
                      <a:pt x="144" y="309"/>
                      <a:pt x="177" y="309"/>
                    </a:cubicBezTo>
                    <a:cubicBezTo>
                      <a:pt x="210" y="309"/>
                      <a:pt x="244" y="302"/>
                      <a:pt x="273" y="287"/>
                    </a:cubicBezTo>
                    <a:lnTo>
                      <a:pt x="511" y="151"/>
                    </a:lnTo>
                    <a:cubicBezTo>
                      <a:pt x="561" y="123"/>
                      <a:pt x="561" y="72"/>
                      <a:pt x="511" y="44"/>
                    </a:cubicBezTo>
                    <a:lnTo>
                      <a:pt x="475" y="22"/>
                    </a:lnTo>
                    <a:cubicBezTo>
                      <a:pt x="450" y="8"/>
                      <a:pt x="416" y="1"/>
                      <a:pt x="38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52" name="Google Shape;1016;p41">
                <a:extLst>
                  <a:ext uri="{FF2B5EF4-FFF2-40B4-BE49-F238E27FC236}">
                    <a16:creationId xmlns:a16="http://schemas.microsoft.com/office/drawing/2014/main" id="{360ECCB0-B721-43B3-9072-CD65E27C070A}"/>
                  </a:ext>
                </a:extLst>
              </p:cNvPr>
              <p:cNvSpPr/>
              <p:nvPr/>
            </p:nvSpPr>
            <p:spPr>
              <a:xfrm>
                <a:off x="1827736" y="3639055"/>
                <a:ext cx="76610" cy="43306"/>
              </a:xfrm>
              <a:custGeom>
                <a:avLst/>
                <a:gdLst/>
                <a:ahLst/>
                <a:cxnLst/>
                <a:rect l="l" t="t" r="r" b="b"/>
                <a:pathLst>
                  <a:path w="720" h="407" extrusionOk="0">
                    <a:moveTo>
                      <a:pt x="368" y="0"/>
                    </a:moveTo>
                    <a:cubicBezTo>
                      <a:pt x="333" y="0"/>
                      <a:pt x="299" y="9"/>
                      <a:pt x="274" y="27"/>
                    </a:cubicBezTo>
                    <a:lnTo>
                      <a:pt x="52" y="150"/>
                    </a:lnTo>
                    <a:cubicBezTo>
                      <a:pt x="0" y="179"/>
                      <a:pt x="0" y="229"/>
                      <a:pt x="52" y="257"/>
                    </a:cubicBezTo>
                    <a:lnTo>
                      <a:pt x="259" y="379"/>
                    </a:lnTo>
                    <a:cubicBezTo>
                      <a:pt x="285" y="397"/>
                      <a:pt x="319" y="406"/>
                      <a:pt x="354" y="406"/>
                    </a:cubicBezTo>
                    <a:cubicBezTo>
                      <a:pt x="388" y="406"/>
                      <a:pt x="422" y="397"/>
                      <a:pt x="447" y="379"/>
                    </a:cubicBezTo>
                    <a:lnTo>
                      <a:pt x="669" y="257"/>
                    </a:lnTo>
                    <a:cubicBezTo>
                      <a:pt x="719" y="229"/>
                      <a:pt x="719" y="179"/>
                      <a:pt x="669" y="150"/>
                    </a:cubicBezTo>
                    <a:lnTo>
                      <a:pt x="461" y="27"/>
                    </a:lnTo>
                    <a:cubicBezTo>
                      <a:pt x="436" y="9"/>
                      <a:pt x="402" y="0"/>
                      <a:pt x="368"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53" name="Google Shape;1017;p41">
                <a:extLst>
                  <a:ext uri="{FF2B5EF4-FFF2-40B4-BE49-F238E27FC236}">
                    <a16:creationId xmlns:a16="http://schemas.microsoft.com/office/drawing/2014/main" id="{B125A42C-0289-4FF9-AA59-A12FBB45A93A}"/>
                  </a:ext>
                </a:extLst>
              </p:cNvPr>
              <p:cNvSpPr/>
              <p:nvPr/>
            </p:nvSpPr>
            <p:spPr>
              <a:xfrm>
                <a:off x="1843803" y="3567764"/>
                <a:ext cx="78844" cy="44476"/>
              </a:xfrm>
              <a:custGeom>
                <a:avLst/>
                <a:gdLst/>
                <a:ahLst/>
                <a:cxnLst/>
                <a:rect l="l" t="t" r="r" b="b"/>
                <a:pathLst>
                  <a:path w="741" h="418" extrusionOk="0">
                    <a:moveTo>
                      <a:pt x="360" y="0"/>
                    </a:moveTo>
                    <a:cubicBezTo>
                      <a:pt x="326" y="0"/>
                      <a:pt x="292" y="7"/>
                      <a:pt x="267" y="21"/>
                    </a:cubicBezTo>
                    <a:lnTo>
                      <a:pt x="58" y="143"/>
                    </a:lnTo>
                    <a:cubicBezTo>
                      <a:pt x="1" y="173"/>
                      <a:pt x="1" y="223"/>
                      <a:pt x="51" y="252"/>
                    </a:cubicBezTo>
                    <a:lnTo>
                      <a:pt x="296" y="395"/>
                    </a:lnTo>
                    <a:cubicBezTo>
                      <a:pt x="321" y="410"/>
                      <a:pt x="353" y="417"/>
                      <a:pt x="386" y="417"/>
                    </a:cubicBezTo>
                    <a:cubicBezTo>
                      <a:pt x="420" y="417"/>
                      <a:pt x="454" y="410"/>
                      <a:pt x="482" y="395"/>
                    </a:cubicBezTo>
                    <a:lnTo>
                      <a:pt x="691" y="273"/>
                    </a:lnTo>
                    <a:cubicBezTo>
                      <a:pt x="741" y="237"/>
                      <a:pt x="741" y="193"/>
                      <a:pt x="691" y="159"/>
                    </a:cubicBezTo>
                    <a:lnTo>
                      <a:pt x="453" y="21"/>
                    </a:lnTo>
                    <a:cubicBezTo>
                      <a:pt x="428" y="7"/>
                      <a:pt x="394" y="0"/>
                      <a:pt x="36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54" name="Google Shape;1018;p41">
                <a:extLst>
                  <a:ext uri="{FF2B5EF4-FFF2-40B4-BE49-F238E27FC236}">
                    <a16:creationId xmlns:a16="http://schemas.microsoft.com/office/drawing/2014/main" id="{D07DDE53-3927-4DA5-890C-DE245A56E10E}"/>
                  </a:ext>
                </a:extLst>
              </p:cNvPr>
              <p:cNvSpPr/>
              <p:nvPr/>
            </p:nvSpPr>
            <p:spPr>
              <a:xfrm>
                <a:off x="1879874" y="3451359"/>
                <a:ext cx="54372" cy="30006"/>
              </a:xfrm>
              <a:custGeom>
                <a:avLst/>
                <a:gdLst/>
                <a:ahLst/>
                <a:cxnLst/>
                <a:rect l="l" t="t" r="r" b="b"/>
                <a:pathLst>
                  <a:path w="511" h="282" extrusionOk="0">
                    <a:moveTo>
                      <a:pt x="327" y="1"/>
                    </a:moveTo>
                    <a:cubicBezTo>
                      <a:pt x="294" y="1"/>
                      <a:pt x="261" y="8"/>
                      <a:pt x="236" y="23"/>
                    </a:cubicBezTo>
                    <a:lnTo>
                      <a:pt x="50" y="132"/>
                    </a:lnTo>
                    <a:cubicBezTo>
                      <a:pt x="0" y="159"/>
                      <a:pt x="0" y="209"/>
                      <a:pt x="50" y="239"/>
                    </a:cubicBezTo>
                    <a:lnTo>
                      <a:pt x="86" y="261"/>
                    </a:lnTo>
                    <a:cubicBezTo>
                      <a:pt x="111" y="275"/>
                      <a:pt x="144" y="282"/>
                      <a:pt x="177" y="282"/>
                    </a:cubicBezTo>
                    <a:cubicBezTo>
                      <a:pt x="210" y="282"/>
                      <a:pt x="244" y="275"/>
                      <a:pt x="273" y="261"/>
                    </a:cubicBezTo>
                    <a:lnTo>
                      <a:pt x="452" y="152"/>
                    </a:lnTo>
                    <a:cubicBezTo>
                      <a:pt x="511" y="123"/>
                      <a:pt x="511" y="73"/>
                      <a:pt x="452" y="45"/>
                    </a:cubicBezTo>
                    <a:lnTo>
                      <a:pt x="424" y="23"/>
                    </a:lnTo>
                    <a:cubicBezTo>
                      <a:pt x="395" y="8"/>
                      <a:pt x="361" y="1"/>
                      <a:pt x="327"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55" name="Google Shape;1019;p41">
                <a:extLst>
                  <a:ext uri="{FF2B5EF4-FFF2-40B4-BE49-F238E27FC236}">
                    <a16:creationId xmlns:a16="http://schemas.microsoft.com/office/drawing/2014/main" id="{621FFD99-04C9-499A-A54B-C9939854ED99}"/>
                  </a:ext>
                </a:extLst>
              </p:cNvPr>
              <p:cNvSpPr/>
              <p:nvPr/>
            </p:nvSpPr>
            <p:spPr>
              <a:xfrm>
                <a:off x="1805711" y="3681722"/>
                <a:ext cx="128534" cy="72779"/>
              </a:xfrm>
              <a:custGeom>
                <a:avLst/>
                <a:gdLst/>
                <a:ahLst/>
                <a:cxnLst/>
                <a:rect l="l" t="t" r="r" b="b"/>
                <a:pathLst>
                  <a:path w="1208" h="684" extrusionOk="0">
                    <a:moveTo>
                      <a:pt x="845" y="1"/>
                    </a:moveTo>
                    <a:cubicBezTo>
                      <a:pt x="811" y="1"/>
                      <a:pt x="779" y="7"/>
                      <a:pt x="754" y="21"/>
                    </a:cubicBezTo>
                    <a:lnTo>
                      <a:pt x="50" y="425"/>
                    </a:lnTo>
                    <a:cubicBezTo>
                      <a:pt x="0" y="453"/>
                      <a:pt x="0" y="503"/>
                      <a:pt x="50" y="532"/>
                    </a:cubicBezTo>
                    <a:lnTo>
                      <a:pt x="266" y="661"/>
                    </a:lnTo>
                    <a:cubicBezTo>
                      <a:pt x="294" y="676"/>
                      <a:pt x="328" y="683"/>
                      <a:pt x="361" y="683"/>
                    </a:cubicBezTo>
                    <a:cubicBezTo>
                      <a:pt x="395" y="683"/>
                      <a:pt x="427" y="676"/>
                      <a:pt x="452" y="661"/>
                    </a:cubicBezTo>
                    <a:lnTo>
                      <a:pt x="1156" y="259"/>
                    </a:lnTo>
                    <a:cubicBezTo>
                      <a:pt x="1208" y="230"/>
                      <a:pt x="1208" y="180"/>
                      <a:pt x="1156" y="151"/>
                    </a:cubicBezTo>
                    <a:lnTo>
                      <a:pt x="940" y="21"/>
                    </a:lnTo>
                    <a:cubicBezTo>
                      <a:pt x="912" y="7"/>
                      <a:pt x="878" y="1"/>
                      <a:pt x="845"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56" name="Google Shape;1020;p41">
                <a:extLst>
                  <a:ext uri="{FF2B5EF4-FFF2-40B4-BE49-F238E27FC236}">
                    <a16:creationId xmlns:a16="http://schemas.microsoft.com/office/drawing/2014/main" id="{CA4BC7BF-1EEF-4B08-9D4F-D5CC0350F8DD}"/>
                  </a:ext>
                </a:extLst>
              </p:cNvPr>
              <p:cNvSpPr/>
              <p:nvPr/>
            </p:nvSpPr>
            <p:spPr>
              <a:xfrm>
                <a:off x="1857636" y="3498921"/>
                <a:ext cx="79589" cy="44263"/>
              </a:xfrm>
              <a:custGeom>
                <a:avLst/>
                <a:gdLst/>
                <a:ahLst/>
                <a:cxnLst/>
                <a:rect l="l" t="t" r="r" b="b"/>
                <a:pathLst>
                  <a:path w="748" h="416" extrusionOk="0">
                    <a:moveTo>
                      <a:pt x="388" y="0"/>
                    </a:moveTo>
                    <a:cubicBezTo>
                      <a:pt x="354" y="0"/>
                      <a:pt x="320" y="7"/>
                      <a:pt x="295" y="21"/>
                    </a:cubicBezTo>
                    <a:lnTo>
                      <a:pt x="57" y="159"/>
                    </a:lnTo>
                    <a:cubicBezTo>
                      <a:pt x="7" y="187"/>
                      <a:pt x="0" y="237"/>
                      <a:pt x="57" y="266"/>
                    </a:cubicBezTo>
                    <a:lnTo>
                      <a:pt x="266" y="388"/>
                    </a:lnTo>
                    <a:cubicBezTo>
                      <a:pt x="291" y="407"/>
                      <a:pt x="325" y="416"/>
                      <a:pt x="359" y="416"/>
                    </a:cubicBezTo>
                    <a:cubicBezTo>
                      <a:pt x="393" y="416"/>
                      <a:pt x="427" y="407"/>
                      <a:pt x="452" y="388"/>
                    </a:cubicBezTo>
                    <a:lnTo>
                      <a:pt x="690" y="252"/>
                    </a:lnTo>
                    <a:cubicBezTo>
                      <a:pt x="747" y="223"/>
                      <a:pt x="747" y="173"/>
                      <a:pt x="697" y="144"/>
                    </a:cubicBezTo>
                    <a:lnTo>
                      <a:pt x="482" y="21"/>
                    </a:lnTo>
                    <a:cubicBezTo>
                      <a:pt x="457" y="7"/>
                      <a:pt x="422" y="0"/>
                      <a:pt x="388"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57" name="Google Shape;1021;p41">
                <a:extLst>
                  <a:ext uri="{FF2B5EF4-FFF2-40B4-BE49-F238E27FC236}">
                    <a16:creationId xmlns:a16="http://schemas.microsoft.com/office/drawing/2014/main" id="{DDE25578-648C-4CED-9C52-1EE54C757FA3}"/>
                  </a:ext>
                </a:extLst>
              </p:cNvPr>
              <p:cNvSpPr/>
              <p:nvPr/>
            </p:nvSpPr>
            <p:spPr>
              <a:xfrm>
                <a:off x="1857636" y="3739819"/>
                <a:ext cx="79589" cy="45115"/>
              </a:xfrm>
              <a:custGeom>
                <a:avLst/>
                <a:gdLst/>
                <a:ahLst/>
                <a:cxnLst/>
                <a:rect l="l" t="t" r="r" b="b"/>
                <a:pathLst>
                  <a:path w="748" h="424" extrusionOk="0">
                    <a:moveTo>
                      <a:pt x="384" y="0"/>
                    </a:moveTo>
                    <a:cubicBezTo>
                      <a:pt x="351" y="0"/>
                      <a:pt x="317" y="7"/>
                      <a:pt x="288" y="22"/>
                    </a:cubicBezTo>
                    <a:lnTo>
                      <a:pt x="50" y="165"/>
                    </a:lnTo>
                    <a:cubicBezTo>
                      <a:pt x="0" y="195"/>
                      <a:pt x="0" y="245"/>
                      <a:pt x="50" y="274"/>
                    </a:cubicBezTo>
                    <a:lnTo>
                      <a:pt x="266" y="396"/>
                    </a:lnTo>
                    <a:cubicBezTo>
                      <a:pt x="292" y="415"/>
                      <a:pt x="329" y="423"/>
                      <a:pt x="365" y="423"/>
                    </a:cubicBezTo>
                    <a:cubicBezTo>
                      <a:pt x="397" y="423"/>
                      <a:pt x="429" y="416"/>
                      <a:pt x="452" y="403"/>
                    </a:cubicBezTo>
                    <a:lnTo>
                      <a:pt x="697" y="258"/>
                    </a:lnTo>
                    <a:cubicBezTo>
                      <a:pt x="747" y="231"/>
                      <a:pt x="747" y="181"/>
                      <a:pt x="697" y="151"/>
                    </a:cubicBezTo>
                    <a:lnTo>
                      <a:pt x="475" y="22"/>
                    </a:lnTo>
                    <a:cubicBezTo>
                      <a:pt x="450" y="7"/>
                      <a:pt x="417" y="0"/>
                      <a:pt x="38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58" name="Google Shape;1022;p41">
                <a:extLst>
                  <a:ext uri="{FF2B5EF4-FFF2-40B4-BE49-F238E27FC236}">
                    <a16:creationId xmlns:a16="http://schemas.microsoft.com/office/drawing/2014/main" id="{5A691EFC-5E17-41D1-9F04-3A8A96B47D57}"/>
                  </a:ext>
                </a:extLst>
              </p:cNvPr>
              <p:cNvSpPr/>
              <p:nvPr/>
            </p:nvSpPr>
            <p:spPr>
              <a:xfrm>
                <a:off x="1879874" y="3609794"/>
                <a:ext cx="75652" cy="42135"/>
              </a:xfrm>
              <a:custGeom>
                <a:avLst/>
                <a:gdLst/>
                <a:ahLst/>
                <a:cxnLst/>
                <a:rect l="l" t="t" r="r" b="b"/>
                <a:pathLst>
                  <a:path w="711" h="396" extrusionOk="0">
                    <a:moveTo>
                      <a:pt x="359" y="1"/>
                    </a:moveTo>
                    <a:cubicBezTo>
                      <a:pt x="325" y="1"/>
                      <a:pt x="291" y="8"/>
                      <a:pt x="266" y="23"/>
                    </a:cubicBezTo>
                    <a:lnTo>
                      <a:pt x="50" y="143"/>
                    </a:lnTo>
                    <a:cubicBezTo>
                      <a:pt x="0" y="173"/>
                      <a:pt x="0" y="223"/>
                      <a:pt x="50" y="252"/>
                    </a:cubicBezTo>
                    <a:lnTo>
                      <a:pt x="259" y="375"/>
                    </a:lnTo>
                    <a:cubicBezTo>
                      <a:pt x="287" y="388"/>
                      <a:pt x="321" y="395"/>
                      <a:pt x="355" y="395"/>
                    </a:cubicBezTo>
                    <a:cubicBezTo>
                      <a:pt x="388" y="395"/>
                      <a:pt x="420" y="388"/>
                      <a:pt x="445" y="375"/>
                    </a:cubicBezTo>
                    <a:lnTo>
                      <a:pt x="661" y="252"/>
                    </a:lnTo>
                    <a:cubicBezTo>
                      <a:pt x="711" y="223"/>
                      <a:pt x="711" y="173"/>
                      <a:pt x="661" y="143"/>
                    </a:cubicBezTo>
                    <a:lnTo>
                      <a:pt x="452" y="23"/>
                    </a:lnTo>
                    <a:cubicBezTo>
                      <a:pt x="427" y="8"/>
                      <a:pt x="393" y="1"/>
                      <a:pt x="35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59" name="Google Shape;1023;p41">
                <a:extLst>
                  <a:ext uri="{FF2B5EF4-FFF2-40B4-BE49-F238E27FC236}">
                    <a16:creationId xmlns:a16="http://schemas.microsoft.com/office/drawing/2014/main" id="{BBDDA2B1-2666-435A-B5B2-62FF4F4955CF}"/>
                  </a:ext>
                </a:extLst>
              </p:cNvPr>
              <p:cNvSpPr/>
              <p:nvPr/>
            </p:nvSpPr>
            <p:spPr>
              <a:xfrm>
                <a:off x="1895089" y="3536375"/>
                <a:ext cx="81930" cy="45966"/>
              </a:xfrm>
              <a:custGeom>
                <a:avLst/>
                <a:gdLst/>
                <a:ahLst/>
                <a:cxnLst/>
                <a:rect l="l" t="t" r="r" b="b"/>
                <a:pathLst>
                  <a:path w="770" h="432" extrusionOk="0">
                    <a:moveTo>
                      <a:pt x="388" y="1"/>
                    </a:moveTo>
                    <a:cubicBezTo>
                      <a:pt x="354" y="1"/>
                      <a:pt x="320" y="8"/>
                      <a:pt x="295" y="23"/>
                    </a:cubicBezTo>
                    <a:lnTo>
                      <a:pt x="57" y="159"/>
                    </a:lnTo>
                    <a:cubicBezTo>
                      <a:pt x="0" y="195"/>
                      <a:pt x="0" y="238"/>
                      <a:pt x="57" y="273"/>
                    </a:cubicBezTo>
                    <a:lnTo>
                      <a:pt x="295" y="411"/>
                    </a:lnTo>
                    <a:cubicBezTo>
                      <a:pt x="320" y="425"/>
                      <a:pt x="354" y="432"/>
                      <a:pt x="388" y="432"/>
                    </a:cubicBezTo>
                    <a:cubicBezTo>
                      <a:pt x="422" y="432"/>
                      <a:pt x="456" y="425"/>
                      <a:pt x="482" y="411"/>
                    </a:cubicBezTo>
                    <a:lnTo>
                      <a:pt x="720" y="273"/>
                    </a:lnTo>
                    <a:cubicBezTo>
                      <a:pt x="770" y="238"/>
                      <a:pt x="770" y="195"/>
                      <a:pt x="720" y="159"/>
                    </a:cubicBezTo>
                    <a:lnTo>
                      <a:pt x="482" y="23"/>
                    </a:lnTo>
                    <a:cubicBezTo>
                      <a:pt x="456" y="8"/>
                      <a:pt x="422" y="1"/>
                      <a:pt x="38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60" name="Google Shape;1024;p41">
                <a:extLst>
                  <a:ext uri="{FF2B5EF4-FFF2-40B4-BE49-F238E27FC236}">
                    <a16:creationId xmlns:a16="http://schemas.microsoft.com/office/drawing/2014/main" id="{DBEC8AE9-D8E9-49C5-BECA-239DF0D955DF}"/>
                  </a:ext>
                </a:extLst>
              </p:cNvPr>
              <p:cNvSpPr/>
              <p:nvPr/>
            </p:nvSpPr>
            <p:spPr>
              <a:xfrm>
                <a:off x="1911901" y="3470618"/>
                <a:ext cx="73524" cy="41178"/>
              </a:xfrm>
              <a:custGeom>
                <a:avLst/>
                <a:gdLst/>
                <a:ahLst/>
                <a:cxnLst/>
                <a:rect l="l" t="t" r="r" b="b"/>
                <a:pathLst>
                  <a:path w="691" h="387" extrusionOk="0">
                    <a:moveTo>
                      <a:pt x="334" y="1"/>
                    </a:moveTo>
                    <a:cubicBezTo>
                      <a:pt x="301" y="1"/>
                      <a:pt x="267" y="8"/>
                      <a:pt x="237" y="21"/>
                    </a:cubicBezTo>
                    <a:lnTo>
                      <a:pt x="58" y="130"/>
                    </a:lnTo>
                    <a:cubicBezTo>
                      <a:pt x="1" y="158"/>
                      <a:pt x="1" y="209"/>
                      <a:pt x="51" y="237"/>
                    </a:cubicBezTo>
                    <a:lnTo>
                      <a:pt x="267" y="359"/>
                    </a:lnTo>
                    <a:cubicBezTo>
                      <a:pt x="292" y="378"/>
                      <a:pt x="326" y="387"/>
                      <a:pt x="360" y="387"/>
                    </a:cubicBezTo>
                    <a:cubicBezTo>
                      <a:pt x="394" y="387"/>
                      <a:pt x="428" y="378"/>
                      <a:pt x="453" y="359"/>
                    </a:cubicBezTo>
                    <a:lnTo>
                      <a:pt x="641" y="259"/>
                    </a:lnTo>
                    <a:cubicBezTo>
                      <a:pt x="691" y="223"/>
                      <a:pt x="691" y="180"/>
                      <a:pt x="641" y="151"/>
                    </a:cubicBezTo>
                    <a:lnTo>
                      <a:pt x="425" y="21"/>
                    </a:lnTo>
                    <a:cubicBezTo>
                      <a:pt x="399" y="8"/>
                      <a:pt x="367" y="1"/>
                      <a:pt x="334"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61" name="Google Shape;1025;p41">
                <a:extLst>
                  <a:ext uri="{FF2B5EF4-FFF2-40B4-BE49-F238E27FC236}">
                    <a16:creationId xmlns:a16="http://schemas.microsoft.com/office/drawing/2014/main" id="{F89B0D25-5CEA-4E92-9CA0-B0B78AC61B1C}"/>
                  </a:ext>
                </a:extLst>
              </p:cNvPr>
              <p:cNvSpPr/>
              <p:nvPr/>
            </p:nvSpPr>
            <p:spPr>
              <a:xfrm>
                <a:off x="1908816" y="3651823"/>
                <a:ext cx="76610" cy="42987"/>
              </a:xfrm>
              <a:custGeom>
                <a:avLst/>
                <a:gdLst/>
                <a:ahLst/>
                <a:cxnLst/>
                <a:rect l="l" t="t" r="r" b="b"/>
                <a:pathLst>
                  <a:path w="720" h="404" extrusionOk="0">
                    <a:moveTo>
                      <a:pt x="360" y="1"/>
                    </a:moveTo>
                    <a:cubicBezTo>
                      <a:pt x="325" y="1"/>
                      <a:pt x="291" y="8"/>
                      <a:pt x="266" y="23"/>
                    </a:cubicBezTo>
                    <a:lnTo>
                      <a:pt x="51" y="145"/>
                    </a:lnTo>
                    <a:cubicBezTo>
                      <a:pt x="1" y="173"/>
                      <a:pt x="1" y="223"/>
                      <a:pt x="51" y="252"/>
                    </a:cubicBezTo>
                    <a:lnTo>
                      <a:pt x="273" y="382"/>
                    </a:lnTo>
                    <a:cubicBezTo>
                      <a:pt x="299" y="396"/>
                      <a:pt x="334" y="404"/>
                      <a:pt x="368" y="404"/>
                    </a:cubicBezTo>
                    <a:cubicBezTo>
                      <a:pt x="402" y="404"/>
                      <a:pt x="436" y="396"/>
                      <a:pt x="461" y="382"/>
                    </a:cubicBezTo>
                    <a:lnTo>
                      <a:pt x="670" y="259"/>
                    </a:lnTo>
                    <a:cubicBezTo>
                      <a:pt x="720" y="232"/>
                      <a:pt x="720" y="180"/>
                      <a:pt x="670" y="152"/>
                    </a:cubicBezTo>
                    <a:lnTo>
                      <a:pt x="454" y="23"/>
                    </a:lnTo>
                    <a:cubicBezTo>
                      <a:pt x="428" y="8"/>
                      <a:pt x="394" y="1"/>
                      <a:pt x="36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62" name="Google Shape;1026;p41">
                <a:extLst>
                  <a:ext uri="{FF2B5EF4-FFF2-40B4-BE49-F238E27FC236}">
                    <a16:creationId xmlns:a16="http://schemas.microsoft.com/office/drawing/2014/main" id="{4C7F2C7C-91E7-43A9-81D6-AC3C949FAEA2}"/>
                  </a:ext>
                </a:extLst>
              </p:cNvPr>
              <p:cNvSpPr/>
              <p:nvPr/>
            </p:nvSpPr>
            <p:spPr>
              <a:xfrm>
                <a:off x="1927862" y="3421673"/>
                <a:ext cx="58309" cy="32134"/>
              </a:xfrm>
              <a:custGeom>
                <a:avLst/>
                <a:gdLst/>
                <a:ahLst/>
                <a:cxnLst/>
                <a:rect l="l" t="t" r="r" b="b"/>
                <a:pathLst>
                  <a:path w="548" h="302" extrusionOk="0">
                    <a:moveTo>
                      <a:pt x="368" y="0"/>
                    </a:moveTo>
                    <a:cubicBezTo>
                      <a:pt x="334" y="0"/>
                      <a:pt x="300" y="8"/>
                      <a:pt x="275" y="22"/>
                    </a:cubicBezTo>
                    <a:lnTo>
                      <a:pt x="51" y="152"/>
                    </a:lnTo>
                    <a:cubicBezTo>
                      <a:pt x="1" y="179"/>
                      <a:pt x="1" y="229"/>
                      <a:pt x="51" y="259"/>
                    </a:cubicBezTo>
                    <a:lnTo>
                      <a:pt x="87" y="281"/>
                    </a:lnTo>
                    <a:cubicBezTo>
                      <a:pt x="112" y="295"/>
                      <a:pt x="146" y="302"/>
                      <a:pt x="181" y="302"/>
                    </a:cubicBezTo>
                    <a:cubicBezTo>
                      <a:pt x="215" y="302"/>
                      <a:pt x="249" y="295"/>
                      <a:pt x="275" y="281"/>
                    </a:cubicBezTo>
                    <a:lnTo>
                      <a:pt x="498" y="152"/>
                    </a:lnTo>
                    <a:cubicBezTo>
                      <a:pt x="548" y="123"/>
                      <a:pt x="548" y="73"/>
                      <a:pt x="498" y="43"/>
                    </a:cubicBezTo>
                    <a:lnTo>
                      <a:pt x="462" y="22"/>
                    </a:lnTo>
                    <a:cubicBezTo>
                      <a:pt x="437" y="8"/>
                      <a:pt x="403" y="0"/>
                      <a:pt x="368"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63" name="Google Shape;1027;p41">
                <a:extLst>
                  <a:ext uri="{FF2B5EF4-FFF2-40B4-BE49-F238E27FC236}">
                    <a16:creationId xmlns:a16="http://schemas.microsoft.com/office/drawing/2014/main" id="{D913838F-9D06-44DE-B49C-0CF39731AFC2}"/>
                  </a:ext>
                </a:extLst>
              </p:cNvPr>
              <p:cNvSpPr/>
              <p:nvPr/>
            </p:nvSpPr>
            <p:spPr>
              <a:xfrm>
                <a:off x="1911901" y="3711515"/>
                <a:ext cx="74269" cy="42029"/>
              </a:xfrm>
              <a:custGeom>
                <a:avLst/>
                <a:gdLst/>
                <a:ahLst/>
                <a:cxnLst/>
                <a:rect l="l" t="t" r="r" b="b"/>
                <a:pathLst>
                  <a:path w="698" h="395" extrusionOk="0">
                    <a:moveTo>
                      <a:pt x="335" y="0"/>
                    </a:moveTo>
                    <a:cubicBezTo>
                      <a:pt x="301" y="0"/>
                      <a:pt x="267" y="8"/>
                      <a:pt x="237" y="22"/>
                    </a:cubicBezTo>
                    <a:lnTo>
                      <a:pt x="51" y="136"/>
                    </a:lnTo>
                    <a:cubicBezTo>
                      <a:pt x="1" y="166"/>
                      <a:pt x="1" y="216"/>
                      <a:pt x="51" y="245"/>
                    </a:cubicBezTo>
                    <a:lnTo>
                      <a:pt x="267" y="367"/>
                    </a:lnTo>
                    <a:cubicBezTo>
                      <a:pt x="295" y="386"/>
                      <a:pt x="329" y="395"/>
                      <a:pt x="362" y="395"/>
                    </a:cubicBezTo>
                    <a:cubicBezTo>
                      <a:pt x="396" y="395"/>
                      <a:pt x="428" y="386"/>
                      <a:pt x="453" y="367"/>
                    </a:cubicBezTo>
                    <a:lnTo>
                      <a:pt x="648" y="259"/>
                    </a:lnTo>
                    <a:cubicBezTo>
                      <a:pt x="698" y="231"/>
                      <a:pt x="698" y="179"/>
                      <a:pt x="648" y="152"/>
                    </a:cubicBezTo>
                    <a:lnTo>
                      <a:pt x="432" y="22"/>
                    </a:lnTo>
                    <a:cubicBezTo>
                      <a:pt x="403" y="8"/>
                      <a:pt x="369" y="0"/>
                      <a:pt x="335"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64" name="Google Shape;1028;p41">
                <a:extLst>
                  <a:ext uri="{FF2B5EF4-FFF2-40B4-BE49-F238E27FC236}">
                    <a16:creationId xmlns:a16="http://schemas.microsoft.com/office/drawing/2014/main" id="{74171543-3F05-4A2E-8D88-8B6007470F54}"/>
                  </a:ext>
                </a:extLst>
              </p:cNvPr>
              <p:cNvSpPr/>
              <p:nvPr/>
            </p:nvSpPr>
            <p:spPr>
              <a:xfrm>
                <a:off x="1931054" y="3578405"/>
                <a:ext cx="78844" cy="43731"/>
              </a:xfrm>
              <a:custGeom>
                <a:avLst/>
                <a:gdLst/>
                <a:ahLst/>
                <a:cxnLst/>
                <a:rect l="l" t="t" r="r" b="b"/>
                <a:pathLst>
                  <a:path w="741" h="411" extrusionOk="0">
                    <a:moveTo>
                      <a:pt x="388" y="1"/>
                    </a:moveTo>
                    <a:cubicBezTo>
                      <a:pt x="354" y="1"/>
                      <a:pt x="320" y="8"/>
                      <a:pt x="295" y="23"/>
                    </a:cubicBezTo>
                    <a:lnTo>
                      <a:pt x="50" y="159"/>
                    </a:lnTo>
                    <a:cubicBezTo>
                      <a:pt x="0" y="188"/>
                      <a:pt x="0" y="238"/>
                      <a:pt x="50" y="266"/>
                    </a:cubicBezTo>
                    <a:lnTo>
                      <a:pt x="266" y="388"/>
                    </a:lnTo>
                    <a:cubicBezTo>
                      <a:pt x="291" y="403"/>
                      <a:pt x="323" y="410"/>
                      <a:pt x="357" y="410"/>
                    </a:cubicBezTo>
                    <a:cubicBezTo>
                      <a:pt x="390" y="410"/>
                      <a:pt x="424" y="403"/>
                      <a:pt x="452" y="388"/>
                    </a:cubicBezTo>
                    <a:lnTo>
                      <a:pt x="690" y="252"/>
                    </a:lnTo>
                    <a:cubicBezTo>
                      <a:pt x="740" y="223"/>
                      <a:pt x="740" y="173"/>
                      <a:pt x="690" y="145"/>
                    </a:cubicBezTo>
                    <a:lnTo>
                      <a:pt x="482" y="23"/>
                    </a:lnTo>
                    <a:cubicBezTo>
                      <a:pt x="457" y="8"/>
                      <a:pt x="423" y="1"/>
                      <a:pt x="38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65" name="Google Shape;1029;p41">
                <a:extLst>
                  <a:ext uri="{FF2B5EF4-FFF2-40B4-BE49-F238E27FC236}">
                    <a16:creationId xmlns:a16="http://schemas.microsoft.com/office/drawing/2014/main" id="{59CD246F-D0DD-4170-BB32-C33206D067D5}"/>
                  </a:ext>
                </a:extLst>
              </p:cNvPr>
              <p:cNvSpPr/>
              <p:nvPr/>
            </p:nvSpPr>
            <p:spPr>
              <a:xfrm>
                <a:off x="1949355" y="3508285"/>
                <a:ext cx="76716" cy="42667"/>
              </a:xfrm>
              <a:custGeom>
                <a:avLst/>
                <a:gdLst/>
                <a:ahLst/>
                <a:cxnLst/>
                <a:rect l="l" t="t" r="r" b="b"/>
                <a:pathLst>
                  <a:path w="721" h="401" extrusionOk="0">
                    <a:moveTo>
                      <a:pt x="334" y="1"/>
                    </a:moveTo>
                    <a:cubicBezTo>
                      <a:pt x="301" y="1"/>
                      <a:pt x="266" y="10"/>
                      <a:pt x="237" y="28"/>
                    </a:cubicBezTo>
                    <a:lnTo>
                      <a:pt x="58" y="128"/>
                    </a:lnTo>
                    <a:cubicBezTo>
                      <a:pt x="1" y="164"/>
                      <a:pt x="1" y="207"/>
                      <a:pt x="58" y="244"/>
                    </a:cubicBezTo>
                    <a:lnTo>
                      <a:pt x="296" y="380"/>
                    </a:lnTo>
                    <a:cubicBezTo>
                      <a:pt x="321" y="394"/>
                      <a:pt x="353" y="401"/>
                      <a:pt x="386" y="401"/>
                    </a:cubicBezTo>
                    <a:cubicBezTo>
                      <a:pt x="420" y="401"/>
                      <a:pt x="454" y="394"/>
                      <a:pt x="482" y="380"/>
                    </a:cubicBezTo>
                    <a:lnTo>
                      <a:pt x="662" y="271"/>
                    </a:lnTo>
                    <a:cubicBezTo>
                      <a:pt x="720" y="244"/>
                      <a:pt x="720" y="192"/>
                      <a:pt x="668" y="164"/>
                    </a:cubicBezTo>
                    <a:lnTo>
                      <a:pt x="425" y="28"/>
                    </a:lnTo>
                    <a:cubicBezTo>
                      <a:pt x="400" y="10"/>
                      <a:pt x="368" y="1"/>
                      <a:pt x="334"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66" name="Google Shape;1030;p41">
                <a:extLst>
                  <a:ext uri="{FF2B5EF4-FFF2-40B4-BE49-F238E27FC236}">
                    <a16:creationId xmlns:a16="http://schemas.microsoft.com/office/drawing/2014/main" id="{9D18B3A4-13B7-4851-9322-59FE5E8DC8D1}"/>
                  </a:ext>
                </a:extLst>
              </p:cNvPr>
              <p:cNvSpPr/>
              <p:nvPr/>
            </p:nvSpPr>
            <p:spPr>
              <a:xfrm>
                <a:off x="1979999" y="3391773"/>
                <a:ext cx="57457" cy="31602"/>
              </a:xfrm>
              <a:custGeom>
                <a:avLst/>
                <a:gdLst/>
                <a:ahLst/>
                <a:cxnLst/>
                <a:rect l="l" t="t" r="r" b="b"/>
                <a:pathLst>
                  <a:path w="540" h="297" extrusionOk="0">
                    <a:moveTo>
                      <a:pt x="360" y="0"/>
                    </a:moveTo>
                    <a:cubicBezTo>
                      <a:pt x="326" y="0"/>
                      <a:pt x="292" y="8"/>
                      <a:pt x="267" y="22"/>
                    </a:cubicBezTo>
                    <a:lnTo>
                      <a:pt x="58" y="145"/>
                    </a:lnTo>
                    <a:cubicBezTo>
                      <a:pt x="1" y="174"/>
                      <a:pt x="1" y="224"/>
                      <a:pt x="58" y="252"/>
                    </a:cubicBezTo>
                    <a:lnTo>
                      <a:pt x="87" y="274"/>
                    </a:lnTo>
                    <a:cubicBezTo>
                      <a:pt x="112" y="289"/>
                      <a:pt x="146" y="296"/>
                      <a:pt x="180" y="296"/>
                    </a:cubicBezTo>
                    <a:cubicBezTo>
                      <a:pt x="214" y="296"/>
                      <a:pt x="248" y="289"/>
                      <a:pt x="273" y="274"/>
                    </a:cubicBezTo>
                    <a:lnTo>
                      <a:pt x="489" y="152"/>
                    </a:lnTo>
                    <a:cubicBezTo>
                      <a:pt x="539" y="122"/>
                      <a:pt x="539" y="72"/>
                      <a:pt x="489" y="45"/>
                    </a:cubicBezTo>
                    <a:lnTo>
                      <a:pt x="453" y="22"/>
                    </a:lnTo>
                    <a:cubicBezTo>
                      <a:pt x="428" y="8"/>
                      <a:pt x="394" y="0"/>
                      <a:pt x="36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67" name="Google Shape;1031;p41">
                <a:extLst>
                  <a:ext uri="{FF2B5EF4-FFF2-40B4-BE49-F238E27FC236}">
                    <a16:creationId xmlns:a16="http://schemas.microsoft.com/office/drawing/2014/main" id="{D1488816-ECA5-44EC-8A39-EF0292709FD8}"/>
                  </a:ext>
                </a:extLst>
              </p:cNvPr>
              <p:cNvSpPr/>
              <p:nvPr/>
            </p:nvSpPr>
            <p:spPr>
              <a:xfrm>
                <a:off x="1960740" y="3682467"/>
                <a:ext cx="76716" cy="42667"/>
              </a:xfrm>
              <a:custGeom>
                <a:avLst/>
                <a:gdLst/>
                <a:ahLst/>
                <a:cxnLst/>
                <a:rect l="l" t="t" r="r" b="b"/>
                <a:pathLst>
                  <a:path w="721" h="401" extrusionOk="0">
                    <a:moveTo>
                      <a:pt x="361" y="0"/>
                    </a:moveTo>
                    <a:cubicBezTo>
                      <a:pt x="327" y="0"/>
                      <a:pt x="293" y="7"/>
                      <a:pt x="268" y="21"/>
                    </a:cubicBezTo>
                    <a:lnTo>
                      <a:pt x="53" y="144"/>
                    </a:lnTo>
                    <a:cubicBezTo>
                      <a:pt x="1" y="173"/>
                      <a:pt x="1" y="223"/>
                      <a:pt x="53" y="252"/>
                    </a:cubicBezTo>
                    <a:lnTo>
                      <a:pt x="268" y="375"/>
                    </a:lnTo>
                    <a:cubicBezTo>
                      <a:pt x="297" y="392"/>
                      <a:pt x="331" y="401"/>
                      <a:pt x="364" y="401"/>
                    </a:cubicBezTo>
                    <a:cubicBezTo>
                      <a:pt x="397" y="401"/>
                      <a:pt x="429" y="392"/>
                      <a:pt x="454" y="375"/>
                    </a:cubicBezTo>
                    <a:lnTo>
                      <a:pt x="670" y="252"/>
                    </a:lnTo>
                    <a:cubicBezTo>
                      <a:pt x="720" y="223"/>
                      <a:pt x="720" y="173"/>
                      <a:pt x="670" y="144"/>
                    </a:cubicBezTo>
                    <a:lnTo>
                      <a:pt x="454" y="21"/>
                    </a:lnTo>
                    <a:cubicBezTo>
                      <a:pt x="429" y="7"/>
                      <a:pt x="395" y="0"/>
                      <a:pt x="36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68" name="Google Shape;1032;p41">
                <a:extLst>
                  <a:ext uri="{FF2B5EF4-FFF2-40B4-BE49-F238E27FC236}">
                    <a16:creationId xmlns:a16="http://schemas.microsoft.com/office/drawing/2014/main" id="{2A5AFF92-D1C1-4588-B1AA-2EC5D48CE5CA}"/>
                  </a:ext>
                </a:extLst>
              </p:cNvPr>
              <p:cNvSpPr/>
              <p:nvPr/>
            </p:nvSpPr>
            <p:spPr>
              <a:xfrm>
                <a:off x="1960740" y="3440719"/>
                <a:ext cx="77461" cy="42987"/>
              </a:xfrm>
              <a:custGeom>
                <a:avLst/>
                <a:gdLst/>
                <a:ahLst/>
                <a:cxnLst/>
                <a:rect l="l" t="t" r="r" b="b"/>
                <a:pathLst>
                  <a:path w="728" h="404" extrusionOk="0">
                    <a:moveTo>
                      <a:pt x="368" y="1"/>
                    </a:moveTo>
                    <a:cubicBezTo>
                      <a:pt x="334" y="1"/>
                      <a:pt x="300" y="8"/>
                      <a:pt x="275" y="23"/>
                    </a:cubicBezTo>
                    <a:lnTo>
                      <a:pt x="53" y="152"/>
                    </a:lnTo>
                    <a:cubicBezTo>
                      <a:pt x="1" y="180"/>
                      <a:pt x="1" y="232"/>
                      <a:pt x="53" y="259"/>
                    </a:cubicBezTo>
                    <a:lnTo>
                      <a:pt x="260" y="382"/>
                    </a:lnTo>
                    <a:cubicBezTo>
                      <a:pt x="289" y="396"/>
                      <a:pt x="323" y="404"/>
                      <a:pt x="357" y="404"/>
                    </a:cubicBezTo>
                    <a:cubicBezTo>
                      <a:pt x="390" y="404"/>
                      <a:pt x="423" y="396"/>
                      <a:pt x="448" y="382"/>
                    </a:cubicBezTo>
                    <a:lnTo>
                      <a:pt x="670" y="252"/>
                    </a:lnTo>
                    <a:cubicBezTo>
                      <a:pt x="720" y="223"/>
                      <a:pt x="727" y="173"/>
                      <a:pt x="670" y="145"/>
                    </a:cubicBezTo>
                    <a:lnTo>
                      <a:pt x="461" y="23"/>
                    </a:lnTo>
                    <a:cubicBezTo>
                      <a:pt x="436" y="8"/>
                      <a:pt x="402" y="1"/>
                      <a:pt x="36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69" name="Google Shape;1033;p41">
                <a:extLst>
                  <a:ext uri="{FF2B5EF4-FFF2-40B4-BE49-F238E27FC236}">
                    <a16:creationId xmlns:a16="http://schemas.microsoft.com/office/drawing/2014/main" id="{32A6E685-1A16-4BD4-998D-523D1C272C61}"/>
                  </a:ext>
                </a:extLst>
              </p:cNvPr>
              <p:cNvSpPr/>
              <p:nvPr/>
            </p:nvSpPr>
            <p:spPr>
              <a:xfrm>
                <a:off x="1959995" y="3620434"/>
                <a:ext cx="79802" cy="44476"/>
              </a:xfrm>
              <a:custGeom>
                <a:avLst/>
                <a:gdLst/>
                <a:ahLst/>
                <a:cxnLst/>
                <a:rect l="l" t="t" r="r" b="b"/>
                <a:pathLst>
                  <a:path w="750" h="418" extrusionOk="0">
                    <a:moveTo>
                      <a:pt x="386" y="1"/>
                    </a:moveTo>
                    <a:cubicBezTo>
                      <a:pt x="353" y="1"/>
                      <a:pt x="321" y="8"/>
                      <a:pt x="296" y="23"/>
                    </a:cubicBezTo>
                    <a:lnTo>
                      <a:pt x="51" y="159"/>
                    </a:lnTo>
                    <a:cubicBezTo>
                      <a:pt x="1" y="195"/>
                      <a:pt x="1" y="238"/>
                      <a:pt x="51" y="275"/>
                    </a:cubicBezTo>
                    <a:lnTo>
                      <a:pt x="275" y="397"/>
                    </a:lnTo>
                    <a:cubicBezTo>
                      <a:pt x="300" y="411"/>
                      <a:pt x="334" y="418"/>
                      <a:pt x="368" y="418"/>
                    </a:cubicBezTo>
                    <a:cubicBezTo>
                      <a:pt x="402" y="418"/>
                      <a:pt x="436" y="411"/>
                      <a:pt x="461" y="397"/>
                    </a:cubicBezTo>
                    <a:lnTo>
                      <a:pt x="698" y="259"/>
                    </a:lnTo>
                    <a:cubicBezTo>
                      <a:pt x="750" y="232"/>
                      <a:pt x="750" y="181"/>
                      <a:pt x="698" y="152"/>
                    </a:cubicBezTo>
                    <a:lnTo>
                      <a:pt x="482" y="23"/>
                    </a:lnTo>
                    <a:cubicBezTo>
                      <a:pt x="454" y="8"/>
                      <a:pt x="420" y="1"/>
                      <a:pt x="386"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70" name="Google Shape;1034;p41">
                <a:extLst>
                  <a:ext uri="{FF2B5EF4-FFF2-40B4-BE49-F238E27FC236}">
                    <a16:creationId xmlns:a16="http://schemas.microsoft.com/office/drawing/2014/main" id="{C3B94D71-F597-4F9C-978E-1B71842D0533}"/>
                  </a:ext>
                </a:extLst>
              </p:cNvPr>
              <p:cNvSpPr/>
              <p:nvPr/>
            </p:nvSpPr>
            <p:spPr>
              <a:xfrm>
                <a:off x="1985319" y="3550208"/>
                <a:ext cx="73524" cy="40539"/>
              </a:xfrm>
              <a:custGeom>
                <a:avLst/>
                <a:gdLst/>
                <a:ahLst/>
                <a:cxnLst/>
                <a:rect l="l" t="t" r="r" b="b"/>
                <a:pathLst>
                  <a:path w="691" h="381" extrusionOk="0">
                    <a:moveTo>
                      <a:pt x="331" y="0"/>
                    </a:moveTo>
                    <a:cubicBezTo>
                      <a:pt x="296" y="0"/>
                      <a:pt x="262" y="7"/>
                      <a:pt x="237" y="22"/>
                    </a:cubicBezTo>
                    <a:lnTo>
                      <a:pt x="51" y="129"/>
                    </a:lnTo>
                    <a:cubicBezTo>
                      <a:pt x="1" y="158"/>
                      <a:pt x="1" y="208"/>
                      <a:pt x="51" y="238"/>
                    </a:cubicBezTo>
                    <a:lnTo>
                      <a:pt x="260" y="358"/>
                    </a:lnTo>
                    <a:cubicBezTo>
                      <a:pt x="288" y="373"/>
                      <a:pt x="322" y="380"/>
                      <a:pt x="356" y="380"/>
                    </a:cubicBezTo>
                    <a:cubicBezTo>
                      <a:pt x="390" y="380"/>
                      <a:pt x="424" y="373"/>
                      <a:pt x="453" y="358"/>
                    </a:cubicBezTo>
                    <a:lnTo>
                      <a:pt x="632" y="251"/>
                    </a:lnTo>
                    <a:cubicBezTo>
                      <a:pt x="691" y="222"/>
                      <a:pt x="691" y="172"/>
                      <a:pt x="632" y="143"/>
                    </a:cubicBezTo>
                    <a:lnTo>
                      <a:pt x="425" y="22"/>
                    </a:lnTo>
                    <a:cubicBezTo>
                      <a:pt x="399" y="7"/>
                      <a:pt x="365" y="0"/>
                      <a:pt x="33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71" name="Google Shape;1035;p41">
                <a:extLst>
                  <a:ext uri="{FF2B5EF4-FFF2-40B4-BE49-F238E27FC236}">
                    <a16:creationId xmlns:a16="http://schemas.microsoft.com/office/drawing/2014/main" id="{E4957F80-05B0-42E1-90D3-B8F059644C1E}"/>
                  </a:ext>
                </a:extLst>
              </p:cNvPr>
              <p:cNvSpPr/>
              <p:nvPr/>
            </p:nvSpPr>
            <p:spPr>
              <a:xfrm>
                <a:off x="1998407" y="3478173"/>
                <a:ext cx="79589" cy="44476"/>
              </a:xfrm>
              <a:custGeom>
                <a:avLst/>
                <a:gdLst/>
                <a:ahLst/>
                <a:cxnLst/>
                <a:rect l="l" t="t" r="r" b="b"/>
                <a:pathLst>
                  <a:path w="748" h="418" extrusionOk="0">
                    <a:moveTo>
                      <a:pt x="366" y="1"/>
                    </a:moveTo>
                    <a:cubicBezTo>
                      <a:pt x="332" y="1"/>
                      <a:pt x="298" y="8"/>
                      <a:pt x="273" y="23"/>
                    </a:cubicBezTo>
                    <a:lnTo>
                      <a:pt x="50" y="152"/>
                    </a:lnTo>
                    <a:cubicBezTo>
                      <a:pt x="0" y="182"/>
                      <a:pt x="0" y="232"/>
                      <a:pt x="50" y="259"/>
                    </a:cubicBezTo>
                    <a:lnTo>
                      <a:pt x="287" y="397"/>
                    </a:lnTo>
                    <a:cubicBezTo>
                      <a:pt x="312" y="411"/>
                      <a:pt x="346" y="418"/>
                      <a:pt x="380" y="418"/>
                    </a:cubicBezTo>
                    <a:cubicBezTo>
                      <a:pt x="414" y="418"/>
                      <a:pt x="449" y="411"/>
                      <a:pt x="475" y="397"/>
                    </a:cubicBezTo>
                    <a:lnTo>
                      <a:pt x="697" y="268"/>
                    </a:lnTo>
                    <a:cubicBezTo>
                      <a:pt x="747" y="238"/>
                      <a:pt x="747" y="188"/>
                      <a:pt x="697" y="159"/>
                    </a:cubicBezTo>
                    <a:lnTo>
                      <a:pt x="459" y="23"/>
                    </a:lnTo>
                    <a:cubicBezTo>
                      <a:pt x="434" y="8"/>
                      <a:pt x="400" y="1"/>
                      <a:pt x="366"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72" name="Google Shape;1036;p41">
                <a:extLst>
                  <a:ext uri="{FF2B5EF4-FFF2-40B4-BE49-F238E27FC236}">
                    <a16:creationId xmlns:a16="http://schemas.microsoft.com/office/drawing/2014/main" id="{0EB446C5-C0F1-4251-9F1C-E10A2ADE09E7}"/>
                  </a:ext>
                </a:extLst>
              </p:cNvPr>
              <p:cNvSpPr/>
              <p:nvPr/>
            </p:nvSpPr>
            <p:spPr>
              <a:xfrm>
                <a:off x="2014368" y="3592344"/>
                <a:ext cx="74269" cy="41178"/>
              </a:xfrm>
              <a:custGeom>
                <a:avLst/>
                <a:gdLst/>
                <a:ahLst/>
                <a:cxnLst/>
                <a:rect l="l" t="t" r="r" b="b"/>
                <a:pathLst>
                  <a:path w="698" h="387" extrusionOk="0">
                    <a:moveTo>
                      <a:pt x="332" y="1"/>
                    </a:moveTo>
                    <a:cubicBezTo>
                      <a:pt x="298" y="1"/>
                      <a:pt x="264" y="10"/>
                      <a:pt x="239" y="28"/>
                    </a:cubicBezTo>
                    <a:lnTo>
                      <a:pt x="51" y="135"/>
                    </a:lnTo>
                    <a:cubicBezTo>
                      <a:pt x="1" y="164"/>
                      <a:pt x="1" y="207"/>
                      <a:pt x="51" y="244"/>
                    </a:cubicBezTo>
                    <a:lnTo>
                      <a:pt x="273" y="366"/>
                    </a:lnTo>
                    <a:cubicBezTo>
                      <a:pt x="299" y="380"/>
                      <a:pt x="333" y="387"/>
                      <a:pt x="368" y="387"/>
                    </a:cubicBezTo>
                    <a:cubicBezTo>
                      <a:pt x="402" y="387"/>
                      <a:pt x="436" y="380"/>
                      <a:pt x="461" y="366"/>
                    </a:cubicBezTo>
                    <a:lnTo>
                      <a:pt x="647" y="257"/>
                    </a:lnTo>
                    <a:cubicBezTo>
                      <a:pt x="697" y="230"/>
                      <a:pt x="697" y="178"/>
                      <a:pt x="647" y="150"/>
                    </a:cubicBezTo>
                    <a:lnTo>
                      <a:pt x="425" y="28"/>
                    </a:lnTo>
                    <a:cubicBezTo>
                      <a:pt x="400" y="10"/>
                      <a:pt x="366" y="1"/>
                      <a:pt x="33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73" name="Google Shape;1037;p41">
                <a:extLst>
                  <a:ext uri="{FF2B5EF4-FFF2-40B4-BE49-F238E27FC236}">
                    <a16:creationId xmlns:a16="http://schemas.microsoft.com/office/drawing/2014/main" id="{B7A6BF1E-5CEA-44DF-8A6C-B853D1B86278}"/>
                  </a:ext>
                </a:extLst>
              </p:cNvPr>
              <p:cNvSpPr/>
              <p:nvPr/>
            </p:nvSpPr>
            <p:spPr>
              <a:xfrm>
                <a:off x="2012878" y="3411032"/>
                <a:ext cx="76503" cy="42029"/>
              </a:xfrm>
              <a:custGeom>
                <a:avLst/>
                <a:gdLst/>
                <a:ahLst/>
                <a:cxnLst/>
                <a:rect l="l" t="t" r="r" b="b"/>
                <a:pathLst>
                  <a:path w="719" h="395" extrusionOk="0">
                    <a:moveTo>
                      <a:pt x="360" y="0"/>
                    </a:moveTo>
                    <a:cubicBezTo>
                      <a:pt x="325" y="0"/>
                      <a:pt x="291" y="7"/>
                      <a:pt x="266" y="21"/>
                    </a:cubicBezTo>
                    <a:lnTo>
                      <a:pt x="51" y="143"/>
                    </a:lnTo>
                    <a:cubicBezTo>
                      <a:pt x="1" y="173"/>
                      <a:pt x="1" y="223"/>
                      <a:pt x="51" y="252"/>
                    </a:cubicBezTo>
                    <a:lnTo>
                      <a:pt x="266" y="373"/>
                    </a:lnTo>
                    <a:cubicBezTo>
                      <a:pt x="291" y="387"/>
                      <a:pt x="325" y="395"/>
                      <a:pt x="360" y="395"/>
                    </a:cubicBezTo>
                    <a:cubicBezTo>
                      <a:pt x="394" y="395"/>
                      <a:pt x="428" y="387"/>
                      <a:pt x="453" y="373"/>
                    </a:cubicBezTo>
                    <a:lnTo>
                      <a:pt x="661" y="252"/>
                    </a:lnTo>
                    <a:cubicBezTo>
                      <a:pt x="718" y="223"/>
                      <a:pt x="718" y="173"/>
                      <a:pt x="661" y="143"/>
                    </a:cubicBezTo>
                    <a:lnTo>
                      <a:pt x="453" y="21"/>
                    </a:lnTo>
                    <a:cubicBezTo>
                      <a:pt x="428" y="7"/>
                      <a:pt x="394" y="0"/>
                      <a:pt x="36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74" name="Google Shape;1038;p41">
                <a:extLst>
                  <a:ext uri="{FF2B5EF4-FFF2-40B4-BE49-F238E27FC236}">
                    <a16:creationId xmlns:a16="http://schemas.microsoft.com/office/drawing/2014/main" id="{FD8FF0F3-0F04-4BC4-A515-DA79EAE87312}"/>
                  </a:ext>
                </a:extLst>
              </p:cNvPr>
              <p:cNvSpPr/>
              <p:nvPr/>
            </p:nvSpPr>
            <p:spPr>
              <a:xfrm>
                <a:off x="2031286" y="3360491"/>
                <a:ext cx="60437" cy="33517"/>
              </a:xfrm>
              <a:custGeom>
                <a:avLst/>
                <a:gdLst/>
                <a:ahLst/>
                <a:cxnLst/>
                <a:rect l="l" t="t" r="r" b="b"/>
                <a:pathLst>
                  <a:path w="568" h="315" extrusionOk="0">
                    <a:moveTo>
                      <a:pt x="388" y="1"/>
                    </a:moveTo>
                    <a:cubicBezTo>
                      <a:pt x="354" y="1"/>
                      <a:pt x="320" y="7"/>
                      <a:pt x="295" y="21"/>
                    </a:cubicBezTo>
                    <a:lnTo>
                      <a:pt x="57" y="166"/>
                    </a:lnTo>
                    <a:cubicBezTo>
                      <a:pt x="7" y="194"/>
                      <a:pt x="0" y="237"/>
                      <a:pt x="57" y="273"/>
                    </a:cubicBezTo>
                    <a:lnTo>
                      <a:pt x="86" y="287"/>
                    </a:lnTo>
                    <a:cubicBezTo>
                      <a:pt x="115" y="305"/>
                      <a:pt x="149" y="314"/>
                      <a:pt x="182" y="314"/>
                    </a:cubicBezTo>
                    <a:cubicBezTo>
                      <a:pt x="215" y="314"/>
                      <a:pt x="248" y="305"/>
                      <a:pt x="273" y="287"/>
                    </a:cubicBezTo>
                    <a:lnTo>
                      <a:pt x="518" y="151"/>
                    </a:lnTo>
                    <a:cubicBezTo>
                      <a:pt x="568" y="123"/>
                      <a:pt x="568" y="71"/>
                      <a:pt x="518" y="44"/>
                    </a:cubicBezTo>
                    <a:lnTo>
                      <a:pt x="482" y="21"/>
                    </a:lnTo>
                    <a:cubicBezTo>
                      <a:pt x="457" y="7"/>
                      <a:pt x="422" y="1"/>
                      <a:pt x="38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75" name="Google Shape;1039;p41">
                <a:extLst>
                  <a:ext uri="{FF2B5EF4-FFF2-40B4-BE49-F238E27FC236}">
                    <a16:creationId xmlns:a16="http://schemas.microsoft.com/office/drawing/2014/main" id="{085D55E6-95D6-4B6D-9BAF-E0516D8D4437}"/>
                  </a:ext>
                </a:extLst>
              </p:cNvPr>
              <p:cNvSpPr/>
              <p:nvPr/>
            </p:nvSpPr>
            <p:spPr>
              <a:xfrm>
                <a:off x="2033414" y="3520202"/>
                <a:ext cx="77461" cy="42987"/>
              </a:xfrm>
              <a:custGeom>
                <a:avLst/>
                <a:gdLst/>
                <a:ahLst/>
                <a:cxnLst/>
                <a:rect l="l" t="t" r="r" b="b"/>
                <a:pathLst>
                  <a:path w="728" h="404" extrusionOk="0">
                    <a:moveTo>
                      <a:pt x="372" y="1"/>
                    </a:moveTo>
                    <a:cubicBezTo>
                      <a:pt x="338" y="1"/>
                      <a:pt x="304" y="8"/>
                      <a:pt x="275" y="23"/>
                    </a:cubicBezTo>
                    <a:lnTo>
                      <a:pt x="60" y="152"/>
                    </a:lnTo>
                    <a:cubicBezTo>
                      <a:pt x="8" y="182"/>
                      <a:pt x="1" y="232"/>
                      <a:pt x="60" y="261"/>
                    </a:cubicBezTo>
                    <a:lnTo>
                      <a:pt x="267" y="382"/>
                    </a:lnTo>
                    <a:cubicBezTo>
                      <a:pt x="292" y="396"/>
                      <a:pt x="327" y="404"/>
                      <a:pt x="361" y="404"/>
                    </a:cubicBezTo>
                    <a:cubicBezTo>
                      <a:pt x="396" y="404"/>
                      <a:pt x="430" y="396"/>
                      <a:pt x="455" y="382"/>
                    </a:cubicBezTo>
                    <a:lnTo>
                      <a:pt x="677" y="252"/>
                    </a:lnTo>
                    <a:cubicBezTo>
                      <a:pt x="727" y="225"/>
                      <a:pt x="727" y="175"/>
                      <a:pt x="677" y="145"/>
                    </a:cubicBezTo>
                    <a:lnTo>
                      <a:pt x="468" y="23"/>
                    </a:lnTo>
                    <a:cubicBezTo>
                      <a:pt x="440" y="8"/>
                      <a:pt x="406" y="1"/>
                      <a:pt x="37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76" name="Google Shape;1040;p41">
                <a:extLst>
                  <a:ext uri="{FF2B5EF4-FFF2-40B4-BE49-F238E27FC236}">
                    <a16:creationId xmlns:a16="http://schemas.microsoft.com/office/drawing/2014/main" id="{3A2EE276-F7B8-4ABB-98A2-3B3E6E5B4A22}"/>
                  </a:ext>
                </a:extLst>
              </p:cNvPr>
              <p:cNvSpPr/>
              <p:nvPr/>
            </p:nvSpPr>
            <p:spPr>
              <a:xfrm>
                <a:off x="2050332" y="3448380"/>
                <a:ext cx="78844" cy="44476"/>
              </a:xfrm>
              <a:custGeom>
                <a:avLst/>
                <a:gdLst/>
                <a:ahLst/>
                <a:cxnLst/>
                <a:rect l="l" t="t" r="r" b="b"/>
                <a:pathLst>
                  <a:path w="741" h="418" extrusionOk="0">
                    <a:moveTo>
                      <a:pt x="359" y="1"/>
                    </a:moveTo>
                    <a:cubicBezTo>
                      <a:pt x="325" y="1"/>
                      <a:pt x="291" y="8"/>
                      <a:pt x="266" y="22"/>
                    </a:cubicBezTo>
                    <a:lnTo>
                      <a:pt x="51" y="144"/>
                    </a:lnTo>
                    <a:cubicBezTo>
                      <a:pt x="1" y="173"/>
                      <a:pt x="1" y="223"/>
                      <a:pt x="51" y="253"/>
                    </a:cubicBezTo>
                    <a:lnTo>
                      <a:pt x="289" y="396"/>
                    </a:lnTo>
                    <a:cubicBezTo>
                      <a:pt x="317" y="411"/>
                      <a:pt x="351" y="418"/>
                      <a:pt x="384" y="418"/>
                    </a:cubicBezTo>
                    <a:cubicBezTo>
                      <a:pt x="418" y="418"/>
                      <a:pt x="450" y="411"/>
                      <a:pt x="475" y="396"/>
                    </a:cubicBezTo>
                    <a:lnTo>
                      <a:pt x="691" y="273"/>
                    </a:lnTo>
                    <a:cubicBezTo>
                      <a:pt x="741" y="237"/>
                      <a:pt x="741" y="194"/>
                      <a:pt x="691" y="167"/>
                    </a:cubicBezTo>
                    <a:lnTo>
                      <a:pt x="453" y="22"/>
                    </a:lnTo>
                    <a:cubicBezTo>
                      <a:pt x="428" y="8"/>
                      <a:pt x="394" y="1"/>
                      <a:pt x="35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77" name="Google Shape;1041;p41">
                <a:extLst>
                  <a:ext uri="{FF2B5EF4-FFF2-40B4-BE49-F238E27FC236}">
                    <a16:creationId xmlns:a16="http://schemas.microsoft.com/office/drawing/2014/main" id="{3AD70B7E-039A-4C6F-8FA0-5AB082222DA2}"/>
                  </a:ext>
                </a:extLst>
              </p:cNvPr>
              <p:cNvSpPr/>
              <p:nvPr/>
            </p:nvSpPr>
            <p:spPr>
              <a:xfrm>
                <a:off x="2062675" y="3562444"/>
                <a:ext cx="78099" cy="43625"/>
              </a:xfrm>
              <a:custGeom>
                <a:avLst/>
                <a:gdLst/>
                <a:ahLst/>
                <a:cxnLst/>
                <a:rect l="l" t="t" r="r" b="b"/>
                <a:pathLst>
                  <a:path w="734" h="410" extrusionOk="0">
                    <a:moveTo>
                      <a:pt x="369" y="0"/>
                    </a:moveTo>
                    <a:cubicBezTo>
                      <a:pt x="335" y="0"/>
                      <a:pt x="301" y="7"/>
                      <a:pt x="273" y="21"/>
                    </a:cubicBezTo>
                    <a:lnTo>
                      <a:pt x="57" y="150"/>
                    </a:lnTo>
                    <a:cubicBezTo>
                      <a:pt x="0" y="180"/>
                      <a:pt x="0" y="230"/>
                      <a:pt x="57" y="259"/>
                    </a:cubicBezTo>
                    <a:lnTo>
                      <a:pt x="273" y="388"/>
                    </a:lnTo>
                    <a:cubicBezTo>
                      <a:pt x="298" y="402"/>
                      <a:pt x="332" y="409"/>
                      <a:pt x="366" y="409"/>
                    </a:cubicBezTo>
                    <a:cubicBezTo>
                      <a:pt x="400" y="409"/>
                      <a:pt x="434" y="402"/>
                      <a:pt x="459" y="388"/>
                    </a:cubicBezTo>
                    <a:lnTo>
                      <a:pt x="682" y="259"/>
                    </a:lnTo>
                    <a:cubicBezTo>
                      <a:pt x="733" y="230"/>
                      <a:pt x="733" y="180"/>
                      <a:pt x="682" y="150"/>
                    </a:cubicBezTo>
                    <a:lnTo>
                      <a:pt x="459" y="21"/>
                    </a:lnTo>
                    <a:cubicBezTo>
                      <a:pt x="434" y="7"/>
                      <a:pt x="402" y="0"/>
                      <a:pt x="36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78" name="Google Shape;1042;p41">
                <a:extLst>
                  <a:ext uri="{FF2B5EF4-FFF2-40B4-BE49-F238E27FC236}">
                    <a16:creationId xmlns:a16="http://schemas.microsoft.com/office/drawing/2014/main" id="{665B7DAB-9DFF-492E-B7B2-6305C6A0159D}"/>
                  </a:ext>
                </a:extLst>
              </p:cNvPr>
              <p:cNvSpPr/>
              <p:nvPr/>
            </p:nvSpPr>
            <p:spPr>
              <a:xfrm>
                <a:off x="2064164" y="3379643"/>
                <a:ext cx="79483" cy="44476"/>
              </a:xfrm>
              <a:custGeom>
                <a:avLst/>
                <a:gdLst/>
                <a:ahLst/>
                <a:cxnLst/>
                <a:rect l="l" t="t" r="r" b="b"/>
                <a:pathLst>
                  <a:path w="747" h="418" extrusionOk="0">
                    <a:moveTo>
                      <a:pt x="388" y="0"/>
                    </a:moveTo>
                    <a:cubicBezTo>
                      <a:pt x="354" y="0"/>
                      <a:pt x="320" y="7"/>
                      <a:pt x="295" y="21"/>
                    </a:cubicBezTo>
                    <a:lnTo>
                      <a:pt x="50" y="159"/>
                    </a:lnTo>
                    <a:cubicBezTo>
                      <a:pt x="0" y="193"/>
                      <a:pt x="0" y="236"/>
                      <a:pt x="50" y="266"/>
                    </a:cubicBezTo>
                    <a:lnTo>
                      <a:pt x="266" y="395"/>
                    </a:lnTo>
                    <a:cubicBezTo>
                      <a:pt x="291" y="410"/>
                      <a:pt x="325" y="417"/>
                      <a:pt x="359" y="417"/>
                    </a:cubicBezTo>
                    <a:cubicBezTo>
                      <a:pt x="393" y="417"/>
                      <a:pt x="427" y="410"/>
                      <a:pt x="452" y="395"/>
                    </a:cubicBezTo>
                    <a:lnTo>
                      <a:pt x="690" y="252"/>
                    </a:lnTo>
                    <a:cubicBezTo>
                      <a:pt x="747" y="223"/>
                      <a:pt x="747" y="173"/>
                      <a:pt x="690" y="143"/>
                    </a:cubicBezTo>
                    <a:lnTo>
                      <a:pt x="481" y="21"/>
                    </a:lnTo>
                    <a:cubicBezTo>
                      <a:pt x="456" y="7"/>
                      <a:pt x="422" y="0"/>
                      <a:pt x="388"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79" name="Google Shape;1043;p41">
                <a:extLst>
                  <a:ext uri="{FF2B5EF4-FFF2-40B4-BE49-F238E27FC236}">
                    <a16:creationId xmlns:a16="http://schemas.microsoft.com/office/drawing/2014/main" id="{3A21812C-DEA0-481B-A714-BFF513497CDC}"/>
                  </a:ext>
                </a:extLst>
              </p:cNvPr>
              <p:cNvSpPr/>
              <p:nvPr/>
            </p:nvSpPr>
            <p:spPr>
              <a:xfrm>
                <a:off x="2085551" y="3330591"/>
                <a:ext cx="58096" cy="32027"/>
              </a:xfrm>
              <a:custGeom>
                <a:avLst/>
                <a:gdLst/>
                <a:ahLst/>
                <a:cxnLst/>
                <a:rect l="l" t="t" r="r" b="b"/>
                <a:pathLst>
                  <a:path w="546" h="301" extrusionOk="0">
                    <a:moveTo>
                      <a:pt x="367" y="1"/>
                    </a:moveTo>
                    <a:cubicBezTo>
                      <a:pt x="333" y="1"/>
                      <a:pt x="298" y="8"/>
                      <a:pt x="273" y="23"/>
                    </a:cubicBezTo>
                    <a:lnTo>
                      <a:pt x="58" y="152"/>
                    </a:lnTo>
                    <a:cubicBezTo>
                      <a:pt x="1" y="180"/>
                      <a:pt x="1" y="223"/>
                      <a:pt x="58" y="259"/>
                    </a:cubicBezTo>
                    <a:lnTo>
                      <a:pt x="87" y="275"/>
                    </a:lnTo>
                    <a:cubicBezTo>
                      <a:pt x="116" y="292"/>
                      <a:pt x="150" y="301"/>
                      <a:pt x="183" y="301"/>
                    </a:cubicBezTo>
                    <a:cubicBezTo>
                      <a:pt x="216" y="301"/>
                      <a:pt x="248" y="292"/>
                      <a:pt x="273" y="275"/>
                    </a:cubicBezTo>
                    <a:lnTo>
                      <a:pt x="496" y="152"/>
                    </a:lnTo>
                    <a:cubicBezTo>
                      <a:pt x="546" y="123"/>
                      <a:pt x="546" y="73"/>
                      <a:pt x="496" y="44"/>
                    </a:cubicBezTo>
                    <a:lnTo>
                      <a:pt x="460" y="23"/>
                    </a:lnTo>
                    <a:cubicBezTo>
                      <a:pt x="435" y="8"/>
                      <a:pt x="401" y="1"/>
                      <a:pt x="367"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80" name="Google Shape;1044;p41">
                <a:extLst>
                  <a:ext uri="{FF2B5EF4-FFF2-40B4-BE49-F238E27FC236}">
                    <a16:creationId xmlns:a16="http://schemas.microsoft.com/office/drawing/2014/main" id="{519E7963-8EAE-4ED0-9DE6-0FA501B56F24}"/>
                  </a:ext>
                </a:extLst>
              </p:cNvPr>
              <p:cNvSpPr/>
              <p:nvPr/>
            </p:nvSpPr>
            <p:spPr>
              <a:xfrm>
                <a:off x="2086296" y="3490516"/>
                <a:ext cx="75759" cy="42135"/>
              </a:xfrm>
              <a:custGeom>
                <a:avLst/>
                <a:gdLst/>
                <a:ahLst/>
                <a:cxnLst/>
                <a:rect l="l" t="t" r="r" b="b"/>
                <a:pathLst>
                  <a:path w="712" h="396" extrusionOk="0">
                    <a:moveTo>
                      <a:pt x="357" y="0"/>
                    </a:moveTo>
                    <a:cubicBezTo>
                      <a:pt x="324" y="0"/>
                      <a:pt x="291" y="8"/>
                      <a:pt x="266" y="22"/>
                    </a:cubicBezTo>
                    <a:lnTo>
                      <a:pt x="51" y="143"/>
                    </a:lnTo>
                    <a:cubicBezTo>
                      <a:pt x="1" y="172"/>
                      <a:pt x="1" y="223"/>
                      <a:pt x="51" y="252"/>
                    </a:cubicBezTo>
                    <a:lnTo>
                      <a:pt x="260" y="374"/>
                    </a:lnTo>
                    <a:cubicBezTo>
                      <a:pt x="285" y="388"/>
                      <a:pt x="319" y="395"/>
                      <a:pt x="353" y="395"/>
                    </a:cubicBezTo>
                    <a:cubicBezTo>
                      <a:pt x="387" y="395"/>
                      <a:pt x="421" y="388"/>
                      <a:pt x="446" y="374"/>
                    </a:cubicBezTo>
                    <a:lnTo>
                      <a:pt x="661" y="252"/>
                    </a:lnTo>
                    <a:cubicBezTo>
                      <a:pt x="712" y="223"/>
                      <a:pt x="712" y="172"/>
                      <a:pt x="661" y="143"/>
                    </a:cubicBezTo>
                    <a:lnTo>
                      <a:pt x="453" y="22"/>
                    </a:lnTo>
                    <a:cubicBezTo>
                      <a:pt x="424" y="8"/>
                      <a:pt x="390" y="0"/>
                      <a:pt x="357"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81" name="Google Shape;1045;p41">
                <a:extLst>
                  <a:ext uri="{FF2B5EF4-FFF2-40B4-BE49-F238E27FC236}">
                    <a16:creationId xmlns:a16="http://schemas.microsoft.com/office/drawing/2014/main" id="{45F99008-247E-4D1C-8605-DB4A3BA1D3A8}"/>
                  </a:ext>
                </a:extLst>
              </p:cNvPr>
              <p:cNvSpPr/>
              <p:nvPr/>
            </p:nvSpPr>
            <p:spPr>
              <a:xfrm>
                <a:off x="2101512" y="3417097"/>
                <a:ext cx="82036" cy="45966"/>
              </a:xfrm>
              <a:custGeom>
                <a:avLst/>
                <a:gdLst/>
                <a:ahLst/>
                <a:cxnLst/>
                <a:rect l="l" t="t" r="r" b="b"/>
                <a:pathLst>
                  <a:path w="771" h="432" extrusionOk="0">
                    <a:moveTo>
                      <a:pt x="389" y="0"/>
                    </a:moveTo>
                    <a:cubicBezTo>
                      <a:pt x="355" y="0"/>
                      <a:pt x="321" y="8"/>
                      <a:pt x="296" y="22"/>
                    </a:cubicBezTo>
                    <a:lnTo>
                      <a:pt x="58" y="166"/>
                    </a:lnTo>
                    <a:cubicBezTo>
                      <a:pt x="1" y="195"/>
                      <a:pt x="1" y="245"/>
                      <a:pt x="51" y="272"/>
                    </a:cubicBezTo>
                    <a:lnTo>
                      <a:pt x="289" y="411"/>
                    </a:lnTo>
                    <a:cubicBezTo>
                      <a:pt x="318" y="424"/>
                      <a:pt x="352" y="431"/>
                      <a:pt x="386" y="431"/>
                    </a:cubicBezTo>
                    <a:cubicBezTo>
                      <a:pt x="420" y="431"/>
                      <a:pt x="454" y="424"/>
                      <a:pt x="482" y="411"/>
                    </a:cubicBezTo>
                    <a:lnTo>
                      <a:pt x="720" y="272"/>
                    </a:lnTo>
                    <a:cubicBezTo>
                      <a:pt x="770" y="245"/>
                      <a:pt x="770" y="195"/>
                      <a:pt x="720" y="166"/>
                    </a:cubicBezTo>
                    <a:lnTo>
                      <a:pt x="482" y="22"/>
                    </a:lnTo>
                    <a:cubicBezTo>
                      <a:pt x="457" y="8"/>
                      <a:pt x="423" y="0"/>
                      <a:pt x="38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82" name="Google Shape;1046;p41">
                <a:extLst>
                  <a:ext uri="{FF2B5EF4-FFF2-40B4-BE49-F238E27FC236}">
                    <a16:creationId xmlns:a16="http://schemas.microsoft.com/office/drawing/2014/main" id="{1690DA80-ECD0-4C86-A43B-BBF3957AA722}"/>
                  </a:ext>
                </a:extLst>
              </p:cNvPr>
              <p:cNvSpPr/>
              <p:nvPr/>
            </p:nvSpPr>
            <p:spPr>
              <a:xfrm>
                <a:off x="2115344" y="3532545"/>
                <a:ext cx="76610" cy="42987"/>
              </a:xfrm>
              <a:custGeom>
                <a:avLst/>
                <a:gdLst/>
                <a:ahLst/>
                <a:cxnLst/>
                <a:rect l="l" t="t" r="r" b="b"/>
                <a:pathLst>
                  <a:path w="720" h="404" extrusionOk="0">
                    <a:moveTo>
                      <a:pt x="357" y="0"/>
                    </a:moveTo>
                    <a:cubicBezTo>
                      <a:pt x="323" y="0"/>
                      <a:pt x="291" y="8"/>
                      <a:pt x="266" y="22"/>
                    </a:cubicBezTo>
                    <a:lnTo>
                      <a:pt x="50" y="145"/>
                    </a:lnTo>
                    <a:cubicBezTo>
                      <a:pt x="0" y="179"/>
                      <a:pt x="0" y="223"/>
                      <a:pt x="50" y="252"/>
                    </a:cubicBezTo>
                    <a:lnTo>
                      <a:pt x="273" y="381"/>
                    </a:lnTo>
                    <a:cubicBezTo>
                      <a:pt x="299" y="396"/>
                      <a:pt x="331" y="403"/>
                      <a:pt x="364" y="403"/>
                    </a:cubicBezTo>
                    <a:cubicBezTo>
                      <a:pt x="398" y="403"/>
                      <a:pt x="432" y="396"/>
                      <a:pt x="461" y="381"/>
                    </a:cubicBezTo>
                    <a:lnTo>
                      <a:pt x="670" y="259"/>
                    </a:lnTo>
                    <a:cubicBezTo>
                      <a:pt x="720" y="231"/>
                      <a:pt x="720" y="179"/>
                      <a:pt x="670" y="152"/>
                    </a:cubicBezTo>
                    <a:lnTo>
                      <a:pt x="454" y="22"/>
                    </a:lnTo>
                    <a:cubicBezTo>
                      <a:pt x="425" y="8"/>
                      <a:pt x="390" y="0"/>
                      <a:pt x="357"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83" name="Google Shape;1047;p41">
                <a:extLst>
                  <a:ext uri="{FF2B5EF4-FFF2-40B4-BE49-F238E27FC236}">
                    <a16:creationId xmlns:a16="http://schemas.microsoft.com/office/drawing/2014/main" id="{D9E098F5-F6A2-45A8-8FEC-D5575EF7182A}"/>
                  </a:ext>
                </a:extLst>
              </p:cNvPr>
              <p:cNvSpPr/>
              <p:nvPr/>
            </p:nvSpPr>
            <p:spPr>
              <a:xfrm>
                <a:off x="2118430" y="3349744"/>
                <a:ext cx="77355" cy="42987"/>
              </a:xfrm>
              <a:custGeom>
                <a:avLst/>
                <a:gdLst/>
                <a:ahLst/>
                <a:cxnLst/>
                <a:rect l="l" t="t" r="r" b="b"/>
                <a:pathLst>
                  <a:path w="727" h="404" extrusionOk="0">
                    <a:moveTo>
                      <a:pt x="366" y="0"/>
                    </a:moveTo>
                    <a:cubicBezTo>
                      <a:pt x="332" y="0"/>
                      <a:pt x="298" y="8"/>
                      <a:pt x="273" y="22"/>
                    </a:cubicBezTo>
                    <a:lnTo>
                      <a:pt x="58" y="145"/>
                    </a:lnTo>
                    <a:cubicBezTo>
                      <a:pt x="1" y="181"/>
                      <a:pt x="1" y="224"/>
                      <a:pt x="51" y="259"/>
                    </a:cubicBezTo>
                    <a:lnTo>
                      <a:pt x="266" y="381"/>
                    </a:lnTo>
                    <a:cubicBezTo>
                      <a:pt x="291" y="396"/>
                      <a:pt x="325" y="403"/>
                      <a:pt x="359" y="403"/>
                    </a:cubicBezTo>
                    <a:cubicBezTo>
                      <a:pt x="394" y="403"/>
                      <a:pt x="428" y="396"/>
                      <a:pt x="453" y="381"/>
                    </a:cubicBezTo>
                    <a:lnTo>
                      <a:pt x="668" y="252"/>
                    </a:lnTo>
                    <a:cubicBezTo>
                      <a:pt x="718" y="224"/>
                      <a:pt x="727" y="172"/>
                      <a:pt x="668" y="145"/>
                    </a:cubicBezTo>
                    <a:lnTo>
                      <a:pt x="460" y="22"/>
                    </a:lnTo>
                    <a:cubicBezTo>
                      <a:pt x="435" y="8"/>
                      <a:pt x="400" y="0"/>
                      <a:pt x="36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84" name="Google Shape;1048;p41">
                <a:extLst>
                  <a:ext uri="{FF2B5EF4-FFF2-40B4-BE49-F238E27FC236}">
                    <a16:creationId xmlns:a16="http://schemas.microsoft.com/office/drawing/2014/main" id="{90FEE2D2-E833-44DC-870D-C8022F10E9E1}"/>
                  </a:ext>
                </a:extLst>
              </p:cNvPr>
              <p:cNvSpPr/>
              <p:nvPr/>
            </p:nvSpPr>
            <p:spPr>
              <a:xfrm>
                <a:off x="2137583" y="3300160"/>
                <a:ext cx="58202" cy="32134"/>
              </a:xfrm>
              <a:custGeom>
                <a:avLst/>
                <a:gdLst/>
                <a:ahLst/>
                <a:cxnLst/>
                <a:rect l="l" t="t" r="r" b="b"/>
                <a:pathLst>
                  <a:path w="547" h="302" extrusionOk="0">
                    <a:moveTo>
                      <a:pt x="366" y="0"/>
                    </a:moveTo>
                    <a:cubicBezTo>
                      <a:pt x="332" y="0"/>
                      <a:pt x="298" y="10"/>
                      <a:pt x="273" y="28"/>
                    </a:cubicBezTo>
                    <a:lnTo>
                      <a:pt x="57" y="150"/>
                    </a:lnTo>
                    <a:cubicBezTo>
                      <a:pt x="0" y="179"/>
                      <a:pt x="0" y="229"/>
                      <a:pt x="57" y="259"/>
                    </a:cubicBezTo>
                    <a:lnTo>
                      <a:pt x="86" y="280"/>
                    </a:lnTo>
                    <a:cubicBezTo>
                      <a:pt x="111" y="294"/>
                      <a:pt x="145" y="301"/>
                      <a:pt x="179" y="301"/>
                    </a:cubicBezTo>
                    <a:cubicBezTo>
                      <a:pt x="214" y="301"/>
                      <a:pt x="248" y="294"/>
                      <a:pt x="273" y="280"/>
                    </a:cubicBezTo>
                    <a:lnTo>
                      <a:pt x="495" y="150"/>
                    </a:lnTo>
                    <a:cubicBezTo>
                      <a:pt x="547" y="121"/>
                      <a:pt x="547" y="71"/>
                      <a:pt x="495" y="43"/>
                    </a:cubicBezTo>
                    <a:lnTo>
                      <a:pt x="461" y="28"/>
                    </a:lnTo>
                    <a:cubicBezTo>
                      <a:pt x="435" y="10"/>
                      <a:pt x="400" y="0"/>
                      <a:pt x="36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85" name="Google Shape;1049;p41">
                <a:extLst>
                  <a:ext uri="{FF2B5EF4-FFF2-40B4-BE49-F238E27FC236}">
                    <a16:creationId xmlns:a16="http://schemas.microsoft.com/office/drawing/2014/main" id="{7644B031-FD32-426B-9D43-37B6EF700107}"/>
                  </a:ext>
                </a:extLst>
              </p:cNvPr>
              <p:cNvSpPr/>
              <p:nvPr/>
            </p:nvSpPr>
            <p:spPr>
              <a:xfrm>
                <a:off x="2137583" y="3459127"/>
                <a:ext cx="78844" cy="44263"/>
              </a:xfrm>
              <a:custGeom>
                <a:avLst/>
                <a:gdLst/>
                <a:ahLst/>
                <a:cxnLst/>
                <a:rect l="l" t="t" r="r" b="b"/>
                <a:pathLst>
                  <a:path w="741" h="416" extrusionOk="0">
                    <a:moveTo>
                      <a:pt x="386" y="0"/>
                    </a:moveTo>
                    <a:cubicBezTo>
                      <a:pt x="352" y="0"/>
                      <a:pt x="320" y="8"/>
                      <a:pt x="295" y="22"/>
                    </a:cubicBezTo>
                    <a:lnTo>
                      <a:pt x="50" y="159"/>
                    </a:lnTo>
                    <a:cubicBezTo>
                      <a:pt x="0" y="188"/>
                      <a:pt x="0" y="238"/>
                      <a:pt x="50" y="266"/>
                    </a:cubicBezTo>
                    <a:lnTo>
                      <a:pt x="259" y="388"/>
                    </a:lnTo>
                    <a:cubicBezTo>
                      <a:pt x="287" y="406"/>
                      <a:pt x="321" y="415"/>
                      <a:pt x="355" y="415"/>
                    </a:cubicBezTo>
                    <a:cubicBezTo>
                      <a:pt x="388" y="415"/>
                      <a:pt x="420" y="406"/>
                      <a:pt x="445" y="388"/>
                    </a:cubicBezTo>
                    <a:lnTo>
                      <a:pt x="690" y="252"/>
                    </a:lnTo>
                    <a:cubicBezTo>
                      <a:pt x="740" y="223"/>
                      <a:pt x="740" y="172"/>
                      <a:pt x="690" y="145"/>
                    </a:cubicBezTo>
                    <a:lnTo>
                      <a:pt x="481" y="22"/>
                    </a:lnTo>
                    <a:cubicBezTo>
                      <a:pt x="453" y="8"/>
                      <a:pt x="419" y="0"/>
                      <a:pt x="38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86" name="Google Shape;1050;p41">
                <a:extLst>
                  <a:ext uri="{FF2B5EF4-FFF2-40B4-BE49-F238E27FC236}">
                    <a16:creationId xmlns:a16="http://schemas.microsoft.com/office/drawing/2014/main" id="{96817349-132D-4ACF-963A-4D24D311ADC3}"/>
                  </a:ext>
                </a:extLst>
              </p:cNvPr>
              <p:cNvSpPr/>
              <p:nvPr/>
            </p:nvSpPr>
            <p:spPr>
              <a:xfrm>
                <a:off x="2155884" y="3387198"/>
                <a:ext cx="79589" cy="44476"/>
              </a:xfrm>
              <a:custGeom>
                <a:avLst/>
                <a:gdLst/>
                <a:ahLst/>
                <a:cxnLst/>
                <a:rect l="l" t="t" r="r" b="b"/>
                <a:pathLst>
                  <a:path w="748" h="418" extrusionOk="0">
                    <a:moveTo>
                      <a:pt x="367" y="0"/>
                    </a:moveTo>
                    <a:cubicBezTo>
                      <a:pt x="332" y="0"/>
                      <a:pt x="298" y="7"/>
                      <a:pt x="273" y="22"/>
                    </a:cubicBezTo>
                    <a:lnTo>
                      <a:pt x="51" y="152"/>
                    </a:lnTo>
                    <a:cubicBezTo>
                      <a:pt x="1" y="181"/>
                      <a:pt x="1" y="231"/>
                      <a:pt x="51" y="260"/>
                    </a:cubicBezTo>
                    <a:lnTo>
                      <a:pt x="289" y="397"/>
                    </a:lnTo>
                    <a:cubicBezTo>
                      <a:pt x="317" y="410"/>
                      <a:pt x="351" y="417"/>
                      <a:pt x="385" y="417"/>
                    </a:cubicBezTo>
                    <a:cubicBezTo>
                      <a:pt x="419" y="417"/>
                      <a:pt x="453" y="410"/>
                      <a:pt x="482" y="397"/>
                    </a:cubicBezTo>
                    <a:lnTo>
                      <a:pt x="698" y="267"/>
                    </a:lnTo>
                    <a:cubicBezTo>
                      <a:pt x="748" y="238"/>
                      <a:pt x="748" y="195"/>
                      <a:pt x="698" y="158"/>
                    </a:cubicBezTo>
                    <a:lnTo>
                      <a:pt x="461" y="22"/>
                    </a:lnTo>
                    <a:cubicBezTo>
                      <a:pt x="435" y="7"/>
                      <a:pt x="401" y="0"/>
                      <a:pt x="367"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87" name="Google Shape;1051;p41">
                <a:extLst>
                  <a:ext uri="{FF2B5EF4-FFF2-40B4-BE49-F238E27FC236}">
                    <a16:creationId xmlns:a16="http://schemas.microsoft.com/office/drawing/2014/main" id="{8032D2B5-89FF-4DA2-85F0-FC8C274B5D67}"/>
                  </a:ext>
                </a:extLst>
              </p:cNvPr>
              <p:cNvSpPr/>
              <p:nvPr/>
            </p:nvSpPr>
            <p:spPr>
              <a:xfrm>
                <a:off x="2166524" y="3501156"/>
                <a:ext cx="79802" cy="45008"/>
              </a:xfrm>
              <a:custGeom>
                <a:avLst/>
                <a:gdLst/>
                <a:ahLst/>
                <a:cxnLst/>
                <a:rect l="l" t="t" r="r" b="b"/>
                <a:pathLst>
                  <a:path w="750" h="423" extrusionOk="0">
                    <a:moveTo>
                      <a:pt x="385" y="0"/>
                    </a:moveTo>
                    <a:cubicBezTo>
                      <a:pt x="353" y="0"/>
                      <a:pt x="321" y="8"/>
                      <a:pt x="296" y="22"/>
                    </a:cubicBezTo>
                    <a:lnTo>
                      <a:pt x="51" y="166"/>
                    </a:lnTo>
                    <a:cubicBezTo>
                      <a:pt x="1" y="195"/>
                      <a:pt x="1" y="245"/>
                      <a:pt x="51" y="274"/>
                    </a:cubicBezTo>
                    <a:lnTo>
                      <a:pt x="275" y="397"/>
                    </a:lnTo>
                    <a:cubicBezTo>
                      <a:pt x="300" y="414"/>
                      <a:pt x="334" y="423"/>
                      <a:pt x="368" y="423"/>
                    </a:cubicBezTo>
                    <a:cubicBezTo>
                      <a:pt x="402" y="423"/>
                      <a:pt x="436" y="414"/>
                      <a:pt x="461" y="397"/>
                    </a:cubicBezTo>
                    <a:lnTo>
                      <a:pt x="698" y="259"/>
                    </a:lnTo>
                    <a:cubicBezTo>
                      <a:pt x="749" y="231"/>
                      <a:pt x="749" y="181"/>
                      <a:pt x="698" y="152"/>
                    </a:cubicBezTo>
                    <a:lnTo>
                      <a:pt x="475" y="22"/>
                    </a:lnTo>
                    <a:cubicBezTo>
                      <a:pt x="450" y="8"/>
                      <a:pt x="418" y="0"/>
                      <a:pt x="385"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88" name="Google Shape;1052;p41">
                <a:extLst>
                  <a:ext uri="{FF2B5EF4-FFF2-40B4-BE49-F238E27FC236}">
                    <a16:creationId xmlns:a16="http://schemas.microsoft.com/office/drawing/2014/main" id="{F1306D58-D456-41BF-B6D4-103F53CD47F3}"/>
                  </a:ext>
                </a:extLst>
              </p:cNvPr>
              <p:cNvSpPr/>
              <p:nvPr/>
            </p:nvSpPr>
            <p:spPr>
              <a:xfrm>
                <a:off x="2190252" y="3271006"/>
                <a:ext cx="57564" cy="31389"/>
              </a:xfrm>
              <a:custGeom>
                <a:avLst/>
                <a:gdLst/>
                <a:ahLst/>
                <a:cxnLst/>
                <a:rect l="l" t="t" r="r" b="b"/>
                <a:pathLst>
                  <a:path w="541" h="295" extrusionOk="0">
                    <a:moveTo>
                      <a:pt x="356" y="0"/>
                    </a:moveTo>
                    <a:cubicBezTo>
                      <a:pt x="323" y="0"/>
                      <a:pt x="288" y="8"/>
                      <a:pt x="259" y="22"/>
                    </a:cubicBezTo>
                    <a:lnTo>
                      <a:pt x="52" y="145"/>
                    </a:lnTo>
                    <a:cubicBezTo>
                      <a:pt x="0" y="172"/>
                      <a:pt x="0" y="222"/>
                      <a:pt x="52" y="252"/>
                    </a:cubicBezTo>
                    <a:lnTo>
                      <a:pt x="86" y="274"/>
                    </a:lnTo>
                    <a:cubicBezTo>
                      <a:pt x="112" y="288"/>
                      <a:pt x="147" y="295"/>
                      <a:pt x="181" y="295"/>
                    </a:cubicBezTo>
                    <a:cubicBezTo>
                      <a:pt x="215" y="295"/>
                      <a:pt x="249" y="288"/>
                      <a:pt x="274" y="274"/>
                    </a:cubicBezTo>
                    <a:lnTo>
                      <a:pt x="483" y="152"/>
                    </a:lnTo>
                    <a:cubicBezTo>
                      <a:pt x="533" y="122"/>
                      <a:pt x="540" y="72"/>
                      <a:pt x="483" y="43"/>
                    </a:cubicBezTo>
                    <a:lnTo>
                      <a:pt x="447" y="22"/>
                    </a:lnTo>
                    <a:cubicBezTo>
                      <a:pt x="422" y="8"/>
                      <a:pt x="390" y="0"/>
                      <a:pt x="35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89" name="Google Shape;1053;p41">
                <a:extLst>
                  <a:ext uri="{FF2B5EF4-FFF2-40B4-BE49-F238E27FC236}">
                    <a16:creationId xmlns:a16="http://schemas.microsoft.com/office/drawing/2014/main" id="{F047EA22-789D-4421-83A1-12553EC4D87E}"/>
                  </a:ext>
                </a:extLst>
              </p:cNvPr>
              <p:cNvSpPr/>
              <p:nvPr/>
            </p:nvSpPr>
            <p:spPr>
              <a:xfrm>
                <a:off x="2170355" y="3319206"/>
                <a:ext cx="77461" cy="43412"/>
              </a:xfrm>
              <a:custGeom>
                <a:avLst/>
                <a:gdLst/>
                <a:ahLst/>
                <a:cxnLst/>
                <a:rect l="l" t="t" r="r" b="b"/>
                <a:pathLst>
                  <a:path w="728" h="408" extrusionOk="0">
                    <a:moveTo>
                      <a:pt x="368" y="0"/>
                    </a:moveTo>
                    <a:cubicBezTo>
                      <a:pt x="334" y="0"/>
                      <a:pt x="299" y="7"/>
                      <a:pt x="273" y="21"/>
                    </a:cubicBezTo>
                    <a:lnTo>
                      <a:pt x="51" y="151"/>
                    </a:lnTo>
                    <a:cubicBezTo>
                      <a:pt x="1" y="180"/>
                      <a:pt x="1" y="230"/>
                      <a:pt x="51" y="259"/>
                    </a:cubicBezTo>
                    <a:lnTo>
                      <a:pt x="267" y="382"/>
                    </a:lnTo>
                    <a:cubicBezTo>
                      <a:pt x="292" y="399"/>
                      <a:pt x="326" y="408"/>
                      <a:pt x="360" y="408"/>
                    </a:cubicBezTo>
                    <a:cubicBezTo>
                      <a:pt x="394" y="408"/>
                      <a:pt x="429" y="399"/>
                      <a:pt x="455" y="382"/>
                    </a:cubicBezTo>
                    <a:lnTo>
                      <a:pt x="677" y="259"/>
                    </a:lnTo>
                    <a:cubicBezTo>
                      <a:pt x="727" y="230"/>
                      <a:pt x="727" y="180"/>
                      <a:pt x="677" y="151"/>
                    </a:cubicBezTo>
                    <a:lnTo>
                      <a:pt x="461" y="21"/>
                    </a:lnTo>
                    <a:cubicBezTo>
                      <a:pt x="436" y="7"/>
                      <a:pt x="402" y="0"/>
                      <a:pt x="368"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90" name="Google Shape;1054;p41">
                <a:extLst>
                  <a:ext uri="{FF2B5EF4-FFF2-40B4-BE49-F238E27FC236}">
                    <a16:creationId xmlns:a16="http://schemas.microsoft.com/office/drawing/2014/main" id="{8EBB4569-0FFB-4F1A-9053-587740B9C437}"/>
                  </a:ext>
                </a:extLst>
              </p:cNvPr>
              <p:cNvSpPr/>
              <p:nvPr/>
            </p:nvSpPr>
            <p:spPr>
              <a:xfrm>
                <a:off x="2191848" y="3429334"/>
                <a:ext cx="76503" cy="42667"/>
              </a:xfrm>
              <a:custGeom>
                <a:avLst/>
                <a:gdLst/>
                <a:ahLst/>
                <a:cxnLst/>
                <a:rect l="l" t="t" r="r" b="b"/>
                <a:pathLst>
                  <a:path w="719" h="401" extrusionOk="0">
                    <a:moveTo>
                      <a:pt x="363" y="1"/>
                    </a:moveTo>
                    <a:cubicBezTo>
                      <a:pt x="329" y="1"/>
                      <a:pt x="295" y="7"/>
                      <a:pt x="266" y="21"/>
                    </a:cubicBezTo>
                    <a:lnTo>
                      <a:pt x="51" y="144"/>
                    </a:lnTo>
                    <a:cubicBezTo>
                      <a:pt x="1" y="173"/>
                      <a:pt x="1" y="223"/>
                      <a:pt x="51" y="252"/>
                    </a:cubicBezTo>
                    <a:lnTo>
                      <a:pt x="259" y="373"/>
                    </a:lnTo>
                    <a:cubicBezTo>
                      <a:pt x="284" y="391"/>
                      <a:pt x="319" y="400"/>
                      <a:pt x="353" y="400"/>
                    </a:cubicBezTo>
                    <a:cubicBezTo>
                      <a:pt x="387" y="400"/>
                      <a:pt x="421" y="391"/>
                      <a:pt x="446" y="373"/>
                    </a:cubicBezTo>
                    <a:lnTo>
                      <a:pt x="668" y="252"/>
                    </a:lnTo>
                    <a:cubicBezTo>
                      <a:pt x="718" y="223"/>
                      <a:pt x="718" y="173"/>
                      <a:pt x="668" y="144"/>
                    </a:cubicBezTo>
                    <a:lnTo>
                      <a:pt x="460" y="21"/>
                    </a:lnTo>
                    <a:cubicBezTo>
                      <a:pt x="431" y="7"/>
                      <a:pt x="397" y="1"/>
                      <a:pt x="36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91" name="Google Shape;1055;p41">
                <a:extLst>
                  <a:ext uri="{FF2B5EF4-FFF2-40B4-BE49-F238E27FC236}">
                    <a16:creationId xmlns:a16="http://schemas.microsoft.com/office/drawing/2014/main" id="{31256AD3-710A-4990-9362-AF4DB812350E}"/>
                  </a:ext>
                </a:extLst>
              </p:cNvPr>
              <p:cNvSpPr/>
              <p:nvPr/>
            </p:nvSpPr>
            <p:spPr>
              <a:xfrm>
                <a:off x="2207809" y="3357405"/>
                <a:ext cx="79802" cy="44476"/>
              </a:xfrm>
              <a:custGeom>
                <a:avLst/>
                <a:gdLst/>
                <a:ahLst/>
                <a:cxnLst/>
                <a:rect l="l" t="t" r="r" b="b"/>
                <a:pathLst>
                  <a:path w="750" h="418" extrusionOk="0">
                    <a:moveTo>
                      <a:pt x="368" y="1"/>
                    </a:moveTo>
                    <a:cubicBezTo>
                      <a:pt x="334" y="1"/>
                      <a:pt x="300" y="8"/>
                      <a:pt x="275" y="23"/>
                    </a:cubicBezTo>
                    <a:lnTo>
                      <a:pt x="51" y="143"/>
                    </a:lnTo>
                    <a:cubicBezTo>
                      <a:pt x="1" y="180"/>
                      <a:pt x="1" y="223"/>
                      <a:pt x="51" y="259"/>
                    </a:cubicBezTo>
                    <a:lnTo>
                      <a:pt x="289" y="395"/>
                    </a:lnTo>
                    <a:cubicBezTo>
                      <a:pt x="317" y="410"/>
                      <a:pt x="351" y="417"/>
                      <a:pt x="385" y="417"/>
                    </a:cubicBezTo>
                    <a:cubicBezTo>
                      <a:pt x="418" y="417"/>
                      <a:pt x="450" y="410"/>
                      <a:pt x="475" y="395"/>
                    </a:cubicBezTo>
                    <a:lnTo>
                      <a:pt x="698" y="266"/>
                    </a:lnTo>
                    <a:cubicBezTo>
                      <a:pt x="749" y="238"/>
                      <a:pt x="749" y="187"/>
                      <a:pt x="698" y="159"/>
                    </a:cubicBezTo>
                    <a:lnTo>
                      <a:pt x="461" y="23"/>
                    </a:lnTo>
                    <a:cubicBezTo>
                      <a:pt x="436" y="8"/>
                      <a:pt x="402" y="1"/>
                      <a:pt x="36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92" name="Google Shape;1056;p41">
                <a:extLst>
                  <a:ext uri="{FF2B5EF4-FFF2-40B4-BE49-F238E27FC236}">
                    <a16:creationId xmlns:a16="http://schemas.microsoft.com/office/drawing/2014/main" id="{AFF021FF-2B93-4BA3-AE99-95A71211B0E0}"/>
                  </a:ext>
                </a:extLst>
              </p:cNvPr>
              <p:cNvSpPr/>
              <p:nvPr/>
            </p:nvSpPr>
            <p:spPr>
              <a:xfrm>
                <a:off x="2220896" y="3471363"/>
                <a:ext cx="77355" cy="43625"/>
              </a:xfrm>
              <a:custGeom>
                <a:avLst/>
                <a:gdLst/>
                <a:ahLst/>
                <a:cxnLst/>
                <a:rect l="l" t="t" r="r" b="b"/>
                <a:pathLst>
                  <a:path w="727" h="410" extrusionOk="0">
                    <a:moveTo>
                      <a:pt x="363" y="1"/>
                    </a:moveTo>
                    <a:cubicBezTo>
                      <a:pt x="329" y="1"/>
                      <a:pt x="295" y="7"/>
                      <a:pt x="266" y="21"/>
                    </a:cubicBezTo>
                    <a:lnTo>
                      <a:pt x="50" y="151"/>
                    </a:lnTo>
                    <a:cubicBezTo>
                      <a:pt x="0" y="180"/>
                      <a:pt x="0" y="230"/>
                      <a:pt x="50" y="259"/>
                    </a:cubicBezTo>
                    <a:lnTo>
                      <a:pt x="273" y="389"/>
                    </a:lnTo>
                    <a:cubicBezTo>
                      <a:pt x="297" y="403"/>
                      <a:pt x="328" y="410"/>
                      <a:pt x="359" y="410"/>
                    </a:cubicBezTo>
                    <a:cubicBezTo>
                      <a:pt x="394" y="410"/>
                      <a:pt x="430" y="401"/>
                      <a:pt x="461" y="382"/>
                    </a:cubicBezTo>
                    <a:lnTo>
                      <a:pt x="677" y="259"/>
                    </a:lnTo>
                    <a:cubicBezTo>
                      <a:pt x="727" y="230"/>
                      <a:pt x="727" y="180"/>
                      <a:pt x="677" y="151"/>
                    </a:cubicBezTo>
                    <a:lnTo>
                      <a:pt x="454" y="21"/>
                    </a:lnTo>
                    <a:cubicBezTo>
                      <a:pt x="428" y="7"/>
                      <a:pt x="396" y="1"/>
                      <a:pt x="36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93" name="Google Shape;1057;p41">
                <a:extLst>
                  <a:ext uri="{FF2B5EF4-FFF2-40B4-BE49-F238E27FC236}">
                    <a16:creationId xmlns:a16="http://schemas.microsoft.com/office/drawing/2014/main" id="{A5E9995F-B4D5-4B09-B218-6B51698A40F6}"/>
                  </a:ext>
                </a:extLst>
              </p:cNvPr>
              <p:cNvSpPr/>
              <p:nvPr/>
            </p:nvSpPr>
            <p:spPr>
              <a:xfrm>
                <a:off x="2223237" y="3290052"/>
                <a:ext cx="75759" cy="42242"/>
              </a:xfrm>
              <a:custGeom>
                <a:avLst/>
                <a:gdLst/>
                <a:ahLst/>
                <a:cxnLst/>
                <a:rect l="l" t="t" r="r" b="b"/>
                <a:pathLst>
                  <a:path w="712" h="397" extrusionOk="0">
                    <a:moveTo>
                      <a:pt x="353" y="1"/>
                    </a:moveTo>
                    <a:cubicBezTo>
                      <a:pt x="319" y="1"/>
                      <a:pt x="284" y="8"/>
                      <a:pt x="259" y="23"/>
                    </a:cubicBezTo>
                    <a:lnTo>
                      <a:pt x="51" y="145"/>
                    </a:lnTo>
                    <a:cubicBezTo>
                      <a:pt x="1" y="173"/>
                      <a:pt x="1" y="224"/>
                      <a:pt x="51" y="252"/>
                    </a:cubicBezTo>
                    <a:lnTo>
                      <a:pt x="259" y="375"/>
                    </a:lnTo>
                    <a:cubicBezTo>
                      <a:pt x="284" y="389"/>
                      <a:pt x="319" y="396"/>
                      <a:pt x="353" y="396"/>
                    </a:cubicBezTo>
                    <a:cubicBezTo>
                      <a:pt x="387" y="396"/>
                      <a:pt x="421" y="389"/>
                      <a:pt x="446" y="375"/>
                    </a:cubicBezTo>
                    <a:lnTo>
                      <a:pt x="661" y="252"/>
                    </a:lnTo>
                    <a:cubicBezTo>
                      <a:pt x="711" y="224"/>
                      <a:pt x="711" y="173"/>
                      <a:pt x="661" y="145"/>
                    </a:cubicBezTo>
                    <a:lnTo>
                      <a:pt x="446" y="23"/>
                    </a:lnTo>
                    <a:cubicBezTo>
                      <a:pt x="421" y="8"/>
                      <a:pt x="387" y="1"/>
                      <a:pt x="35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94" name="Google Shape;1058;p41">
                <a:extLst>
                  <a:ext uri="{FF2B5EF4-FFF2-40B4-BE49-F238E27FC236}">
                    <a16:creationId xmlns:a16="http://schemas.microsoft.com/office/drawing/2014/main" id="{86806211-8A3A-41B4-B007-33BA2D726C44}"/>
                  </a:ext>
                </a:extLst>
              </p:cNvPr>
              <p:cNvSpPr/>
              <p:nvPr/>
            </p:nvSpPr>
            <p:spPr>
              <a:xfrm>
                <a:off x="2241645" y="3239617"/>
                <a:ext cx="59692" cy="32985"/>
              </a:xfrm>
              <a:custGeom>
                <a:avLst/>
                <a:gdLst/>
                <a:ahLst/>
                <a:cxnLst/>
                <a:rect l="l" t="t" r="r" b="b"/>
                <a:pathLst>
                  <a:path w="561" h="310" extrusionOk="0">
                    <a:moveTo>
                      <a:pt x="383" y="0"/>
                    </a:moveTo>
                    <a:cubicBezTo>
                      <a:pt x="350" y="0"/>
                      <a:pt x="316" y="8"/>
                      <a:pt x="287" y="22"/>
                    </a:cubicBezTo>
                    <a:lnTo>
                      <a:pt x="50" y="158"/>
                    </a:lnTo>
                    <a:cubicBezTo>
                      <a:pt x="0" y="188"/>
                      <a:pt x="0" y="238"/>
                      <a:pt x="50" y="267"/>
                    </a:cubicBezTo>
                    <a:lnTo>
                      <a:pt x="86" y="288"/>
                    </a:lnTo>
                    <a:cubicBezTo>
                      <a:pt x="111" y="303"/>
                      <a:pt x="146" y="310"/>
                      <a:pt x="180" y="310"/>
                    </a:cubicBezTo>
                    <a:cubicBezTo>
                      <a:pt x="214" y="310"/>
                      <a:pt x="248" y="303"/>
                      <a:pt x="273" y="288"/>
                    </a:cubicBezTo>
                    <a:lnTo>
                      <a:pt x="509" y="152"/>
                    </a:lnTo>
                    <a:cubicBezTo>
                      <a:pt x="561" y="122"/>
                      <a:pt x="561" y="72"/>
                      <a:pt x="509" y="43"/>
                    </a:cubicBezTo>
                    <a:lnTo>
                      <a:pt x="475" y="22"/>
                    </a:lnTo>
                    <a:cubicBezTo>
                      <a:pt x="449" y="8"/>
                      <a:pt x="416" y="0"/>
                      <a:pt x="383"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95" name="Google Shape;1059;p41">
                <a:extLst>
                  <a:ext uri="{FF2B5EF4-FFF2-40B4-BE49-F238E27FC236}">
                    <a16:creationId xmlns:a16="http://schemas.microsoft.com/office/drawing/2014/main" id="{F3F020B1-A615-466F-8F64-2CC102FB8444}"/>
                  </a:ext>
                </a:extLst>
              </p:cNvPr>
              <p:cNvSpPr/>
              <p:nvPr/>
            </p:nvSpPr>
            <p:spPr>
              <a:xfrm>
                <a:off x="2243773" y="3398690"/>
                <a:ext cx="76716" cy="42987"/>
              </a:xfrm>
              <a:custGeom>
                <a:avLst/>
                <a:gdLst/>
                <a:ahLst/>
                <a:cxnLst/>
                <a:rect l="l" t="t" r="r" b="b"/>
                <a:pathLst>
                  <a:path w="721" h="404" extrusionOk="0">
                    <a:moveTo>
                      <a:pt x="368" y="1"/>
                    </a:moveTo>
                    <a:cubicBezTo>
                      <a:pt x="334" y="1"/>
                      <a:pt x="299" y="8"/>
                      <a:pt x="273" y="23"/>
                    </a:cubicBezTo>
                    <a:lnTo>
                      <a:pt x="51" y="152"/>
                    </a:lnTo>
                    <a:cubicBezTo>
                      <a:pt x="1" y="180"/>
                      <a:pt x="1" y="230"/>
                      <a:pt x="51" y="259"/>
                    </a:cubicBezTo>
                    <a:lnTo>
                      <a:pt x="260" y="382"/>
                    </a:lnTo>
                    <a:cubicBezTo>
                      <a:pt x="285" y="396"/>
                      <a:pt x="319" y="404"/>
                      <a:pt x="353" y="404"/>
                    </a:cubicBezTo>
                    <a:cubicBezTo>
                      <a:pt x="387" y="404"/>
                      <a:pt x="421" y="396"/>
                      <a:pt x="446" y="382"/>
                    </a:cubicBezTo>
                    <a:lnTo>
                      <a:pt x="670" y="252"/>
                    </a:lnTo>
                    <a:cubicBezTo>
                      <a:pt x="720" y="223"/>
                      <a:pt x="720" y="180"/>
                      <a:pt x="670" y="144"/>
                    </a:cubicBezTo>
                    <a:lnTo>
                      <a:pt x="462" y="23"/>
                    </a:lnTo>
                    <a:cubicBezTo>
                      <a:pt x="437" y="8"/>
                      <a:pt x="402" y="1"/>
                      <a:pt x="36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96" name="Google Shape;1060;p41">
                <a:extLst>
                  <a:ext uri="{FF2B5EF4-FFF2-40B4-BE49-F238E27FC236}">
                    <a16:creationId xmlns:a16="http://schemas.microsoft.com/office/drawing/2014/main" id="{72F6CF70-C9C7-46EC-AB9A-0DE393A1755B}"/>
                  </a:ext>
                </a:extLst>
              </p:cNvPr>
              <p:cNvSpPr/>
              <p:nvPr/>
            </p:nvSpPr>
            <p:spPr>
              <a:xfrm>
                <a:off x="2260691" y="3327506"/>
                <a:ext cx="78844" cy="43731"/>
              </a:xfrm>
              <a:custGeom>
                <a:avLst/>
                <a:gdLst/>
                <a:ahLst/>
                <a:cxnLst/>
                <a:rect l="l" t="t" r="r" b="b"/>
                <a:pathLst>
                  <a:path w="741" h="411" extrusionOk="0">
                    <a:moveTo>
                      <a:pt x="353" y="1"/>
                    </a:moveTo>
                    <a:cubicBezTo>
                      <a:pt x="318" y="1"/>
                      <a:pt x="284" y="8"/>
                      <a:pt x="259" y="23"/>
                    </a:cubicBezTo>
                    <a:lnTo>
                      <a:pt x="51" y="145"/>
                    </a:lnTo>
                    <a:cubicBezTo>
                      <a:pt x="1" y="174"/>
                      <a:pt x="1" y="224"/>
                      <a:pt x="51" y="252"/>
                    </a:cubicBezTo>
                    <a:lnTo>
                      <a:pt x="287" y="390"/>
                    </a:lnTo>
                    <a:cubicBezTo>
                      <a:pt x="313" y="404"/>
                      <a:pt x="347" y="411"/>
                      <a:pt x="382" y="411"/>
                    </a:cubicBezTo>
                    <a:cubicBezTo>
                      <a:pt x="416" y="411"/>
                      <a:pt x="450" y="404"/>
                      <a:pt x="475" y="390"/>
                    </a:cubicBezTo>
                    <a:lnTo>
                      <a:pt x="684" y="267"/>
                    </a:lnTo>
                    <a:cubicBezTo>
                      <a:pt x="741" y="238"/>
                      <a:pt x="741" y="188"/>
                      <a:pt x="684" y="159"/>
                    </a:cubicBezTo>
                    <a:lnTo>
                      <a:pt x="446" y="23"/>
                    </a:lnTo>
                    <a:cubicBezTo>
                      <a:pt x="421" y="8"/>
                      <a:pt x="387" y="1"/>
                      <a:pt x="35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97" name="Google Shape;1061;p41">
                <a:extLst>
                  <a:ext uri="{FF2B5EF4-FFF2-40B4-BE49-F238E27FC236}">
                    <a16:creationId xmlns:a16="http://schemas.microsoft.com/office/drawing/2014/main" id="{FE30A9E7-52BC-4411-ADAE-CD4B05F9AA64}"/>
                  </a:ext>
                </a:extLst>
              </p:cNvPr>
              <p:cNvSpPr/>
              <p:nvPr/>
            </p:nvSpPr>
            <p:spPr>
              <a:xfrm>
                <a:off x="2272821" y="3441251"/>
                <a:ext cx="78099" cy="43199"/>
              </a:xfrm>
              <a:custGeom>
                <a:avLst/>
                <a:gdLst/>
                <a:ahLst/>
                <a:cxnLst/>
                <a:rect l="l" t="t" r="r" b="b"/>
                <a:pathLst>
                  <a:path w="734" h="406" extrusionOk="0">
                    <a:moveTo>
                      <a:pt x="373" y="0"/>
                    </a:moveTo>
                    <a:cubicBezTo>
                      <a:pt x="337" y="0"/>
                      <a:pt x="301" y="9"/>
                      <a:pt x="275" y="25"/>
                    </a:cubicBezTo>
                    <a:lnTo>
                      <a:pt x="52" y="147"/>
                    </a:lnTo>
                    <a:cubicBezTo>
                      <a:pt x="0" y="184"/>
                      <a:pt x="0" y="227"/>
                      <a:pt x="52" y="261"/>
                    </a:cubicBezTo>
                    <a:lnTo>
                      <a:pt x="275" y="384"/>
                    </a:lnTo>
                    <a:cubicBezTo>
                      <a:pt x="300" y="398"/>
                      <a:pt x="332" y="406"/>
                      <a:pt x="365" y="406"/>
                    </a:cubicBezTo>
                    <a:cubicBezTo>
                      <a:pt x="399" y="406"/>
                      <a:pt x="433" y="398"/>
                      <a:pt x="461" y="384"/>
                    </a:cubicBezTo>
                    <a:lnTo>
                      <a:pt x="677" y="261"/>
                    </a:lnTo>
                    <a:cubicBezTo>
                      <a:pt x="727" y="227"/>
                      <a:pt x="734" y="184"/>
                      <a:pt x="677" y="147"/>
                    </a:cubicBezTo>
                    <a:lnTo>
                      <a:pt x="461" y="25"/>
                    </a:lnTo>
                    <a:cubicBezTo>
                      <a:pt x="437" y="8"/>
                      <a:pt x="406" y="0"/>
                      <a:pt x="373"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98" name="Google Shape;1062;p41">
                <a:extLst>
                  <a:ext uri="{FF2B5EF4-FFF2-40B4-BE49-F238E27FC236}">
                    <a16:creationId xmlns:a16="http://schemas.microsoft.com/office/drawing/2014/main" id="{3952CE40-325A-4DE8-A939-6EDEA12F9189}"/>
                  </a:ext>
                </a:extLst>
              </p:cNvPr>
              <p:cNvSpPr/>
              <p:nvPr/>
            </p:nvSpPr>
            <p:spPr>
              <a:xfrm>
                <a:off x="2274524" y="3258663"/>
                <a:ext cx="78844" cy="43731"/>
              </a:xfrm>
              <a:custGeom>
                <a:avLst/>
                <a:gdLst/>
                <a:ahLst/>
                <a:cxnLst/>
                <a:rect l="l" t="t" r="r" b="b"/>
                <a:pathLst>
                  <a:path w="741" h="411" extrusionOk="0">
                    <a:moveTo>
                      <a:pt x="381" y="1"/>
                    </a:moveTo>
                    <a:cubicBezTo>
                      <a:pt x="347" y="1"/>
                      <a:pt x="312" y="8"/>
                      <a:pt x="286" y="23"/>
                    </a:cubicBezTo>
                    <a:lnTo>
                      <a:pt x="50" y="159"/>
                    </a:lnTo>
                    <a:cubicBezTo>
                      <a:pt x="0" y="188"/>
                      <a:pt x="0" y="238"/>
                      <a:pt x="50" y="268"/>
                    </a:cubicBezTo>
                    <a:lnTo>
                      <a:pt x="259" y="390"/>
                    </a:lnTo>
                    <a:cubicBezTo>
                      <a:pt x="284" y="404"/>
                      <a:pt x="318" y="411"/>
                      <a:pt x="352" y="411"/>
                    </a:cubicBezTo>
                    <a:cubicBezTo>
                      <a:pt x="386" y="411"/>
                      <a:pt x="420" y="404"/>
                      <a:pt x="445" y="390"/>
                    </a:cubicBezTo>
                    <a:lnTo>
                      <a:pt x="690" y="252"/>
                    </a:lnTo>
                    <a:cubicBezTo>
                      <a:pt x="740" y="224"/>
                      <a:pt x="740" y="174"/>
                      <a:pt x="690" y="145"/>
                    </a:cubicBezTo>
                    <a:lnTo>
                      <a:pt x="474" y="23"/>
                    </a:lnTo>
                    <a:cubicBezTo>
                      <a:pt x="449" y="8"/>
                      <a:pt x="415" y="1"/>
                      <a:pt x="381"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299" name="Google Shape;1063;p41">
                <a:extLst>
                  <a:ext uri="{FF2B5EF4-FFF2-40B4-BE49-F238E27FC236}">
                    <a16:creationId xmlns:a16="http://schemas.microsoft.com/office/drawing/2014/main" id="{A5AD8974-0BCF-4426-9696-8E652BAD21A8}"/>
                  </a:ext>
                </a:extLst>
              </p:cNvPr>
              <p:cNvSpPr/>
              <p:nvPr/>
            </p:nvSpPr>
            <p:spPr>
              <a:xfrm>
                <a:off x="2295804" y="3206738"/>
                <a:ext cx="62139" cy="34474"/>
              </a:xfrm>
              <a:custGeom>
                <a:avLst/>
                <a:gdLst/>
                <a:ahLst/>
                <a:cxnLst/>
                <a:rect l="l" t="t" r="r" b="b"/>
                <a:pathLst>
                  <a:path w="584" h="324" extrusionOk="0">
                    <a:moveTo>
                      <a:pt x="404" y="0"/>
                    </a:moveTo>
                    <a:cubicBezTo>
                      <a:pt x="370" y="0"/>
                      <a:pt x="336" y="8"/>
                      <a:pt x="311" y="22"/>
                    </a:cubicBezTo>
                    <a:lnTo>
                      <a:pt x="52" y="172"/>
                    </a:lnTo>
                    <a:cubicBezTo>
                      <a:pt x="0" y="202"/>
                      <a:pt x="0" y="252"/>
                      <a:pt x="52" y="281"/>
                    </a:cubicBezTo>
                    <a:lnTo>
                      <a:pt x="86" y="302"/>
                    </a:lnTo>
                    <a:cubicBezTo>
                      <a:pt x="112" y="317"/>
                      <a:pt x="147" y="324"/>
                      <a:pt x="181" y="324"/>
                    </a:cubicBezTo>
                    <a:cubicBezTo>
                      <a:pt x="215" y="324"/>
                      <a:pt x="249" y="317"/>
                      <a:pt x="274" y="302"/>
                    </a:cubicBezTo>
                    <a:lnTo>
                      <a:pt x="533" y="152"/>
                    </a:lnTo>
                    <a:cubicBezTo>
                      <a:pt x="583" y="122"/>
                      <a:pt x="583" y="72"/>
                      <a:pt x="533" y="43"/>
                    </a:cubicBezTo>
                    <a:lnTo>
                      <a:pt x="497" y="22"/>
                    </a:lnTo>
                    <a:cubicBezTo>
                      <a:pt x="472" y="8"/>
                      <a:pt x="438" y="0"/>
                      <a:pt x="40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00" name="Google Shape;1064;p41">
                <a:extLst>
                  <a:ext uri="{FF2B5EF4-FFF2-40B4-BE49-F238E27FC236}">
                    <a16:creationId xmlns:a16="http://schemas.microsoft.com/office/drawing/2014/main" id="{ABDAFC93-257D-4E1F-87A2-52AE1D72305F}"/>
                  </a:ext>
                </a:extLst>
              </p:cNvPr>
              <p:cNvSpPr/>
              <p:nvPr/>
            </p:nvSpPr>
            <p:spPr>
              <a:xfrm>
                <a:off x="2295804" y="3369003"/>
                <a:ext cx="75865" cy="42774"/>
              </a:xfrm>
              <a:custGeom>
                <a:avLst/>
                <a:gdLst/>
                <a:ahLst/>
                <a:cxnLst/>
                <a:rect l="l" t="t" r="r" b="b"/>
                <a:pathLst>
                  <a:path w="713" h="402" extrusionOk="0">
                    <a:moveTo>
                      <a:pt x="361" y="0"/>
                    </a:moveTo>
                    <a:cubicBezTo>
                      <a:pt x="327" y="0"/>
                      <a:pt x="293" y="9"/>
                      <a:pt x="268" y="28"/>
                    </a:cubicBezTo>
                    <a:lnTo>
                      <a:pt x="59" y="150"/>
                    </a:lnTo>
                    <a:cubicBezTo>
                      <a:pt x="0" y="179"/>
                      <a:pt x="0" y="229"/>
                      <a:pt x="52" y="259"/>
                    </a:cubicBezTo>
                    <a:lnTo>
                      <a:pt x="268" y="379"/>
                    </a:lnTo>
                    <a:cubicBezTo>
                      <a:pt x="293" y="394"/>
                      <a:pt x="327" y="401"/>
                      <a:pt x="361" y="401"/>
                    </a:cubicBezTo>
                    <a:cubicBezTo>
                      <a:pt x="395" y="401"/>
                      <a:pt x="429" y="394"/>
                      <a:pt x="454" y="379"/>
                    </a:cubicBezTo>
                    <a:lnTo>
                      <a:pt x="663" y="259"/>
                    </a:lnTo>
                    <a:cubicBezTo>
                      <a:pt x="713" y="229"/>
                      <a:pt x="713" y="179"/>
                      <a:pt x="663" y="150"/>
                    </a:cubicBezTo>
                    <a:lnTo>
                      <a:pt x="454" y="28"/>
                    </a:lnTo>
                    <a:cubicBezTo>
                      <a:pt x="429" y="9"/>
                      <a:pt x="395" y="0"/>
                      <a:pt x="36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01" name="Google Shape;1065;p41">
                <a:extLst>
                  <a:ext uri="{FF2B5EF4-FFF2-40B4-BE49-F238E27FC236}">
                    <a16:creationId xmlns:a16="http://schemas.microsoft.com/office/drawing/2014/main" id="{13D72EA8-36B7-4586-8D4D-21D418EA8F42}"/>
                  </a:ext>
                </a:extLst>
              </p:cNvPr>
              <p:cNvSpPr/>
              <p:nvPr/>
            </p:nvSpPr>
            <p:spPr>
              <a:xfrm>
                <a:off x="2311871" y="3296223"/>
                <a:ext cx="82036" cy="45966"/>
              </a:xfrm>
              <a:custGeom>
                <a:avLst/>
                <a:gdLst/>
                <a:ahLst/>
                <a:cxnLst/>
                <a:rect l="l" t="t" r="r" b="b"/>
                <a:pathLst>
                  <a:path w="771" h="432" extrusionOk="0">
                    <a:moveTo>
                      <a:pt x="382" y="1"/>
                    </a:moveTo>
                    <a:cubicBezTo>
                      <a:pt x="348" y="1"/>
                      <a:pt x="314" y="8"/>
                      <a:pt x="289" y="22"/>
                    </a:cubicBezTo>
                    <a:lnTo>
                      <a:pt x="51" y="158"/>
                    </a:lnTo>
                    <a:cubicBezTo>
                      <a:pt x="1" y="187"/>
                      <a:pt x="1" y="237"/>
                      <a:pt x="51" y="266"/>
                    </a:cubicBezTo>
                    <a:lnTo>
                      <a:pt x="289" y="410"/>
                    </a:lnTo>
                    <a:cubicBezTo>
                      <a:pt x="314" y="424"/>
                      <a:pt x="348" y="432"/>
                      <a:pt x="382" y="432"/>
                    </a:cubicBezTo>
                    <a:cubicBezTo>
                      <a:pt x="416" y="432"/>
                      <a:pt x="450" y="424"/>
                      <a:pt x="475" y="410"/>
                    </a:cubicBezTo>
                    <a:lnTo>
                      <a:pt x="712" y="266"/>
                    </a:lnTo>
                    <a:cubicBezTo>
                      <a:pt x="763" y="237"/>
                      <a:pt x="770" y="187"/>
                      <a:pt x="712" y="158"/>
                    </a:cubicBezTo>
                    <a:lnTo>
                      <a:pt x="475" y="22"/>
                    </a:lnTo>
                    <a:cubicBezTo>
                      <a:pt x="450" y="8"/>
                      <a:pt x="416" y="1"/>
                      <a:pt x="38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02" name="Google Shape;1066;p41">
                <a:extLst>
                  <a:ext uri="{FF2B5EF4-FFF2-40B4-BE49-F238E27FC236}">
                    <a16:creationId xmlns:a16="http://schemas.microsoft.com/office/drawing/2014/main" id="{FAA0E737-993D-422B-B838-97A51C58FFCD}"/>
                  </a:ext>
                </a:extLst>
              </p:cNvPr>
              <p:cNvSpPr/>
              <p:nvPr/>
            </p:nvSpPr>
            <p:spPr>
              <a:xfrm>
                <a:off x="2317191" y="3475938"/>
                <a:ext cx="77461" cy="42880"/>
              </a:xfrm>
              <a:custGeom>
                <a:avLst/>
                <a:gdLst/>
                <a:ahLst/>
                <a:cxnLst/>
                <a:rect l="l" t="t" r="r" b="b"/>
                <a:pathLst>
                  <a:path w="728" h="403" extrusionOk="0">
                    <a:moveTo>
                      <a:pt x="365" y="1"/>
                    </a:moveTo>
                    <a:cubicBezTo>
                      <a:pt x="332" y="1"/>
                      <a:pt x="299" y="8"/>
                      <a:pt x="274" y="21"/>
                    </a:cubicBezTo>
                    <a:lnTo>
                      <a:pt x="51" y="151"/>
                    </a:lnTo>
                    <a:cubicBezTo>
                      <a:pt x="1" y="180"/>
                      <a:pt x="1" y="230"/>
                      <a:pt x="51" y="259"/>
                    </a:cubicBezTo>
                    <a:lnTo>
                      <a:pt x="274" y="382"/>
                    </a:lnTo>
                    <a:cubicBezTo>
                      <a:pt x="299" y="396"/>
                      <a:pt x="332" y="403"/>
                      <a:pt x="365" y="403"/>
                    </a:cubicBezTo>
                    <a:cubicBezTo>
                      <a:pt x="398" y="403"/>
                      <a:pt x="432" y="396"/>
                      <a:pt x="462" y="382"/>
                    </a:cubicBezTo>
                    <a:lnTo>
                      <a:pt x="677" y="259"/>
                    </a:lnTo>
                    <a:cubicBezTo>
                      <a:pt x="727" y="230"/>
                      <a:pt x="727" y="180"/>
                      <a:pt x="677" y="151"/>
                    </a:cubicBezTo>
                    <a:lnTo>
                      <a:pt x="462" y="21"/>
                    </a:lnTo>
                    <a:cubicBezTo>
                      <a:pt x="432" y="8"/>
                      <a:pt x="398" y="1"/>
                      <a:pt x="365"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03" name="Google Shape;1067;p41">
                <a:extLst>
                  <a:ext uri="{FF2B5EF4-FFF2-40B4-BE49-F238E27FC236}">
                    <a16:creationId xmlns:a16="http://schemas.microsoft.com/office/drawing/2014/main" id="{5030C55A-FC43-4FFD-86B6-027D5A2F12EA}"/>
                  </a:ext>
                </a:extLst>
              </p:cNvPr>
              <p:cNvSpPr/>
              <p:nvPr/>
            </p:nvSpPr>
            <p:spPr>
              <a:xfrm>
                <a:off x="2324959" y="3411671"/>
                <a:ext cx="77355" cy="42880"/>
              </a:xfrm>
              <a:custGeom>
                <a:avLst/>
                <a:gdLst/>
                <a:ahLst/>
                <a:cxnLst/>
                <a:rect l="l" t="t" r="r" b="b"/>
                <a:pathLst>
                  <a:path w="727" h="403" extrusionOk="0">
                    <a:moveTo>
                      <a:pt x="359" y="1"/>
                    </a:moveTo>
                    <a:cubicBezTo>
                      <a:pt x="325" y="1"/>
                      <a:pt x="291" y="8"/>
                      <a:pt x="266" y="22"/>
                    </a:cubicBezTo>
                    <a:lnTo>
                      <a:pt x="50" y="144"/>
                    </a:lnTo>
                    <a:cubicBezTo>
                      <a:pt x="0" y="173"/>
                      <a:pt x="0" y="223"/>
                      <a:pt x="50" y="253"/>
                    </a:cubicBezTo>
                    <a:lnTo>
                      <a:pt x="273" y="382"/>
                    </a:lnTo>
                    <a:cubicBezTo>
                      <a:pt x="298" y="396"/>
                      <a:pt x="332" y="403"/>
                      <a:pt x="366" y="403"/>
                    </a:cubicBezTo>
                    <a:cubicBezTo>
                      <a:pt x="400" y="403"/>
                      <a:pt x="434" y="396"/>
                      <a:pt x="459" y="382"/>
                    </a:cubicBezTo>
                    <a:lnTo>
                      <a:pt x="668" y="260"/>
                    </a:lnTo>
                    <a:cubicBezTo>
                      <a:pt x="727" y="230"/>
                      <a:pt x="727" y="180"/>
                      <a:pt x="675" y="151"/>
                    </a:cubicBezTo>
                    <a:lnTo>
                      <a:pt x="452" y="22"/>
                    </a:lnTo>
                    <a:cubicBezTo>
                      <a:pt x="427" y="8"/>
                      <a:pt x="393" y="1"/>
                      <a:pt x="35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04" name="Google Shape;1068;p41">
                <a:extLst>
                  <a:ext uri="{FF2B5EF4-FFF2-40B4-BE49-F238E27FC236}">
                    <a16:creationId xmlns:a16="http://schemas.microsoft.com/office/drawing/2014/main" id="{270E8E25-AC35-46D1-B4BE-1D674020D8C5}"/>
                  </a:ext>
                </a:extLst>
              </p:cNvPr>
              <p:cNvSpPr/>
              <p:nvPr/>
            </p:nvSpPr>
            <p:spPr>
              <a:xfrm>
                <a:off x="2328789" y="3225784"/>
                <a:ext cx="81079" cy="45221"/>
              </a:xfrm>
              <a:custGeom>
                <a:avLst/>
                <a:gdLst/>
                <a:ahLst/>
                <a:cxnLst/>
                <a:rect l="l" t="t" r="r" b="b"/>
                <a:pathLst>
                  <a:path w="762" h="425" extrusionOk="0">
                    <a:moveTo>
                      <a:pt x="403" y="1"/>
                    </a:moveTo>
                    <a:cubicBezTo>
                      <a:pt x="369" y="1"/>
                      <a:pt x="334" y="8"/>
                      <a:pt x="309" y="23"/>
                    </a:cubicBezTo>
                    <a:lnTo>
                      <a:pt x="51" y="173"/>
                    </a:lnTo>
                    <a:cubicBezTo>
                      <a:pt x="1" y="202"/>
                      <a:pt x="1" y="252"/>
                      <a:pt x="51" y="282"/>
                    </a:cubicBezTo>
                    <a:lnTo>
                      <a:pt x="259" y="404"/>
                    </a:lnTo>
                    <a:cubicBezTo>
                      <a:pt x="284" y="418"/>
                      <a:pt x="318" y="425"/>
                      <a:pt x="353" y="425"/>
                    </a:cubicBezTo>
                    <a:cubicBezTo>
                      <a:pt x="387" y="425"/>
                      <a:pt x="421" y="418"/>
                      <a:pt x="446" y="404"/>
                    </a:cubicBezTo>
                    <a:lnTo>
                      <a:pt x="704" y="252"/>
                    </a:lnTo>
                    <a:cubicBezTo>
                      <a:pt x="761" y="225"/>
                      <a:pt x="761" y="182"/>
                      <a:pt x="711" y="145"/>
                    </a:cubicBezTo>
                    <a:lnTo>
                      <a:pt x="496" y="23"/>
                    </a:lnTo>
                    <a:cubicBezTo>
                      <a:pt x="471" y="8"/>
                      <a:pt x="437" y="1"/>
                      <a:pt x="40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05" name="Google Shape;1069;p41">
                <a:extLst>
                  <a:ext uri="{FF2B5EF4-FFF2-40B4-BE49-F238E27FC236}">
                    <a16:creationId xmlns:a16="http://schemas.microsoft.com/office/drawing/2014/main" id="{058BB8BA-A0B2-487E-91D0-80449CCC4289}"/>
                  </a:ext>
                </a:extLst>
              </p:cNvPr>
              <p:cNvSpPr/>
              <p:nvPr/>
            </p:nvSpPr>
            <p:spPr>
              <a:xfrm>
                <a:off x="2347197" y="3337720"/>
                <a:ext cx="78844" cy="44263"/>
              </a:xfrm>
              <a:custGeom>
                <a:avLst/>
                <a:gdLst/>
                <a:ahLst/>
                <a:cxnLst/>
                <a:rect l="l" t="t" r="r" b="b"/>
                <a:pathLst>
                  <a:path w="741" h="416" extrusionOk="0">
                    <a:moveTo>
                      <a:pt x="388" y="1"/>
                    </a:moveTo>
                    <a:cubicBezTo>
                      <a:pt x="354" y="1"/>
                      <a:pt x="319" y="9"/>
                      <a:pt x="293" y="27"/>
                    </a:cubicBezTo>
                    <a:lnTo>
                      <a:pt x="57" y="165"/>
                    </a:lnTo>
                    <a:cubicBezTo>
                      <a:pt x="0" y="192"/>
                      <a:pt x="0" y="242"/>
                      <a:pt x="57" y="272"/>
                    </a:cubicBezTo>
                    <a:lnTo>
                      <a:pt x="266" y="394"/>
                    </a:lnTo>
                    <a:cubicBezTo>
                      <a:pt x="291" y="409"/>
                      <a:pt x="325" y="416"/>
                      <a:pt x="359" y="416"/>
                    </a:cubicBezTo>
                    <a:cubicBezTo>
                      <a:pt x="393" y="416"/>
                      <a:pt x="427" y="409"/>
                      <a:pt x="452" y="394"/>
                    </a:cubicBezTo>
                    <a:lnTo>
                      <a:pt x="690" y="258"/>
                    </a:lnTo>
                    <a:cubicBezTo>
                      <a:pt x="740" y="228"/>
                      <a:pt x="740" y="178"/>
                      <a:pt x="690" y="149"/>
                    </a:cubicBezTo>
                    <a:lnTo>
                      <a:pt x="481" y="27"/>
                    </a:lnTo>
                    <a:cubicBezTo>
                      <a:pt x="456" y="9"/>
                      <a:pt x="422" y="1"/>
                      <a:pt x="38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06" name="Google Shape;1070;p41">
                <a:extLst>
                  <a:ext uri="{FF2B5EF4-FFF2-40B4-BE49-F238E27FC236}">
                    <a16:creationId xmlns:a16="http://schemas.microsoft.com/office/drawing/2014/main" id="{9E5DA4AB-4690-4506-AE00-16775EDDDEA5}"/>
                  </a:ext>
                </a:extLst>
              </p:cNvPr>
              <p:cNvSpPr/>
              <p:nvPr/>
            </p:nvSpPr>
            <p:spPr>
              <a:xfrm>
                <a:off x="2369223" y="3445507"/>
                <a:ext cx="77355" cy="43519"/>
              </a:xfrm>
              <a:custGeom>
                <a:avLst/>
                <a:gdLst/>
                <a:ahLst/>
                <a:cxnLst/>
                <a:rect l="l" t="t" r="r" b="b"/>
                <a:pathLst>
                  <a:path w="727" h="409" extrusionOk="0">
                    <a:moveTo>
                      <a:pt x="368" y="1"/>
                    </a:moveTo>
                    <a:cubicBezTo>
                      <a:pt x="334" y="1"/>
                      <a:pt x="299" y="10"/>
                      <a:pt x="274" y="28"/>
                    </a:cubicBezTo>
                    <a:lnTo>
                      <a:pt x="52" y="150"/>
                    </a:lnTo>
                    <a:cubicBezTo>
                      <a:pt x="0" y="178"/>
                      <a:pt x="0" y="230"/>
                      <a:pt x="52" y="257"/>
                    </a:cubicBezTo>
                    <a:lnTo>
                      <a:pt x="268" y="387"/>
                    </a:lnTo>
                    <a:cubicBezTo>
                      <a:pt x="296" y="401"/>
                      <a:pt x="330" y="409"/>
                      <a:pt x="364" y="409"/>
                    </a:cubicBezTo>
                    <a:cubicBezTo>
                      <a:pt x="398" y="409"/>
                      <a:pt x="432" y="401"/>
                      <a:pt x="461" y="387"/>
                    </a:cubicBezTo>
                    <a:lnTo>
                      <a:pt x="676" y="257"/>
                    </a:lnTo>
                    <a:cubicBezTo>
                      <a:pt x="726" y="230"/>
                      <a:pt x="726" y="178"/>
                      <a:pt x="676" y="150"/>
                    </a:cubicBezTo>
                    <a:lnTo>
                      <a:pt x="461" y="28"/>
                    </a:lnTo>
                    <a:cubicBezTo>
                      <a:pt x="436" y="10"/>
                      <a:pt x="402" y="1"/>
                      <a:pt x="36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07" name="Google Shape;1071;p41">
                <a:extLst>
                  <a:ext uri="{FF2B5EF4-FFF2-40B4-BE49-F238E27FC236}">
                    <a16:creationId xmlns:a16="http://schemas.microsoft.com/office/drawing/2014/main" id="{B2AE14F4-4C67-4F3C-AA1E-A1540D905022}"/>
                  </a:ext>
                </a:extLst>
              </p:cNvPr>
              <p:cNvSpPr/>
              <p:nvPr/>
            </p:nvSpPr>
            <p:spPr>
              <a:xfrm>
                <a:off x="2376139" y="3380388"/>
                <a:ext cx="80334" cy="44370"/>
              </a:xfrm>
              <a:custGeom>
                <a:avLst/>
                <a:gdLst/>
                <a:ahLst/>
                <a:cxnLst/>
                <a:rect l="l" t="t" r="r" b="b"/>
                <a:pathLst>
                  <a:path w="755" h="417" extrusionOk="0">
                    <a:moveTo>
                      <a:pt x="389" y="0"/>
                    </a:moveTo>
                    <a:cubicBezTo>
                      <a:pt x="355" y="0"/>
                      <a:pt x="321" y="8"/>
                      <a:pt x="296" y="22"/>
                    </a:cubicBezTo>
                    <a:lnTo>
                      <a:pt x="58" y="159"/>
                    </a:lnTo>
                    <a:cubicBezTo>
                      <a:pt x="1" y="186"/>
                      <a:pt x="1" y="238"/>
                      <a:pt x="51" y="266"/>
                    </a:cubicBezTo>
                    <a:lnTo>
                      <a:pt x="273" y="395"/>
                    </a:lnTo>
                    <a:cubicBezTo>
                      <a:pt x="298" y="410"/>
                      <a:pt x="332" y="417"/>
                      <a:pt x="367" y="417"/>
                    </a:cubicBezTo>
                    <a:cubicBezTo>
                      <a:pt x="401" y="417"/>
                      <a:pt x="435" y="410"/>
                      <a:pt x="461" y="395"/>
                    </a:cubicBezTo>
                    <a:lnTo>
                      <a:pt x="698" y="259"/>
                    </a:lnTo>
                    <a:cubicBezTo>
                      <a:pt x="755" y="229"/>
                      <a:pt x="755" y="179"/>
                      <a:pt x="698" y="152"/>
                    </a:cubicBezTo>
                    <a:lnTo>
                      <a:pt x="482" y="22"/>
                    </a:lnTo>
                    <a:cubicBezTo>
                      <a:pt x="457" y="8"/>
                      <a:pt x="423" y="0"/>
                      <a:pt x="38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08" name="Google Shape;1072;p41">
                <a:extLst>
                  <a:ext uri="{FF2B5EF4-FFF2-40B4-BE49-F238E27FC236}">
                    <a16:creationId xmlns:a16="http://schemas.microsoft.com/office/drawing/2014/main" id="{F829F01E-6675-4650-9216-CE9B8F69A772}"/>
                  </a:ext>
                </a:extLst>
              </p:cNvPr>
              <p:cNvSpPr/>
              <p:nvPr/>
            </p:nvSpPr>
            <p:spPr>
              <a:xfrm>
                <a:off x="2366243" y="3255684"/>
                <a:ext cx="97252" cy="55116"/>
              </a:xfrm>
              <a:custGeom>
                <a:avLst/>
                <a:gdLst/>
                <a:ahLst/>
                <a:cxnLst/>
                <a:rect l="l" t="t" r="r" b="b"/>
                <a:pathLst>
                  <a:path w="914" h="518" extrusionOk="0">
                    <a:moveTo>
                      <a:pt x="532" y="1"/>
                    </a:moveTo>
                    <a:cubicBezTo>
                      <a:pt x="498" y="1"/>
                      <a:pt x="464" y="7"/>
                      <a:pt x="439" y="21"/>
                    </a:cubicBezTo>
                    <a:lnTo>
                      <a:pt x="51" y="246"/>
                    </a:lnTo>
                    <a:cubicBezTo>
                      <a:pt x="1" y="273"/>
                      <a:pt x="1" y="323"/>
                      <a:pt x="51" y="352"/>
                    </a:cubicBezTo>
                    <a:lnTo>
                      <a:pt x="287" y="496"/>
                    </a:lnTo>
                    <a:cubicBezTo>
                      <a:pt x="313" y="510"/>
                      <a:pt x="347" y="518"/>
                      <a:pt x="382" y="518"/>
                    </a:cubicBezTo>
                    <a:cubicBezTo>
                      <a:pt x="416" y="518"/>
                      <a:pt x="450" y="510"/>
                      <a:pt x="475" y="496"/>
                    </a:cubicBezTo>
                    <a:lnTo>
                      <a:pt x="863" y="266"/>
                    </a:lnTo>
                    <a:cubicBezTo>
                      <a:pt x="913" y="237"/>
                      <a:pt x="913" y="187"/>
                      <a:pt x="863" y="159"/>
                    </a:cubicBezTo>
                    <a:lnTo>
                      <a:pt x="625" y="21"/>
                    </a:lnTo>
                    <a:cubicBezTo>
                      <a:pt x="600" y="7"/>
                      <a:pt x="566" y="1"/>
                      <a:pt x="53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09" name="Google Shape;1073;p41">
                <a:extLst>
                  <a:ext uri="{FF2B5EF4-FFF2-40B4-BE49-F238E27FC236}">
                    <a16:creationId xmlns:a16="http://schemas.microsoft.com/office/drawing/2014/main" id="{007482B1-D09A-4EBF-86EB-EF3BA65ACE69}"/>
                  </a:ext>
                </a:extLst>
              </p:cNvPr>
              <p:cNvSpPr/>
              <p:nvPr/>
            </p:nvSpPr>
            <p:spPr>
              <a:xfrm>
                <a:off x="2421360" y="3416352"/>
                <a:ext cx="77355" cy="42774"/>
              </a:xfrm>
              <a:custGeom>
                <a:avLst/>
                <a:gdLst/>
                <a:ahLst/>
                <a:cxnLst/>
                <a:rect l="l" t="t" r="r" b="b"/>
                <a:pathLst>
                  <a:path w="727" h="402" extrusionOk="0">
                    <a:moveTo>
                      <a:pt x="359" y="0"/>
                    </a:moveTo>
                    <a:cubicBezTo>
                      <a:pt x="325" y="0"/>
                      <a:pt x="291" y="7"/>
                      <a:pt x="266" y="21"/>
                    </a:cubicBezTo>
                    <a:lnTo>
                      <a:pt x="57" y="143"/>
                    </a:lnTo>
                    <a:cubicBezTo>
                      <a:pt x="0" y="173"/>
                      <a:pt x="0" y="223"/>
                      <a:pt x="50" y="252"/>
                    </a:cubicBezTo>
                    <a:lnTo>
                      <a:pt x="273" y="381"/>
                    </a:lnTo>
                    <a:cubicBezTo>
                      <a:pt x="298" y="395"/>
                      <a:pt x="332" y="402"/>
                      <a:pt x="366" y="402"/>
                    </a:cubicBezTo>
                    <a:cubicBezTo>
                      <a:pt x="400" y="402"/>
                      <a:pt x="434" y="395"/>
                      <a:pt x="459" y="381"/>
                    </a:cubicBezTo>
                    <a:lnTo>
                      <a:pt x="668" y="259"/>
                    </a:lnTo>
                    <a:cubicBezTo>
                      <a:pt x="726" y="223"/>
                      <a:pt x="726" y="179"/>
                      <a:pt x="675" y="150"/>
                    </a:cubicBezTo>
                    <a:lnTo>
                      <a:pt x="452" y="21"/>
                    </a:lnTo>
                    <a:cubicBezTo>
                      <a:pt x="427" y="7"/>
                      <a:pt x="393" y="0"/>
                      <a:pt x="35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10" name="Google Shape;1074;p41">
                <a:extLst>
                  <a:ext uri="{FF2B5EF4-FFF2-40B4-BE49-F238E27FC236}">
                    <a16:creationId xmlns:a16="http://schemas.microsoft.com/office/drawing/2014/main" id="{32E773D8-B558-4435-A222-388B9A39D9FD}"/>
                  </a:ext>
                </a:extLst>
              </p:cNvPr>
              <p:cNvSpPr/>
              <p:nvPr/>
            </p:nvSpPr>
            <p:spPr>
              <a:xfrm>
                <a:off x="2401356" y="3287072"/>
                <a:ext cx="113319" cy="63629"/>
              </a:xfrm>
              <a:custGeom>
                <a:avLst/>
                <a:gdLst/>
                <a:ahLst/>
                <a:cxnLst/>
                <a:rect l="l" t="t" r="r" b="b"/>
                <a:pathLst>
                  <a:path w="1065" h="598" extrusionOk="0">
                    <a:moveTo>
                      <a:pt x="708" y="1"/>
                    </a:moveTo>
                    <a:cubicBezTo>
                      <a:pt x="675" y="1"/>
                      <a:pt x="641" y="7"/>
                      <a:pt x="612" y="21"/>
                    </a:cubicBezTo>
                    <a:lnTo>
                      <a:pt x="59" y="346"/>
                    </a:lnTo>
                    <a:cubicBezTo>
                      <a:pt x="0" y="373"/>
                      <a:pt x="0" y="425"/>
                      <a:pt x="52" y="453"/>
                    </a:cubicBezTo>
                    <a:lnTo>
                      <a:pt x="267" y="575"/>
                    </a:lnTo>
                    <a:cubicBezTo>
                      <a:pt x="292" y="590"/>
                      <a:pt x="327" y="597"/>
                      <a:pt x="361" y="597"/>
                    </a:cubicBezTo>
                    <a:cubicBezTo>
                      <a:pt x="395" y="597"/>
                      <a:pt x="429" y="590"/>
                      <a:pt x="454" y="575"/>
                    </a:cubicBezTo>
                    <a:lnTo>
                      <a:pt x="1014" y="252"/>
                    </a:lnTo>
                    <a:cubicBezTo>
                      <a:pt x="1064" y="223"/>
                      <a:pt x="1064" y="173"/>
                      <a:pt x="1014" y="144"/>
                    </a:cubicBezTo>
                    <a:lnTo>
                      <a:pt x="799" y="21"/>
                    </a:lnTo>
                    <a:cubicBezTo>
                      <a:pt x="774" y="7"/>
                      <a:pt x="741" y="1"/>
                      <a:pt x="70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11" name="Google Shape;1075;p41">
                <a:extLst>
                  <a:ext uri="{FF2B5EF4-FFF2-40B4-BE49-F238E27FC236}">
                    <a16:creationId xmlns:a16="http://schemas.microsoft.com/office/drawing/2014/main" id="{F2433B68-197C-4001-A92C-82FC5D4A4AF8}"/>
                  </a:ext>
                </a:extLst>
              </p:cNvPr>
              <p:cNvSpPr/>
              <p:nvPr/>
            </p:nvSpPr>
            <p:spPr>
              <a:xfrm>
                <a:off x="2472540" y="3384964"/>
                <a:ext cx="80334" cy="44476"/>
              </a:xfrm>
              <a:custGeom>
                <a:avLst/>
                <a:gdLst/>
                <a:ahLst/>
                <a:cxnLst/>
                <a:rect l="l" t="t" r="r" b="b"/>
                <a:pathLst>
                  <a:path w="755" h="418" extrusionOk="0">
                    <a:moveTo>
                      <a:pt x="389" y="0"/>
                    </a:moveTo>
                    <a:cubicBezTo>
                      <a:pt x="354" y="0"/>
                      <a:pt x="320" y="8"/>
                      <a:pt x="295" y="22"/>
                    </a:cubicBezTo>
                    <a:lnTo>
                      <a:pt x="57" y="159"/>
                    </a:lnTo>
                    <a:cubicBezTo>
                      <a:pt x="0" y="186"/>
                      <a:pt x="0" y="238"/>
                      <a:pt x="57" y="266"/>
                    </a:cubicBezTo>
                    <a:lnTo>
                      <a:pt x="273" y="395"/>
                    </a:lnTo>
                    <a:cubicBezTo>
                      <a:pt x="298" y="410"/>
                      <a:pt x="332" y="417"/>
                      <a:pt x="366" y="417"/>
                    </a:cubicBezTo>
                    <a:cubicBezTo>
                      <a:pt x="401" y="417"/>
                      <a:pt x="435" y="410"/>
                      <a:pt x="461" y="395"/>
                    </a:cubicBezTo>
                    <a:lnTo>
                      <a:pt x="697" y="259"/>
                    </a:lnTo>
                    <a:cubicBezTo>
                      <a:pt x="754" y="223"/>
                      <a:pt x="754" y="179"/>
                      <a:pt x="697" y="152"/>
                    </a:cubicBezTo>
                    <a:lnTo>
                      <a:pt x="482" y="22"/>
                    </a:lnTo>
                    <a:cubicBezTo>
                      <a:pt x="457" y="8"/>
                      <a:pt x="423" y="0"/>
                      <a:pt x="38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12" name="Google Shape;1076;p41">
                <a:extLst>
                  <a:ext uri="{FF2B5EF4-FFF2-40B4-BE49-F238E27FC236}">
                    <a16:creationId xmlns:a16="http://schemas.microsoft.com/office/drawing/2014/main" id="{D4509BC1-2DE3-42C2-9C1A-7CC8C4D61BC2}"/>
                  </a:ext>
                </a:extLst>
              </p:cNvPr>
              <p:cNvSpPr/>
              <p:nvPr/>
            </p:nvSpPr>
            <p:spPr>
              <a:xfrm>
                <a:off x="2430511" y="3316865"/>
                <a:ext cx="136089" cy="76503"/>
              </a:xfrm>
              <a:custGeom>
                <a:avLst/>
                <a:gdLst/>
                <a:ahLst/>
                <a:cxnLst/>
                <a:rect l="l" t="t" r="r" b="b"/>
                <a:pathLst>
                  <a:path w="1279" h="719" extrusionOk="0">
                    <a:moveTo>
                      <a:pt x="913" y="0"/>
                    </a:moveTo>
                    <a:cubicBezTo>
                      <a:pt x="879" y="0"/>
                      <a:pt x="845" y="8"/>
                      <a:pt x="820" y="22"/>
                    </a:cubicBezTo>
                    <a:lnTo>
                      <a:pt x="50" y="461"/>
                    </a:lnTo>
                    <a:cubicBezTo>
                      <a:pt x="0" y="490"/>
                      <a:pt x="0" y="540"/>
                      <a:pt x="50" y="568"/>
                    </a:cubicBezTo>
                    <a:lnTo>
                      <a:pt x="273" y="697"/>
                    </a:lnTo>
                    <a:cubicBezTo>
                      <a:pt x="298" y="712"/>
                      <a:pt x="332" y="719"/>
                      <a:pt x="366" y="719"/>
                    </a:cubicBezTo>
                    <a:cubicBezTo>
                      <a:pt x="400" y="719"/>
                      <a:pt x="434" y="712"/>
                      <a:pt x="459" y="697"/>
                    </a:cubicBezTo>
                    <a:lnTo>
                      <a:pt x="1229" y="259"/>
                    </a:lnTo>
                    <a:cubicBezTo>
                      <a:pt x="1279" y="223"/>
                      <a:pt x="1279" y="179"/>
                      <a:pt x="1229" y="152"/>
                    </a:cubicBezTo>
                    <a:lnTo>
                      <a:pt x="1006" y="22"/>
                    </a:lnTo>
                    <a:cubicBezTo>
                      <a:pt x="981" y="8"/>
                      <a:pt x="947" y="0"/>
                      <a:pt x="913"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13" name="Google Shape;1077;p41">
                <a:extLst>
                  <a:ext uri="{FF2B5EF4-FFF2-40B4-BE49-F238E27FC236}">
                    <a16:creationId xmlns:a16="http://schemas.microsoft.com/office/drawing/2014/main" id="{629FFCF2-F750-4042-AA85-306505DD660C}"/>
                  </a:ext>
                </a:extLst>
              </p:cNvPr>
              <p:cNvSpPr/>
              <p:nvPr/>
            </p:nvSpPr>
            <p:spPr>
              <a:xfrm>
                <a:off x="2526912" y="3346765"/>
                <a:ext cx="91825" cy="51286"/>
              </a:xfrm>
              <a:custGeom>
                <a:avLst/>
                <a:gdLst/>
                <a:ahLst/>
                <a:cxnLst/>
                <a:rect l="l" t="t" r="r" b="b"/>
                <a:pathLst>
                  <a:path w="863" h="482" extrusionOk="0">
                    <a:moveTo>
                      <a:pt x="495" y="0"/>
                    </a:moveTo>
                    <a:cubicBezTo>
                      <a:pt x="461" y="0"/>
                      <a:pt x="427" y="7"/>
                      <a:pt x="402" y="21"/>
                    </a:cubicBezTo>
                    <a:lnTo>
                      <a:pt x="57" y="223"/>
                    </a:lnTo>
                    <a:cubicBezTo>
                      <a:pt x="0" y="252"/>
                      <a:pt x="0" y="302"/>
                      <a:pt x="57" y="330"/>
                    </a:cubicBezTo>
                    <a:lnTo>
                      <a:pt x="273" y="459"/>
                    </a:lnTo>
                    <a:cubicBezTo>
                      <a:pt x="298" y="474"/>
                      <a:pt x="332" y="481"/>
                      <a:pt x="366" y="481"/>
                    </a:cubicBezTo>
                    <a:cubicBezTo>
                      <a:pt x="400" y="481"/>
                      <a:pt x="434" y="474"/>
                      <a:pt x="459" y="459"/>
                    </a:cubicBezTo>
                    <a:lnTo>
                      <a:pt x="804" y="259"/>
                    </a:lnTo>
                    <a:cubicBezTo>
                      <a:pt x="863" y="230"/>
                      <a:pt x="863" y="180"/>
                      <a:pt x="804" y="150"/>
                    </a:cubicBezTo>
                    <a:lnTo>
                      <a:pt x="588" y="21"/>
                    </a:lnTo>
                    <a:cubicBezTo>
                      <a:pt x="563" y="7"/>
                      <a:pt x="529" y="0"/>
                      <a:pt x="495"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14" name="Google Shape;1078;p41">
                <a:extLst>
                  <a:ext uri="{FF2B5EF4-FFF2-40B4-BE49-F238E27FC236}">
                    <a16:creationId xmlns:a16="http://schemas.microsoft.com/office/drawing/2014/main" id="{A5500196-387B-4C1D-A6E5-331A8D5B0851}"/>
                  </a:ext>
                </a:extLst>
              </p:cNvPr>
              <p:cNvSpPr/>
              <p:nvPr/>
            </p:nvSpPr>
            <p:spPr>
              <a:xfrm>
                <a:off x="1857636" y="3739819"/>
                <a:ext cx="79589" cy="45115"/>
              </a:xfrm>
              <a:custGeom>
                <a:avLst/>
                <a:gdLst/>
                <a:ahLst/>
                <a:cxnLst/>
                <a:rect l="l" t="t" r="r" b="b"/>
                <a:pathLst>
                  <a:path w="748" h="424" extrusionOk="0">
                    <a:moveTo>
                      <a:pt x="384" y="0"/>
                    </a:moveTo>
                    <a:cubicBezTo>
                      <a:pt x="351" y="0"/>
                      <a:pt x="317" y="7"/>
                      <a:pt x="288" y="22"/>
                    </a:cubicBezTo>
                    <a:lnTo>
                      <a:pt x="50" y="165"/>
                    </a:lnTo>
                    <a:cubicBezTo>
                      <a:pt x="0" y="195"/>
                      <a:pt x="0" y="245"/>
                      <a:pt x="50" y="274"/>
                    </a:cubicBezTo>
                    <a:lnTo>
                      <a:pt x="266" y="396"/>
                    </a:lnTo>
                    <a:cubicBezTo>
                      <a:pt x="292" y="415"/>
                      <a:pt x="329" y="423"/>
                      <a:pt x="365" y="423"/>
                    </a:cubicBezTo>
                    <a:cubicBezTo>
                      <a:pt x="397" y="423"/>
                      <a:pt x="429" y="416"/>
                      <a:pt x="452" y="403"/>
                    </a:cubicBezTo>
                    <a:lnTo>
                      <a:pt x="697" y="258"/>
                    </a:lnTo>
                    <a:cubicBezTo>
                      <a:pt x="747" y="231"/>
                      <a:pt x="747" y="181"/>
                      <a:pt x="697" y="151"/>
                    </a:cubicBezTo>
                    <a:lnTo>
                      <a:pt x="475" y="22"/>
                    </a:lnTo>
                    <a:cubicBezTo>
                      <a:pt x="450" y="7"/>
                      <a:pt x="417" y="0"/>
                      <a:pt x="384"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15" name="Google Shape;1079;p41">
                <a:extLst>
                  <a:ext uri="{FF2B5EF4-FFF2-40B4-BE49-F238E27FC236}">
                    <a16:creationId xmlns:a16="http://schemas.microsoft.com/office/drawing/2014/main" id="{4D17A507-CBC6-4D7B-8795-1A2FD66FE06B}"/>
                  </a:ext>
                </a:extLst>
              </p:cNvPr>
              <p:cNvSpPr/>
              <p:nvPr/>
            </p:nvSpPr>
            <p:spPr>
              <a:xfrm>
                <a:off x="1751339" y="3741415"/>
                <a:ext cx="79589" cy="44476"/>
              </a:xfrm>
              <a:custGeom>
                <a:avLst/>
                <a:gdLst/>
                <a:ahLst/>
                <a:cxnLst/>
                <a:rect l="l" t="t" r="r" b="b"/>
                <a:pathLst>
                  <a:path w="748" h="418" extrusionOk="0">
                    <a:moveTo>
                      <a:pt x="384" y="0"/>
                    </a:moveTo>
                    <a:cubicBezTo>
                      <a:pt x="351" y="0"/>
                      <a:pt x="316" y="7"/>
                      <a:pt x="287" y="21"/>
                    </a:cubicBezTo>
                    <a:lnTo>
                      <a:pt x="57" y="157"/>
                    </a:lnTo>
                    <a:cubicBezTo>
                      <a:pt x="0" y="187"/>
                      <a:pt x="0" y="237"/>
                      <a:pt x="50" y="266"/>
                    </a:cubicBezTo>
                    <a:lnTo>
                      <a:pt x="273" y="395"/>
                    </a:lnTo>
                    <a:cubicBezTo>
                      <a:pt x="298" y="410"/>
                      <a:pt x="332" y="417"/>
                      <a:pt x="366" y="417"/>
                    </a:cubicBezTo>
                    <a:cubicBezTo>
                      <a:pt x="400" y="417"/>
                      <a:pt x="434" y="410"/>
                      <a:pt x="459" y="395"/>
                    </a:cubicBezTo>
                    <a:lnTo>
                      <a:pt x="697" y="259"/>
                    </a:lnTo>
                    <a:cubicBezTo>
                      <a:pt x="747" y="230"/>
                      <a:pt x="747" y="180"/>
                      <a:pt x="697" y="150"/>
                    </a:cubicBezTo>
                    <a:lnTo>
                      <a:pt x="475" y="21"/>
                    </a:lnTo>
                    <a:cubicBezTo>
                      <a:pt x="450" y="7"/>
                      <a:pt x="417" y="0"/>
                      <a:pt x="384"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16" name="Google Shape;1080;p41">
                <a:extLst>
                  <a:ext uri="{FF2B5EF4-FFF2-40B4-BE49-F238E27FC236}">
                    <a16:creationId xmlns:a16="http://schemas.microsoft.com/office/drawing/2014/main" id="{873A808F-DE2C-4AD5-8960-ABB96454A619}"/>
                  </a:ext>
                </a:extLst>
              </p:cNvPr>
              <p:cNvSpPr/>
              <p:nvPr/>
            </p:nvSpPr>
            <p:spPr>
              <a:xfrm>
                <a:off x="1803263" y="3771207"/>
                <a:ext cx="79589" cy="44370"/>
              </a:xfrm>
              <a:custGeom>
                <a:avLst/>
                <a:gdLst/>
                <a:ahLst/>
                <a:cxnLst/>
                <a:rect l="l" t="t" r="r" b="b"/>
                <a:pathLst>
                  <a:path w="748" h="417" extrusionOk="0">
                    <a:moveTo>
                      <a:pt x="387" y="1"/>
                    </a:moveTo>
                    <a:cubicBezTo>
                      <a:pt x="351" y="1"/>
                      <a:pt x="315" y="10"/>
                      <a:pt x="289" y="29"/>
                    </a:cubicBezTo>
                    <a:lnTo>
                      <a:pt x="58" y="158"/>
                    </a:lnTo>
                    <a:cubicBezTo>
                      <a:pt x="1" y="188"/>
                      <a:pt x="1" y="238"/>
                      <a:pt x="51" y="265"/>
                    </a:cubicBezTo>
                    <a:lnTo>
                      <a:pt x="273" y="395"/>
                    </a:lnTo>
                    <a:cubicBezTo>
                      <a:pt x="299" y="409"/>
                      <a:pt x="334" y="417"/>
                      <a:pt x="368" y="417"/>
                    </a:cubicBezTo>
                    <a:cubicBezTo>
                      <a:pt x="402" y="417"/>
                      <a:pt x="436" y="409"/>
                      <a:pt x="461" y="395"/>
                    </a:cubicBezTo>
                    <a:lnTo>
                      <a:pt x="698" y="258"/>
                    </a:lnTo>
                    <a:cubicBezTo>
                      <a:pt x="748" y="231"/>
                      <a:pt x="748" y="179"/>
                      <a:pt x="698" y="151"/>
                    </a:cubicBezTo>
                    <a:lnTo>
                      <a:pt x="475" y="22"/>
                    </a:lnTo>
                    <a:cubicBezTo>
                      <a:pt x="451" y="8"/>
                      <a:pt x="420" y="1"/>
                      <a:pt x="387"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17" name="Google Shape;1081;p41">
                <a:extLst>
                  <a:ext uri="{FF2B5EF4-FFF2-40B4-BE49-F238E27FC236}">
                    <a16:creationId xmlns:a16="http://schemas.microsoft.com/office/drawing/2014/main" id="{52256414-378F-46AA-8ADD-F2C206BA8326}"/>
                  </a:ext>
                </a:extLst>
              </p:cNvPr>
              <p:cNvSpPr/>
              <p:nvPr/>
            </p:nvSpPr>
            <p:spPr>
              <a:xfrm>
                <a:off x="1805711" y="3681722"/>
                <a:ext cx="128534" cy="72779"/>
              </a:xfrm>
              <a:custGeom>
                <a:avLst/>
                <a:gdLst/>
                <a:ahLst/>
                <a:cxnLst/>
                <a:rect l="l" t="t" r="r" b="b"/>
                <a:pathLst>
                  <a:path w="1208" h="684" extrusionOk="0">
                    <a:moveTo>
                      <a:pt x="845" y="1"/>
                    </a:moveTo>
                    <a:cubicBezTo>
                      <a:pt x="811" y="1"/>
                      <a:pt x="779" y="7"/>
                      <a:pt x="754" y="21"/>
                    </a:cubicBezTo>
                    <a:lnTo>
                      <a:pt x="50" y="425"/>
                    </a:lnTo>
                    <a:cubicBezTo>
                      <a:pt x="0" y="453"/>
                      <a:pt x="0" y="503"/>
                      <a:pt x="50" y="532"/>
                    </a:cubicBezTo>
                    <a:lnTo>
                      <a:pt x="266" y="661"/>
                    </a:lnTo>
                    <a:cubicBezTo>
                      <a:pt x="294" y="676"/>
                      <a:pt x="328" y="683"/>
                      <a:pt x="361" y="683"/>
                    </a:cubicBezTo>
                    <a:cubicBezTo>
                      <a:pt x="395" y="683"/>
                      <a:pt x="427" y="676"/>
                      <a:pt x="452" y="661"/>
                    </a:cubicBezTo>
                    <a:lnTo>
                      <a:pt x="1156" y="259"/>
                    </a:lnTo>
                    <a:cubicBezTo>
                      <a:pt x="1208" y="230"/>
                      <a:pt x="1208" y="180"/>
                      <a:pt x="1156" y="151"/>
                    </a:cubicBezTo>
                    <a:lnTo>
                      <a:pt x="940" y="21"/>
                    </a:lnTo>
                    <a:cubicBezTo>
                      <a:pt x="912" y="7"/>
                      <a:pt x="878" y="1"/>
                      <a:pt x="845"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18" name="Google Shape;1082;p41">
                <a:extLst>
                  <a:ext uri="{FF2B5EF4-FFF2-40B4-BE49-F238E27FC236}">
                    <a16:creationId xmlns:a16="http://schemas.microsoft.com/office/drawing/2014/main" id="{C8BD59BE-9DC8-403E-87C2-FA7640789D81}"/>
                  </a:ext>
                </a:extLst>
              </p:cNvPr>
              <p:cNvSpPr/>
              <p:nvPr/>
            </p:nvSpPr>
            <p:spPr>
              <a:xfrm>
                <a:off x="1908816" y="3651823"/>
                <a:ext cx="76610" cy="42987"/>
              </a:xfrm>
              <a:custGeom>
                <a:avLst/>
                <a:gdLst/>
                <a:ahLst/>
                <a:cxnLst/>
                <a:rect l="l" t="t" r="r" b="b"/>
                <a:pathLst>
                  <a:path w="720" h="404" extrusionOk="0">
                    <a:moveTo>
                      <a:pt x="360" y="1"/>
                    </a:moveTo>
                    <a:cubicBezTo>
                      <a:pt x="325" y="1"/>
                      <a:pt x="291" y="8"/>
                      <a:pt x="266" y="23"/>
                    </a:cubicBezTo>
                    <a:lnTo>
                      <a:pt x="51" y="145"/>
                    </a:lnTo>
                    <a:cubicBezTo>
                      <a:pt x="1" y="173"/>
                      <a:pt x="1" y="223"/>
                      <a:pt x="51" y="252"/>
                    </a:cubicBezTo>
                    <a:lnTo>
                      <a:pt x="273" y="382"/>
                    </a:lnTo>
                    <a:cubicBezTo>
                      <a:pt x="299" y="396"/>
                      <a:pt x="334" y="404"/>
                      <a:pt x="368" y="404"/>
                    </a:cubicBezTo>
                    <a:cubicBezTo>
                      <a:pt x="402" y="404"/>
                      <a:pt x="436" y="396"/>
                      <a:pt x="461" y="382"/>
                    </a:cubicBezTo>
                    <a:lnTo>
                      <a:pt x="670" y="259"/>
                    </a:lnTo>
                    <a:cubicBezTo>
                      <a:pt x="720" y="232"/>
                      <a:pt x="720" y="180"/>
                      <a:pt x="670" y="152"/>
                    </a:cubicBezTo>
                    <a:lnTo>
                      <a:pt x="454" y="23"/>
                    </a:lnTo>
                    <a:cubicBezTo>
                      <a:pt x="428" y="8"/>
                      <a:pt x="394" y="1"/>
                      <a:pt x="360"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19" name="Google Shape;1083;p41">
                <a:extLst>
                  <a:ext uri="{FF2B5EF4-FFF2-40B4-BE49-F238E27FC236}">
                    <a16:creationId xmlns:a16="http://schemas.microsoft.com/office/drawing/2014/main" id="{108FB1ED-CDE9-4F50-B9ED-72931546A454}"/>
                  </a:ext>
                </a:extLst>
              </p:cNvPr>
              <p:cNvSpPr/>
              <p:nvPr/>
            </p:nvSpPr>
            <p:spPr>
              <a:xfrm>
                <a:off x="1843803" y="3567764"/>
                <a:ext cx="78844" cy="44476"/>
              </a:xfrm>
              <a:custGeom>
                <a:avLst/>
                <a:gdLst/>
                <a:ahLst/>
                <a:cxnLst/>
                <a:rect l="l" t="t" r="r" b="b"/>
                <a:pathLst>
                  <a:path w="741" h="418" extrusionOk="0">
                    <a:moveTo>
                      <a:pt x="360" y="0"/>
                    </a:moveTo>
                    <a:cubicBezTo>
                      <a:pt x="326" y="0"/>
                      <a:pt x="292" y="7"/>
                      <a:pt x="267" y="21"/>
                    </a:cubicBezTo>
                    <a:lnTo>
                      <a:pt x="58" y="143"/>
                    </a:lnTo>
                    <a:cubicBezTo>
                      <a:pt x="1" y="173"/>
                      <a:pt x="1" y="223"/>
                      <a:pt x="51" y="252"/>
                    </a:cubicBezTo>
                    <a:lnTo>
                      <a:pt x="296" y="395"/>
                    </a:lnTo>
                    <a:cubicBezTo>
                      <a:pt x="321" y="410"/>
                      <a:pt x="353" y="417"/>
                      <a:pt x="386" y="417"/>
                    </a:cubicBezTo>
                    <a:cubicBezTo>
                      <a:pt x="420" y="417"/>
                      <a:pt x="454" y="410"/>
                      <a:pt x="482" y="395"/>
                    </a:cubicBezTo>
                    <a:lnTo>
                      <a:pt x="691" y="273"/>
                    </a:lnTo>
                    <a:cubicBezTo>
                      <a:pt x="741" y="237"/>
                      <a:pt x="741" y="193"/>
                      <a:pt x="691" y="159"/>
                    </a:cubicBezTo>
                    <a:lnTo>
                      <a:pt x="453" y="21"/>
                    </a:lnTo>
                    <a:cubicBezTo>
                      <a:pt x="428" y="7"/>
                      <a:pt x="394" y="0"/>
                      <a:pt x="36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20" name="Google Shape;1084;p41">
                <a:extLst>
                  <a:ext uri="{FF2B5EF4-FFF2-40B4-BE49-F238E27FC236}">
                    <a16:creationId xmlns:a16="http://schemas.microsoft.com/office/drawing/2014/main" id="{35496B97-D371-4100-9570-8FDD05FFA8C0}"/>
                  </a:ext>
                </a:extLst>
              </p:cNvPr>
              <p:cNvSpPr/>
              <p:nvPr/>
            </p:nvSpPr>
            <p:spPr>
              <a:xfrm>
                <a:off x="1791878" y="3597557"/>
                <a:ext cx="79589" cy="44476"/>
              </a:xfrm>
              <a:custGeom>
                <a:avLst/>
                <a:gdLst/>
                <a:ahLst/>
                <a:cxnLst/>
                <a:rect l="l" t="t" r="r" b="b"/>
                <a:pathLst>
                  <a:path w="748" h="418" extrusionOk="0">
                    <a:moveTo>
                      <a:pt x="366" y="0"/>
                    </a:moveTo>
                    <a:cubicBezTo>
                      <a:pt x="332" y="0"/>
                      <a:pt x="298" y="7"/>
                      <a:pt x="273" y="22"/>
                    </a:cubicBezTo>
                    <a:lnTo>
                      <a:pt x="51" y="152"/>
                    </a:lnTo>
                    <a:cubicBezTo>
                      <a:pt x="1" y="181"/>
                      <a:pt x="1" y="231"/>
                      <a:pt x="51" y="258"/>
                    </a:cubicBezTo>
                    <a:lnTo>
                      <a:pt x="287" y="396"/>
                    </a:lnTo>
                    <a:cubicBezTo>
                      <a:pt x="312" y="410"/>
                      <a:pt x="346" y="417"/>
                      <a:pt x="380" y="417"/>
                    </a:cubicBezTo>
                    <a:cubicBezTo>
                      <a:pt x="415" y="417"/>
                      <a:pt x="449" y="410"/>
                      <a:pt x="475" y="396"/>
                    </a:cubicBezTo>
                    <a:lnTo>
                      <a:pt x="698" y="267"/>
                    </a:lnTo>
                    <a:cubicBezTo>
                      <a:pt x="748" y="238"/>
                      <a:pt x="748" y="188"/>
                      <a:pt x="698" y="158"/>
                    </a:cubicBezTo>
                    <a:lnTo>
                      <a:pt x="460" y="22"/>
                    </a:lnTo>
                    <a:cubicBezTo>
                      <a:pt x="435" y="7"/>
                      <a:pt x="400" y="0"/>
                      <a:pt x="366"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21" name="Google Shape;1085;p41">
                <a:extLst>
                  <a:ext uri="{FF2B5EF4-FFF2-40B4-BE49-F238E27FC236}">
                    <a16:creationId xmlns:a16="http://schemas.microsoft.com/office/drawing/2014/main" id="{41FFC00B-BE60-407D-A478-7AA575C9CE3C}"/>
                  </a:ext>
                </a:extLst>
              </p:cNvPr>
              <p:cNvSpPr/>
              <p:nvPr/>
            </p:nvSpPr>
            <p:spPr>
              <a:xfrm>
                <a:off x="1879874" y="3451359"/>
                <a:ext cx="54372" cy="30006"/>
              </a:xfrm>
              <a:custGeom>
                <a:avLst/>
                <a:gdLst/>
                <a:ahLst/>
                <a:cxnLst/>
                <a:rect l="l" t="t" r="r" b="b"/>
                <a:pathLst>
                  <a:path w="511" h="282" extrusionOk="0">
                    <a:moveTo>
                      <a:pt x="327" y="1"/>
                    </a:moveTo>
                    <a:cubicBezTo>
                      <a:pt x="294" y="1"/>
                      <a:pt x="261" y="8"/>
                      <a:pt x="236" y="23"/>
                    </a:cubicBezTo>
                    <a:lnTo>
                      <a:pt x="50" y="132"/>
                    </a:lnTo>
                    <a:cubicBezTo>
                      <a:pt x="0" y="159"/>
                      <a:pt x="0" y="209"/>
                      <a:pt x="50" y="239"/>
                    </a:cubicBezTo>
                    <a:lnTo>
                      <a:pt x="86" y="261"/>
                    </a:lnTo>
                    <a:cubicBezTo>
                      <a:pt x="111" y="275"/>
                      <a:pt x="144" y="282"/>
                      <a:pt x="177" y="282"/>
                    </a:cubicBezTo>
                    <a:cubicBezTo>
                      <a:pt x="210" y="282"/>
                      <a:pt x="244" y="275"/>
                      <a:pt x="273" y="261"/>
                    </a:cubicBezTo>
                    <a:lnTo>
                      <a:pt x="452" y="152"/>
                    </a:lnTo>
                    <a:cubicBezTo>
                      <a:pt x="511" y="123"/>
                      <a:pt x="511" y="73"/>
                      <a:pt x="452" y="45"/>
                    </a:cubicBezTo>
                    <a:lnTo>
                      <a:pt x="424" y="23"/>
                    </a:lnTo>
                    <a:cubicBezTo>
                      <a:pt x="395" y="8"/>
                      <a:pt x="361" y="1"/>
                      <a:pt x="327"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22" name="Google Shape;1086;p41">
                <a:extLst>
                  <a:ext uri="{FF2B5EF4-FFF2-40B4-BE49-F238E27FC236}">
                    <a16:creationId xmlns:a16="http://schemas.microsoft.com/office/drawing/2014/main" id="{6B0CD64D-3CE8-471F-8F52-357313A044CD}"/>
                  </a:ext>
                </a:extLst>
              </p:cNvPr>
              <p:cNvSpPr/>
              <p:nvPr/>
            </p:nvSpPr>
            <p:spPr>
              <a:xfrm>
                <a:off x="1825502" y="3479769"/>
                <a:ext cx="59798" cy="32985"/>
              </a:xfrm>
              <a:custGeom>
                <a:avLst/>
                <a:gdLst/>
                <a:ahLst/>
                <a:cxnLst/>
                <a:rect l="l" t="t" r="r" b="b"/>
                <a:pathLst>
                  <a:path w="562" h="310" extrusionOk="0">
                    <a:moveTo>
                      <a:pt x="382" y="1"/>
                    </a:moveTo>
                    <a:cubicBezTo>
                      <a:pt x="348" y="1"/>
                      <a:pt x="313" y="8"/>
                      <a:pt x="288" y="22"/>
                    </a:cubicBezTo>
                    <a:lnTo>
                      <a:pt x="50" y="158"/>
                    </a:lnTo>
                    <a:cubicBezTo>
                      <a:pt x="0" y="187"/>
                      <a:pt x="0" y="237"/>
                      <a:pt x="50" y="267"/>
                    </a:cubicBezTo>
                    <a:lnTo>
                      <a:pt x="87" y="287"/>
                    </a:lnTo>
                    <a:cubicBezTo>
                      <a:pt x="112" y="302"/>
                      <a:pt x="144" y="309"/>
                      <a:pt x="177" y="309"/>
                    </a:cubicBezTo>
                    <a:cubicBezTo>
                      <a:pt x="210" y="309"/>
                      <a:pt x="244" y="302"/>
                      <a:pt x="273" y="287"/>
                    </a:cubicBezTo>
                    <a:lnTo>
                      <a:pt x="511" y="151"/>
                    </a:lnTo>
                    <a:cubicBezTo>
                      <a:pt x="561" y="123"/>
                      <a:pt x="561" y="72"/>
                      <a:pt x="511" y="44"/>
                    </a:cubicBezTo>
                    <a:lnTo>
                      <a:pt x="475" y="22"/>
                    </a:lnTo>
                    <a:cubicBezTo>
                      <a:pt x="450" y="8"/>
                      <a:pt x="416" y="1"/>
                      <a:pt x="382"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23" name="Google Shape;1087;p41">
                <a:extLst>
                  <a:ext uri="{FF2B5EF4-FFF2-40B4-BE49-F238E27FC236}">
                    <a16:creationId xmlns:a16="http://schemas.microsoft.com/office/drawing/2014/main" id="{C9082682-91E1-4630-B510-D7C3C93ECF7D}"/>
                  </a:ext>
                </a:extLst>
              </p:cNvPr>
              <p:cNvSpPr/>
              <p:nvPr/>
            </p:nvSpPr>
            <p:spPr>
              <a:xfrm>
                <a:off x="1857636" y="3498921"/>
                <a:ext cx="79589" cy="44263"/>
              </a:xfrm>
              <a:custGeom>
                <a:avLst/>
                <a:gdLst/>
                <a:ahLst/>
                <a:cxnLst/>
                <a:rect l="l" t="t" r="r" b="b"/>
                <a:pathLst>
                  <a:path w="748" h="416" extrusionOk="0">
                    <a:moveTo>
                      <a:pt x="388" y="0"/>
                    </a:moveTo>
                    <a:cubicBezTo>
                      <a:pt x="354" y="0"/>
                      <a:pt x="320" y="7"/>
                      <a:pt x="295" y="21"/>
                    </a:cubicBezTo>
                    <a:lnTo>
                      <a:pt x="57" y="159"/>
                    </a:lnTo>
                    <a:cubicBezTo>
                      <a:pt x="7" y="187"/>
                      <a:pt x="0" y="237"/>
                      <a:pt x="57" y="266"/>
                    </a:cubicBezTo>
                    <a:lnTo>
                      <a:pt x="266" y="388"/>
                    </a:lnTo>
                    <a:cubicBezTo>
                      <a:pt x="291" y="407"/>
                      <a:pt x="325" y="416"/>
                      <a:pt x="359" y="416"/>
                    </a:cubicBezTo>
                    <a:cubicBezTo>
                      <a:pt x="393" y="416"/>
                      <a:pt x="427" y="407"/>
                      <a:pt x="452" y="388"/>
                    </a:cubicBezTo>
                    <a:lnTo>
                      <a:pt x="690" y="252"/>
                    </a:lnTo>
                    <a:cubicBezTo>
                      <a:pt x="747" y="223"/>
                      <a:pt x="747" y="173"/>
                      <a:pt x="697" y="144"/>
                    </a:cubicBezTo>
                    <a:lnTo>
                      <a:pt x="482" y="21"/>
                    </a:lnTo>
                    <a:cubicBezTo>
                      <a:pt x="457" y="7"/>
                      <a:pt x="422" y="0"/>
                      <a:pt x="388"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24" name="Google Shape;1088;p41">
                <a:extLst>
                  <a:ext uri="{FF2B5EF4-FFF2-40B4-BE49-F238E27FC236}">
                    <a16:creationId xmlns:a16="http://schemas.microsoft.com/office/drawing/2014/main" id="{1644C06F-00F3-4D4D-834C-23D887BB77AC}"/>
                  </a:ext>
                </a:extLst>
              </p:cNvPr>
              <p:cNvSpPr/>
              <p:nvPr/>
            </p:nvSpPr>
            <p:spPr>
              <a:xfrm>
                <a:off x="2012878" y="3411032"/>
                <a:ext cx="76503" cy="42029"/>
              </a:xfrm>
              <a:custGeom>
                <a:avLst/>
                <a:gdLst/>
                <a:ahLst/>
                <a:cxnLst/>
                <a:rect l="l" t="t" r="r" b="b"/>
                <a:pathLst>
                  <a:path w="719" h="395" extrusionOk="0">
                    <a:moveTo>
                      <a:pt x="360" y="0"/>
                    </a:moveTo>
                    <a:cubicBezTo>
                      <a:pt x="325" y="0"/>
                      <a:pt x="291" y="7"/>
                      <a:pt x="266" y="21"/>
                    </a:cubicBezTo>
                    <a:lnTo>
                      <a:pt x="51" y="143"/>
                    </a:lnTo>
                    <a:cubicBezTo>
                      <a:pt x="1" y="173"/>
                      <a:pt x="1" y="223"/>
                      <a:pt x="51" y="252"/>
                    </a:cubicBezTo>
                    <a:lnTo>
                      <a:pt x="266" y="373"/>
                    </a:lnTo>
                    <a:cubicBezTo>
                      <a:pt x="291" y="387"/>
                      <a:pt x="325" y="395"/>
                      <a:pt x="360" y="395"/>
                    </a:cubicBezTo>
                    <a:cubicBezTo>
                      <a:pt x="394" y="395"/>
                      <a:pt x="428" y="387"/>
                      <a:pt x="453" y="373"/>
                    </a:cubicBezTo>
                    <a:lnTo>
                      <a:pt x="661" y="252"/>
                    </a:lnTo>
                    <a:cubicBezTo>
                      <a:pt x="718" y="223"/>
                      <a:pt x="718" y="173"/>
                      <a:pt x="661" y="143"/>
                    </a:cubicBezTo>
                    <a:lnTo>
                      <a:pt x="453" y="21"/>
                    </a:lnTo>
                    <a:cubicBezTo>
                      <a:pt x="428" y="7"/>
                      <a:pt x="394" y="0"/>
                      <a:pt x="36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25" name="Google Shape;1089;p41">
                <a:extLst>
                  <a:ext uri="{FF2B5EF4-FFF2-40B4-BE49-F238E27FC236}">
                    <a16:creationId xmlns:a16="http://schemas.microsoft.com/office/drawing/2014/main" id="{26194EED-9D6D-42B0-A478-C96C654477E1}"/>
                  </a:ext>
                </a:extLst>
              </p:cNvPr>
              <p:cNvSpPr/>
              <p:nvPr/>
            </p:nvSpPr>
            <p:spPr>
              <a:xfrm>
                <a:off x="1960740" y="3440719"/>
                <a:ext cx="77461" cy="42987"/>
              </a:xfrm>
              <a:custGeom>
                <a:avLst/>
                <a:gdLst/>
                <a:ahLst/>
                <a:cxnLst/>
                <a:rect l="l" t="t" r="r" b="b"/>
                <a:pathLst>
                  <a:path w="728" h="404" extrusionOk="0">
                    <a:moveTo>
                      <a:pt x="368" y="1"/>
                    </a:moveTo>
                    <a:cubicBezTo>
                      <a:pt x="334" y="1"/>
                      <a:pt x="300" y="8"/>
                      <a:pt x="275" y="23"/>
                    </a:cubicBezTo>
                    <a:lnTo>
                      <a:pt x="53" y="152"/>
                    </a:lnTo>
                    <a:cubicBezTo>
                      <a:pt x="1" y="180"/>
                      <a:pt x="1" y="232"/>
                      <a:pt x="53" y="259"/>
                    </a:cubicBezTo>
                    <a:lnTo>
                      <a:pt x="260" y="382"/>
                    </a:lnTo>
                    <a:cubicBezTo>
                      <a:pt x="289" y="396"/>
                      <a:pt x="323" y="404"/>
                      <a:pt x="357" y="404"/>
                    </a:cubicBezTo>
                    <a:cubicBezTo>
                      <a:pt x="390" y="404"/>
                      <a:pt x="423" y="396"/>
                      <a:pt x="448" y="382"/>
                    </a:cubicBezTo>
                    <a:lnTo>
                      <a:pt x="670" y="252"/>
                    </a:lnTo>
                    <a:cubicBezTo>
                      <a:pt x="720" y="223"/>
                      <a:pt x="727" y="173"/>
                      <a:pt x="670" y="145"/>
                    </a:cubicBezTo>
                    <a:lnTo>
                      <a:pt x="461" y="23"/>
                    </a:lnTo>
                    <a:cubicBezTo>
                      <a:pt x="436" y="8"/>
                      <a:pt x="402" y="1"/>
                      <a:pt x="36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26" name="Google Shape;1090;p41">
                <a:extLst>
                  <a:ext uri="{FF2B5EF4-FFF2-40B4-BE49-F238E27FC236}">
                    <a16:creationId xmlns:a16="http://schemas.microsoft.com/office/drawing/2014/main" id="{3D1FB4F9-6294-46C8-8C1D-ECBE3236B933}"/>
                  </a:ext>
                </a:extLst>
              </p:cNvPr>
              <p:cNvSpPr/>
              <p:nvPr/>
            </p:nvSpPr>
            <p:spPr>
              <a:xfrm>
                <a:off x="2260691" y="3327506"/>
                <a:ext cx="78844" cy="43731"/>
              </a:xfrm>
              <a:custGeom>
                <a:avLst/>
                <a:gdLst/>
                <a:ahLst/>
                <a:cxnLst/>
                <a:rect l="l" t="t" r="r" b="b"/>
                <a:pathLst>
                  <a:path w="741" h="411" extrusionOk="0">
                    <a:moveTo>
                      <a:pt x="353" y="1"/>
                    </a:moveTo>
                    <a:cubicBezTo>
                      <a:pt x="318" y="1"/>
                      <a:pt x="284" y="8"/>
                      <a:pt x="259" y="23"/>
                    </a:cubicBezTo>
                    <a:lnTo>
                      <a:pt x="51" y="145"/>
                    </a:lnTo>
                    <a:cubicBezTo>
                      <a:pt x="1" y="174"/>
                      <a:pt x="1" y="224"/>
                      <a:pt x="51" y="252"/>
                    </a:cubicBezTo>
                    <a:lnTo>
                      <a:pt x="287" y="390"/>
                    </a:lnTo>
                    <a:cubicBezTo>
                      <a:pt x="313" y="404"/>
                      <a:pt x="347" y="411"/>
                      <a:pt x="382" y="411"/>
                    </a:cubicBezTo>
                    <a:cubicBezTo>
                      <a:pt x="416" y="411"/>
                      <a:pt x="450" y="404"/>
                      <a:pt x="475" y="390"/>
                    </a:cubicBezTo>
                    <a:lnTo>
                      <a:pt x="684" y="267"/>
                    </a:lnTo>
                    <a:cubicBezTo>
                      <a:pt x="741" y="238"/>
                      <a:pt x="741" y="188"/>
                      <a:pt x="684" y="159"/>
                    </a:cubicBezTo>
                    <a:lnTo>
                      <a:pt x="446" y="23"/>
                    </a:lnTo>
                    <a:cubicBezTo>
                      <a:pt x="421" y="8"/>
                      <a:pt x="387" y="1"/>
                      <a:pt x="353"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27" name="Google Shape;1091;p41">
                <a:extLst>
                  <a:ext uri="{FF2B5EF4-FFF2-40B4-BE49-F238E27FC236}">
                    <a16:creationId xmlns:a16="http://schemas.microsoft.com/office/drawing/2014/main" id="{C741DFB5-57BD-45C4-9F3D-29CA886546D2}"/>
                  </a:ext>
                </a:extLst>
              </p:cNvPr>
              <p:cNvSpPr/>
              <p:nvPr/>
            </p:nvSpPr>
            <p:spPr>
              <a:xfrm>
                <a:off x="2223237" y="3290052"/>
                <a:ext cx="75759" cy="42242"/>
              </a:xfrm>
              <a:custGeom>
                <a:avLst/>
                <a:gdLst/>
                <a:ahLst/>
                <a:cxnLst/>
                <a:rect l="l" t="t" r="r" b="b"/>
                <a:pathLst>
                  <a:path w="712" h="397" extrusionOk="0">
                    <a:moveTo>
                      <a:pt x="353" y="1"/>
                    </a:moveTo>
                    <a:cubicBezTo>
                      <a:pt x="319" y="1"/>
                      <a:pt x="284" y="8"/>
                      <a:pt x="259" y="23"/>
                    </a:cubicBezTo>
                    <a:lnTo>
                      <a:pt x="51" y="145"/>
                    </a:lnTo>
                    <a:cubicBezTo>
                      <a:pt x="1" y="173"/>
                      <a:pt x="1" y="224"/>
                      <a:pt x="51" y="252"/>
                    </a:cubicBezTo>
                    <a:lnTo>
                      <a:pt x="259" y="375"/>
                    </a:lnTo>
                    <a:cubicBezTo>
                      <a:pt x="284" y="389"/>
                      <a:pt x="319" y="396"/>
                      <a:pt x="353" y="396"/>
                    </a:cubicBezTo>
                    <a:cubicBezTo>
                      <a:pt x="387" y="396"/>
                      <a:pt x="421" y="389"/>
                      <a:pt x="446" y="375"/>
                    </a:cubicBezTo>
                    <a:lnTo>
                      <a:pt x="661" y="252"/>
                    </a:lnTo>
                    <a:cubicBezTo>
                      <a:pt x="711" y="224"/>
                      <a:pt x="711" y="173"/>
                      <a:pt x="661" y="145"/>
                    </a:cubicBezTo>
                    <a:lnTo>
                      <a:pt x="446" y="23"/>
                    </a:lnTo>
                    <a:cubicBezTo>
                      <a:pt x="421" y="8"/>
                      <a:pt x="387" y="1"/>
                      <a:pt x="353"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28" name="Google Shape;1092;p41">
                <a:extLst>
                  <a:ext uri="{FF2B5EF4-FFF2-40B4-BE49-F238E27FC236}">
                    <a16:creationId xmlns:a16="http://schemas.microsoft.com/office/drawing/2014/main" id="{C95879C1-B6B6-49CF-9CEC-F5FFDF398F7D}"/>
                  </a:ext>
                </a:extLst>
              </p:cNvPr>
              <p:cNvSpPr/>
              <p:nvPr/>
            </p:nvSpPr>
            <p:spPr>
              <a:xfrm>
                <a:off x="2190252" y="3271006"/>
                <a:ext cx="57564" cy="31389"/>
              </a:xfrm>
              <a:custGeom>
                <a:avLst/>
                <a:gdLst/>
                <a:ahLst/>
                <a:cxnLst/>
                <a:rect l="l" t="t" r="r" b="b"/>
                <a:pathLst>
                  <a:path w="541" h="295" extrusionOk="0">
                    <a:moveTo>
                      <a:pt x="356" y="0"/>
                    </a:moveTo>
                    <a:cubicBezTo>
                      <a:pt x="323" y="0"/>
                      <a:pt x="288" y="8"/>
                      <a:pt x="259" y="22"/>
                    </a:cubicBezTo>
                    <a:lnTo>
                      <a:pt x="52" y="145"/>
                    </a:lnTo>
                    <a:cubicBezTo>
                      <a:pt x="0" y="172"/>
                      <a:pt x="0" y="222"/>
                      <a:pt x="52" y="252"/>
                    </a:cubicBezTo>
                    <a:lnTo>
                      <a:pt x="86" y="274"/>
                    </a:lnTo>
                    <a:cubicBezTo>
                      <a:pt x="112" y="288"/>
                      <a:pt x="147" y="295"/>
                      <a:pt x="181" y="295"/>
                    </a:cubicBezTo>
                    <a:cubicBezTo>
                      <a:pt x="215" y="295"/>
                      <a:pt x="249" y="288"/>
                      <a:pt x="274" y="274"/>
                    </a:cubicBezTo>
                    <a:lnTo>
                      <a:pt x="483" y="152"/>
                    </a:lnTo>
                    <a:cubicBezTo>
                      <a:pt x="533" y="122"/>
                      <a:pt x="540" y="72"/>
                      <a:pt x="483" y="43"/>
                    </a:cubicBezTo>
                    <a:lnTo>
                      <a:pt x="447" y="22"/>
                    </a:lnTo>
                    <a:cubicBezTo>
                      <a:pt x="422" y="8"/>
                      <a:pt x="390" y="0"/>
                      <a:pt x="356"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29" name="Google Shape;1093;p41">
                <a:extLst>
                  <a:ext uri="{FF2B5EF4-FFF2-40B4-BE49-F238E27FC236}">
                    <a16:creationId xmlns:a16="http://schemas.microsoft.com/office/drawing/2014/main" id="{3B01CC4C-8C1F-4893-9751-B0522F7FA6C8}"/>
                  </a:ext>
                </a:extLst>
              </p:cNvPr>
              <p:cNvSpPr/>
              <p:nvPr/>
            </p:nvSpPr>
            <p:spPr>
              <a:xfrm>
                <a:off x="2137583" y="3300160"/>
                <a:ext cx="58202" cy="32134"/>
              </a:xfrm>
              <a:custGeom>
                <a:avLst/>
                <a:gdLst/>
                <a:ahLst/>
                <a:cxnLst/>
                <a:rect l="l" t="t" r="r" b="b"/>
                <a:pathLst>
                  <a:path w="547" h="302" extrusionOk="0">
                    <a:moveTo>
                      <a:pt x="366" y="0"/>
                    </a:moveTo>
                    <a:cubicBezTo>
                      <a:pt x="332" y="0"/>
                      <a:pt x="298" y="10"/>
                      <a:pt x="273" y="28"/>
                    </a:cubicBezTo>
                    <a:lnTo>
                      <a:pt x="57" y="150"/>
                    </a:lnTo>
                    <a:cubicBezTo>
                      <a:pt x="0" y="179"/>
                      <a:pt x="0" y="229"/>
                      <a:pt x="57" y="259"/>
                    </a:cubicBezTo>
                    <a:lnTo>
                      <a:pt x="86" y="280"/>
                    </a:lnTo>
                    <a:cubicBezTo>
                      <a:pt x="111" y="294"/>
                      <a:pt x="145" y="301"/>
                      <a:pt x="179" y="301"/>
                    </a:cubicBezTo>
                    <a:cubicBezTo>
                      <a:pt x="214" y="301"/>
                      <a:pt x="248" y="294"/>
                      <a:pt x="273" y="280"/>
                    </a:cubicBezTo>
                    <a:lnTo>
                      <a:pt x="495" y="150"/>
                    </a:lnTo>
                    <a:cubicBezTo>
                      <a:pt x="547" y="121"/>
                      <a:pt x="547" y="71"/>
                      <a:pt x="495" y="43"/>
                    </a:cubicBezTo>
                    <a:lnTo>
                      <a:pt x="461" y="28"/>
                    </a:lnTo>
                    <a:cubicBezTo>
                      <a:pt x="435" y="10"/>
                      <a:pt x="400" y="0"/>
                      <a:pt x="366"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30" name="Google Shape;1094;p41">
                <a:extLst>
                  <a:ext uri="{FF2B5EF4-FFF2-40B4-BE49-F238E27FC236}">
                    <a16:creationId xmlns:a16="http://schemas.microsoft.com/office/drawing/2014/main" id="{8F0EBF71-B929-4751-825F-51FF1A40F55D}"/>
                  </a:ext>
                </a:extLst>
              </p:cNvPr>
              <p:cNvSpPr/>
              <p:nvPr/>
            </p:nvSpPr>
            <p:spPr>
              <a:xfrm>
                <a:off x="1979999" y="3391773"/>
                <a:ext cx="57457" cy="31602"/>
              </a:xfrm>
              <a:custGeom>
                <a:avLst/>
                <a:gdLst/>
                <a:ahLst/>
                <a:cxnLst/>
                <a:rect l="l" t="t" r="r" b="b"/>
                <a:pathLst>
                  <a:path w="540" h="297" extrusionOk="0">
                    <a:moveTo>
                      <a:pt x="360" y="0"/>
                    </a:moveTo>
                    <a:cubicBezTo>
                      <a:pt x="326" y="0"/>
                      <a:pt x="292" y="8"/>
                      <a:pt x="267" y="22"/>
                    </a:cubicBezTo>
                    <a:lnTo>
                      <a:pt x="58" y="145"/>
                    </a:lnTo>
                    <a:cubicBezTo>
                      <a:pt x="1" y="174"/>
                      <a:pt x="1" y="224"/>
                      <a:pt x="58" y="252"/>
                    </a:cubicBezTo>
                    <a:lnTo>
                      <a:pt x="87" y="274"/>
                    </a:lnTo>
                    <a:cubicBezTo>
                      <a:pt x="112" y="289"/>
                      <a:pt x="146" y="296"/>
                      <a:pt x="180" y="296"/>
                    </a:cubicBezTo>
                    <a:cubicBezTo>
                      <a:pt x="214" y="296"/>
                      <a:pt x="248" y="289"/>
                      <a:pt x="273" y="274"/>
                    </a:cubicBezTo>
                    <a:lnTo>
                      <a:pt x="489" y="152"/>
                    </a:lnTo>
                    <a:cubicBezTo>
                      <a:pt x="539" y="122"/>
                      <a:pt x="539" y="72"/>
                      <a:pt x="489" y="45"/>
                    </a:cubicBezTo>
                    <a:lnTo>
                      <a:pt x="453" y="22"/>
                    </a:lnTo>
                    <a:cubicBezTo>
                      <a:pt x="428" y="8"/>
                      <a:pt x="394" y="0"/>
                      <a:pt x="36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31" name="Google Shape;1095;p41">
                <a:extLst>
                  <a:ext uri="{FF2B5EF4-FFF2-40B4-BE49-F238E27FC236}">
                    <a16:creationId xmlns:a16="http://schemas.microsoft.com/office/drawing/2014/main" id="{AC76F238-8C59-4D23-AD01-90E84C548FB7}"/>
                  </a:ext>
                </a:extLst>
              </p:cNvPr>
              <p:cNvSpPr/>
              <p:nvPr/>
            </p:nvSpPr>
            <p:spPr>
              <a:xfrm>
                <a:off x="2085551" y="3330591"/>
                <a:ext cx="58096" cy="32027"/>
              </a:xfrm>
              <a:custGeom>
                <a:avLst/>
                <a:gdLst/>
                <a:ahLst/>
                <a:cxnLst/>
                <a:rect l="l" t="t" r="r" b="b"/>
                <a:pathLst>
                  <a:path w="546" h="301" extrusionOk="0">
                    <a:moveTo>
                      <a:pt x="367" y="1"/>
                    </a:moveTo>
                    <a:cubicBezTo>
                      <a:pt x="333" y="1"/>
                      <a:pt x="298" y="8"/>
                      <a:pt x="273" y="23"/>
                    </a:cubicBezTo>
                    <a:lnTo>
                      <a:pt x="58" y="152"/>
                    </a:lnTo>
                    <a:cubicBezTo>
                      <a:pt x="1" y="180"/>
                      <a:pt x="1" y="223"/>
                      <a:pt x="58" y="259"/>
                    </a:cubicBezTo>
                    <a:lnTo>
                      <a:pt x="87" y="275"/>
                    </a:lnTo>
                    <a:cubicBezTo>
                      <a:pt x="116" y="292"/>
                      <a:pt x="150" y="301"/>
                      <a:pt x="183" y="301"/>
                    </a:cubicBezTo>
                    <a:cubicBezTo>
                      <a:pt x="216" y="301"/>
                      <a:pt x="248" y="292"/>
                      <a:pt x="273" y="275"/>
                    </a:cubicBezTo>
                    <a:lnTo>
                      <a:pt x="496" y="152"/>
                    </a:lnTo>
                    <a:cubicBezTo>
                      <a:pt x="546" y="123"/>
                      <a:pt x="546" y="73"/>
                      <a:pt x="496" y="44"/>
                    </a:cubicBezTo>
                    <a:lnTo>
                      <a:pt x="460" y="23"/>
                    </a:lnTo>
                    <a:cubicBezTo>
                      <a:pt x="435" y="8"/>
                      <a:pt x="401" y="1"/>
                      <a:pt x="367"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32" name="Google Shape;1096;p41">
                <a:extLst>
                  <a:ext uri="{FF2B5EF4-FFF2-40B4-BE49-F238E27FC236}">
                    <a16:creationId xmlns:a16="http://schemas.microsoft.com/office/drawing/2014/main" id="{0B6545F8-156A-4565-8DB0-97E959F3E1B8}"/>
                  </a:ext>
                </a:extLst>
              </p:cNvPr>
              <p:cNvSpPr/>
              <p:nvPr/>
            </p:nvSpPr>
            <p:spPr>
              <a:xfrm>
                <a:off x="2170355" y="3319206"/>
                <a:ext cx="77461" cy="43412"/>
              </a:xfrm>
              <a:custGeom>
                <a:avLst/>
                <a:gdLst/>
                <a:ahLst/>
                <a:cxnLst/>
                <a:rect l="l" t="t" r="r" b="b"/>
                <a:pathLst>
                  <a:path w="728" h="408" extrusionOk="0">
                    <a:moveTo>
                      <a:pt x="368" y="0"/>
                    </a:moveTo>
                    <a:cubicBezTo>
                      <a:pt x="334" y="0"/>
                      <a:pt x="299" y="7"/>
                      <a:pt x="273" y="21"/>
                    </a:cubicBezTo>
                    <a:lnTo>
                      <a:pt x="51" y="151"/>
                    </a:lnTo>
                    <a:cubicBezTo>
                      <a:pt x="1" y="180"/>
                      <a:pt x="1" y="230"/>
                      <a:pt x="51" y="259"/>
                    </a:cubicBezTo>
                    <a:lnTo>
                      <a:pt x="267" y="382"/>
                    </a:lnTo>
                    <a:cubicBezTo>
                      <a:pt x="292" y="399"/>
                      <a:pt x="326" y="408"/>
                      <a:pt x="360" y="408"/>
                    </a:cubicBezTo>
                    <a:cubicBezTo>
                      <a:pt x="394" y="408"/>
                      <a:pt x="429" y="399"/>
                      <a:pt x="455" y="382"/>
                    </a:cubicBezTo>
                    <a:lnTo>
                      <a:pt x="677" y="259"/>
                    </a:lnTo>
                    <a:cubicBezTo>
                      <a:pt x="727" y="230"/>
                      <a:pt x="727" y="180"/>
                      <a:pt x="677" y="151"/>
                    </a:cubicBezTo>
                    <a:lnTo>
                      <a:pt x="461" y="21"/>
                    </a:lnTo>
                    <a:cubicBezTo>
                      <a:pt x="436" y="7"/>
                      <a:pt x="402" y="0"/>
                      <a:pt x="368"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33" name="Google Shape;1097;p41">
                <a:extLst>
                  <a:ext uri="{FF2B5EF4-FFF2-40B4-BE49-F238E27FC236}">
                    <a16:creationId xmlns:a16="http://schemas.microsoft.com/office/drawing/2014/main" id="{A22AC5D0-DDF1-4E41-B34B-4CC67613AD88}"/>
                  </a:ext>
                </a:extLst>
              </p:cNvPr>
              <p:cNvSpPr/>
              <p:nvPr/>
            </p:nvSpPr>
            <p:spPr>
              <a:xfrm>
                <a:off x="2118430" y="3349744"/>
                <a:ext cx="77355" cy="42987"/>
              </a:xfrm>
              <a:custGeom>
                <a:avLst/>
                <a:gdLst/>
                <a:ahLst/>
                <a:cxnLst/>
                <a:rect l="l" t="t" r="r" b="b"/>
                <a:pathLst>
                  <a:path w="727" h="404" extrusionOk="0">
                    <a:moveTo>
                      <a:pt x="366" y="0"/>
                    </a:moveTo>
                    <a:cubicBezTo>
                      <a:pt x="332" y="0"/>
                      <a:pt x="298" y="8"/>
                      <a:pt x="273" y="22"/>
                    </a:cubicBezTo>
                    <a:lnTo>
                      <a:pt x="58" y="145"/>
                    </a:lnTo>
                    <a:cubicBezTo>
                      <a:pt x="1" y="181"/>
                      <a:pt x="1" y="224"/>
                      <a:pt x="51" y="259"/>
                    </a:cubicBezTo>
                    <a:lnTo>
                      <a:pt x="266" y="381"/>
                    </a:lnTo>
                    <a:cubicBezTo>
                      <a:pt x="291" y="396"/>
                      <a:pt x="325" y="403"/>
                      <a:pt x="359" y="403"/>
                    </a:cubicBezTo>
                    <a:cubicBezTo>
                      <a:pt x="394" y="403"/>
                      <a:pt x="428" y="396"/>
                      <a:pt x="453" y="381"/>
                    </a:cubicBezTo>
                    <a:lnTo>
                      <a:pt x="668" y="252"/>
                    </a:lnTo>
                    <a:cubicBezTo>
                      <a:pt x="718" y="224"/>
                      <a:pt x="727" y="172"/>
                      <a:pt x="668" y="145"/>
                    </a:cubicBezTo>
                    <a:lnTo>
                      <a:pt x="460" y="22"/>
                    </a:lnTo>
                    <a:cubicBezTo>
                      <a:pt x="435" y="8"/>
                      <a:pt x="400" y="0"/>
                      <a:pt x="366"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34" name="Google Shape;1098;p41">
                <a:extLst>
                  <a:ext uri="{FF2B5EF4-FFF2-40B4-BE49-F238E27FC236}">
                    <a16:creationId xmlns:a16="http://schemas.microsoft.com/office/drawing/2014/main" id="{3F05AEF9-D667-4F8D-8E25-11BCC6894207}"/>
                  </a:ext>
                </a:extLst>
              </p:cNvPr>
              <p:cNvSpPr/>
              <p:nvPr/>
            </p:nvSpPr>
            <p:spPr>
              <a:xfrm>
                <a:off x="2031286" y="3360491"/>
                <a:ext cx="60437" cy="33517"/>
              </a:xfrm>
              <a:custGeom>
                <a:avLst/>
                <a:gdLst/>
                <a:ahLst/>
                <a:cxnLst/>
                <a:rect l="l" t="t" r="r" b="b"/>
                <a:pathLst>
                  <a:path w="568" h="315" extrusionOk="0">
                    <a:moveTo>
                      <a:pt x="388" y="1"/>
                    </a:moveTo>
                    <a:cubicBezTo>
                      <a:pt x="354" y="1"/>
                      <a:pt x="320" y="7"/>
                      <a:pt x="295" y="21"/>
                    </a:cubicBezTo>
                    <a:lnTo>
                      <a:pt x="57" y="166"/>
                    </a:lnTo>
                    <a:cubicBezTo>
                      <a:pt x="7" y="194"/>
                      <a:pt x="0" y="237"/>
                      <a:pt x="57" y="273"/>
                    </a:cubicBezTo>
                    <a:lnTo>
                      <a:pt x="86" y="287"/>
                    </a:lnTo>
                    <a:cubicBezTo>
                      <a:pt x="115" y="305"/>
                      <a:pt x="149" y="314"/>
                      <a:pt x="182" y="314"/>
                    </a:cubicBezTo>
                    <a:cubicBezTo>
                      <a:pt x="215" y="314"/>
                      <a:pt x="248" y="305"/>
                      <a:pt x="273" y="287"/>
                    </a:cubicBezTo>
                    <a:lnTo>
                      <a:pt x="518" y="151"/>
                    </a:lnTo>
                    <a:cubicBezTo>
                      <a:pt x="568" y="123"/>
                      <a:pt x="568" y="71"/>
                      <a:pt x="518" y="44"/>
                    </a:cubicBezTo>
                    <a:lnTo>
                      <a:pt x="482" y="21"/>
                    </a:lnTo>
                    <a:cubicBezTo>
                      <a:pt x="457" y="7"/>
                      <a:pt x="422" y="1"/>
                      <a:pt x="38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35" name="Google Shape;1099;p41">
                <a:extLst>
                  <a:ext uri="{FF2B5EF4-FFF2-40B4-BE49-F238E27FC236}">
                    <a16:creationId xmlns:a16="http://schemas.microsoft.com/office/drawing/2014/main" id="{92EBE8D5-2B8D-433E-9218-1A0102944D32}"/>
                  </a:ext>
                </a:extLst>
              </p:cNvPr>
              <p:cNvSpPr/>
              <p:nvPr/>
            </p:nvSpPr>
            <p:spPr>
              <a:xfrm>
                <a:off x="2064164" y="3379643"/>
                <a:ext cx="79483" cy="44476"/>
              </a:xfrm>
              <a:custGeom>
                <a:avLst/>
                <a:gdLst/>
                <a:ahLst/>
                <a:cxnLst/>
                <a:rect l="l" t="t" r="r" b="b"/>
                <a:pathLst>
                  <a:path w="747" h="418" extrusionOk="0">
                    <a:moveTo>
                      <a:pt x="388" y="0"/>
                    </a:moveTo>
                    <a:cubicBezTo>
                      <a:pt x="354" y="0"/>
                      <a:pt x="320" y="7"/>
                      <a:pt x="295" y="21"/>
                    </a:cubicBezTo>
                    <a:lnTo>
                      <a:pt x="50" y="159"/>
                    </a:lnTo>
                    <a:cubicBezTo>
                      <a:pt x="0" y="193"/>
                      <a:pt x="0" y="236"/>
                      <a:pt x="50" y="266"/>
                    </a:cubicBezTo>
                    <a:lnTo>
                      <a:pt x="266" y="395"/>
                    </a:lnTo>
                    <a:cubicBezTo>
                      <a:pt x="291" y="410"/>
                      <a:pt x="325" y="417"/>
                      <a:pt x="359" y="417"/>
                    </a:cubicBezTo>
                    <a:cubicBezTo>
                      <a:pt x="393" y="417"/>
                      <a:pt x="427" y="410"/>
                      <a:pt x="452" y="395"/>
                    </a:cubicBezTo>
                    <a:lnTo>
                      <a:pt x="690" y="252"/>
                    </a:lnTo>
                    <a:cubicBezTo>
                      <a:pt x="747" y="223"/>
                      <a:pt x="747" y="173"/>
                      <a:pt x="690" y="143"/>
                    </a:cubicBezTo>
                    <a:lnTo>
                      <a:pt x="481" y="21"/>
                    </a:lnTo>
                    <a:cubicBezTo>
                      <a:pt x="456" y="7"/>
                      <a:pt x="422" y="0"/>
                      <a:pt x="388"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36" name="Google Shape;1100;p41">
                <a:extLst>
                  <a:ext uri="{FF2B5EF4-FFF2-40B4-BE49-F238E27FC236}">
                    <a16:creationId xmlns:a16="http://schemas.microsoft.com/office/drawing/2014/main" id="{9E31AE58-DA7C-49E1-9B5A-B4F9F2EB0361}"/>
                  </a:ext>
                </a:extLst>
              </p:cNvPr>
              <p:cNvSpPr/>
              <p:nvPr/>
            </p:nvSpPr>
            <p:spPr>
              <a:xfrm>
                <a:off x="2347197" y="3337720"/>
                <a:ext cx="78844" cy="44263"/>
              </a:xfrm>
              <a:custGeom>
                <a:avLst/>
                <a:gdLst/>
                <a:ahLst/>
                <a:cxnLst/>
                <a:rect l="l" t="t" r="r" b="b"/>
                <a:pathLst>
                  <a:path w="741" h="416" extrusionOk="0">
                    <a:moveTo>
                      <a:pt x="388" y="1"/>
                    </a:moveTo>
                    <a:cubicBezTo>
                      <a:pt x="354" y="1"/>
                      <a:pt x="319" y="9"/>
                      <a:pt x="293" y="27"/>
                    </a:cubicBezTo>
                    <a:lnTo>
                      <a:pt x="57" y="165"/>
                    </a:lnTo>
                    <a:cubicBezTo>
                      <a:pt x="0" y="192"/>
                      <a:pt x="0" y="242"/>
                      <a:pt x="57" y="272"/>
                    </a:cubicBezTo>
                    <a:lnTo>
                      <a:pt x="266" y="394"/>
                    </a:lnTo>
                    <a:cubicBezTo>
                      <a:pt x="291" y="409"/>
                      <a:pt x="325" y="416"/>
                      <a:pt x="359" y="416"/>
                    </a:cubicBezTo>
                    <a:cubicBezTo>
                      <a:pt x="393" y="416"/>
                      <a:pt x="427" y="409"/>
                      <a:pt x="452" y="394"/>
                    </a:cubicBezTo>
                    <a:lnTo>
                      <a:pt x="690" y="258"/>
                    </a:lnTo>
                    <a:cubicBezTo>
                      <a:pt x="740" y="228"/>
                      <a:pt x="740" y="178"/>
                      <a:pt x="690" y="149"/>
                    </a:cubicBezTo>
                    <a:lnTo>
                      <a:pt x="481" y="27"/>
                    </a:lnTo>
                    <a:cubicBezTo>
                      <a:pt x="456" y="9"/>
                      <a:pt x="422" y="1"/>
                      <a:pt x="38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37" name="Google Shape;1101;p41">
                <a:extLst>
                  <a:ext uri="{FF2B5EF4-FFF2-40B4-BE49-F238E27FC236}">
                    <a16:creationId xmlns:a16="http://schemas.microsoft.com/office/drawing/2014/main" id="{BCB3B339-BAF0-441C-A28C-400CB6EE5048}"/>
                  </a:ext>
                </a:extLst>
              </p:cNvPr>
              <p:cNvSpPr/>
              <p:nvPr/>
            </p:nvSpPr>
            <p:spPr>
              <a:xfrm>
                <a:off x="2295804" y="3369003"/>
                <a:ext cx="75865" cy="42774"/>
              </a:xfrm>
              <a:custGeom>
                <a:avLst/>
                <a:gdLst/>
                <a:ahLst/>
                <a:cxnLst/>
                <a:rect l="l" t="t" r="r" b="b"/>
                <a:pathLst>
                  <a:path w="713" h="402" extrusionOk="0">
                    <a:moveTo>
                      <a:pt x="361" y="0"/>
                    </a:moveTo>
                    <a:cubicBezTo>
                      <a:pt x="327" y="0"/>
                      <a:pt x="293" y="9"/>
                      <a:pt x="268" y="28"/>
                    </a:cubicBezTo>
                    <a:lnTo>
                      <a:pt x="59" y="150"/>
                    </a:lnTo>
                    <a:cubicBezTo>
                      <a:pt x="0" y="179"/>
                      <a:pt x="0" y="229"/>
                      <a:pt x="52" y="259"/>
                    </a:cubicBezTo>
                    <a:lnTo>
                      <a:pt x="268" y="379"/>
                    </a:lnTo>
                    <a:cubicBezTo>
                      <a:pt x="293" y="394"/>
                      <a:pt x="327" y="401"/>
                      <a:pt x="361" y="401"/>
                    </a:cubicBezTo>
                    <a:cubicBezTo>
                      <a:pt x="395" y="401"/>
                      <a:pt x="429" y="394"/>
                      <a:pt x="454" y="379"/>
                    </a:cubicBezTo>
                    <a:lnTo>
                      <a:pt x="663" y="259"/>
                    </a:lnTo>
                    <a:cubicBezTo>
                      <a:pt x="713" y="229"/>
                      <a:pt x="713" y="179"/>
                      <a:pt x="663" y="150"/>
                    </a:cubicBezTo>
                    <a:lnTo>
                      <a:pt x="454" y="28"/>
                    </a:lnTo>
                    <a:cubicBezTo>
                      <a:pt x="429" y="9"/>
                      <a:pt x="395" y="0"/>
                      <a:pt x="361"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38" name="Google Shape;1102;p41">
                <a:extLst>
                  <a:ext uri="{FF2B5EF4-FFF2-40B4-BE49-F238E27FC236}">
                    <a16:creationId xmlns:a16="http://schemas.microsoft.com/office/drawing/2014/main" id="{C2F9C4DB-269D-436B-B041-7813E6FF2001}"/>
                  </a:ext>
                </a:extLst>
              </p:cNvPr>
              <p:cNvSpPr/>
              <p:nvPr/>
            </p:nvSpPr>
            <p:spPr>
              <a:xfrm>
                <a:off x="2207809" y="3357405"/>
                <a:ext cx="79802" cy="44476"/>
              </a:xfrm>
              <a:custGeom>
                <a:avLst/>
                <a:gdLst/>
                <a:ahLst/>
                <a:cxnLst/>
                <a:rect l="l" t="t" r="r" b="b"/>
                <a:pathLst>
                  <a:path w="750" h="418" extrusionOk="0">
                    <a:moveTo>
                      <a:pt x="368" y="1"/>
                    </a:moveTo>
                    <a:cubicBezTo>
                      <a:pt x="334" y="1"/>
                      <a:pt x="300" y="8"/>
                      <a:pt x="275" y="23"/>
                    </a:cubicBezTo>
                    <a:lnTo>
                      <a:pt x="51" y="143"/>
                    </a:lnTo>
                    <a:cubicBezTo>
                      <a:pt x="1" y="180"/>
                      <a:pt x="1" y="223"/>
                      <a:pt x="51" y="259"/>
                    </a:cubicBezTo>
                    <a:lnTo>
                      <a:pt x="289" y="395"/>
                    </a:lnTo>
                    <a:cubicBezTo>
                      <a:pt x="317" y="410"/>
                      <a:pt x="351" y="417"/>
                      <a:pt x="385" y="417"/>
                    </a:cubicBezTo>
                    <a:cubicBezTo>
                      <a:pt x="418" y="417"/>
                      <a:pt x="450" y="410"/>
                      <a:pt x="475" y="395"/>
                    </a:cubicBezTo>
                    <a:lnTo>
                      <a:pt x="698" y="266"/>
                    </a:lnTo>
                    <a:cubicBezTo>
                      <a:pt x="749" y="238"/>
                      <a:pt x="749" y="187"/>
                      <a:pt x="698" y="159"/>
                    </a:cubicBezTo>
                    <a:lnTo>
                      <a:pt x="461" y="23"/>
                    </a:lnTo>
                    <a:cubicBezTo>
                      <a:pt x="436" y="8"/>
                      <a:pt x="402" y="1"/>
                      <a:pt x="36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39" name="Google Shape;1103;p41">
                <a:extLst>
                  <a:ext uri="{FF2B5EF4-FFF2-40B4-BE49-F238E27FC236}">
                    <a16:creationId xmlns:a16="http://schemas.microsoft.com/office/drawing/2014/main" id="{F84FFEF0-2B62-4555-9D4E-20B2230EEC35}"/>
                  </a:ext>
                </a:extLst>
              </p:cNvPr>
              <p:cNvSpPr/>
              <p:nvPr/>
            </p:nvSpPr>
            <p:spPr>
              <a:xfrm>
                <a:off x="2155884" y="3387198"/>
                <a:ext cx="79589" cy="44476"/>
              </a:xfrm>
              <a:custGeom>
                <a:avLst/>
                <a:gdLst/>
                <a:ahLst/>
                <a:cxnLst/>
                <a:rect l="l" t="t" r="r" b="b"/>
                <a:pathLst>
                  <a:path w="748" h="418" extrusionOk="0">
                    <a:moveTo>
                      <a:pt x="367" y="0"/>
                    </a:moveTo>
                    <a:cubicBezTo>
                      <a:pt x="332" y="0"/>
                      <a:pt x="298" y="7"/>
                      <a:pt x="273" y="22"/>
                    </a:cubicBezTo>
                    <a:lnTo>
                      <a:pt x="51" y="152"/>
                    </a:lnTo>
                    <a:cubicBezTo>
                      <a:pt x="1" y="181"/>
                      <a:pt x="1" y="231"/>
                      <a:pt x="51" y="260"/>
                    </a:cubicBezTo>
                    <a:lnTo>
                      <a:pt x="289" y="397"/>
                    </a:lnTo>
                    <a:cubicBezTo>
                      <a:pt x="317" y="410"/>
                      <a:pt x="351" y="417"/>
                      <a:pt x="385" y="417"/>
                    </a:cubicBezTo>
                    <a:cubicBezTo>
                      <a:pt x="419" y="417"/>
                      <a:pt x="453" y="410"/>
                      <a:pt x="482" y="397"/>
                    </a:cubicBezTo>
                    <a:lnTo>
                      <a:pt x="698" y="267"/>
                    </a:lnTo>
                    <a:cubicBezTo>
                      <a:pt x="748" y="238"/>
                      <a:pt x="748" y="195"/>
                      <a:pt x="698" y="158"/>
                    </a:cubicBezTo>
                    <a:lnTo>
                      <a:pt x="461" y="22"/>
                    </a:lnTo>
                    <a:cubicBezTo>
                      <a:pt x="435" y="7"/>
                      <a:pt x="401" y="0"/>
                      <a:pt x="367"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40" name="Google Shape;1104;p41">
                <a:extLst>
                  <a:ext uri="{FF2B5EF4-FFF2-40B4-BE49-F238E27FC236}">
                    <a16:creationId xmlns:a16="http://schemas.microsoft.com/office/drawing/2014/main" id="{A87B4F6D-DD26-4AC9-B01A-1CC0C09D3804}"/>
                  </a:ext>
                </a:extLst>
              </p:cNvPr>
              <p:cNvSpPr/>
              <p:nvPr/>
            </p:nvSpPr>
            <p:spPr>
              <a:xfrm>
                <a:off x="2101512" y="3417097"/>
                <a:ext cx="82036" cy="45966"/>
              </a:xfrm>
              <a:custGeom>
                <a:avLst/>
                <a:gdLst/>
                <a:ahLst/>
                <a:cxnLst/>
                <a:rect l="l" t="t" r="r" b="b"/>
                <a:pathLst>
                  <a:path w="771" h="432" extrusionOk="0">
                    <a:moveTo>
                      <a:pt x="389" y="0"/>
                    </a:moveTo>
                    <a:cubicBezTo>
                      <a:pt x="355" y="0"/>
                      <a:pt x="321" y="8"/>
                      <a:pt x="296" y="22"/>
                    </a:cubicBezTo>
                    <a:lnTo>
                      <a:pt x="58" y="166"/>
                    </a:lnTo>
                    <a:cubicBezTo>
                      <a:pt x="1" y="195"/>
                      <a:pt x="1" y="245"/>
                      <a:pt x="51" y="272"/>
                    </a:cubicBezTo>
                    <a:lnTo>
                      <a:pt x="289" y="411"/>
                    </a:lnTo>
                    <a:cubicBezTo>
                      <a:pt x="318" y="424"/>
                      <a:pt x="352" y="431"/>
                      <a:pt x="386" y="431"/>
                    </a:cubicBezTo>
                    <a:cubicBezTo>
                      <a:pt x="420" y="431"/>
                      <a:pt x="454" y="424"/>
                      <a:pt x="482" y="411"/>
                    </a:cubicBezTo>
                    <a:lnTo>
                      <a:pt x="720" y="272"/>
                    </a:lnTo>
                    <a:cubicBezTo>
                      <a:pt x="770" y="245"/>
                      <a:pt x="770" y="195"/>
                      <a:pt x="720" y="166"/>
                    </a:cubicBezTo>
                    <a:lnTo>
                      <a:pt x="482" y="22"/>
                    </a:lnTo>
                    <a:cubicBezTo>
                      <a:pt x="457" y="8"/>
                      <a:pt x="423" y="0"/>
                      <a:pt x="38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41" name="Google Shape;1105;p41">
                <a:extLst>
                  <a:ext uri="{FF2B5EF4-FFF2-40B4-BE49-F238E27FC236}">
                    <a16:creationId xmlns:a16="http://schemas.microsoft.com/office/drawing/2014/main" id="{D0A52850-2511-4020-AA23-9FBDF343BF38}"/>
                  </a:ext>
                </a:extLst>
              </p:cNvPr>
              <p:cNvSpPr/>
              <p:nvPr/>
            </p:nvSpPr>
            <p:spPr>
              <a:xfrm>
                <a:off x="2191848" y="3429334"/>
                <a:ext cx="76503" cy="42667"/>
              </a:xfrm>
              <a:custGeom>
                <a:avLst/>
                <a:gdLst/>
                <a:ahLst/>
                <a:cxnLst/>
                <a:rect l="l" t="t" r="r" b="b"/>
                <a:pathLst>
                  <a:path w="719" h="401" extrusionOk="0">
                    <a:moveTo>
                      <a:pt x="363" y="1"/>
                    </a:moveTo>
                    <a:cubicBezTo>
                      <a:pt x="329" y="1"/>
                      <a:pt x="295" y="7"/>
                      <a:pt x="266" y="21"/>
                    </a:cubicBezTo>
                    <a:lnTo>
                      <a:pt x="51" y="144"/>
                    </a:lnTo>
                    <a:cubicBezTo>
                      <a:pt x="1" y="173"/>
                      <a:pt x="1" y="223"/>
                      <a:pt x="51" y="252"/>
                    </a:cubicBezTo>
                    <a:lnTo>
                      <a:pt x="259" y="373"/>
                    </a:lnTo>
                    <a:cubicBezTo>
                      <a:pt x="284" y="391"/>
                      <a:pt x="319" y="400"/>
                      <a:pt x="353" y="400"/>
                    </a:cubicBezTo>
                    <a:cubicBezTo>
                      <a:pt x="387" y="400"/>
                      <a:pt x="421" y="391"/>
                      <a:pt x="446" y="373"/>
                    </a:cubicBezTo>
                    <a:lnTo>
                      <a:pt x="668" y="252"/>
                    </a:lnTo>
                    <a:cubicBezTo>
                      <a:pt x="718" y="223"/>
                      <a:pt x="718" y="173"/>
                      <a:pt x="668" y="144"/>
                    </a:cubicBezTo>
                    <a:lnTo>
                      <a:pt x="460" y="21"/>
                    </a:lnTo>
                    <a:cubicBezTo>
                      <a:pt x="431" y="7"/>
                      <a:pt x="397" y="1"/>
                      <a:pt x="363"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42" name="Google Shape;1106;p41">
                <a:extLst>
                  <a:ext uri="{FF2B5EF4-FFF2-40B4-BE49-F238E27FC236}">
                    <a16:creationId xmlns:a16="http://schemas.microsoft.com/office/drawing/2014/main" id="{4F3359A1-8390-4336-ADAD-6A3C33D9782B}"/>
                  </a:ext>
                </a:extLst>
              </p:cNvPr>
              <p:cNvSpPr/>
              <p:nvPr/>
            </p:nvSpPr>
            <p:spPr>
              <a:xfrm>
                <a:off x="2050332" y="3448380"/>
                <a:ext cx="78844" cy="44476"/>
              </a:xfrm>
              <a:custGeom>
                <a:avLst/>
                <a:gdLst/>
                <a:ahLst/>
                <a:cxnLst/>
                <a:rect l="l" t="t" r="r" b="b"/>
                <a:pathLst>
                  <a:path w="741" h="418" extrusionOk="0">
                    <a:moveTo>
                      <a:pt x="359" y="1"/>
                    </a:moveTo>
                    <a:cubicBezTo>
                      <a:pt x="325" y="1"/>
                      <a:pt x="291" y="8"/>
                      <a:pt x="266" y="22"/>
                    </a:cubicBezTo>
                    <a:lnTo>
                      <a:pt x="51" y="144"/>
                    </a:lnTo>
                    <a:cubicBezTo>
                      <a:pt x="1" y="173"/>
                      <a:pt x="1" y="223"/>
                      <a:pt x="51" y="253"/>
                    </a:cubicBezTo>
                    <a:lnTo>
                      <a:pt x="289" y="396"/>
                    </a:lnTo>
                    <a:cubicBezTo>
                      <a:pt x="317" y="411"/>
                      <a:pt x="351" y="418"/>
                      <a:pt x="384" y="418"/>
                    </a:cubicBezTo>
                    <a:cubicBezTo>
                      <a:pt x="418" y="418"/>
                      <a:pt x="450" y="411"/>
                      <a:pt x="475" y="396"/>
                    </a:cubicBezTo>
                    <a:lnTo>
                      <a:pt x="691" y="273"/>
                    </a:lnTo>
                    <a:cubicBezTo>
                      <a:pt x="741" y="237"/>
                      <a:pt x="741" y="194"/>
                      <a:pt x="691" y="167"/>
                    </a:cubicBezTo>
                    <a:lnTo>
                      <a:pt x="453" y="22"/>
                    </a:lnTo>
                    <a:cubicBezTo>
                      <a:pt x="428" y="8"/>
                      <a:pt x="394" y="1"/>
                      <a:pt x="359"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43" name="Google Shape;1107;p41">
                <a:extLst>
                  <a:ext uri="{FF2B5EF4-FFF2-40B4-BE49-F238E27FC236}">
                    <a16:creationId xmlns:a16="http://schemas.microsoft.com/office/drawing/2014/main" id="{88B7D255-0019-4D02-9F51-5563BB8537C9}"/>
                  </a:ext>
                </a:extLst>
              </p:cNvPr>
              <p:cNvSpPr/>
              <p:nvPr/>
            </p:nvSpPr>
            <p:spPr>
              <a:xfrm>
                <a:off x="2137583" y="3459127"/>
                <a:ext cx="78844" cy="44263"/>
              </a:xfrm>
              <a:custGeom>
                <a:avLst/>
                <a:gdLst/>
                <a:ahLst/>
                <a:cxnLst/>
                <a:rect l="l" t="t" r="r" b="b"/>
                <a:pathLst>
                  <a:path w="741" h="416" extrusionOk="0">
                    <a:moveTo>
                      <a:pt x="386" y="0"/>
                    </a:moveTo>
                    <a:cubicBezTo>
                      <a:pt x="352" y="0"/>
                      <a:pt x="320" y="8"/>
                      <a:pt x="295" y="22"/>
                    </a:cubicBezTo>
                    <a:lnTo>
                      <a:pt x="50" y="159"/>
                    </a:lnTo>
                    <a:cubicBezTo>
                      <a:pt x="0" y="188"/>
                      <a:pt x="0" y="238"/>
                      <a:pt x="50" y="266"/>
                    </a:cubicBezTo>
                    <a:lnTo>
                      <a:pt x="259" y="388"/>
                    </a:lnTo>
                    <a:cubicBezTo>
                      <a:pt x="287" y="406"/>
                      <a:pt x="321" y="415"/>
                      <a:pt x="355" y="415"/>
                    </a:cubicBezTo>
                    <a:cubicBezTo>
                      <a:pt x="388" y="415"/>
                      <a:pt x="420" y="406"/>
                      <a:pt x="445" y="388"/>
                    </a:cubicBezTo>
                    <a:lnTo>
                      <a:pt x="690" y="252"/>
                    </a:lnTo>
                    <a:cubicBezTo>
                      <a:pt x="740" y="223"/>
                      <a:pt x="740" y="172"/>
                      <a:pt x="690" y="145"/>
                    </a:cubicBezTo>
                    <a:lnTo>
                      <a:pt x="481" y="22"/>
                    </a:lnTo>
                    <a:cubicBezTo>
                      <a:pt x="453" y="8"/>
                      <a:pt x="419" y="0"/>
                      <a:pt x="386"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44" name="Google Shape;1108;p41">
                <a:extLst>
                  <a:ext uri="{FF2B5EF4-FFF2-40B4-BE49-F238E27FC236}">
                    <a16:creationId xmlns:a16="http://schemas.microsoft.com/office/drawing/2014/main" id="{A34E2D74-100C-4A58-B1F2-F3F753F28EEC}"/>
                  </a:ext>
                </a:extLst>
              </p:cNvPr>
              <p:cNvSpPr/>
              <p:nvPr/>
            </p:nvSpPr>
            <p:spPr>
              <a:xfrm>
                <a:off x="2220896" y="3471363"/>
                <a:ext cx="77355" cy="43625"/>
              </a:xfrm>
              <a:custGeom>
                <a:avLst/>
                <a:gdLst/>
                <a:ahLst/>
                <a:cxnLst/>
                <a:rect l="l" t="t" r="r" b="b"/>
                <a:pathLst>
                  <a:path w="727" h="410" extrusionOk="0">
                    <a:moveTo>
                      <a:pt x="363" y="1"/>
                    </a:moveTo>
                    <a:cubicBezTo>
                      <a:pt x="329" y="1"/>
                      <a:pt x="295" y="7"/>
                      <a:pt x="266" y="21"/>
                    </a:cubicBezTo>
                    <a:lnTo>
                      <a:pt x="50" y="151"/>
                    </a:lnTo>
                    <a:cubicBezTo>
                      <a:pt x="0" y="180"/>
                      <a:pt x="0" y="230"/>
                      <a:pt x="50" y="259"/>
                    </a:cubicBezTo>
                    <a:lnTo>
                      <a:pt x="273" y="389"/>
                    </a:lnTo>
                    <a:cubicBezTo>
                      <a:pt x="297" y="403"/>
                      <a:pt x="328" y="410"/>
                      <a:pt x="359" y="410"/>
                    </a:cubicBezTo>
                    <a:cubicBezTo>
                      <a:pt x="394" y="410"/>
                      <a:pt x="430" y="401"/>
                      <a:pt x="461" y="382"/>
                    </a:cubicBezTo>
                    <a:lnTo>
                      <a:pt x="677" y="259"/>
                    </a:lnTo>
                    <a:cubicBezTo>
                      <a:pt x="727" y="230"/>
                      <a:pt x="727" y="180"/>
                      <a:pt x="677" y="151"/>
                    </a:cubicBezTo>
                    <a:lnTo>
                      <a:pt x="454" y="21"/>
                    </a:lnTo>
                    <a:cubicBezTo>
                      <a:pt x="428" y="7"/>
                      <a:pt x="396" y="1"/>
                      <a:pt x="363"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45" name="Google Shape;1109;p41">
                <a:extLst>
                  <a:ext uri="{FF2B5EF4-FFF2-40B4-BE49-F238E27FC236}">
                    <a16:creationId xmlns:a16="http://schemas.microsoft.com/office/drawing/2014/main" id="{7E2EA76A-C046-4A12-B8F4-9832EC69713B}"/>
                  </a:ext>
                </a:extLst>
              </p:cNvPr>
              <p:cNvSpPr/>
              <p:nvPr/>
            </p:nvSpPr>
            <p:spPr>
              <a:xfrm>
                <a:off x="2317191" y="3475938"/>
                <a:ext cx="77461" cy="42880"/>
              </a:xfrm>
              <a:custGeom>
                <a:avLst/>
                <a:gdLst/>
                <a:ahLst/>
                <a:cxnLst/>
                <a:rect l="l" t="t" r="r" b="b"/>
                <a:pathLst>
                  <a:path w="728" h="403" extrusionOk="0">
                    <a:moveTo>
                      <a:pt x="365" y="1"/>
                    </a:moveTo>
                    <a:cubicBezTo>
                      <a:pt x="332" y="1"/>
                      <a:pt x="299" y="8"/>
                      <a:pt x="274" y="21"/>
                    </a:cubicBezTo>
                    <a:lnTo>
                      <a:pt x="51" y="151"/>
                    </a:lnTo>
                    <a:cubicBezTo>
                      <a:pt x="1" y="180"/>
                      <a:pt x="1" y="230"/>
                      <a:pt x="51" y="259"/>
                    </a:cubicBezTo>
                    <a:lnTo>
                      <a:pt x="274" y="382"/>
                    </a:lnTo>
                    <a:cubicBezTo>
                      <a:pt x="299" y="396"/>
                      <a:pt x="332" y="403"/>
                      <a:pt x="365" y="403"/>
                    </a:cubicBezTo>
                    <a:cubicBezTo>
                      <a:pt x="398" y="403"/>
                      <a:pt x="432" y="396"/>
                      <a:pt x="462" y="382"/>
                    </a:cubicBezTo>
                    <a:lnTo>
                      <a:pt x="677" y="259"/>
                    </a:lnTo>
                    <a:cubicBezTo>
                      <a:pt x="727" y="230"/>
                      <a:pt x="727" y="180"/>
                      <a:pt x="677" y="151"/>
                    </a:cubicBezTo>
                    <a:lnTo>
                      <a:pt x="462" y="21"/>
                    </a:lnTo>
                    <a:cubicBezTo>
                      <a:pt x="432" y="8"/>
                      <a:pt x="398" y="1"/>
                      <a:pt x="365"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46" name="Google Shape;1110;p41">
                <a:extLst>
                  <a:ext uri="{FF2B5EF4-FFF2-40B4-BE49-F238E27FC236}">
                    <a16:creationId xmlns:a16="http://schemas.microsoft.com/office/drawing/2014/main" id="{15B432B7-2E4A-42DB-9233-05210D37135E}"/>
                  </a:ext>
                </a:extLst>
              </p:cNvPr>
              <p:cNvSpPr/>
              <p:nvPr/>
            </p:nvSpPr>
            <p:spPr>
              <a:xfrm>
                <a:off x="1998407" y="3478173"/>
                <a:ext cx="79589" cy="44476"/>
              </a:xfrm>
              <a:custGeom>
                <a:avLst/>
                <a:gdLst/>
                <a:ahLst/>
                <a:cxnLst/>
                <a:rect l="l" t="t" r="r" b="b"/>
                <a:pathLst>
                  <a:path w="748" h="418" extrusionOk="0">
                    <a:moveTo>
                      <a:pt x="366" y="1"/>
                    </a:moveTo>
                    <a:cubicBezTo>
                      <a:pt x="332" y="1"/>
                      <a:pt x="298" y="8"/>
                      <a:pt x="273" y="23"/>
                    </a:cubicBezTo>
                    <a:lnTo>
                      <a:pt x="50" y="152"/>
                    </a:lnTo>
                    <a:cubicBezTo>
                      <a:pt x="0" y="182"/>
                      <a:pt x="0" y="232"/>
                      <a:pt x="50" y="259"/>
                    </a:cubicBezTo>
                    <a:lnTo>
                      <a:pt x="287" y="397"/>
                    </a:lnTo>
                    <a:cubicBezTo>
                      <a:pt x="312" y="411"/>
                      <a:pt x="346" y="418"/>
                      <a:pt x="380" y="418"/>
                    </a:cubicBezTo>
                    <a:cubicBezTo>
                      <a:pt x="414" y="418"/>
                      <a:pt x="449" y="411"/>
                      <a:pt x="475" y="397"/>
                    </a:cubicBezTo>
                    <a:lnTo>
                      <a:pt x="697" y="268"/>
                    </a:lnTo>
                    <a:cubicBezTo>
                      <a:pt x="747" y="238"/>
                      <a:pt x="747" y="188"/>
                      <a:pt x="697" y="159"/>
                    </a:cubicBezTo>
                    <a:lnTo>
                      <a:pt x="459" y="23"/>
                    </a:lnTo>
                    <a:cubicBezTo>
                      <a:pt x="434" y="8"/>
                      <a:pt x="400" y="1"/>
                      <a:pt x="366"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47" name="Google Shape;1111;p41">
                <a:extLst>
                  <a:ext uri="{FF2B5EF4-FFF2-40B4-BE49-F238E27FC236}">
                    <a16:creationId xmlns:a16="http://schemas.microsoft.com/office/drawing/2014/main" id="{01552305-45EC-40AC-A4D9-0306B1D57D75}"/>
                  </a:ext>
                </a:extLst>
              </p:cNvPr>
              <p:cNvSpPr/>
              <p:nvPr/>
            </p:nvSpPr>
            <p:spPr>
              <a:xfrm>
                <a:off x="2086296" y="3490516"/>
                <a:ext cx="75759" cy="42135"/>
              </a:xfrm>
              <a:custGeom>
                <a:avLst/>
                <a:gdLst/>
                <a:ahLst/>
                <a:cxnLst/>
                <a:rect l="l" t="t" r="r" b="b"/>
                <a:pathLst>
                  <a:path w="712" h="396" extrusionOk="0">
                    <a:moveTo>
                      <a:pt x="357" y="0"/>
                    </a:moveTo>
                    <a:cubicBezTo>
                      <a:pt x="324" y="0"/>
                      <a:pt x="291" y="8"/>
                      <a:pt x="266" y="22"/>
                    </a:cubicBezTo>
                    <a:lnTo>
                      <a:pt x="51" y="143"/>
                    </a:lnTo>
                    <a:cubicBezTo>
                      <a:pt x="1" y="172"/>
                      <a:pt x="1" y="223"/>
                      <a:pt x="51" y="252"/>
                    </a:cubicBezTo>
                    <a:lnTo>
                      <a:pt x="260" y="374"/>
                    </a:lnTo>
                    <a:cubicBezTo>
                      <a:pt x="285" y="388"/>
                      <a:pt x="319" y="395"/>
                      <a:pt x="353" y="395"/>
                    </a:cubicBezTo>
                    <a:cubicBezTo>
                      <a:pt x="387" y="395"/>
                      <a:pt x="421" y="388"/>
                      <a:pt x="446" y="374"/>
                    </a:cubicBezTo>
                    <a:lnTo>
                      <a:pt x="661" y="252"/>
                    </a:lnTo>
                    <a:cubicBezTo>
                      <a:pt x="712" y="223"/>
                      <a:pt x="712" y="172"/>
                      <a:pt x="661" y="143"/>
                    </a:cubicBezTo>
                    <a:lnTo>
                      <a:pt x="453" y="22"/>
                    </a:lnTo>
                    <a:cubicBezTo>
                      <a:pt x="424" y="8"/>
                      <a:pt x="390" y="0"/>
                      <a:pt x="357"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48" name="Google Shape;1112;p41">
                <a:extLst>
                  <a:ext uri="{FF2B5EF4-FFF2-40B4-BE49-F238E27FC236}">
                    <a16:creationId xmlns:a16="http://schemas.microsoft.com/office/drawing/2014/main" id="{3F5F79EB-51BE-4BC9-A02A-0FEEA0AE8F8E}"/>
                  </a:ext>
                </a:extLst>
              </p:cNvPr>
              <p:cNvSpPr/>
              <p:nvPr/>
            </p:nvSpPr>
            <p:spPr>
              <a:xfrm>
                <a:off x="2166524" y="3501156"/>
                <a:ext cx="79802" cy="45008"/>
              </a:xfrm>
              <a:custGeom>
                <a:avLst/>
                <a:gdLst/>
                <a:ahLst/>
                <a:cxnLst/>
                <a:rect l="l" t="t" r="r" b="b"/>
                <a:pathLst>
                  <a:path w="750" h="423" extrusionOk="0">
                    <a:moveTo>
                      <a:pt x="385" y="0"/>
                    </a:moveTo>
                    <a:cubicBezTo>
                      <a:pt x="353" y="0"/>
                      <a:pt x="321" y="8"/>
                      <a:pt x="296" y="22"/>
                    </a:cubicBezTo>
                    <a:lnTo>
                      <a:pt x="51" y="166"/>
                    </a:lnTo>
                    <a:cubicBezTo>
                      <a:pt x="1" y="195"/>
                      <a:pt x="1" y="245"/>
                      <a:pt x="51" y="274"/>
                    </a:cubicBezTo>
                    <a:lnTo>
                      <a:pt x="275" y="397"/>
                    </a:lnTo>
                    <a:cubicBezTo>
                      <a:pt x="300" y="414"/>
                      <a:pt x="334" y="423"/>
                      <a:pt x="368" y="423"/>
                    </a:cubicBezTo>
                    <a:cubicBezTo>
                      <a:pt x="402" y="423"/>
                      <a:pt x="436" y="414"/>
                      <a:pt x="461" y="397"/>
                    </a:cubicBezTo>
                    <a:lnTo>
                      <a:pt x="698" y="259"/>
                    </a:lnTo>
                    <a:cubicBezTo>
                      <a:pt x="749" y="231"/>
                      <a:pt x="749" y="181"/>
                      <a:pt x="698" y="152"/>
                    </a:cubicBezTo>
                    <a:lnTo>
                      <a:pt x="475" y="22"/>
                    </a:lnTo>
                    <a:cubicBezTo>
                      <a:pt x="450" y="8"/>
                      <a:pt x="418" y="0"/>
                      <a:pt x="385"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49" name="Google Shape;1113;p41">
                <a:extLst>
                  <a:ext uri="{FF2B5EF4-FFF2-40B4-BE49-F238E27FC236}">
                    <a16:creationId xmlns:a16="http://schemas.microsoft.com/office/drawing/2014/main" id="{FFE1D818-980C-4582-999E-934323F4FC9C}"/>
                  </a:ext>
                </a:extLst>
              </p:cNvPr>
              <p:cNvSpPr/>
              <p:nvPr/>
            </p:nvSpPr>
            <p:spPr>
              <a:xfrm>
                <a:off x="1949355" y="3508285"/>
                <a:ext cx="76716" cy="42667"/>
              </a:xfrm>
              <a:custGeom>
                <a:avLst/>
                <a:gdLst/>
                <a:ahLst/>
                <a:cxnLst/>
                <a:rect l="l" t="t" r="r" b="b"/>
                <a:pathLst>
                  <a:path w="721" h="401" extrusionOk="0">
                    <a:moveTo>
                      <a:pt x="334" y="1"/>
                    </a:moveTo>
                    <a:cubicBezTo>
                      <a:pt x="301" y="1"/>
                      <a:pt x="266" y="10"/>
                      <a:pt x="237" y="28"/>
                    </a:cubicBezTo>
                    <a:lnTo>
                      <a:pt x="58" y="128"/>
                    </a:lnTo>
                    <a:cubicBezTo>
                      <a:pt x="1" y="164"/>
                      <a:pt x="1" y="207"/>
                      <a:pt x="58" y="244"/>
                    </a:cubicBezTo>
                    <a:lnTo>
                      <a:pt x="296" y="380"/>
                    </a:lnTo>
                    <a:cubicBezTo>
                      <a:pt x="321" y="394"/>
                      <a:pt x="353" y="401"/>
                      <a:pt x="386" y="401"/>
                    </a:cubicBezTo>
                    <a:cubicBezTo>
                      <a:pt x="420" y="401"/>
                      <a:pt x="454" y="394"/>
                      <a:pt x="482" y="380"/>
                    </a:cubicBezTo>
                    <a:lnTo>
                      <a:pt x="662" y="271"/>
                    </a:lnTo>
                    <a:cubicBezTo>
                      <a:pt x="720" y="244"/>
                      <a:pt x="720" y="192"/>
                      <a:pt x="668" y="164"/>
                    </a:cubicBezTo>
                    <a:lnTo>
                      <a:pt x="425" y="28"/>
                    </a:lnTo>
                    <a:cubicBezTo>
                      <a:pt x="400" y="10"/>
                      <a:pt x="368" y="1"/>
                      <a:pt x="334"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50" name="Google Shape;1114;p41">
                <a:extLst>
                  <a:ext uri="{FF2B5EF4-FFF2-40B4-BE49-F238E27FC236}">
                    <a16:creationId xmlns:a16="http://schemas.microsoft.com/office/drawing/2014/main" id="{83B187F8-8482-4E43-B8AB-41AC0A347511}"/>
                  </a:ext>
                </a:extLst>
              </p:cNvPr>
              <p:cNvSpPr/>
              <p:nvPr/>
            </p:nvSpPr>
            <p:spPr>
              <a:xfrm>
                <a:off x="2033414" y="3520202"/>
                <a:ext cx="77461" cy="42987"/>
              </a:xfrm>
              <a:custGeom>
                <a:avLst/>
                <a:gdLst/>
                <a:ahLst/>
                <a:cxnLst/>
                <a:rect l="l" t="t" r="r" b="b"/>
                <a:pathLst>
                  <a:path w="728" h="404" extrusionOk="0">
                    <a:moveTo>
                      <a:pt x="372" y="1"/>
                    </a:moveTo>
                    <a:cubicBezTo>
                      <a:pt x="338" y="1"/>
                      <a:pt x="304" y="8"/>
                      <a:pt x="275" y="23"/>
                    </a:cubicBezTo>
                    <a:lnTo>
                      <a:pt x="60" y="152"/>
                    </a:lnTo>
                    <a:cubicBezTo>
                      <a:pt x="8" y="182"/>
                      <a:pt x="1" y="232"/>
                      <a:pt x="60" y="261"/>
                    </a:cubicBezTo>
                    <a:lnTo>
                      <a:pt x="267" y="382"/>
                    </a:lnTo>
                    <a:cubicBezTo>
                      <a:pt x="292" y="396"/>
                      <a:pt x="327" y="404"/>
                      <a:pt x="361" y="404"/>
                    </a:cubicBezTo>
                    <a:cubicBezTo>
                      <a:pt x="396" y="404"/>
                      <a:pt x="430" y="396"/>
                      <a:pt x="455" y="382"/>
                    </a:cubicBezTo>
                    <a:lnTo>
                      <a:pt x="677" y="252"/>
                    </a:lnTo>
                    <a:cubicBezTo>
                      <a:pt x="727" y="225"/>
                      <a:pt x="727" y="175"/>
                      <a:pt x="677" y="145"/>
                    </a:cubicBezTo>
                    <a:lnTo>
                      <a:pt x="468" y="23"/>
                    </a:lnTo>
                    <a:cubicBezTo>
                      <a:pt x="440" y="8"/>
                      <a:pt x="406" y="1"/>
                      <a:pt x="372"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51" name="Google Shape;1115;p41">
                <a:extLst>
                  <a:ext uri="{FF2B5EF4-FFF2-40B4-BE49-F238E27FC236}">
                    <a16:creationId xmlns:a16="http://schemas.microsoft.com/office/drawing/2014/main" id="{97631F1E-644E-4662-B887-D44680294610}"/>
                  </a:ext>
                </a:extLst>
              </p:cNvPr>
              <p:cNvSpPr/>
              <p:nvPr/>
            </p:nvSpPr>
            <p:spPr>
              <a:xfrm>
                <a:off x="2115344" y="3532545"/>
                <a:ext cx="76610" cy="42987"/>
              </a:xfrm>
              <a:custGeom>
                <a:avLst/>
                <a:gdLst/>
                <a:ahLst/>
                <a:cxnLst/>
                <a:rect l="l" t="t" r="r" b="b"/>
                <a:pathLst>
                  <a:path w="720" h="404" extrusionOk="0">
                    <a:moveTo>
                      <a:pt x="357" y="0"/>
                    </a:moveTo>
                    <a:cubicBezTo>
                      <a:pt x="323" y="0"/>
                      <a:pt x="291" y="8"/>
                      <a:pt x="266" y="22"/>
                    </a:cubicBezTo>
                    <a:lnTo>
                      <a:pt x="50" y="145"/>
                    </a:lnTo>
                    <a:cubicBezTo>
                      <a:pt x="0" y="179"/>
                      <a:pt x="0" y="223"/>
                      <a:pt x="50" y="252"/>
                    </a:cubicBezTo>
                    <a:lnTo>
                      <a:pt x="273" y="381"/>
                    </a:lnTo>
                    <a:cubicBezTo>
                      <a:pt x="299" y="396"/>
                      <a:pt x="331" y="403"/>
                      <a:pt x="364" y="403"/>
                    </a:cubicBezTo>
                    <a:cubicBezTo>
                      <a:pt x="398" y="403"/>
                      <a:pt x="432" y="396"/>
                      <a:pt x="461" y="381"/>
                    </a:cubicBezTo>
                    <a:lnTo>
                      <a:pt x="670" y="259"/>
                    </a:lnTo>
                    <a:cubicBezTo>
                      <a:pt x="720" y="231"/>
                      <a:pt x="720" y="179"/>
                      <a:pt x="670" y="152"/>
                    </a:cubicBezTo>
                    <a:lnTo>
                      <a:pt x="454" y="22"/>
                    </a:lnTo>
                    <a:cubicBezTo>
                      <a:pt x="425" y="8"/>
                      <a:pt x="390" y="0"/>
                      <a:pt x="357"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52" name="Google Shape;1116;p41">
                <a:extLst>
                  <a:ext uri="{FF2B5EF4-FFF2-40B4-BE49-F238E27FC236}">
                    <a16:creationId xmlns:a16="http://schemas.microsoft.com/office/drawing/2014/main" id="{7899A33B-3C8B-46D4-A3AB-E4BAF4C05631}"/>
                  </a:ext>
                </a:extLst>
              </p:cNvPr>
              <p:cNvSpPr/>
              <p:nvPr/>
            </p:nvSpPr>
            <p:spPr>
              <a:xfrm>
                <a:off x="1895089" y="3536375"/>
                <a:ext cx="81930" cy="45966"/>
              </a:xfrm>
              <a:custGeom>
                <a:avLst/>
                <a:gdLst/>
                <a:ahLst/>
                <a:cxnLst/>
                <a:rect l="l" t="t" r="r" b="b"/>
                <a:pathLst>
                  <a:path w="770" h="432" extrusionOk="0">
                    <a:moveTo>
                      <a:pt x="388" y="1"/>
                    </a:moveTo>
                    <a:cubicBezTo>
                      <a:pt x="354" y="1"/>
                      <a:pt x="320" y="8"/>
                      <a:pt x="295" y="23"/>
                    </a:cubicBezTo>
                    <a:lnTo>
                      <a:pt x="57" y="159"/>
                    </a:lnTo>
                    <a:cubicBezTo>
                      <a:pt x="0" y="195"/>
                      <a:pt x="0" y="238"/>
                      <a:pt x="57" y="273"/>
                    </a:cubicBezTo>
                    <a:lnTo>
                      <a:pt x="295" y="411"/>
                    </a:lnTo>
                    <a:cubicBezTo>
                      <a:pt x="320" y="425"/>
                      <a:pt x="354" y="432"/>
                      <a:pt x="388" y="432"/>
                    </a:cubicBezTo>
                    <a:cubicBezTo>
                      <a:pt x="422" y="432"/>
                      <a:pt x="456" y="425"/>
                      <a:pt x="482" y="411"/>
                    </a:cubicBezTo>
                    <a:lnTo>
                      <a:pt x="720" y="273"/>
                    </a:lnTo>
                    <a:cubicBezTo>
                      <a:pt x="770" y="238"/>
                      <a:pt x="770" y="195"/>
                      <a:pt x="720" y="159"/>
                    </a:cubicBezTo>
                    <a:lnTo>
                      <a:pt x="482" y="23"/>
                    </a:lnTo>
                    <a:cubicBezTo>
                      <a:pt x="456" y="8"/>
                      <a:pt x="422" y="1"/>
                      <a:pt x="38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53" name="Google Shape;1117;p41">
                <a:extLst>
                  <a:ext uri="{FF2B5EF4-FFF2-40B4-BE49-F238E27FC236}">
                    <a16:creationId xmlns:a16="http://schemas.microsoft.com/office/drawing/2014/main" id="{16C79E27-814C-44B4-BA14-E6076274F953}"/>
                  </a:ext>
                </a:extLst>
              </p:cNvPr>
              <p:cNvSpPr/>
              <p:nvPr/>
            </p:nvSpPr>
            <p:spPr>
              <a:xfrm>
                <a:off x="1985319" y="3550208"/>
                <a:ext cx="73524" cy="40539"/>
              </a:xfrm>
              <a:custGeom>
                <a:avLst/>
                <a:gdLst/>
                <a:ahLst/>
                <a:cxnLst/>
                <a:rect l="l" t="t" r="r" b="b"/>
                <a:pathLst>
                  <a:path w="691" h="381" extrusionOk="0">
                    <a:moveTo>
                      <a:pt x="331" y="0"/>
                    </a:moveTo>
                    <a:cubicBezTo>
                      <a:pt x="296" y="0"/>
                      <a:pt x="262" y="7"/>
                      <a:pt x="237" y="22"/>
                    </a:cubicBezTo>
                    <a:lnTo>
                      <a:pt x="51" y="129"/>
                    </a:lnTo>
                    <a:cubicBezTo>
                      <a:pt x="1" y="158"/>
                      <a:pt x="1" y="208"/>
                      <a:pt x="51" y="238"/>
                    </a:cubicBezTo>
                    <a:lnTo>
                      <a:pt x="260" y="358"/>
                    </a:lnTo>
                    <a:cubicBezTo>
                      <a:pt x="288" y="373"/>
                      <a:pt x="322" y="380"/>
                      <a:pt x="356" y="380"/>
                    </a:cubicBezTo>
                    <a:cubicBezTo>
                      <a:pt x="390" y="380"/>
                      <a:pt x="424" y="373"/>
                      <a:pt x="453" y="358"/>
                    </a:cubicBezTo>
                    <a:lnTo>
                      <a:pt x="632" y="251"/>
                    </a:lnTo>
                    <a:cubicBezTo>
                      <a:pt x="691" y="222"/>
                      <a:pt x="691" y="172"/>
                      <a:pt x="632" y="143"/>
                    </a:cubicBezTo>
                    <a:lnTo>
                      <a:pt x="425" y="22"/>
                    </a:lnTo>
                    <a:cubicBezTo>
                      <a:pt x="399" y="7"/>
                      <a:pt x="365" y="0"/>
                      <a:pt x="331"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54" name="Google Shape;1118;p41">
                <a:extLst>
                  <a:ext uri="{FF2B5EF4-FFF2-40B4-BE49-F238E27FC236}">
                    <a16:creationId xmlns:a16="http://schemas.microsoft.com/office/drawing/2014/main" id="{C7E21612-01FA-48F3-967A-9A3692890E98}"/>
                  </a:ext>
                </a:extLst>
              </p:cNvPr>
              <p:cNvSpPr/>
              <p:nvPr/>
            </p:nvSpPr>
            <p:spPr>
              <a:xfrm>
                <a:off x="2062675" y="3562444"/>
                <a:ext cx="78099" cy="43625"/>
              </a:xfrm>
              <a:custGeom>
                <a:avLst/>
                <a:gdLst/>
                <a:ahLst/>
                <a:cxnLst/>
                <a:rect l="l" t="t" r="r" b="b"/>
                <a:pathLst>
                  <a:path w="734" h="410" extrusionOk="0">
                    <a:moveTo>
                      <a:pt x="369" y="0"/>
                    </a:moveTo>
                    <a:cubicBezTo>
                      <a:pt x="335" y="0"/>
                      <a:pt x="301" y="7"/>
                      <a:pt x="273" y="21"/>
                    </a:cubicBezTo>
                    <a:lnTo>
                      <a:pt x="57" y="150"/>
                    </a:lnTo>
                    <a:cubicBezTo>
                      <a:pt x="0" y="180"/>
                      <a:pt x="0" y="230"/>
                      <a:pt x="57" y="259"/>
                    </a:cubicBezTo>
                    <a:lnTo>
                      <a:pt x="273" y="388"/>
                    </a:lnTo>
                    <a:cubicBezTo>
                      <a:pt x="298" y="402"/>
                      <a:pt x="332" y="409"/>
                      <a:pt x="366" y="409"/>
                    </a:cubicBezTo>
                    <a:cubicBezTo>
                      <a:pt x="400" y="409"/>
                      <a:pt x="434" y="402"/>
                      <a:pt x="459" y="388"/>
                    </a:cubicBezTo>
                    <a:lnTo>
                      <a:pt x="682" y="259"/>
                    </a:lnTo>
                    <a:cubicBezTo>
                      <a:pt x="733" y="230"/>
                      <a:pt x="733" y="180"/>
                      <a:pt x="682" y="150"/>
                    </a:cubicBezTo>
                    <a:lnTo>
                      <a:pt x="459" y="21"/>
                    </a:lnTo>
                    <a:cubicBezTo>
                      <a:pt x="434" y="7"/>
                      <a:pt x="402" y="0"/>
                      <a:pt x="36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55" name="Google Shape;1119;p41">
                <a:extLst>
                  <a:ext uri="{FF2B5EF4-FFF2-40B4-BE49-F238E27FC236}">
                    <a16:creationId xmlns:a16="http://schemas.microsoft.com/office/drawing/2014/main" id="{E3894D98-40EB-4972-8CD1-0D863EB59947}"/>
                  </a:ext>
                </a:extLst>
              </p:cNvPr>
              <p:cNvSpPr/>
              <p:nvPr/>
            </p:nvSpPr>
            <p:spPr>
              <a:xfrm>
                <a:off x="1931054" y="3578405"/>
                <a:ext cx="78844" cy="43731"/>
              </a:xfrm>
              <a:custGeom>
                <a:avLst/>
                <a:gdLst/>
                <a:ahLst/>
                <a:cxnLst/>
                <a:rect l="l" t="t" r="r" b="b"/>
                <a:pathLst>
                  <a:path w="741" h="411" extrusionOk="0">
                    <a:moveTo>
                      <a:pt x="388" y="1"/>
                    </a:moveTo>
                    <a:cubicBezTo>
                      <a:pt x="354" y="1"/>
                      <a:pt x="320" y="8"/>
                      <a:pt x="295" y="23"/>
                    </a:cubicBezTo>
                    <a:lnTo>
                      <a:pt x="50" y="159"/>
                    </a:lnTo>
                    <a:cubicBezTo>
                      <a:pt x="0" y="188"/>
                      <a:pt x="0" y="238"/>
                      <a:pt x="50" y="266"/>
                    </a:cubicBezTo>
                    <a:lnTo>
                      <a:pt x="266" y="388"/>
                    </a:lnTo>
                    <a:cubicBezTo>
                      <a:pt x="291" y="403"/>
                      <a:pt x="323" y="410"/>
                      <a:pt x="357" y="410"/>
                    </a:cubicBezTo>
                    <a:cubicBezTo>
                      <a:pt x="390" y="410"/>
                      <a:pt x="424" y="403"/>
                      <a:pt x="452" y="388"/>
                    </a:cubicBezTo>
                    <a:lnTo>
                      <a:pt x="690" y="252"/>
                    </a:lnTo>
                    <a:cubicBezTo>
                      <a:pt x="740" y="223"/>
                      <a:pt x="740" y="173"/>
                      <a:pt x="690" y="145"/>
                    </a:cubicBezTo>
                    <a:lnTo>
                      <a:pt x="482" y="23"/>
                    </a:lnTo>
                    <a:cubicBezTo>
                      <a:pt x="457" y="8"/>
                      <a:pt x="423" y="1"/>
                      <a:pt x="38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56" name="Google Shape;1120;p41">
                <a:extLst>
                  <a:ext uri="{FF2B5EF4-FFF2-40B4-BE49-F238E27FC236}">
                    <a16:creationId xmlns:a16="http://schemas.microsoft.com/office/drawing/2014/main" id="{E3C9B1B5-3016-478C-BD56-8131F7FEB864}"/>
                  </a:ext>
                </a:extLst>
              </p:cNvPr>
              <p:cNvSpPr/>
              <p:nvPr/>
            </p:nvSpPr>
            <p:spPr>
              <a:xfrm>
                <a:off x="2014368" y="3592344"/>
                <a:ext cx="74269" cy="41178"/>
              </a:xfrm>
              <a:custGeom>
                <a:avLst/>
                <a:gdLst/>
                <a:ahLst/>
                <a:cxnLst/>
                <a:rect l="l" t="t" r="r" b="b"/>
                <a:pathLst>
                  <a:path w="698" h="387" extrusionOk="0">
                    <a:moveTo>
                      <a:pt x="332" y="1"/>
                    </a:moveTo>
                    <a:cubicBezTo>
                      <a:pt x="298" y="1"/>
                      <a:pt x="264" y="10"/>
                      <a:pt x="239" y="28"/>
                    </a:cubicBezTo>
                    <a:lnTo>
                      <a:pt x="51" y="135"/>
                    </a:lnTo>
                    <a:cubicBezTo>
                      <a:pt x="1" y="164"/>
                      <a:pt x="1" y="207"/>
                      <a:pt x="51" y="244"/>
                    </a:cubicBezTo>
                    <a:lnTo>
                      <a:pt x="273" y="366"/>
                    </a:lnTo>
                    <a:cubicBezTo>
                      <a:pt x="299" y="380"/>
                      <a:pt x="333" y="387"/>
                      <a:pt x="368" y="387"/>
                    </a:cubicBezTo>
                    <a:cubicBezTo>
                      <a:pt x="402" y="387"/>
                      <a:pt x="436" y="380"/>
                      <a:pt x="461" y="366"/>
                    </a:cubicBezTo>
                    <a:lnTo>
                      <a:pt x="647" y="257"/>
                    </a:lnTo>
                    <a:cubicBezTo>
                      <a:pt x="697" y="230"/>
                      <a:pt x="697" y="178"/>
                      <a:pt x="647" y="150"/>
                    </a:cubicBezTo>
                    <a:lnTo>
                      <a:pt x="425" y="28"/>
                    </a:lnTo>
                    <a:cubicBezTo>
                      <a:pt x="400" y="10"/>
                      <a:pt x="366" y="1"/>
                      <a:pt x="332"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57" name="Google Shape;1121;p41">
                <a:extLst>
                  <a:ext uri="{FF2B5EF4-FFF2-40B4-BE49-F238E27FC236}">
                    <a16:creationId xmlns:a16="http://schemas.microsoft.com/office/drawing/2014/main" id="{167F9716-33A4-48DF-913D-90899EE6F7D1}"/>
                  </a:ext>
                </a:extLst>
              </p:cNvPr>
              <p:cNvSpPr/>
              <p:nvPr/>
            </p:nvSpPr>
            <p:spPr>
              <a:xfrm>
                <a:off x="1879874" y="3609794"/>
                <a:ext cx="75652" cy="42135"/>
              </a:xfrm>
              <a:custGeom>
                <a:avLst/>
                <a:gdLst/>
                <a:ahLst/>
                <a:cxnLst/>
                <a:rect l="l" t="t" r="r" b="b"/>
                <a:pathLst>
                  <a:path w="711" h="396" extrusionOk="0">
                    <a:moveTo>
                      <a:pt x="359" y="1"/>
                    </a:moveTo>
                    <a:cubicBezTo>
                      <a:pt x="325" y="1"/>
                      <a:pt x="291" y="8"/>
                      <a:pt x="266" y="23"/>
                    </a:cubicBezTo>
                    <a:lnTo>
                      <a:pt x="50" y="143"/>
                    </a:lnTo>
                    <a:cubicBezTo>
                      <a:pt x="0" y="173"/>
                      <a:pt x="0" y="223"/>
                      <a:pt x="50" y="252"/>
                    </a:cubicBezTo>
                    <a:lnTo>
                      <a:pt x="259" y="375"/>
                    </a:lnTo>
                    <a:cubicBezTo>
                      <a:pt x="287" y="388"/>
                      <a:pt x="321" y="395"/>
                      <a:pt x="355" y="395"/>
                    </a:cubicBezTo>
                    <a:cubicBezTo>
                      <a:pt x="388" y="395"/>
                      <a:pt x="420" y="388"/>
                      <a:pt x="445" y="375"/>
                    </a:cubicBezTo>
                    <a:lnTo>
                      <a:pt x="661" y="252"/>
                    </a:lnTo>
                    <a:cubicBezTo>
                      <a:pt x="711" y="223"/>
                      <a:pt x="711" y="173"/>
                      <a:pt x="661" y="143"/>
                    </a:cubicBezTo>
                    <a:lnTo>
                      <a:pt x="452" y="23"/>
                    </a:lnTo>
                    <a:cubicBezTo>
                      <a:pt x="427" y="8"/>
                      <a:pt x="393" y="1"/>
                      <a:pt x="359"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58" name="Google Shape;1122;p41">
                <a:extLst>
                  <a:ext uri="{FF2B5EF4-FFF2-40B4-BE49-F238E27FC236}">
                    <a16:creationId xmlns:a16="http://schemas.microsoft.com/office/drawing/2014/main" id="{524DC66E-1B79-49C6-A489-CA3EAFF454E9}"/>
                  </a:ext>
                </a:extLst>
              </p:cNvPr>
              <p:cNvSpPr/>
              <p:nvPr/>
            </p:nvSpPr>
            <p:spPr>
              <a:xfrm>
                <a:off x="1959995" y="3620434"/>
                <a:ext cx="79802" cy="44476"/>
              </a:xfrm>
              <a:custGeom>
                <a:avLst/>
                <a:gdLst/>
                <a:ahLst/>
                <a:cxnLst/>
                <a:rect l="l" t="t" r="r" b="b"/>
                <a:pathLst>
                  <a:path w="750" h="418" extrusionOk="0">
                    <a:moveTo>
                      <a:pt x="386" y="1"/>
                    </a:moveTo>
                    <a:cubicBezTo>
                      <a:pt x="353" y="1"/>
                      <a:pt x="321" y="8"/>
                      <a:pt x="296" y="23"/>
                    </a:cubicBezTo>
                    <a:lnTo>
                      <a:pt x="51" y="159"/>
                    </a:lnTo>
                    <a:cubicBezTo>
                      <a:pt x="1" y="195"/>
                      <a:pt x="1" y="238"/>
                      <a:pt x="51" y="275"/>
                    </a:cubicBezTo>
                    <a:lnTo>
                      <a:pt x="275" y="397"/>
                    </a:lnTo>
                    <a:cubicBezTo>
                      <a:pt x="300" y="411"/>
                      <a:pt x="334" y="418"/>
                      <a:pt x="368" y="418"/>
                    </a:cubicBezTo>
                    <a:cubicBezTo>
                      <a:pt x="402" y="418"/>
                      <a:pt x="436" y="411"/>
                      <a:pt x="461" y="397"/>
                    </a:cubicBezTo>
                    <a:lnTo>
                      <a:pt x="698" y="259"/>
                    </a:lnTo>
                    <a:cubicBezTo>
                      <a:pt x="750" y="232"/>
                      <a:pt x="750" y="181"/>
                      <a:pt x="698" y="152"/>
                    </a:cubicBezTo>
                    <a:lnTo>
                      <a:pt x="482" y="23"/>
                    </a:lnTo>
                    <a:cubicBezTo>
                      <a:pt x="454" y="8"/>
                      <a:pt x="420" y="1"/>
                      <a:pt x="386"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59" name="Google Shape;1123;p41">
                <a:extLst>
                  <a:ext uri="{FF2B5EF4-FFF2-40B4-BE49-F238E27FC236}">
                    <a16:creationId xmlns:a16="http://schemas.microsoft.com/office/drawing/2014/main" id="{8C81EFD0-D49A-4DA9-9791-1C5F225FFBDF}"/>
                  </a:ext>
                </a:extLst>
              </p:cNvPr>
              <p:cNvSpPr/>
              <p:nvPr/>
            </p:nvSpPr>
            <p:spPr>
              <a:xfrm>
                <a:off x="1960740" y="3682467"/>
                <a:ext cx="76716" cy="42667"/>
              </a:xfrm>
              <a:custGeom>
                <a:avLst/>
                <a:gdLst/>
                <a:ahLst/>
                <a:cxnLst/>
                <a:rect l="l" t="t" r="r" b="b"/>
                <a:pathLst>
                  <a:path w="721" h="401" extrusionOk="0">
                    <a:moveTo>
                      <a:pt x="361" y="0"/>
                    </a:moveTo>
                    <a:cubicBezTo>
                      <a:pt x="327" y="0"/>
                      <a:pt x="293" y="7"/>
                      <a:pt x="268" y="21"/>
                    </a:cubicBezTo>
                    <a:lnTo>
                      <a:pt x="53" y="144"/>
                    </a:lnTo>
                    <a:cubicBezTo>
                      <a:pt x="1" y="173"/>
                      <a:pt x="1" y="223"/>
                      <a:pt x="53" y="252"/>
                    </a:cubicBezTo>
                    <a:lnTo>
                      <a:pt x="268" y="375"/>
                    </a:lnTo>
                    <a:cubicBezTo>
                      <a:pt x="297" y="392"/>
                      <a:pt x="331" y="401"/>
                      <a:pt x="364" y="401"/>
                    </a:cubicBezTo>
                    <a:cubicBezTo>
                      <a:pt x="397" y="401"/>
                      <a:pt x="429" y="392"/>
                      <a:pt x="454" y="375"/>
                    </a:cubicBezTo>
                    <a:lnTo>
                      <a:pt x="670" y="252"/>
                    </a:lnTo>
                    <a:cubicBezTo>
                      <a:pt x="720" y="223"/>
                      <a:pt x="720" y="173"/>
                      <a:pt x="670" y="144"/>
                    </a:cubicBezTo>
                    <a:lnTo>
                      <a:pt x="454" y="21"/>
                    </a:lnTo>
                    <a:cubicBezTo>
                      <a:pt x="429" y="7"/>
                      <a:pt x="395" y="0"/>
                      <a:pt x="361"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60" name="Google Shape;1124;p41">
                <a:extLst>
                  <a:ext uri="{FF2B5EF4-FFF2-40B4-BE49-F238E27FC236}">
                    <a16:creationId xmlns:a16="http://schemas.microsoft.com/office/drawing/2014/main" id="{1F6AA124-5B14-409D-8375-463E36420982}"/>
                  </a:ext>
                </a:extLst>
              </p:cNvPr>
              <p:cNvSpPr/>
              <p:nvPr/>
            </p:nvSpPr>
            <p:spPr>
              <a:xfrm>
                <a:off x="1911901" y="3711515"/>
                <a:ext cx="74269" cy="42029"/>
              </a:xfrm>
              <a:custGeom>
                <a:avLst/>
                <a:gdLst/>
                <a:ahLst/>
                <a:cxnLst/>
                <a:rect l="l" t="t" r="r" b="b"/>
                <a:pathLst>
                  <a:path w="698" h="395" extrusionOk="0">
                    <a:moveTo>
                      <a:pt x="335" y="0"/>
                    </a:moveTo>
                    <a:cubicBezTo>
                      <a:pt x="301" y="0"/>
                      <a:pt x="267" y="8"/>
                      <a:pt x="237" y="22"/>
                    </a:cubicBezTo>
                    <a:lnTo>
                      <a:pt x="51" y="136"/>
                    </a:lnTo>
                    <a:cubicBezTo>
                      <a:pt x="1" y="166"/>
                      <a:pt x="1" y="216"/>
                      <a:pt x="51" y="245"/>
                    </a:cubicBezTo>
                    <a:lnTo>
                      <a:pt x="267" y="367"/>
                    </a:lnTo>
                    <a:cubicBezTo>
                      <a:pt x="295" y="386"/>
                      <a:pt x="329" y="395"/>
                      <a:pt x="362" y="395"/>
                    </a:cubicBezTo>
                    <a:cubicBezTo>
                      <a:pt x="396" y="395"/>
                      <a:pt x="428" y="386"/>
                      <a:pt x="453" y="367"/>
                    </a:cubicBezTo>
                    <a:lnTo>
                      <a:pt x="648" y="259"/>
                    </a:lnTo>
                    <a:cubicBezTo>
                      <a:pt x="698" y="231"/>
                      <a:pt x="698" y="179"/>
                      <a:pt x="648" y="152"/>
                    </a:cubicBezTo>
                    <a:lnTo>
                      <a:pt x="432" y="22"/>
                    </a:lnTo>
                    <a:cubicBezTo>
                      <a:pt x="403" y="8"/>
                      <a:pt x="369" y="0"/>
                      <a:pt x="335"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61" name="Google Shape;1125;p41">
                <a:extLst>
                  <a:ext uri="{FF2B5EF4-FFF2-40B4-BE49-F238E27FC236}">
                    <a16:creationId xmlns:a16="http://schemas.microsoft.com/office/drawing/2014/main" id="{6592474A-2FB1-4EC1-BD8A-F3141BD896B1}"/>
                  </a:ext>
                </a:extLst>
              </p:cNvPr>
              <p:cNvSpPr/>
              <p:nvPr/>
            </p:nvSpPr>
            <p:spPr>
              <a:xfrm>
                <a:off x="2369223" y="3445507"/>
                <a:ext cx="77355" cy="43519"/>
              </a:xfrm>
              <a:custGeom>
                <a:avLst/>
                <a:gdLst/>
                <a:ahLst/>
                <a:cxnLst/>
                <a:rect l="l" t="t" r="r" b="b"/>
                <a:pathLst>
                  <a:path w="727" h="409" extrusionOk="0">
                    <a:moveTo>
                      <a:pt x="368" y="1"/>
                    </a:moveTo>
                    <a:cubicBezTo>
                      <a:pt x="334" y="1"/>
                      <a:pt x="299" y="10"/>
                      <a:pt x="274" y="28"/>
                    </a:cubicBezTo>
                    <a:lnTo>
                      <a:pt x="52" y="150"/>
                    </a:lnTo>
                    <a:cubicBezTo>
                      <a:pt x="0" y="178"/>
                      <a:pt x="0" y="230"/>
                      <a:pt x="52" y="257"/>
                    </a:cubicBezTo>
                    <a:lnTo>
                      <a:pt x="268" y="387"/>
                    </a:lnTo>
                    <a:cubicBezTo>
                      <a:pt x="296" y="401"/>
                      <a:pt x="330" y="409"/>
                      <a:pt x="364" y="409"/>
                    </a:cubicBezTo>
                    <a:cubicBezTo>
                      <a:pt x="398" y="409"/>
                      <a:pt x="432" y="401"/>
                      <a:pt x="461" y="387"/>
                    </a:cubicBezTo>
                    <a:lnTo>
                      <a:pt x="676" y="257"/>
                    </a:lnTo>
                    <a:cubicBezTo>
                      <a:pt x="726" y="230"/>
                      <a:pt x="726" y="178"/>
                      <a:pt x="676" y="150"/>
                    </a:cubicBezTo>
                    <a:lnTo>
                      <a:pt x="461" y="28"/>
                    </a:lnTo>
                    <a:cubicBezTo>
                      <a:pt x="436" y="10"/>
                      <a:pt x="402" y="1"/>
                      <a:pt x="36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62" name="Google Shape;1126;p41">
                <a:extLst>
                  <a:ext uri="{FF2B5EF4-FFF2-40B4-BE49-F238E27FC236}">
                    <a16:creationId xmlns:a16="http://schemas.microsoft.com/office/drawing/2014/main" id="{BD96E1B6-BE83-45EB-B3CD-E59A0EA7B02C}"/>
                  </a:ext>
                </a:extLst>
              </p:cNvPr>
              <p:cNvSpPr/>
              <p:nvPr/>
            </p:nvSpPr>
            <p:spPr>
              <a:xfrm>
                <a:off x="2421360" y="3416352"/>
                <a:ext cx="77355" cy="42774"/>
              </a:xfrm>
              <a:custGeom>
                <a:avLst/>
                <a:gdLst/>
                <a:ahLst/>
                <a:cxnLst/>
                <a:rect l="l" t="t" r="r" b="b"/>
                <a:pathLst>
                  <a:path w="727" h="402" extrusionOk="0">
                    <a:moveTo>
                      <a:pt x="359" y="0"/>
                    </a:moveTo>
                    <a:cubicBezTo>
                      <a:pt x="325" y="0"/>
                      <a:pt x="291" y="7"/>
                      <a:pt x="266" y="21"/>
                    </a:cubicBezTo>
                    <a:lnTo>
                      <a:pt x="57" y="143"/>
                    </a:lnTo>
                    <a:cubicBezTo>
                      <a:pt x="0" y="173"/>
                      <a:pt x="0" y="223"/>
                      <a:pt x="50" y="252"/>
                    </a:cubicBezTo>
                    <a:lnTo>
                      <a:pt x="273" y="381"/>
                    </a:lnTo>
                    <a:cubicBezTo>
                      <a:pt x="298" y="395"/>
                      <a:pt x="332" y="402"/>
                      <a:pt x="366" y="402"/>
                    </a:cubicBezTo>
                    <a:cubicBezTo>
                      <a:pt x="400" y="402"/>
                      <a:pt x="434" y="395"/>
                      <a:pt x="459" y="381"/>
                    </a:cubicBezTo>
                    <a:lnTo>
                      <a:pt x="668" y="259"/>
                    </a:lnTo>
                    <a:cubicBezTo>
                      <a:pt x="726" y="223"/>
                      <a:pt x="726" y="179"/>
                      <a:pt x="675" y="150"/>
                    </a:cubicBezTo>
                    <a:lnTo>
                      <a:pt x="452" y="21"/>
                    </a:lnTo>
                    <a:cubicBezTo>
                      <a:pt x="427" y="7"/>
                      <a:pt x="393" y="0"/>
                      <a:pt x="35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63" name="Google Shape;1127;p41">
                <a:extLst>
                  <a:ext uri="{FF2B5EF4-FFF2-40B4-BE49-F238E27FC236}">
                    <a16:creationId xmlns:a16="http://schemas.microsoft.com/office/drawing/2014/main" id="{75854AEE-7203-4EE9-AFB6-8B5EA7B6DC6B}"/>
                  </a:ext>
                </a:extLst>
              </p:cNvPr>
              <p:cNvSpPr/>
              <p:nvPr/>
            </p:nvSpPr>
            <p:spPr>
              <a:xfrm>
                <a:off x="2472540" y="3384964"/>
                <a:ext cx="80334" cy="44476"/>
              </a:xfrm>
              <a:custGeom>
                <a:avLst/>
                <a:gdLst/>
                <a:ahLst/>
                <a:cxnLst/>
                <a:rect l="l" t="t" r="r" b="b"/>
                <a:pathLst>
                  <a:path w="755" h="418" extrusionOk="0">
                    <a:moveTo>
                      <a:pt x="389" y="0"/>
                    </a:moveTo>
                    <a:cubicBezTo>
                      <a:pt x="354" y="0"/>
                      <a:pt x="320" y="8"/>
                      <a:pt x="295" y="22"/>
                    </a:cubicBezTo>
                    <a:lnTo>
                      <a:pt x="57" y="159"/>
                    </a:lnTo>
                    <a:cubicBezTo>
                      <a:pt x="0" y="186"/>
                      <a:pt x="0" y="238"/>
                      <a:pt x="57" y="266"/>
                    </a:cubicBezTo>
                    <a:lnTo>
                      <a:pt x="273" y="395"/>
                    </a:lnTo>
                    <a:cubicBezTo>
                      <a:pt x="298" y="410"/>
                      <a:pt x="332" y="417"/>
                      <a:pt x="366" y="417"/>
                    </a:cubicBezTo>
                    <a:cubicBezTo>
                      <a:pt x="401" y="417"/>
                      <a:pt x="435" y="410"/>
                      <a:pt x="461" y="395"/>
                    </a:cubicBezTo>
                    <a:lnTo>
                      <a:pt x="697" y="259"/>
                    </a:lnTo>
                    <a:cubicBezTo>
                      <a:pt x="754" y="223"/>
                      <a:pt x="754" y="179"/>
                      <a:pt x="697" y="152"/>
                    </a:cubicBezTo>
                    <a:lnTo>
                      <a:pt x="482" y="22"/>
                    </a:lnTo>
                    <a:cubicBezTo>
                      <a:pt x="457" y="8"/>
                      <a:pt x="423" y="0"/>
                      <a:pt x="38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64" name="Google Shape;1128;p41">
                <a:extLst>
                  <a:ext uri="{FF2B5EF4-FFF2-40B4-BE49-F238E27FC236}">
                    <a16:creationId xmlns:a16="http://schemas.microsoft.com/office/drawing/2014/main" id="{77E420ED-AA5A-4F71-9D54-2D8A0B7123CB}"/>
                  </a:ext>
                </a:extLst>
              </p:cNvPr>
              <p:cNvSpPr/>
              <p:nvPr/>
            </p:nvSpPr>
            <p:spPr>
              <a:xfrm>
                <a:off x="1643446" y="3742904"/>
                <a:ext cx="81930" cy="45115"/>
              </a:xfrm>
              <a:custGeom>
                <a:avLst/>
                <a:gdLst/>
                <a:ahLst/>
                <a:cxnLst/>
                <a:rect l="l" t="t" r="r" b="b"/>
                <a:pathLst>
                  <a:path w="770" h="424" extrusionOk="0">
                    <a:moveTo>
                      <a:pt x="411" y="0"/>
                    </a:moveTo>
                    <a:cubicBezTo>
                      <a:pt x="377" y="0"/>
                      <a:pt x="342" y="8"/>
                      <a:pt x="317" y="22"/>
                    </a:cubicBezTo>
                    <a:lnTo>
                      <a:pt x="59" y="173"/>
                    </a:lnTo>
                    <a:cubicBezTo>
                      <a:pt x="7" y="202"/>
                      <a:pt x="0" y="252"/>
                      <a:pt x="59" y="281"/>
                    </a:cubicBezTo>
                    <a:lnTo>
                      <a:pt x="266" y="402"/>
                    </a:lnTo>
                    <a:cubicBezTo>
                      <a:pt x="292" y="417"/>
                      <a:pt x="326" y="424"/>
                      <a:pt x="360" y="424"/>
                    </a:cubicBezTo>
                    <a:cubicBezTo>
                      <a:pt x="395" y="424"/>
                      <a:pt x="429" y="417"/>
                      <a:pt x="454" y="402"/>
                    </a:cubicBezTo>
                    <a:lnTo>
                      <a:pt x="719" y="252"/>
                    </a:lnTo>
                    <a:cubicBezTo>
                      <a:pt x="769" y="223"/>
                      <a:pt x="769" y="173"/>
                      <a:pt x="719" y="143"/>
                    </a:cubicBezTo>
                    <a:lnTo>
                      <a:pt x="504" y="22"/>
                    </a:lnTo>
                    <a:cubicBezTo>
                      <a:pt x="479" y="8"/>
                      <a:pt x="445" y="0"/>
                      <a:pt x="411"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65" name="Google Shape;1129;p41">
                <a:extLst>
                  <a:ext uri="{FF2B5EF4-FFF2-40B4-BE49-F238E27FC236}">
                    <a16:creationId xmlns:a16="http://schemas.microsoft.com/office/drawing/2014/main" id="{599E85D4-EB73-49D5-933F-74B69EE53B26}"/>
                  </a:ext>
                </a:extLst>
              </p:cNvPr>
              <p:cNvSpPr/>
              <p:nvPr/>
            </p:nvSpPr>
            <p:spPr>
              <a:xfrm>
                <a:off x="1694626" y="3772059"/>
                <a:ext cx="82675" cy="46711"/>
              </a:xfrm>
              <a:custGeom>
                <a:avLst/>
                <a:gdLst/>
                <a:ahLst/>
                <a:cxnLst/>
                <a:rect l="l" t="t" r="r" b="b"/>
                <a:pathLst>
                  <a:path w="777" h="439" extrusionOk="0">
                    <a:moveTo>
                      <a:pt x="411" y="1"/>
                    </a:moveTo>
                    <a:cubicBezTo>
                      <a:pt x="377" y="1"/>
                      <a:pt x="343" y="10"/>
                      <a:pt x="318" y="28"/>
                    </a:cubicBezTo>
                    <a:lnTo>
                      <a:pt x="52" y="180"/>
                    </a:lnTo>
                    <a:cubicBezTo>
                      <a:pt x="0" y="207"/>
                      <a:pt x="0" y="257"/>
                      <a:pt x="52" y="287"/>
                    </a:cubicBezTo>
                    <a:lnTo>
                      <a:pt x="275" y="416"/>
                    </a:lnTo>
                    <a:cubicBezTo>
                      <a:pt x="300" y="431"/>
                      <a:pt x="334" y="438"/>
                      <a:pt x="368" y="438"/>
                    </a:cubicBezTo>
                    <a:cubicBezTo>
                      <a:pt x="402" y="438"/>
                      <a:pt x="436" y="431"/>
                      <a:pt x="461" y="416"/>
                    </a:cubicBezTo>
                    <a:lnTo>
                      <a:pt x="720" y="257"/>
                    </a:lnTo>
                    <a:cubicBezTo>
                      <a:pt x="777" y="230"/>
                      <a:pt x="777" y="180"/>
                      <a:pt x="727" y="150"/>
                    </a:cubicBezTo>
                    <a:lnTo>
                      <a:pt x="504" y="28"/>
                    </a:lnTo>
                    <a:cubicBezTo>
                      <a:pt x="479" y="10"/>
                      <a:pt x="445" y="1"/>
                      <a:pt x="411"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66" name="Google Shape;1130;p41">
                <a:extLst>
                  <a:ext uri="{FF2B5EF4-FFF2-40B4-BE49-F238E27FC236}">
                    <a16:creationId xmlns:a16="http://schemas.microsoft.com/office/drawing/2014/main" id="{97ECB966-C91D-4C50-B581-3CDA477A3B6A}"/>
                  </a:ext>
                </a:extLst>
              </p:cNvPr>
              <p:cNvSpPr/>
              <p:nvPr/>
            </p:nvSpPr>
            <p:spPr>
              <a:xfrm>
                <a:off x="2272821" y="3441251"/>
                <a:ext cx="78099" cy="43199"/>
              </a:xfrm>
              <a:custGeom>
                <a:avLst/>
                <a:gdLst/>
                <a:ahLst/>
                <a:cxnLst/>
                <a:rect l="l" t="t" r="r" b="b"/>
                <a:pathLst>
                  <a:path w="734" h="406" extrusionOk="0">
                    <a:moveTo>
                      <a:pt x="373" y="0"/>
                    </a:moveTo>
                    <a:cubicBezTo>
                      <a:pt x="337" y="0"/>
                      <a:pt x="301" y="9"/>
                      <a:pt x="275" y="25"/>
                    </a:cubicBezTo>
                    <a:lnTo>
                      <a:pt x="52" y="147"/>
                    </a:lnTo>
                    <a:cubicBezTo>
                      <a:pt x="0" y="184"/>
                      <a:pt x="0" y="227"/>
                      <a:pt x="52" y="261"/>
                    </a:cubicBezTo>
                    <a:lnTo>
                      <a:pt x="275" y="384"/>
                    </a:lnTo>
                    <a:cubicBezTo>
                      <a:pt x="300" y="398"/>
                      <a:pt x="332" y="406"/>
                      <a:pt x="365" y="406"/>
                    </a:cubicBezTo>
                    <a:cubicBezTo>
                      <a:pt x="399" y="406"/>
                      <a:pt x="433" y="398"/>
                      <a:pt x="461" y="384"/>
                    </a:cubicBezTo>
                    <a:lnTo>
                      <a:pt x="677" y="261"/>
                    </a:lnTo>
                    <a:cubicBezTo>
                      <a:pt x="727" y="227"/>
                      <a:pt x="734" y="184"/>
                      <a:pt x="677" y="147"/>
                    </a:cubicBezTo>
                    <a:lnTo>
                      <a:pt x="461" y="25"/>
                    </a:lnTo>
                    <a:cubicBezTo>
                      <a:pt x="437" y="8"/>
                      <a:pt x="406" y="0"/>
                      <a:pt x="373"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67" name="Google Shape;1131;p41">
                <a:extLst>
                  <a:ext uri="{FF2B5EF4-FFF2-40B4-BE49-F238E27FC236}">
                    <a16:creationId xmlns:a16="http://schemas.microsoft.com/office/drawing/2014/main" id="{38C77932-172D-47A1-BAF1-0C54CBFFA316}"/>
                  </a:ext>
                </a:extLst>
              </p:cNvPr>
              <p:cNvSpPr/>
              <p:nvPr/>
            </p:nvSpPr>
            <p:spPr>
              <a:xfrm>
                <a:off x="2241645" y="3239617"/>
                <a:ext cx="59692" cy="32985"/>
              </a:xfrm>
              <a:custGeom>
                <a:avLst/>
                <a:gdLst/>
                <a:ahLst/>
                <a:cxnLst/>
                <a:rect l="l" t="t" r="r" b="b"/>
                <a:pathLst>
                  <a:path w="561" h="310" extrusionOk="0">
                    <a:moveTo>
                      <a:pt x="383" y="0"/>
                    </a:moveTo>
                    <a:cubicBezTo>
                      <a:pt x="350" y="0"/>
                      <a:pt x="316" y="8"/>
                      <a:pt x="287" y="22"/>
                    </a:cubicBezTo>
                    <a:lnTo>
                      <a:pt x="50" y="158"/>
                    </a:lnTo>
                    <a:cubicBezTo>
                      <a:pt x="0" y="188"/>
                      <a:pt x="0" y="238"/>
                      <a:pt x="50" y="267"/>
                    </a:cubicBezTo>
                    <a:lnTo>
                      <a:pt x="86" y="288"/>
                    </a:lnTo>
                    <a:cubicBezTo>
                      <a:pt x="111" y="303"/>
                      <a:pt x="146" y="310"/>
                      <a:pt x="180" y="310"/>
                    </a:cubicBezTo>
                    <a:cubicBezTo>
                      <a:pt x="214" y="310"/>
                      <a:pt x="248" y="303"/>
                      <a:pt x="273" y="288"/>
                    </a:cubicBezTo>
                    <a:lnTo>
                      <a:pt x="509" y="152"/>
                    </a:lnTo>
                    <a:cubicBezTo>
                      <a:pt x="561" y="122"/>
                      <a:pt x="561" y="72"/>
                      <a:pt x="509" y="43"/>
                    </a:cubicBezTo>
                    <a:lnTo>
                      <a:pt x="475" y="22"/>
                    </a:lnTo>
                    <a:cubicBezTo>
                      <a:pt x="449" y="8"/>
                      <a:pt x="416" y="0"/>
                      <a:pt x="383"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68" name="Google Shape;1132;p41">
                <a:extLst>
                  <a:ext uri="{FF2B5EF4-FFF2-40B4-BE49-F238E27FC236}">
                    <a16:creationId xmlns:a16="http://schemas.microsoft.com/office/drawing/2014/main" id="{B284ED9F-335E-4B44-A5CA-A18CFE55E937}"/>
                  </a:ext>
                </a:extLst>
              </p:cNvPr>
              <p:cNvSpPr/>
              <p:nvPr/>
            </p:nvSpPr>
            <p:spPr>
              <a:xfrm>
                <a:off x="2295804" y="3206738"/>
                <a:ext cx="62139" cy="34474"/>
              </a:xfrm>
              <a:custGeom>
                <a:avLst/>
                <a:gdLst/>
                <a:ahLst/>
                <a:cxnLst/>
                <a:rect l="l" t="t" r="r" b="b"/>
                <a:pathLst>
                  <a:path w="584" h="324" extrusionOk="0">
                    <a:moveTo>
                      <a:pt x="404" y="0"/>
                    </a:moveTo>
                    <a:cubicBezTo>
                      <a:pt x="370" y="0"/>
                      <a:pt x="336" y="8"/>
                      <a:pt x="311" y="22"/>
                    </a:cubicBezTo>
                    <a:lnTo>
                      <a:pt x="52" y="172"/>
                    </a:lnTo>
                    <a:cubicBezTo>
                      <a:pt x="0" y="202"/>
                      <a:pt x="0" y="252"/>
                      <a:pt x="52" y="281"/>
                    </a:cubicBezTo>
                    <a:lnTo>
                      <a:pt x="86" y="302"/>
                    </a:lnTo>
                    <a:cubicBezTo>
                      <a:pt x="112" y="317"/>
                      <a:pt x="147" y="324"/>
                      <a:pt x="181" y="324"/>
                    </a:cubicBezTo>
                    <a:cubicBezTo>
                      <a:pt x="215" y="324"/>
                      <a:pt x="249" y="317"/>
                      <a:pt x="274" y="302"/>
                    </a:cubicBezTo>
                    <a:lnTo>
                      <a:pt x="533" y="152"/>
                    </a:lnTo>
                    <a:cubicBezTo>
                      <a:pt x="583" y="122"/>
                      <a:pt x="583" y="72"/>
                      <a:pt x="533" y="43"/>
                    </a:cubicBezTo>
                    <a:lnTo>
                      <a:pt x="497" y="22"/>
                    </a:lnTo>
                    <a:cubicBezTo>
                      <a:pt x="472" y="8"/>
                      <a:pt x="438" y="0"/>
                      <a:pt x="404"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69" name="Google Shape;1133;p41">
                <a:extLst>
                  <a:ext uri="{FF2B5EF4-FFF2-40B4-BE49-F238E27FC236}">
                    <a16:creationId xmlns:a16="http://schemas.microsoft.com/office/drawing/2014/main" id="{1AB6204A-61BB-4886-9FA9-95394ED648BD}"/>
                  </a:ext>
                </a:extLst>
              </p:cNvPr>
              <p:cNvSpPr/>
              <p:nvPr/>
            </p:nvSpPr>
            <p:spPr>
              <a:xfrm>
                <a:off x="2328789" y="3225784"/>
                <a:ext cx="81079" cy="45221"/>
              </a:xfrm>
              <a:custGeom>
                <a:avLst/>
                <a:gdLst/>
                <a:ahLst/>
                <a:cxnLst/>
                <a:rect l="l" t="t" r="r" b="b"/>
                <a:pathLst>
                  <a:path w="762" h="425" extrusionOk="0">
                    <a:moveTo>
                      <a:pt x="403" y="1"/>
                    </a:moveTo>
                    <a:cubicBezTo>
                      <a:pt x="369" y="1"/>
                      <a:pt x="334" y="8"/>
                      <a:pt x="309" y="23"/>
                    </a:cubicBezTo>
                    <a:lnTo>
                      <a:pt x="51" y="173"/>
                    </a:lnTo>
                    <a:cubicBezTo>
                      <a:pt x="1" y="202"/>
                      <a:pt x="1" y="252"/>
                      <a:pt x="51" y="282"/>
                    </a:cubicBezTo>
                    <a:lnTo>
                      <a:pt x="259" y="404"/>
                    </a:lnTo>
                    <a:cubicBezTo>
                      <a:pt x="284" y="418"/>
                      <a:pt x="318" y="425"/>
                      <a:pt x="353" y="425"/>
                    </a:cubicBezTo>
                    <a:cubicBezTo>
                      <a:pt x="387" y="425"/>
                      <a:pt x="421" y="418"/>
                      <a:pt x="446" y="404"/>
                    </a:cubicBezTo>
                    <a:lnTo>
                      <a:pt x="704" y="252"/>
                    </a:lnTo>
                    <a:cubicBezTo>
                      <a:pt x="761" y="225"/>
                      <a:pt x="761" y="182"/>
                      <a:pt x="711" y="145"/>
                    </a:cubicBezTo>
                    <a:lnTo>
                      <a:pt x="496" y="23"/>
                    </a:lnTo>
                    <a:cubicBezTo>
                      <a:pt x="471" y="8"/>
                      <a:pt x="437" y="1"/>
                      <a:pt x="403"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70" name="Google Shape;1134;p41">
                <a:extLst>
                  <a:ext uri="{FF2B5EF4-FFF2-40B4-BE49-F238E27FC236}">
                    <a16:creationId xmlns:a16="http://schemas.microsoft.com/office/drawing/2014/main" id="{FED1A563-828B-4BA6-891D-EFCED8944D62}"/>
                  </a:ext>
                </a:extLst>
              </p:cNvPr>
              <p:cNvSpPr/>
              <p:nvPr/>
            </p:nvSpPr>
            <p:spPr>
              <a:xfrm>
                <a:off x="2274524" y="3258663"/>
                <a:ext cx="78844" cy="43731"/>
              </a:xfrm>
              <a:custGeom>
                <a:avLst/>
                <a:gdLst/>
                <a:ahLst/>
                <a:cxnLst/>
                <a:rect l="l" t="t" r="r" b="b"/>
                <a:pathLst>
                  <a:path w="741" h="411" extrusionOk="0">
                    <a:moveTo>
                      <a:pt x="381" y="1"/>
                    </a:moveTo>
                    <a:cubicBezTo>
                      <a:pt x="347" y="1"/>
                      <a:pt x="312" y="8"/>
                      <a:pt x="286" y="23"/>
                    </a:cubicBezTo>
                    <a:lnTo>
                      <a:pt x="50" y="159"/>
                    </a:lnTo>
                    <a:cubicBezTo>
                      <a:pt x="0" y="188"/>
                      <a:pt x="0" y="238"/>
                      <a:pt x="50" y="268"/>
                    </a:cubicBezTo>
                    <a:lnTo>
                      <a:pt x="259" y="390"/>
                    </a:lnTo>
                    <a:cubicBezTo>
                      <a:pt x="284" y="404"/>
                      <a:pt x="318" y="411"/>
                      <a:pt x="352" y="411"/>
                    </a:cubicBezTo>
                    <a:cubicBezTo>
                      <a:pt x="386" y="411"/>
                      <a:pt x="420" y="404"/>
                      <a:pt x="445" y="390"/>
                    </a:cubicBezTo>
                    <a:lnTo>
                      <a:pt x="690" y="252"/>
                    </a:lnTo>
                    <a:cubicBezTo>
                      <a:pt x="740" y="224"/>
                      <a:pt x="740" y="174"/>
                      <a:pt x="690" y="145"/>
                    </a:cubicBezTo>
                    <a:lnTo>
                      <a:pt x="474" y="23"/>
                    </a:lnTo>
                    <a:cubicBezTo>
                      <a:pt x="449" y="8"/>
                      <a:pt x="415" y="1"/>
                      <a:pt x="381"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71" name="Google Shape;1135;p41">
                <a:extLst>
                  <a:ext uri="{FF2B5EF4-FFF2-40B4-BE49-F238E27FC236}">
                    <a16:creationId xmlns:a16="http://schemas.microsoft.com/office/drawing/2014/main" id="{E154AD68-54DC-4728-A848-F533550D1E0D}"/>
                  </a:ext>
                </a:extLst>
              </p:cNvPr>
              <p:cNvSpPr/>
              <p:nvPr/>
            </p:nvSpPr>
            <p:spPr>
              <a:xfrm>
                <a:off x="2366243" y="3255684"/>
                <a:ext cx="97252" cy="55116"/>
              </a:xfrm>
              <a:custGeom>
                <a:avLst/>
                <a:gdLst/>
                <a:ahLst/>
                <a:cxnLst/>
                <a:rect l="l" t="t" r="r" b="b"/>
                <a:pathLst>
                  <a:path w="914" h="518" extrusionOk="0">
                    <a:moveTo>
                      <a:pt x="532" y="1"/>
                    </a:moveTo>
                    <a:cubicBezTo>
                      <a:pt x="498" y="1"/>
                      <a:pt x="464" y="7"/>
                      <a:pt x="439" y="21"/>
                    </a:cubicBezTo>
                    <a:lnTo>
                      <a:pt x="51" y="246"/>
                    </a:lnTo>
                    <a:cubicBezTo>
                      <a:pt x="1" y="273"/>
                      <a:pt x="1" y="323"/>
                      <a:pt x="51" y="352"/>
                    </a:cubicBezTo>
                    <a:lnTo>
                      <a:pt x="287" y="496"/>
                    </a:lnTo>
                    <a:cubicBezTo>
                      <a:pt x="313" y="510"/>
                      <a:pt x="347" y="518"/>
                      <a:pt x="382" y="518"/>
                    </a:cubicBezTo>
                    <a:cubicBezTo>
                      <a:pt x="416" y="518"/>
                      <a:pt x="450" y="510"/>
                      <a:pt x="475" y="496"/>
                    </a:cubicBezTo>
                    <a:lnTo>
                      <a:pt x="863" y="266"/>
                    </a:lnTo>
                    <a:cubicBezTo>
                      <a:pt x="913" y="237"/>
                      <a:pt x="913" y="187"/>
                      <a:pt x="863" y="159"/>
                    </a:cubicBezTo>
                    <a:lnTo>
                      <a:pt x="625" y="21"/>
                    </a:lnTo>
                    <a:cubicBezTo>
                      <a:pt x="600" y="7"/>
                      <a:pt x="566" y="1"/>
                      <a:pt x="532"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72" name="Google Shape;1136;p41">
                <a:extLst>
                  <a:ext uri="{FF2B5EF4-FFF2-40B4-BE49-F238E27FC236}">
                    <a16:creationId xmlns:a16="http://schemas.microsoft.com/office/drawing/2014/main" id="{5697671C-10A6-4CE8-ADAC-A792ED8FF7E5}"/>
                  </a:ext>
                </a:extLst>
              </p:cNvPr>
              <p:cNvSpPr/>
              <p:nvPr/>
            </p:nvSpPr>
            <p:spPr>
              <a:xfrm>
                <a:off x="2311871" y="3296223"/>
                <a:ext cx="82036" cy="45966"/>
              </a:xfrm>
              <a:custGeom>
                <a:avLst/>
                <a:gdLst/>
                <a:ahLst/>
                <a:cxnLst/>
                <a:rect l="l" t="t" r="r" b="b"/>
                <a:pathLst>
                  <a:path w="771" h="432" extrusionOk="0">
                    <a:moveTo>
                      <a:pt x="382" y="1"/>
                    </a:moveTo>
                    <a:cubicBezTo>
                      <a:pt x="348" y="1"/>
                      <a:pt x="314" y="8"/>
                      <a:pt x="289" y="22"/>
                    </a:cubicBezTo>
                    <a:lnTo>
                      <a:pt x="51" y="158"/>
                    </a:lnTo>
                    <a:cubicBezTo>
                      <a:pt x="1" y="187"/>
                      <a:pt x="1" y="237"/>
                      <a:pt x="51" y="266"/>
                    </a:cubicBezTo>
                    <a:lnTo>
                      <a:pt x="289" y="410"/>
                    </a:lnTo>
                    <a:cubicBezTo>
                      <a:pt x="314" y="424"/>
                      <a:pt x="348" y="432"/>
                      <a:pt x="382" y="432"/>
                    </a:cubicBezTo>
                    <a:cubicBezTo>
                      <a:pt x="416" y="432"/>
                      <a:pt x="450" y="424"/>
                      <a:pt x="475" y="410"/>
                    </a:cubicBezTo>
                    <a:lnTo>
                      <a:pt x="712" y="266"/>
                    </a:lnTo>
                    <a:cubicBezTo>
                      <a:pt x="763" y="237"/>
                      <a:pt x="770" y="187"/>
                      <a:pt x="712" y="158"/>
                    </a:cubicBezTo>
                    <a:lnTo>
                      <a:pt x="475" y="22"/>
                    </a:lnTo>
                    <a:cubicBezTo>
                      <a:pt x="450" y="8"/>
                      <a:pt x="416" y="1"/>
                      <a:pt x="382"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73" name="Google Shape;1137;p41">
                <a:extLst>
                  <a:ext uri="{FF2B5EF4-FFF2-40B4-BE49-F238E27FC236}">
                    <a16:creationId xmlns:a16="http://schemas.microsoft.com/office/drawing/2014/main" id="{0BBDAE15-1772-463D-B0CF-300098C0FFD5}"/>
                  </a:ext>
                </a:extLst>
              </p:cNvPr>
              <p:cNvSpPr/>
              <p:nvPr/>
            </p:nvSpPr>
            <p:spPr>
              <a:xfrm>
                <a:off x="2401356" y="3287072"/>
                <a:ext cx="113319" cy="63629"/>
              </a:xfrm>
              <a:custGeom>
                <a:avLst/>
                <a:gdLst/>
                <a:ahLst/>
                <a:cxnLst/>
                <a:rect l="l" t="t" r="r" b="b"/>
                <a:pathLst>
                  <a:path w="1065" h="598" extrusionOk="0">
                    <a:moveTo>
                      <a:pt x="708" y="1"/>
                    </a:moveTo>
                    <a:cubicBezTo>
                      <a:pt x="675" y="1"/>
                      <a:pt x="641" y="7"/>
                      <a:pt x="612" y="21"/>
                    </a:cubicBezTo>
                    <a:lnTo>
                      <a:pt x="59" y="346"/>
                    </a:lnTo>
                    <a:cubicBezTo>
                      <a:pt x="0" y="373"/>
                      <a:pt x="0" y="425"/>
                      <a:pt x="52" y="453"/>
                    </a:cubicBezTo>
                    <a:lnTo>
                      <a:pt x="267" y="575"/>
                    </a:lnTo>
                    <a:cubicBezTo>
                      <a:pt x="292" y="590"/>
                      <a:pt x="327" y="597"/>
                      <a:pt x="361" y="597"/>
                    </a:cubicBezTo>
                    <a:cubicBezTo>
                      <a:pt x="395" y="597"/>
                      <a:pt x="429" y="590"/>
                      <a:pt x="454" y="575"/>
                    </a:cubicBezTo>
                    <a:lnTo>
                      <a:pt x="1014" y="252"/>
                    </a:lnTo>
                    <a:cubicBezTo>
                      <a:pt x="1064" y="223"/>
                      <a:pt x="1064" y="173"/>
                      <a:pt x="1014" y="144"/>
                    </a:cubicBezTo>
                    <a:lnTo>
                      <a:pt x="799" y="21"/>
                    </a:lnTo>
                    <a:cubicBezTo>
                      <a:pt x="774" y="7"/>
                      <a:pt x="741" y="1"/>
                      <a:pt x="70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74" name="Google Shape;1138;p41">
                <a:extLst>
                  <a:ext uri="{FF2B5EF4-FFF2-40B4-BE49-F238E27FC236}">
                    <a16:creationId xmlns:a16="http://schemas.microsoft.com/office/drawing/2014/main" id="{ED76568B-287E-4624-9AB7-014EA9FB2073}"/>
                  </a:ext>
                </a:extLst>
              </p:cNvPr>
              <p:cNvSpPr/>
              <p:nvPr/>
            </p:nvSpPr>
            <p:spPr>
              <a:xfrm>
                <a:off x="2526912" y="3346765"/>
                <a:ext cx="91825" cy="51286"/>
              </a:xfrm>
              <a:custGeom>
                <a:avLst/>
                <a:gdLst/>
                <a:ahLst/>
                <a:cxnLst/>
                <a:rect l="l" t="t" r="r" b="b"/>
                <a:pathLst>
                  <a:path w="863" h="482" extrusionOk="0">
                    <a:moveTo>
                      <a:pt x="495" y="0"/>
                    </a:moveTo>
                    <a:cubicBezTo>
                      <a:pt x="461" y="0"/>
                      <a:pt x="427" y="7"/>
                      <a:pt x="402" y="21"/>
                    </a:cubicBezTo>
                    <a:lnTo>
                      <a:pt x="57" y="223"/>
                    </a:lnTo>
                    <a:cubicBezTo>
                      <a:pt x="0" y="252"/>
                      <a:pt x="0" y="302"/>
                      <a:pt x="57" y="330"/>
                    </a:cubicBezTo>
                    <a:lnTo>
                      <a:pt x="273" y="459"/>
                    </a:lnTo>
                    <a:cubicBezTo>
                      <a:pt x="298" y="474"/>
                      <a:pt x="332" y="481"/>
                      <a:pt x="366" y="481"/>
                    </a:cubicBezTo>
                    <a:cubicBezTo>
                      <a:pt x="400" y="481"/>
                      <a:pt x="434" y="474"/>
                      <a:pt x="459" y="459"/>
                    </a:cubicBezTo>
                    <a:lnTo>
                      <a:pt x="804" y="259"/>
                    </a:lnTo>
                    <a:cubicBezTo>
                      <a:pt x="863" y="230"/>
                      <a:pt x="863" y="180"/>
                      <a:pt x="804" y="150"/>
                    </a:cubicBezTo>
                    <a:lnTo>
                      <a:pt x="588" y="21"/>
                    </a:lnTo>
                    <a:cubicBezTo>
                      <a:pt x="563" y="7"/>
                      <a:pt x="529" y="0"/>
                      <a:pt x="495"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75" name="Google Shape;1139;p41">
                <a:extLst>
                  <a:ext uri="{FF2B5EF4-FFF2-40B4-BE49-F238E27FC236}">
                    <a16:creationId xmlns:a16="http://schemas.microsoft.com/office/drawing/2014/main" id="{540F50ED-F762-48B5-B555-542A993EC2B0}"/>
                  </a:ext>
                </a:extLst>
              </p:cNvPr>
              <p:cNvSpPr/>
              <p:nvPr/>
            </p:nvSpPr>
            <p:spPr>
              <a:xfrm>
                <a:off x="2430511" y="3316865"/>
                <a:ext cx="136089" cy="76503"/>
              </a:xfrm>
              <a:custGeom>
                <a:avLst/>
                <a:gdLst/>
                <a:ahLst/>
                <a:cxnLst/>
                <a:rect l="l" t="t" r="r" b="b"/>
                <a:pathLst>
                  <a:path w="1279" h="719" extrusionOk="0">
                    <a:moveTo>
                      <a:pt x="913" y="0"/>
                    </a:moveTo>
                    <a:cubicBezTo>
                      <a:pt x="879" y="0"/>
                      <a:pt x="845" y="8"/>
                      <a:pt x="820" y="22"/>
                    </a:cubicBezTo>
                    <a:lnTo>
                      <a:pt x="50" y="461"/>
                    </a:lnTo>
                    <a:cubicBezTo>
                      <a:pt x="0" y="490"/>
                      <a:pt x="0" y="540"/>
                      <a:pt x="50" y="568"/>
                    </a:cubicBezTo>
                    <a:lnTo>
                      <a:pt x="273" y="697"/>
                    </a:lnTo>
                    <a:cubicBezTo>
                      <a:pt x="298" y="712"/>
                      <a:pt x="332" y="719"/>
                      <a:pt x="366" y="719"/>
                    </a:cubicBezTo>
                    <a:cubicBezTo>
                      <a:pt x="400" y="719"/>
                      <a:pt x="434" y="712"/>
                      <a:pt x="459" y="697"/>
                    </a:cubicBezTo>
                    <a:lnTo>
                      <a:pt x="1229" y="259"/>
                    </a:lnTo>
                    <a:cubicBezTo>
                      <a:pt x="1279" y="223"/>
                      <a:pt x="1279" y="179"/>
                      <a:pt x="1229" y="152"/>
                    </a:cubicBezTo>
                    <a:lnTo>
                      <a:pt x="1006" y="22"/>
                    </a:lnTo>
                    <a:cubicBezTo>
                      <a:pt x="981" y="8"/>
                      <a:pt x="947" y="0"/>
                      <a:pt x="913"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76" name="Google Shape;1140;p41">
                <a:extLst>
                  <a:ext uri="{FF2B5EF4-FFF2-40B4-BE49-F238E27FC236}">
                    <a16:creationId xmlns:a16="http://schemas.microsoft.com/office/drawing/2014/main" id="{C82BCE9F-E0C0-4718-B821-6DBE749ACBD3}"/>
                  </a:ext>
                </a:extLst>
              </p:cNvPr>
              <p:cNvSpPr/>
              <p:nvPr/>
            </p:nvSpPr>
            <p:spPr>
              <a:xfrm>
                <a:off x="2376139" y="3380388"/>
                <a:ext cx="80334" cy="44370"/>
              </a:xfrm>
              <a:custGeom>
                <a:avLst/>
                <a:gdLst/>
                <a:ahLst/>
                <a:cxnLst/>
                <a:rect l="l" t="t" r="r" b="b"/>
                <a:pathLst>
                  <a:path w="755" h="417" extrusionOk="0">
                    <a:moveTo>
                      <a:pt x="389" y="0"/>
                    </a:moveTo>
                    <a:cubicBezTo>
                      <a:pt x="355" y="0"/>
                      <a:pt x="321" y="8"/>
                      <a:pt x="296" y="22"/>
                    </a:cubicBezTo>
                    <a:lnTo>
                      <a:pt x="58" y="159"/>
                    </a:lnTo>
                    <a:cubicBezTo>
                      <a:pt x="1" y="186"/>
                      <a:pt x="1" y="238"/>
                      <a:pt x="51" y="266"/>
                    </a:cubicBezTo>
                    <a:lnTo>
                      <a:pt x="273" y="395"/>
                    </a:lnTo>
                    <a:cubicBezTo>
                      <a:pt x="298" y="410"/>
                      <a:pt x="332" y="417"/>
                      <a:pt x="367" y="417"/>
                    </a:cubicBezTo>
                    <a:cubicBezTo>
                      <a:pt x="401" y="417"/>
                      <a:pt x="435" y="410"/>
                      <a:pt x="461" y="395"/>
                    </a:cubicBezTo>
                    <a:lnTo>
                      <a:pt x="698" y="259"/>
                    </a:lnTo>
                    <a:cubicBezTo>
                      <a:pt x="755" y="229"/>
                      <a:pt x="755" y="179"/>
                      <a:pt x="698" y="152"/>
                    </a:cubicBezTo>
                    <a:lnTo>
                      <a:pt x="482" y="22"/>
                    </a:lnTo>
                    <a:cubicBezTo>
                      <a:pt x="457" y="8"/>
                      <a:pt x="423" y="0"/>
                      <a:pt x="38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77" name="Google Shape;1141;p41">
                <a:extLst>
                  <a:ext uri="{FF2B5EF4-FFF2-40B4-BE49-F238E27FC236}">
                    <a16:creationId xmlns:a16="http://schemas.microsoft.com/office/drawing/2014/main" id="{131584E5-4D90-4D71-9B03-2E5368D5D570}"/>
                  </a:ext>
                </a:extLst>
              </p:cNvPr>
              <p:cNvSpPr/>
              <p:nvPr/>
            </p:nvSpPr>
            <p:spPr>
              <a:xfrm>
                <a:off x="2324959" y="3411671"/>
                <a:ext cx="77355" cy="42880"/>
              </a:xfrm>
              <a:custGeom>
                <a:avLst/>
                <a:gdLst/>
                <a:ahLst/>
                <a:cxnLst/>
                <a:rect l="l" t="t" r="r" b="b"/>
                <a:pathLst>
                  <a:path w="727" h="403" extrusionOk="0">
                    <a:moveTo>
                      <a:pt x="359" y="1"/>
                    </a:moveTo>
                    <a:cubicBezTo>
                      <a:pt x="325" y="1"/>
                      <a:pt x="291" y="8"/>
                      <a:pt x="266" y="22"/>
                    </a:cubicBezTo>
                    <a:lnTo>
                      <a:pt x="50" y="144"/>
                    </a:lnTo>
                    <a:cubicBezTo>
                      <a:pt x="0" y="173"/>
                      <a:pt x="0" y="223"/>
                      <a:pt x="50" y="253"/>
                    </a:cubicBezTo>
                    <a:lnTo>
                      <a:pt x="273" y="382"/>
                    </a:lnTo>
                    <a:cubicBezTo>
                      <a:pt x="298" y="396"/>
                      <a:pt x="332" y="403"/>
                      <a:pt x="366" y="403"/>
                    </a:cubicBezTo>
                    <a:cubicBezTo>
                      <a:pt x="400" y="403"/>
                      <a:pt x="434" y="396"/>
                      <a:pt x="459" y="382"/>
                    </a:cubicBezTo>
                    <a:lnTo>
                      <a:pt x="668" y="260"/>
                    </a:lnTo>
                    <a:cubicBezTo>
                      <a:pt x="727" y="230"/>
                      <a:pt x="727" y="180"/>
                      <a:pt x="675" y="151"/>
                    </a:cubicBezTo>
                    <a:lnTo>
                      <a:pt x="452" y="22"/>
                    </a:lnTo>
                    <a:cubicBezTo>
                      <a:pt x="427" y="8"/>
                      <a:pt x="393" y="1"/>
                      <a:pt x="359"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78" name="Google Shape;1142;p41">
                <a:extLst>
                  <a:ext uri="{FF2B5EF4-FFF2-40B4-BE49-F238E27FC236}">
                    <a16:creationId xmlns:a16="http://schemas.microsoft.com/office/drawing/2014/main" id="{CA6DD11E-5D53-45B9-AD59-DCE3E0D71B1E}"/>
                  </a:ext>
                </a:extLst>
              </p:cNvPr>
              <p:cNvSpPr/>
              <p:nvPr/>
            </p:nvSpPr>
            <p:spPr>
              <a:xfrm>
                <a:off x="1646531" y="3658101"/>
                <a:ext cx="119384" cy="67885"/>
              </a:xfrm>
              <a:custGeom>
                <a:avLst/>
                <a:gdLst/>
                <a:ahLst/>
                <a:cxnLst/>
                <a:rect l="l" t="t" r="r" b="b"/>
                <a:pathLst>
                  <a:path w="1122" h="638" extrusionOk="0">
                    <a:moveTo>
                      <a:pt x="740" y="0"/>
                    </a:moveTo>
                    <a:cubicBezTo>
                      <a:pt x="706" y="0"/>
                      <a:pt x="672" y="9"/>
                      <a:pt x="647" y="28"/>
                    </a:cubicBezTo>
                    <a:lnTo>
                      <a:pt x="50" y="366"/>
                    </a:lnTo>
                    <a:cubicBezTo>
                      <a:pt x="0" y="395"/>
                      <a:pt x="0" y="445"/>
                      <a:pt x="50" y="474"/>
                    </a:cubicBezTo>
                    <a:lnTo>
                      <a:pt x="288" y="611"/>
                    </a:lnTo>
                    <a:cubicBezTo>
                      <a:pt x="317" y="629"/>
                      <a:pt x="351" y="638"/>
                      <a:pt x="385" y="638"/>
                    </a:cubicBezTo>
                    <a:cubicBezTo>
                      <a:pt x="419" y="638"/>
                      <a:pt x="453" y="629"/>
                      <a:pt x="482" y="611"/>
                    </a:cubicBezTo>
                    <a:lnTo>
                      <a:pt x="1072" y="273"/>
                    </a:lnTo>
                    <a:cubicBezTo>
                      <a:pt x="1122" y="243"/>
                      <a:pt x="1122" y="193"/>
                      <a:pt x="1072" y="164"/>
                    </a:cubicBezTo>
                    <a:lnTo>
                      <a:pt x="834" y="28"/>
                    </a:lnTo>
                    <a:cubicBezTo>
                      <a:pt x="809" y="9"/>
                      <a:pt x="775" y="0"/>
                      <a:pt x="74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79" name="Google Shape;1143;p41">
                <a:extLst>
                  <a:ext uri="{FF2B5EF4-FFF2-40B4-BE49-F238E27FC236}">
                    <a16:creationId xmlns:a16="http://schemas.microsoft.com/office/drawing/2014/main" id="{237EDEA1-059E-4C46-B54D-4A16FB63723D}"/>
                  </a:ext>
                </a:extLst>
              </p:cNvPr>
              <p:cNvSpPr/>
              <p:nvPr/>
            </p:nvSpPr>
            <p:spPr>
              <a:xfrm>
                <a:off x="1738251" y="3627350"/>
                <a:ext cx="81292" cy="45221"/>
              </a:xfrm>
              <a:custGeom>
                <a:avLst/>
                <a:gdLst/>
                <a:ahLst/>
                <a:cxnLst/>
                <a:rect l="l" t="t" r="r" b="b"/>
                <a:pathLst>
                  <a:path w="764" h="425" extrusionOk="0">
                    <a:moveTo>
                      <a:pt x="380" y="1"/>
                    </a:moveTo>
                    <a:cubicBezTo>
                      <a:pt x="346" y="1"/>
                      <a:pt x="314" y="8"/>
                      <a:pt x="289" y="22"/>
                    </a:cubicBezTo>
                    <a:lnTo>
                      <a:pt x="58" y="160"/>
                    </a:lnTo>
                    <a:cubicBezTo>
                      <a:pt x="1" y="187"/>
                      <a:pt x="1" y="237"/>
                      <a:pt x="51" y="267"/>
                    </a:cubicBezTo>
                    <a:lnTo>
                      <a:pt x="296" y="403"/>
                    </a:lnTo>
                    <a:cubicBezTo>
                      <a:pt x="321" y="418"/>
                      <a:pt x="353" y="425"/>
                      <a:pt x="387" y="425"/>
                    </a:cubicBezTo>
                    <a:cubicBezTo>
                      <a:pt x="420" y="425"/>
                      <a:pt x="454" y="418"/>
                      <a:pt x="482" y="403"/>
                    </a:cubicBezTo>
                    <a:lnTo>
                      <a:pt x="712" y="273"/>
                    </a:lnTo>
                    <a:cubicBezTo>
                      <a:pt x="763" y="246"/>
                      <a:pt x="763" y="194"/>
                      <a:pt x="712" y="167"/>
                    </a:cubicBezTo>
                    <a:lnTo>
                      <a:pt x="475" y="22"/>
                    </a:lnTo>
                    <a:cubicBezTo>
                      <a:pt x="447" y="8"/>
                      <a:pt x="413" y="1"/>
                      <a:pt x="380"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80" name="Google Shape;1144;p41">
                <a:extLst>
                  <a:ext uri="{FF2B5EF4-FFF2-40B4-BE49-F238E27FC236}">
                    <a16:creationId xmlns:a16="http://schemas.microsoft.com/office/drawing/2014/main" id="{AE5B309B-AADF-4CBE-B542-53AFC5F0D8F5}"/>
                  </a:ext>
                </a:extLst>
              </p:cNvPr>
              <p:cNvSpPr/>
              <p:nvPr/>
            </p:nvSpPr>
            <p:spPr>
              <a:xfrm>
                <a:off x="1700903" y="3669486"/>
                <a:ext cx="151517" cy="85760"/>
              </a:xfrm>
              <a:custGeom>
                <a:avLst/>
                <a:gdLst/>
                <a:ahLst/>
                <a:cxnLst/>
                <a:rect l="l" t="t" r="r" b="b"/>
                <a:pathLst>
                  <a:path w="1424" h="806" extrusionOk="0">
                    <a:moveTo>
                      <a:pt x="1063" y="0"/>
                    </a:moveTo>
                    <a:cubicBezTo>
                      <a:pt x="1029" y="0"/>
                      <a:pt x="995" y="8"/>
                      <a:pt x="970" y="22"/>
                    </a:cubicBezTo>
                    <a:lnTo>
                      <a:pt x="50" y="554"/>
                    </a:lnTo>
                    <a:cubicBezTo>
                      <a:pt x="0" y="583"/>
                      <a:pt x="0" y="633"/>
                      <a:pt x="50" y="661"/>
                    </a:cubicBezTo>
                    <a:lnTo>
                      <a:pt x="259" y="783"/>
                    </a:lnTo>
                    <a:cubicBezTo>
                      <a:pt x="284" y="798"/>
                      <a:pt x="318" y="805"/>
                      <a:pt x="352" y="805"/>
                    </a:cubicBezTo>
                    <a:cubicBezTo>
                      <a:pt x="386" y="805"/>
                      <a:pt x="420" y="798"/>
                      <a:pt x="445" y="783"/>
                    </a:cubicBezTo>
                    <a:lnTo>
                      <a:pt x="1365" y="252"/>
                    </a:lnTo>
                    <a:cubicBezTo>
                      <a:pt x="1423" y="222"/>
                      <a:pt x="1423" y="172"/>
                      <a:pt x="1373" y="143"/>
                    </a:cubicBezTo>
                    <a:lnTo>
                      <a:pt x="1158" y="22"/>
                    </a:lnTo>
                    <a:cubicBezTo>
                      <a:pt x="1132" y="8"/>
                      <a:pt x="1097" y="0"/>
                      <a:pt x="1063"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81" name="Google Shape;1145;p41">
                <a:extLst>
                  <a:ext uri="{FF2B5EF4-FFF2-40B4-BE49-F238E27FC236}">
                    <a16:creationId xmlns:a16="http://schemas.microsoft.com/office/drawing/2014/main" id="{69EB0A6C-61E8-45D8-B3D5-8EDB491E9EC2}"/>
                  </a:ext>
                </a:extLst>
              </p:cNvPr>
              <p:cNvSpPr/>
              <p:nvPr/>
            </p:nvSpPr>
            <p:spPr>
              <a:xfrm>
                <a:off x="1827736" y="3639055"/>
                <a:ext cx="76610" cy="43306"/>
              </a:xfrm>
              <a:custGeom>
                <a:avLst/>
                <a:gdLst/>
                <a:ahLst/>
                <a:cxnLst/>
                <a:rect l="l" t="t" r="r" b="b"/>
                <a:pathLst>
                  <a:path w="720" h="407" extrusionOk="0">
                    <a:moveTo>
                      <a:pt x="368" y="0"/>
                    </a:moveTo>
                    <a:cubicBezTo>
                      <a:pt x="333" y="0"/>
                      <a:pt x="299" y="9"/>
                      <a:pt x="274" y="27"/>
                    </a:cubicBezTo>
                    <a:lnTo>
                      <a:pt x="52" y="150"/>
                    </a:lnTo>
                    <a:cubicBezTo>
                      <a:pt x="0" y="179"/>
                      <a:pt x="0" y="229"/>
                      <a:pt x="52" y="257"/>
                    </a:cubicBezTo>
                    <a:lnTo>
                      <a:pt x="259" y="379"/>
                    </a:lnTo>
                    <a:cubicBezTo>
                      <a:pt x="285" y="397"/>
                      <a:pt x="319" y="406"/>
                      <a:pt x="354" y="406"/>
                    </a:cubicBezTo>
                    <a:cubicBezTo>
                      <a:pt x="388" y="406"/>
                      <a:pt x="422" y="397"/>
                      <a:pt x="447" y="379"/>
                    </a:cubicBezTo>
                    <a:lnTo>
                      <a:pt x="669" y="257"/>
                    </a:lnTo>
                    <a:cubicBezTo>
                      <a:pt x="719" y="229"/>
                      <a:pt x="719" y="179"/>
                      <a:pt x="669" y="150"/>
                    </a:cubicBezTo>
                    <a:lnTo>
                      <a:pt x="461" y="27"/>
                    </a:lnTo>
                    <a:cubicBezTo>
                      <a:pt x="436" y="9"/>
                      <a:pt x="402" y="0"/>
                      <a:pt x="368"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82" name="Google Shape;1146;p41">
                <a:extLst>
                  <a:ext uri="{FF2B5EF4-FFF2-40B4-BE49-F238E27FC236}">
                    <a16:creationId xmlns:a16="http://schemas.microsoft.com/office/drawing/2014/main" id="{59EADAC5-0EA9-47E6-8DF3-44598466FEEC}"/>
                  </a:ext>
                </a:extLst>
              </p:cNvPr>
              <p:cNvSpPr/>
              <p:nvPr/>
            </p:nvSpPr>
            <p:spPr>
              <a:xfrm>
                <a:off x="2243773" y="3398690"/>
                <a:ext cx="76716" cy="42987"/>
              </a:xfrm>
              <a:custGeom>
                <a:avLst/>
                <a:gdLst/>
                <a:ahLst/>
                <a:cxnLst/>
                <a:rect l="l" t="t" r="r" b="b"/>
                <a:pathLst>
                  <a:path w="721" h="404" extrusionOk="0">
                    <a:moveTo>
                      <a:pt x="368" y="1"/>
                    </a:moveTo>
                    <a:cubicBezTo>
                      <a:pt x="334" y="1"/>
                      <a:pt x="299" y="8"/>
                      <a:pt x="273" y="23"/>
                    </a:cubicBezTo>
                    <a:lnTo>
                      <a:pt x="51" y="152"/>
                    </a:lnTo>
                    <a:cubicBezTo>
                      <a:pt x="1" y="180"/>
                      <a:pt x="1" y="230"/>
                      <a:pt x="51" y="259"/>
                    </a:cubicBezTo>
                    <a:lnTo>
                      <a:pt x="260" y="382"/>
                    </a:lnTo>
                    <a:cubicBezTo>
                      <a:pt x="285" y="396"/>
                      <a:pt x="319" y="404"/>
                      <a:pt x="353" y="404"/>
                    </a:cubicBezTo>
                    <a:cubicBezTo>
                      <a:pt x="387" y="404"/>
                      <a:pt x="421" y="396"/>
                      <a:pt x="446" y="382"/>
                    </a:cubicBezTo>
                    <a:lnTo>
                      <a:pt x="670" y="252"/>
                    </a:lnTo>
                    <a:cubicBezTo>
                      <a:pt x="720" y="223"/>
                      <a:pt x="720" y="180"/>
                      <a:pt x="670" y="144"/>
                    </a:cubicBezTo>
                    <a:lnTo>
                      <a:pt x="462" y="23"/>
                    </a:lnTo>
                    <a:cubicBezTo>
                      <a:pt x="437" y="8"/>
                      <a:pt x="402" y="1"/>
                      <a:pt x="36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83" name="Google Shape;1147;p41">
                <a:extLst>
                  <a:ext uri="{FF2B5EF4-FFF2-40B4-BE49-F238E27FC236}">
                    <a16:creationId xmlns:a16="http://schemas.microsoft.com/office/drawing/2014/main" id="{552040FC-9B61-4C4B-8125-36ADBA278E77}"/>
                  </a:ext>
                </a:extLst>
              </p:cNvPr>
              <p:cNvSpPr/>
              <p:nvPr/>
            </p:nvSpPr>
            <p:spPr>
              <a:xfrm>
                <a:off x="1538638" y="3681722"/>
                <a:ext cx="81930" cy="45753"/>
              </a:xfrm>
              <a:custGeom>
                <a:avLst/>
                <a:gdLst/>
                <a:ahLst/>
                <a:cxnLst/>
                <a:rect l="l" t="t" r="r" b="b"/>
                <a:pathLst>
                  <a:path w="770" h="430" extrusionOk="0">
                    <a:moveTo>
                      <a:pt x="411" y="1"/>
                    </a:moveTo>
                    <a:cubicBezTo>
                      <a:pt x="377" y="1"/>
                      <a:pt x="342" y="7"/>
                      <a:pt x="317" y="21"/>
                    </a:cubicBezTo>
                    <a:lnTo>
                      <a:pt x="52" y="173"/>
                    </a:lnTo>
                    <a:cubicBezTo>
                      <a:pt x="0" y="201"/>
                      <a:pt x="0" y="252"/>
                      <a:pt x="52" y="280"/>
                    </a:cubicBezTo>
                    <a:lnTo>
                      <a:pt x="267" y="402"/>
                    </a:lnTo>
                    <a:cubicBezTo>
                      <a:pt x="292" y="421"/>
                      <a:pt x="326" y="430"/>
                      <a:pt x="361" y="430"/>
                    </a:cubicBezTo>
                    <a:cubicBezTo>
                      <a:pt x="395" y="430"/>
                      <a:pt x="429" y="421"/>
                      <a:pt x="454" y="402"/>
                    </a:cubicBezTo>
                    <a:lnTo>
                      <a:pt x="712" y="252"/>
                    </a:lnTo>
                    <a:cubicBezTo>
                      <a:pt x="769" y="223"/>
                      <a:pt x="769" y="173"/>
                      <a:pt x="712" y="144"/>
                    </a:cubicBezTo>
                    <a:lnTo>
                      <a:pt x="504" y="21"/>
                    </a:lnTo>
                    <a:cubicBezTo>
                      <a:pt x="479" y="7"/>
                      <a:pt x="445" y="1"/>
                      <a:pt x="411"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84" name="Google Shape;1148;p41">
                <a:extLst>
                  <a:ext uri="{FF2B5EF4-FFF2-40B4-BE49-F238E27FC236}">
                    <a16:creationId xmlns:a16="http://schemas.microsoft.com/office/drawing/2014/main" id="{1D8395A6-AFB5-442A-8F7D-574E2DA88C09}"/>
                  </a:ext>
                </a:extLst>
              </p:cNvPr>
              <p:cNvSpPr/>
              <p:nvPr/>
            </p:nvSpPr>
            <p:spPr>
              <a:xfrm>
                <a:off x="1590031" y="3711515"/>
                <a:ext cx="84164" cy="47349"/>
              </a:xfrm>
              <a:custGeom>
                <a:avLst/>
                <a:gdLst/>
                <a:ahLst/>
                <a:cxnLst/>
                <a:rect l="l" t="t" r="r" b="b"/>
                <a:pathLst>
                  <a:path w="791" h="445" extrusionOk="0">
                    <a:moveTo>
                      <a:pt x="409" y="0"/>
                    </a:moveTo>
                    <a:cubicBezTo>
                      <a:pt x="375" y="0"/>
                      <a:pt x="341" y="8"/>
                      <a:pt x="316" y="22"/>
                    </a:cubicBezTo>
                    <a:lnTo>
                      <a:pt x="50" y="173"/>
                    </a:lnTo>
                    <a:cubicBezTo>
                      <a:pt x="0" y="202"/>
                      <a:pt x="0" y="252"/>
                      <a:pt x="50" y="281"/>
                    </a:cubicBezTo>
                    <a:lnTo>
                      <a:pt x="286" y="417"/>
                    </a:lnTo>
                    <a:cubicBezTo>
                      <a:pt x="311" y="436"/>
                      <a:pt x="346" y="445"/>
                      <a:pt x="380" y="445"/>
                    </a:cubicBezTo>
                    <a:cubicBezTo>
                      <a:pt x="414" y="445"/>
                      <a:pt x="449" y="436"/>
                      <a:pt x="474" y="417"/>
                    </a:cubicBezTo>
                    <a:lnTo>
                      <a:pt x="740" y="266"/>
                    </a:lnTo>
                    <a:cubicBezTo>
                      <a:pt x="790" y="238"/>
                      <a:pt x="790" y="188"/>
                      <a:pt x="740" y="159"/>
                    </a:cubicBezTo>
                    <a:lnTo>
                      <a:pt x="502" y="22"/>
                    </a:lnTo>
                    <a:cubicBezTo>
                      <a:pt x="477" y="8"/>
                      <a:pt x="443" y="0"/>
                      <a:pt x="40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85" name="Google Shape;1149;p41">
                <a:extLst>
                  <a:ext uri="{FF2B5EF4-FFF2-40B4-BE49-F238E27FC236}">
                    <a16:creationId xmlns:a16="http://schemas.microsoft.com/office/drawing/2014/main" id="{6A28392A-8AA2-4875-8A31-D4322EE30D10}"/>
                  </a:ext>
                </a:extLst>
              </p:cNvPr>
              <p:cNvSpPr/>
              <p:nvPr/>
            </p:nvSpPr>
            <p:spPr>
              <a:xfrm>
                <a:off x="1911901" y="3470618"/>
                <a:ext cx="73524" cy="41178"/>
              </a:xfrm>
              <a:custGeom>
                <a:avLst/>
                <a:gdLst/>
                <a:ahLst/>
                <a:cxnLst/>
                <a:rect l="l" t="t" r="r" b="b"/>
                <a:pathLst>
                  <a:path w="691" h="387" extrusionOk="0">
                    <a:moveTo>
                      <a:pt x="334" y="1"/>
                    </a:moveTo>
                    <a:cubicBezTo>
                      <a:pt x="301" y="1"/>
                      <a:pt x="267" y="8"/>
                      <a:pt x="237" y="21"/>
                    </a:cubicBezTo>
                    <a:lnTo>
                      <a:pt x="58" y="130"/>
                    </a:lnTo>
                    <a:cubicBezTo>
                      <a:pt x="1" y="158"/>
                      <a:pt x="1" y="209"/>
                      <a:pt x="51" y="237"/>
                    </a:cubicBezTo>
                    <a:lnTo>
                      <a:pt x="267" y="359"/>
                    </a:lnTo>
                    <a:cubicBezTo>
                      <a:pt x="292" y="378"/>
                      <a:pt x="326" y="387"/>
                      <a:pt x="360" y="387"/>
                    </a:cubicBezTo>
                    <a:cubicBezTo>
                      <a:pt x="394" y="387"/>
                      <a:pt x="428" y="378"/>
                      <a:pt x="453" y="359"/>
                    </a:cubicBezTo>
                    <a:lnTo>
                      <a:pt x="641" y="259"/>
                    </a:lnTo>
                    <a:cubicBezTo>
                      <a:pt x="691" y="223"/>
                      <a:pt x="691" y="180"/>
                      <a:pt x="641" y="151"/>
                    </a:cubicBezTo>
                    <a:lnTo>
                      <a:pt x="425" y="21"/>
                    </a:lnTo>
                    <a:cubicBezTo>
                      <a:pt x="399" y="8"/>
                      <a:pt x="367" y="1"/>
                      <a:pt x="334"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86" name="Google Shape;1150;p41">
                <a:extLst>
                  <a:ext uri="{FF2B5EF4-FFF2-40B4-BE49-F238E27FC236}">
                    <a16:creationId xmlns:a16="http://schemas.microsoft.com/office/drawing/2014/main" id="{4514F7DD-9A0A-4CD3-82BE-C5213E1D872B}"/>
                  </a:ext>
                </a:extLst>
              </p:cNvPr>
              <p:cNvSpPr/>
              <p:nvPr/>
            </p:nvSpPr>
            <p:spPr>
              <a:xfrm>
                <a:off x="1505760" y="3662463"/>
                <a:ext cx="62884" cy="34581"/>
              </a:xfrm>
              <a:custGeom>
                <a:avLst/>
                <a:gdLst/>
                <a:ahLst/>
                <a:cxnLst/>
                <a:rect l="l" t="t" r="r" b="b"/>
                <a:pathLst>
                  <a:path w="591" h="325" extrusionOk="0">
                    <a:moveTo>
                      <a:pt x="411" y="1"/>
                    </a:moveTo>
                    <a:cubicBezTo>
                      <a:pt x="377" y="1"/>
                      <a:pt x="343" y="8"/>
                      <a:pt x="318" y="23"/>
                    </a:cubicBezTo>
                    <a:lnTo>
                      <a:pt x="50" y="175"/>
                    </a:lnTo>
                    <a:cubicBezTo>
                      <a:pt x="0" y="202"/>
                      <a:pt x="0" y="252"/>
                      <a:pt x="50" y="282"/>
                    </a:cubicBezTo>
                    <a:lnTo>
                      <a:pt x="86" y="304"/>
                    </a:lnTo>
                    <a:cubicBezTo>
                      <a:pt x="111" y="318"/>
                      <a:pt x="146" y="325"/>
                      <a:pt x="180" y="325"/>
                    </a:cubicBezTo>
                    <a:cubicBezTo>
                      <a:pt x="214" y="325"/>
                      <a:pt x="249" y="318"/>
                      <a:pt x="275" y="304"/>
                    </a:cubicBezTo>
                    <a:lnTo>
                      <a:pt x="540" y="152"/>
                    </a:lnTo>
                    <a:cubicBezTo>
                      <a:pt x="590" y="123"/>
                      <a:pt x="590" y="73"/>
                      <a:pt x="540" y="45"/>
                    </a:cubicBezTo>
                    <a:lnTo>
                      <a:pt x="504" y="23"/>
                    </a:lnTo>
                    <a:cubicBezTo>
                      <a:pt x="479" y="8"/>
                      <a:pt x="445" y="1"/>
                      <a:pt x="411"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87" name="Google Shape;1151;p41">
                <a:extLst>
                  <a:ext uri="{FF2B5EF4-FFF2-40B4-BE49-F238E27FC236}">
                    <a16:creationId xmlns:a16="http://schemas.microsoft.com/office/drawing/2014/main" id="{0E173DE7-A0C3-4219-9DF4-1D2584D67658}"/>
                  </a:ext>
                </a:extLst>
              </p:cNvPr>
              <p:cNvSpPr/>
              <p:nvPr/>
            </p:nvSpPr>
            <p:spPr>
              <a:xfrm>
                <a:off x="1614398" y="3601388"/>
                <a:ext cx="59798" cy="33730"/>
              </a:xfrm>
              <a:custGeom>
                <a:avLst/>
                <a:gdLst/>
                <a:ahLst/>
                <a:cxnLst/>
                <a:rect l="l" t="t" r="r" b="b"/>
                <a:pathLst>
                  <a:path w="562" h="317" extrusionOk="0">
                    <a:moveTo>
                      <a:pt x="382" y="0"/>
                    </a:moveTo>
                    <a:cubicBezTo>
                      <a:pt x="348" y="0"/>
                      <a:pt x="314" y="8"/>
                      <a:pt x="289" y="22"/>
                    </a:cubicBezTo>
                    <a:lnTo>
                      <a:pt x="51" y="166"/>
                    </a:lnTo>
                    <a:cubicBezTo>
                      <a:pt x="0" y="195"/>
                      <a:pt x="0" y="245"/>
                      <a:pt x="51" y="274"/>
                    </a:cubicBezTo>
                    <a:lnTo>
                      <a:pt x="87" y="295"/>
                    </a:lnTo>
                    <a:cubicBezTo>
                      <a:pt x="112" y="310"/>
                      <a:pt x="144" y="317"/>
                      <a:pt x="177" y="317"/>
                    </a:cubicBezTo>
                    <a:cubicBezTo>
                      <a:pt x="211" y="317"/>
                      <a:pt x="245" y="310"/>
                      <a:pt x="273" y="295"/>
                    </a:cubicBezTo>
                    <a:lnTo>
                      <a:pt x="511" y="152"/>
                    </a:lnTo>
                    <a:cubicBezTo>
                      <a:pt x="561" y="122"/>
                      <a:pt x="561" y="72"/>
                      <a:pt x="511" y="43"/>
                    </a:cubicBezTo>
                    <a:lnTo>
                      <a:pt x="475" y="22"/>
                    </a:lnTo>
                    <a:cubicBezTo>
                      <a:pt x="450" y="8"/>
                      <a:pt x="416" y="0"/>
                      <a:pt x="382"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88" name="Google Shape;1152;p41">
                <a:extLst>
                  <a:ext uri="{FF2B5EF4-FFF2-40B4-BE49-F238E27FC236}">
                    <a16:creationId xmlns:a16="http://schemas.microsoft.com/office/drawing/2014/main" id="{FD588694-943A-4A28-99AB-6C6A9FD4D1C1}"/>
                  </a:ext>
                </a:extLst>
              </p:cNvPr>
              <p:cNvSpPr/>
              <p:nvPr/>
            </p:nvSpPr>
            <p:spPr>
              <a:xfrm>
                <a:off x="1562473" y="3632777"/>
                <a:ext cx="57351" cy="31389"/>
              </a:xfrm>
              <a:custGeom>
                <a:avLst/>
                <a:gdLst/>
                <a:ahLst/>
                <a:cxnLst/>
                <a:rect l="l" t="t" r="r" b="b"/>
                <a:pathLst>
                  <a:path w="539" h="295" extrusionOk="0">
                    <a:moveTo>
                      <a:pt x="359" y="0"/>
                    </a:moveTo>
                    <a:cubicBezTo>
                      <a:pt x="325" y="0"/>
                      <a:pt x="291" y="8"/>
                      <a:pt x="266" y="22"/>
                    </a:cubicBezTo>
                    <a:lnTo>
                      <a:pt x="57" y="143"/>
                    </a:lnTo>
                    <a:cubicBezTo>
                      <a:pt x="0" y="179"/>
                      <a:pt x="0" y="222"/>
                      <a:pt x="57" y="252"/>
                    </a:cubicBezTo>
                    <a:lnTo>
                      <a:pt x="87" y="272"/>
                    </a:lnTo>
                    <a:cubicBezTo>
                      <a:pt x="115" y="287"/>
                      <a:pt x="149" y="294"/>
                      <a:pt x="183" y="294"/>
                    </a:cubicBezTo>
                    <a:cubicBezTo>
                      <a:pt x="217" y="294"/>
                      <a:pt x="251" y="287"/>
                      <a:pt x="280" y="272"/>
                    </a:cubicBezTo>
                    <a:lnTo>
                      <a:pt x="488" y="152"/>
                    </a:lnTo>
                    <a:cubicBezTo>
                      <a:pt x="539" y="122"/>
                      <a:pt x="539" y="72"/>
                      <a:pt x="488" y="43"/>
                    </a:cubicBezTo>
                    <a:lnTo>
                      <a:pt x="452" y="22"/>
                    </a:lnTo>
                    <a:cubicBezTo>
                      <a:pt x="427" y="8"/>
                      <a:pt x="393" y="0"/>
                      <a:pt x="35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89" name="Google Shape;1153;p41">
                <a:extLst>
                  <a:ext uri="{FF2B5EF4-FFF2-40B4-BE49-F238E27FC236}">
                    <a16:creationId xmlns:a16="http://schemas.microsoft.com/office/drawing/2014/main" id="{6959F1BD-4582-4E48-823F-BCF863405495}"/>
                  </a:ext>
                </a:extLst>
              </p:cNvPr>
              <p:cNvSpPr/>
              <p:nvPr/>
            </p:nvSpPr>
            <p:spPr>
              <a:xfrm>
                <a:off x="1595351" y="3620434"/>
                <a:ext cx="130769" cy="74375"/>
              </a:xfrm>
              <a:custGeom>
                <a:avLst/>
                <a:gdLst/>
                <a:ahLst/>
                <a:cxnLst/>
                <a:rect l="l" t="t" r="r" b="b"/>
                <a:pathLst>
                  <a:path w="1229" h="699" extrusionOk="0">
                    <a:moveTo>
                      <a:pt x="870" y="1"/>
                    </a:moveTo>
                    <a:cubicBezTo>
                      <a:pt x="835" y="1"/>
                      <a:pt x="801" y="8"/>
                      <a:pt x="776" y="23"/>
                    </a:cubicBezTo>
                    <a:lnTo>
                      <a:pt x="57" y="440"/>
                    </a:lnTo>
                    <a:cubicBezTo>
                      <a:pt x="0" y="468"/>
                      <a:pt x="0" y="518"/>
                      <a:pt x="50" y="547"/>
                    </a:cubicBezTo>
                    <a:lnTo>
                      <a:pt x="266" y="677"/>
                    </a:lnTo>
                    <a:cubicBezTo>
                      <a:pt x="291" y="691"/>
                      <a:pt x="325" y="699"/>
                      <a:pt x="359" y="699"/>
                    </a:cubicBezTo>
                    <a:cubicBezTo>
                      <a:pt x="393" y="699"/>
                      <a:pt x="427" y="691"/>
                      <a:pt x="452" y="677"/>
                    </a:cubicBezTo>
                    <a:lnTo>
                      <a:pt x="1171" y="259"/>
                    </a:lnTo>
                    <a:cubicBezTo>
                      <a:pt x="1228" y="225"/>
                      <a:pt x="1228" y="181"/>
                      <a:pt x="1178" y="145"/>
                    </a:cubicBezTo>
                    <a:lnTo>
                      <a:pt x="963" y="23"/>
                    </a:lnTo>
                    <a:cubicBezTo>
                      <a:pt x="938" y="8"/>
                      <a:pt x="904" y="1"/>
                      <a:pt x="870"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90" name="Google Shape;1154;p41">
                <a:extLst>
                  <a:ext uri="{FF2B5EF4-FFF2-40B4-BE49-F238E27FC236}">
                    <a16:creationId xmlns:a16="http://schemas.microsoft.com/office/drawing/2014/main" id="{FFDDD17A-1571-416A-9CD9-0EE2FB334A48}"/>
                  </a:ext>
                </a:extLst>
              </p:cNvPr>
              <p:cNvSpPr/>
              <p:nvPr/>
            </p:nvSpPr>
            <p:spPr>
              <a:xfrm>
                <a:off x="1668025" y="3570744"/>
                <a:ext cx="59692" cy="32985"/>
              </a:xfrm>
              <a:custGeom>
                <a:avLst/>
                <a:gdLst/>
                <a:ahLst/>
                <a:cxnLst/>
                <a:rect l="l" t="t" r="r" b="b"/>
                <a:pathLst>
                  <a:path w="561" h="310" extrusionOk="0">
                    <a:moveTo>
                      <a:pt x="380" y="0"/>
                    </a:moveTo>
                    <a:cubicBezTo>
                      <a:pt x="346" y="0"/>
                      <a:pt x="312" y="8"/>
                      <a:pt x="287" y="22"/>
                    </a:cubicBezTo>
                    <a:lnTo>
                      <a:pt x="57" y="159"/>
                    </a:lnTo>
                    <a:cubicBezTo>
                      <a:pt x="7" y="188"/>
                      <a:pt x="0" y="238"/>
                      <a:pt x="57" y="267"/>
                    </a:cubicBezTo>
                    <a:lnTo>
                      <a:pt x="86" y="288"/>
                    </a:lnTo>
                    <a:cubicBezTo>
                      <a:pt x="115" y="303"/>
                      <a:pt x="149" y="310"/>
                      <a:pt x="183" y="310"/>
                    </a:cubicBezTo>
                    <a:cubicBezTo>
                      <a:pt x="217" y="310"/>
                      <a:pt x="251" y="303"/>
                      <a:pt x="280" y="288"/>
                    </a:cubicBezTo>
                    <a:lnTo>
                      <a:pt x="502" y="152"/>
                    </a:lnTo>
                    <a:cubicBezTo>
                      <a:pt x="561" y="122"/>
                      <a:pt x="561" y="72"/>
                      <a:pt x="509" y="45"/>
                    </a:cubicBezTo>
                    <a:lnTo>
                      <a:pt x="475" y="22"/>
                    </a:lnTo>
                    <a:cubicBezTo>
                      <a:pt x="449" y="8"/>
                      <a:pt x="414" y="0"/>
                      <a:pt x="38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91" name="Google Shape;1155;p41">
                <a:extLst>
                  <a:ext uri="{FF2B5EF4-FFF2-40B4-BE49-F238E27FC236}">
                    <a16:creationId xmlns:a16="http://schemas.microsoft.com/office/drawing/2014/main" id="{55016B09-9EAE-4B8B-93ED-A788A2B47904}"/>
                  </a:ext>
                </a:extLst>
              </p:cNvPr>
              <p:cNvSpPr/>
              <p:nvPr/>
            </p:nvSpPr>
            <p:spPr>
              <a:xfrm>
                <a:off x="1721439" y="3540951"/>
                <a:ext cx="58309" cy="32027"/>
              </a:xfrm>
              <a:custGeom>
                <a:avLst/>
                <a:gdLst/>
                <a:ahLst/>
                <a:cxnLst/>
                <a:rect l="l" t="t" r="r" b="b"/>
                <a:pathLst>
                  <a:path w="548" h="301" extrusionOk="0">
                    <a:moveTo>
                      <a:pt x="368" y="1"/>
                    </a:moveTo>
                    <a:cubicBezTo>
                      <a:pt x="334" y="1"/>
                      <a:pt x="300" y="8"/>
                      <a:pt x="275" y="23"/>
                    </a:cubicBezTo>
                    <a:lnTo>
                      <a:pt x="50" y="144"/>
                    </a:lnTo>
                    <a:cubicBezTo>
                      <a:pt x="0" y="180"/>
                      <a:pt x="0" y="223"/>
                      <a:pt x="50" y="259"/>
                    </a:cubicBezTo>
                    <a:lnTo>
                      <a:pt x="86" y="273"/>
                    </a:lnTo>
                    <a:cubicBezTo>
                      <a:pt x="112" y="291"/>
                      <a:pt x="146" y="300"/>
                      <a:pt x="180" y="300"/>
                    </a:cubicBezTo>
                    <a:cubicBezTo>
                      <a:pt x="214" y="300"/>
                      <a:pt x="249" y="291"/>
                      <a:pt x="275" y="273"/>
                    </a:cubicBezTo>
                    <a:lnTo>
                      <a:pt x="497" y="152"/>
                    </a:lnTo>
                    <a:cubicBezTo>
                      <a:pt x="547" y="123"/>
                      <a:pt x="547" y="73"/>
                      <a:pt x="497" y="44"/>
                    </a:cubicBezTo>
                    <a:lnTo>
                      <a:pt x="461" y="23"/>
                    </a:lnTo>
                    <a:cubicBezTo>
                      <a:pt x="436" y="8"/>
                      <a:pt x="402" y="1"/>
                      <a:pt x="36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92" name="Google Shape;1156;p41">
                <a:extLst>
                  <a:ext uri="{FF2B5EF4-FFF2-40B4-BE49-F238E27FC236}">
                    <a16:creationId xmlns:a16="http://schemas.microsoft.com/office/drawing/2014/main" id="{1F25DBF7-BAA3-4703-885A-BCB2791D133B}"/>
                  </a:ext>
                </a:extLst>
              </p:cNvPr>
              <p:cNvSpPr/>
              <p:nvPr/>
            </p:nvSpPr>
            <p:spPr>
              <a:xfrm>
                <a:off x="1773577" y="3511051"/>
                <a:ext cx="57351" cy="31602"/>
              </a:xfrm>
              <a:custGeom>
                <a:avLst/>
                <a:gdLst/>
                <a:ahLst/>
                <a:cxnLst/>
                <a:rect l="l" t="t" r="r" b="b"/>
                <a:pathLst>
                  <a:path w="539" h="297" extrusionOk="0">
                    <a:moveTo>
                      <a:pt x="359" y="1"/>
                    </a:moveTo>
                    <a:cubicBezTo>
                      <a:pt x="325" y="1"/>
                      <a:pt x="291" y="8"/>
                      <a:pt x="266" y="23"/>
                    </a:cubicBezTo>
                    <a:lnTo>
                      <a:pt x="57" y="145"/>
                    </a:lnTo>
                    <a:cubicBezTo>
                      <a:pt x="0" y="174"/>
                      <a:pt x="0" y="224"/>
                      <a:pt x="57" y="252"/>
                    </a:cubicBezTo>
                    <a:lnTo>
                      <a:pt x="86" y="274"/>
                    </a:lnTo>
                    <a:cubicBezTo>
                      <a:pt x="115" y="289"/>
                      <a:pt x="149" y="296"/>
                      <a:pt x="183" y="296"/>
                    </a:cubicBezTo>
                    <a:cubicBezTo>
                      <a:pt x="217" y="296"/>
                      <a:pt x="251" y="289"/>
                      <a:pt x="280" y="274"/>
                    </a:cubicBezTo>
                    <a:lnTo>
                      <a:pt x="488" y="152"/>
                    </a:lnTo>
                    <a:cubicBezTo>
                      <a:pt x="538" y="123"/>
                      <a:pt x="538" y="73"/>
                      <a:pt x="488" y="45"/>
                    </a:cubicBezTo>
                    <a:lnTo>
                      <a:pt x="452" y="23"/>
                    </a:lnTo>
                    <a:cubicBezTo>
                      <a:pt x="427" y="8"/>
                      <a:pt x="393" y="1"/>
                      <a:pt x="359"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93" name="Google Shape;1157;p41">
                <a:extLst>
                  <a:ext uri="{FF2B5EF4-FFF2-40B4-BE49-F238E27FC236}">
                    <a16:creationId xmlns:a16="http://schemas.microsoft.com/office/drawing/2014/main" id="{E89FC1C0-93D4-4EAD-A684-03B5F5653086}"/>
                  </a:ext>
                </a:extLst>
              </p:cNvPr>
              <p:cNvSpPr/>
              <p:nvPr/>
            </p:nvSpPr>
            <p:spPr>
              <a:xfrm>
                <a:off x="1806349" y="3530310"/>
                <a:ext cx="76503" cy="42029"/>
              </a:xfrm>
              <a:custGeom>
                <a:avLst/>
                <a:gdLst/>
                <a:ahLst/>
                <a:cxnLst/>
                <a:rect l="l" t="t" r="r" b="b"/>
                <a:pathLst>
                  <a:path w="719" h="395" extrusionOk="0">
                    <a:moveTo>
                      <a:pt x="360" y="0"/>
                    </a:moveTo>
                    <a:cubicBezTo>
                      <a:pt x="326" y="0"/>
                      <a:pt x="292" y="7"/>
                      <a:pt x="267" y="21"/>
                    </a:cubicBezTo>
                    <a:lnTo>
                      <a:pt x="58" y="144"/>
                    </a:lnTo>
                    <a:cubicBezTo>
                      <a:pt x="1" y="173"/>
                      <a:pt x="1" y="223"/>
                      <a:pt x="51" y="252"/>
                    </a:cubicBezTo>
                    <a:lnTo>
                      <a:pt x="267" y="373"/>
                    </a:lnTo>
                    <a:cubicBezTo>
                      <a:pt x="292" y="388"/>
                      <a:pt x="326" y="395"/>
                      <a:pt x="360" y="395"/>
                    </a:cubicBezTo>
                    <a:cubicBezTo>
                      <a:pt x="394" y="395"/>
                      <a:pt x="428" y="388"/>
                      <a:pt x="453" y="373"/>
                    </a:cubicBezTo>
                    <a:lnTo>
                      <a:pt x="669" y="252"/>
                    </a:lnTo>
                    <a:cubicBezTo>
                      <a:pt x="719" y="223"/>
                      <a:pt x="719" y="173"/>
                      <a:pt x="669" y="144"/>
                    </a:cubicBezTo>
                    <a:lnTo>
                      <a:pt x="453" y="21"/>
                    </a:lnTo>
                    <a:cubicBezTo>
                      <a:pt x="428" y="7"/>
                      <a:pt x="394" y="0"/>
                      <a:pt x="360"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94" name="Google Shape;1158;p41">
                <a:extLst>
                  <a:ext uri="{FF2B5EF4-FFF2-40B4-BE49-F238E27FC236}">
                    <a16:creationId xmlns:a16="http://schemas.microsoft.com/office/drawing/2014/main" id="{38BAE11C-9B9F-4A44-9BE3-808FCD16BB10}"/>
                  </a:ext>
                </a:extLst>
              </p:cNvPr>
              <p:cNvSpPr/>
              <p:nvPr/>
            </p:nvSpPr>
            <p:spPr>
              <a:xfrm>
                <a:off x="1754318" y="3560103"/>
                <a:ext cx="77355" cy="42987"/>
              </a:xfrm>
              <a:custGeom>
                <a:avLst/>
                <a:gdLst/>
                <a:ahLst/>
                <a:cxnLst/>
                <a:rect l="l" t="t" r="r" b="b"/>
                <a:pathLst>
                  <a:path w="727" h="404" extrusionOk="0">
                    <a:moveTo>
                      <a:pt x="367" y="0"/>
                    </a:moveTo>
                    <a:cubicBezTo>
                      <a:pt x="333" y="0"/>
                      <a:pt x="299" y="8"/>
                      <a:pt x="274" y="22"/>
                    </a:cubicBezTo>
                    <a:lnTo>
                      <a:pt x="52" y="145"/>
                    </a:lnTo>
                    <a:cubicBezTo>
                      <a:pt x="0" y="179"/>
                      <a:pt x="0" y="222"/>
                      <a:pt x="52" y="252"/>
                    </a:cubicBezTo>
                    <a:lnTo>
                      <a:pt x="267" y="381"/>
                    </a:lnTo>
                    <a:cubicBezTo>
                      <a:pt x="292" y="396"/>
                      <a:pt x="325" y="403"/>
                      <a:pt x="358" y="403"/>
                    </a:cubicBezTo>
                    <a:cubicBezTo>
                      <a:pt x="391" y="403"/>
                      <a:pt x="425" y="396"/>
                      <a:pt x="454" y="381"/>
                    </a:cubicBezTo>
                    <a:lnTo>
                      <a:pt x="669" y="252"/>
                    </a:lnTo>
                    <a:cubicBezTo>
                      <a:pt x="726" y="222"/>
                      <a:pt x="726" y="172"/>
                      <a:pt x="669" y="145"/>
                    </a:cubicBezTo>
                    <a:lnTo>
                      <a:pt x="461" y="22"/>
                    </a:lnTo>
                    <a:cubicBezTo>
                      <a:pt x="436" y="8"/>
                      <a:pt x="402" y="0"/>
                      <a:pt x="367"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95" name="Google Shape;1159;p41">
                <a:extLst>
                  <a:ext uri="{FF2B5EF4-FFF2-40B4-BE49-F238E27FC236}">
                    <a16:creationId xmlns:a16="http://schemas.microsoft.com/office/drawing/2014/main" id="{598B60AD-BDF9-4370-817A-093BEE1A6466}"/>
                  </a:ext>
                </a:extLst>
              </p:cNvPr>
              <p:cNvSpPr/>
              <p:nvPr/>
            </p:nvSpPr>
            <p:spPr>
              <a:xfrm>
                <a:off x="1700903" y="3589896"/>
                <a:ext cx="78099" cy="43625"/>
              </a:xfrm>
              <a:custGeom>
                <a:avLst/>
                <a:gdLst/>
                <a:ahLst/>
                <a:cxnLst/>
                <a:rect l="l" t="t" r="r" b="b"/>
                <a:pathLst>
                  <a:path w="734" h="410" extrusionOk="0">
                    <a:moveTo>
                      <a:pt x="378" y="1"/>
                    </a:moveTo>
                    <a:cubicBezTo>
                      <a:pt x="345" y="1"/>
                      <a:pt x="312" y="8"/>
                      <a:pt x="286" y="22"/>
                    </a:cubicBezTo>
                    <a:lnTo>
                      <a:pt x="57" y="158"/>
                    </a:lnTo>
                    <a:cubicBezTo>
                      <a:pt x="0" y="187"/>
                      <a:pt x="0" y="237"/>
                      <a:pt x="50" y="267"/>
                    </a:cubicBezTo>
                    <a:lnTo>
                      <a:pt x="266" y="389"/>
                    </a:lnTo>
                    <a:cubicBezTo>
                      <a:pt x="291" y="403"/>
                      <a:pt x="325" y="410"/>
                      <a:pt x="359" y="410"/>
                    </a:cubicBezTo>
                    <a:cubicBezTo>
                      <a:pt x="393" y="410"/>
                      <a:pt x="427" y="403"/>
                      <a:pt x="452" y="389"/>
                    </a:cubicBezTo>
                    <a:lnTo>
                      <a:pt x="683" y="253"/>
                    </a:lnTo>
                    <a:cubicBezTo>
                      <a:pt x="733" y="224"/>
                      <a:pt x="733" y="173"/>
                      <a:pt x="683" y="144"/>
                    </a:cubicBezTo>
                    <a:lnTo>
                      <a:pt x="474" y="22"/>
                    </a:lnTo>
                    <a:cubicBezTo>
                      <a:pt x="445" y="8"/>
                      <a:pt x="411" y="1"/>
                      <a:pt x="378"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96" name="Google Shape;1160;p41">
                <a:extLst>
                  <a:ext uri="{FF2B5EF4-FFF2-40B4-BE49-F238E27FC236}">
                    <a16:creationId xmlns:a16="http://schemas.microsoft.com/office/drawing/2014/main" id="{182A5012-E3FF-413D-B230-458B1D37B798}"/>
                  </a:ext>
                </a:extLst>
              </p:cNvPr>
              <p:cNvSpPr/>
              <p:nvPr/>
            </p:nvSpPr>
            <p:spPr>
              <a:xfrm>
                <a:off x="1927862" y="3421673"/>
                <a:ext cx="58309" cy="32134"/>
              </a:xfrm>
              <a:custGeom>
                <a:avLst/>
                <a:gdLst/>
                <a:ahLst/>
                <a:cxnLst/>
                <a:rect l="l" t="t" r="r" b="b"/>
                <a:pathLst>
                  <a:path w="548" h="302" extrusionOk="0">
                    <a:moveTo>
                      <a:pt x="368" y="0"/>
                    </a:moveTo>
                    <a:cubicBezTo>
                      <a:pt x="334" y="0"/>
                      <a:pt x="300" y="8"/>
                      <a:pt x="275" y="22"/>
                    </a:cubicBezTo>
                    <a:lnTo>
                      <a:pt x="51" y="152"/>
                    </a:lnTo>
                    <a:cubicBezTo>
                      <a:pt x="1" y="179"/>
                      <a:pt x="1" y="229"/>
                      <a:pt x="51" y="259"/>
                    </a:cubicBezTo>
                    <a:lnTo>
                      <a:pt x="87" y="281"/>
                    </a:lnTo>
                    <a:cubicBezTo>
                      <a:pt x="112" y="295"/>
                      <a:pt x="146" y="302"/>
                      <a:pt x="181" y="302"/>
                    </a:cubicBezTo>
                    <a:cubicBezTo>
                      <a:pt x="215" y="302"/>
                      <a:pt x="249" y="295"/>
                      <a:pt x="275" y="281"/>
                    </a:cubicBezTo>
                    <a:lnTo>
                      <a:pt x="498" y="152"/>
                    </a:lnTo>
                    <a:cubicBezTo>
                      <a:pt x="548" y="123"/>
                      <a:pt x="548" y="73"/>
                      <a:pt x="498" y="43"/>
                    </a:cubicBezTo>
                    <a:lnTo>
                      <a:pt x="462" y="22"/>
                    </a:lnTo>
                    <a:cubicBezTo>
                      <a:pt x="437" y="8"/>
                      <a:pt x="403" y="0"/>
                      <a:pt x="368"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97" name="Google Shape;1161;p41">
                <a:extLst>
                  <a:ext uri="{FF2B5EF4-FFF2-40B4-BE49-F238E27FC236}">
                    <a16:creationId xmlns:a16="http://schemas.microsoft.com/office/drawing/2014/main" id="{48F347C7-D745-4BC1-B426-08949F5E28DA}"/>
                  </a:ext>
                </a:extLst>
              </p:cNvPr>
              <p:cNvSpPr/>
              <p:nvPr/>
            </p:nvSpPr>
            <p:spPr>
              <a:xfrm>
                <a:off x="1746763" y="3802596"/>
                <a:ext cx="81930" cy="45859"/>
              </a:xfrm>
              <a:custGeom>
                <a:avLst/>
                <a:gdLst/>
                <a:ahLst/>
                <a:cxnLst/>
                <a:rect l="l" t="t" r="r" b="b"/>
                <a:pathLst>
                  <a:path w="770" h="431" extrusionOk="0">
                    <a:moveTo>
                      <a:pt x="409" y="0"/>
                    </a:moveTo>
                    <a:cubicBezTo>
                      <a:pt x="375" y="0"/>
                      <a:pt x="341" y="7"/>
                      <a:pt x="316" y="22"/>
                    </a:cubicBezTo>
                    <a:lnTo>
                      <a:pt x="50" y="172"/>
                    </a:lnTo>
                    <a:cubicBezTo>
                      <a:pt x="0" y="201"/>
                      <a:pt x="0" y="252"/>
                      <a:pt x="50" y="281"/>
                    </a:cubicBezTo>
                    <a:lnTo>
                      <a:pt x="273" y="410"/>
                    </a:lnTo>
                    <a:cubicBezTo>
                      <a:pt x="298" y="424"/>
                      <a:pt x="330" y="431"/>
                      <a:pt x="363" y="431"/>
                    </a:cubicBezTo>
                    <a:cubicBezTo>
                      <a:pt x="397" y="431"/>
                      <a:pt x="431" y="424"/>
                      <a:pt x="459" y="410"/>
                    </a:cubicBezTo>
                    <a:lnTo>
                      <a:pt x="718" y="258"/>
                    </a:lnTo>
                    <a:cubicBezTo>
                      <a:pt x="770" y="229"/>
                      <a:pt x="770" y="179"/>
                      <a:pt x="718" y="151"/>
                    </a:cubicBezTo>
                    <a:lnTo>
                      <a:pt x="502" y="22"/>
                    </a:lnTo>
                    <a:cubicBezTo>
                      <a:pt x="477" y="7"/>
                      <a:pt x="443" y="0"/>
                      <a:pt x="409" y="0"/>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98" name="Google Shape;1162;p41">
                <a:extLst>
                  <a:ext uri="{FF2B5EF4-FFF2-40B4-BE49-F238E27FC236}">
                    <a16:creationId xmlns:a16="http://schemas.microsoft.com/office/drawing/2014/main" id="{1C4F9EEC-3B4E-4273-ADEE-0EFC8AD4FC69}"/>
                  </a:ext>
                </a:extLst>
              </p:cNvPr>
              <p:cNvSpPr/>
              <p:nvPr/>
            </p:nvSpPr>
            <p:spPr>
              <a:xfrm>
                <a:off x="1857636" y="3739819"/>
                <a:ext cx="79589" cy="45115"/>
              </a:xfrm>
              <a:custGeom>
                <a:avLst/>
                <a:gdLst/>
                <a:ahLst/>
                <a:cxnLst/>
                <a:rect l="l" t="t" r="r" b="b"/>
                <a:pathLst>
                  <a:path w="748" h="424" extrusionOk="0">
                    <a:moveTo>
                      <a:pt x="384" y="0"/>
                    </a:moveTo>
                    <a:cubicBezTo>
                      <a:pt x="351" y="0"/>
                      <a:pt x="317" y="7"/>
                      <a:pt x="288" y="22"/>
                    </a:cubicBezTo>
                    <a:lnTo>
                      <a:pt x="50" y="165"/>
                    </a:lnTo>
                    <a:cubicBezTo>
                      <a:pt x="0" y="195"/>
                      <a:pt x="0" y="245"/>
                      <a:pt x="50" y="274"/>
                    </a:cubicBezTo>
                    <a:lnTo>
                      <a:pt x="266" y="396"/>
                    </a:lnTo>
                    <a:cubicBezTo>
                      <a:pt x="292" y="415"/>
                      <a:pt x="329" y="423"/>
                      <a:pt x="365" y="423"/>
                    </a:cubicBezTo>
                    <a:cubicBezTo>
                      <a:pt x="397" y="423"/>
                      <a:pt x="429" y="416"/>
                      <a:pt x="452" y="403"/>
                    </a:cubicBezTo>
                    <a:lnTo>
                      <a:pt x="697" y="258"/>
                    </a:lnTo>
                    <a:cubicBezTo>
                      <a:pt x="747" y="231"/>
                      <a:pt x="747" y="181"/>
                      <a:pt x="697" y="151"/>
                    </a:cubicBezTo>
                    <a:lnTo>
                      <a:pt x="475" y="22"/>
                    </a:lnTo>
                    <a:cubicBezTo>
                      <a:pt x="450" y="7"/>
                      <a:pt x="417" y="0"/>
                      <a:pt x="38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399" name="Google Shape;1163;p41">
                <a:extLst>
                  <a:ext uri="{FF2B5EF4-FFF2-40B4-BE49-F238E27FC236}">
                    <a16:creationId xmlns:a16="http://schemas.microsoft.com/office/drawing/2014/main" id="{6E5372F4-8CC2-48FA-8CB6-D778ABBB298E}"/>
                  </a:ext>
                </a:extLst>
              </p:cNvPr>
              <p:cNvSpPr/>
              <p:nvPr/>
            </p:nvSpPr>
            <p:spPr>
              <a:xfrm>
                <a:off x="1751339" y="3741415"/>
                <a:ext cx="79589" cy="44476"/>
              </a:xfrm>
              <a:custGeom>
                <a:avLst/>
                <a:gdLst/>
                <a:ahLst/>
                <a:cxnLst/>
                <a:rect l="l" t="t" r="r" b="b"/>
                <a:pathLst>
                  <a:path w="748" h="418" extrusionOk="0">
                    <a:moveTo>
                      <a:pt x="384" y="0"/>
                    </a:moveTo>
                    <a:cubicBezTo>
                      <a:pt x="351" y="0"/>
                      <a:pt x="316" y="7"/>
                      <a:pt x="287" y="21"/>
                    </a:cubicBezTo>
                    <a:lnTo>
                      <a:pt x="57" y="157"/>
                    </a:lnTo>
                    <a:cubicBezTo>
                      <a:pt x="0" y="187"/>
                      <a:pt x="0" y="237"/>
                      <a:pt x="50" y="266"/>
                    </a:cubicBezTo>
                    <a:lnTo>
                      <a:pt x="273" y="395"/>
                    </a:lnTo>
                    <a:cubicBezTo>
                      <a:pt x="298" y="410"/>
                      <a:pt x="332" y="417"/>
                      <a:pt x="366" y="417"/>
                    </a:cubicBezTo>
                    <a:cubicBezTo>
                      <a:pt x="400" y="417"/>
                      <a:pt x="434" y="410"/>
                      <a:pt x="459" y="395"/>
                    </a:cubicBezTo>
                    <a:lnTo>
                      <a:pt x="697" y="259"/>
                    </a:lnTo>
                    <a:cubicBezTo>
                      <a:pt x="747" y="230"/>
                      <a:pt x="747" y="180"/>
                      <a:pt x="697" y="150"/>
                    </a:cubicBezTo>
                    <a:lnTo>
                      <a:pt x="475" y="21"/>
                    </a:lnTo>
                    <a:cubicBezTo>
                      <a:pt x="450" y="7"/>
                      <a:pt x="417" y="0"/>
                      <a:pt x="38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00" name="Google Shape;1164;p41">
                <a:extLst>
                  <a:ext uri="{FF2B5EF4-FFF2-40B4-BE49-F238E27FC236}">
                    <a16:creationId xmlns:a16="http://schemas.microsoft.com/office/drawing/2014/main" id="{65DD1E05-FACB-454E-9BF5-45919C01DDBB}"/>
                  </a:ext>
                </a:extLst>
              </p:cNvPr>
              <p:cNvSpPr/>
              <p:nvPr/>
            </p:nvSpPr>
            <p:spPr>
              <a:xfrm>
                <a:off x="1803263" y="3771207"/>
                <a:ext cx="79589" cy="44370"/>
              </a:xfrm>
              <a:custGeom>
                <a:avLst/>
                <a:gdLst/>
                <a:ahLst/>
                <a:cxnLst/>
                <a:rect l="l" t="t" r="r" b="b"/>
                <a:pathLst>
                  <a:path w="748" h="417" extrusionOk="0">
                    <a:moveTo>
                      <a:pt x="387" y="1"/>
                    </a:moveTo>
                    <a:cubicBezTo>
                      <a:pt x="351" y="1"/>
                      <a:pt x="315" y="10"/>
                      <a:pt x="289" y="29"/>
                    </a:cubicBezTo>
                    <a:lnTo>
                      <a:pt x="58" y="158"/>
                    </a:lnTo>
                    <a:cubicBezTo>
                      <a:pt x="1" y="188"/>
                      <a:pt x="1" y="238"/>
                      <a:pt x="51" y="265"/>
                    </a:cubicBezTo>
                    <a:lnTo>
                      <a:pt x="273" y="395"/>
                    </a:lnTo>
                    <a:cubicBezTo>
                      <a:pt x="299" y="409"/>
                      <a:pt x="334" y="417"/>
                      <a:pt x="368" y="417"/>
                    </a:cubicBezTo>
                    <a:cubicBezTo>
                      <a:pt x="402" y="417"/>
                      <a:pt x="436" y="409"/>
                      <a:pt x="461" y="395"/>
                    </a:cubicBezTo>
                    <a:lnTo>
                      <a:pt x="698" y="258"/>
                    </a:lnTo>
                    <a:cubicBezTo>
                      <a:pt x="748" y="231"/>
                      <a:pt x="748" y="179"/>
                      <a:pt x="698" y="151"/>
                    </a:cubicBezTo>
                    <a:lnTo>
                      <a:pt x="475" y="22"/>
                    </a:lnTo>
                    <a:cubicBezTo>
                      <a:pt x="451" y="8"/>
                      <a:pt x="420" y="1"/>
                      <a:pt x="387"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01" name="Google Shape;1165;p41">
                <a:extLst>
                  <a:ext uri="{FF2B5EF4-FFF2-40B4-BE49-F238E27FC236}">
                    <a16:creationId xmlns:a16="http://schemas.microsoft.com/office/drawing/2014/main" id="{3148C420-9425-442E-A623-A3D56650D8C0}"/>
                  </a:ext>
                </a:extLst>
              </p:cNvPr>
              <p:cNvSpPr/>
              <p:nvPr/>
            </p:nvSpPr>
            <p:spPr>
              <a:xfrm>
                <a:off x="1805711" y="3681722"/>
                <a:ext cx="128534" cy="72779"/>
              </a:xfrm>
              <a:custGeom>
                <a:avLst/>
                <a:gdLst/>
                <a:ahLst/>
                <a:cxnLst/>
                <a:rect l="l" t="t" r="r" b="b"/>
                <a:pathLst>
                  <a:path w="1208" h="684" extrusionOk="0">
                    <a:moveTo>
                      <a:pt x="845" y="1"/>
                    </a:moveTo>
                    <a:cubicBezTo>
                      <a:pt x="811" y="1"/>
                      <a:pt x="779" y="7"/>
                      <a:pt x="754" y="21"/>
                    </a:cubicBezTo>
                    <a:lnTo>
                      <a:pt x="50" y="425"/>
                    </a:lnTo>
                    <a:cubicBezTo>
                      <a:pt x="0" y="453"/>
                      <a:pt x="0" y="503"/>
                      <a:pt x="50" y="532"/>
                    </a:cubicBezTo>
                    <a:lnTo>
                      <a:pt x="266" y="661"/>
                    </a:lnTo>
                    <a:cubicBezTo>
                      <a:pt x="294" y="676"/>
                      <a:pt x="328" y="683"/>
                      <a:pt x="361" y="683"/>
                    </a:cubicBezTo>
                    <a:cubicBezTo>
                      <a:pt x="395" y="683"/>
                      <a:pt x="427" y="676"/>
                      <a:pt x="452" y="661"/>
                    </a:cubicBezTo>
                    <a:lnTo>
                      <a:pt x="1156" y="259"/>
                    </a:lnTo>
                    <a:cubicBezTo>
                      <a:pt x="1208" y="230"/>
                      <a:pt x="1208" y="180"/>
                      <a:pt x="1156" y="151"/>
                    </a:cubicBezTo>
                    <a:lnTo>
                      <a:pt x="940" y="21"/>
                    </a:lnTo>
                    <a:cubicBezTo>
                      <a:pt x="912" y="7"/>
                      <a:pt x="878" y="1"/>
                      <a:pt x="845"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02" name="Google Shape;1166;p41">
                <a:extLst>
                  <a:ext uri="{FF2B5EF4-FFF2-40B4-BE49-F238E27FC236}">
                    <a16:creationId xmlns:a16="http://schemas.microsoft.com/office/drawing/2014/main" id="{5BF24764-414A-4908-AD82-AABAA1785250}"/>
                  </a:ext>
                </a:extLst>
              </p:cNvPr>
              <p:cNvSpPr/>
              <p:nvPr/>
            </p:nvSpPr>
            <p:spPr>
              <a:xfrm>
                <a:off x="1908816" y="3651823"/>
                <a:ext cx="76610" cy="42987"/>
              </a:xfrm>
              <a:custGeom>
                <a:avLst/>
                <a:gdLst/>
                <a:ahLst/>
                <a:cxnLst/>
                <a:rect l="l" t="t" r="r" b="b"/>
                <a:pathLst>
                  <a:path w="720" h="404" extrusionOk="0">
                    <a:moveTo>
                      <a:pt x="360" y="1"/>
                    </a:moveTo>
                    <a:cubicBezTo>
                      <a:pt x="325" y="1"/>
                      <a:pt x="291" y="8"/>
                      <a:pt x="266" y="23"/>
                    </a:cubicBezTo>
                    <a:lnTo>
                      <a:pt x="51" y="145"/>
                    </a:lnTo>
                    <a:cubicBezTo>
                      <a:pt x="1" y="173"/>
                      <a:pt x="1" y="223"/>
                      <a:pt x="51" y="252"/>
                    </a:cubicBezTo>
                    <a:lnTo>
                      <a:pt x="273" y="382"/>
                    </a:lnTo>
                    <a:cubicBezTo>
                      <a:pt x="299" y="396"/>
                      <a:pt x="334" y="404"/>
                      <a:pt x="368" y="404"/>
                    </a:cubicBezTo>
                    <a:cubicBezTo>
                      <a:pt x="402" y="404"/>
                      <a:pt x="436" y="396"/>
                      <a:pt x="461" y="382"/>
                    </a:cubicBezTo>
                    <a:lnTo>
                      <a:pt x="670" y="259"/>
                    </a:lnTo>
                    <a:cubicBezTo>
                      <a:pt x="720" y="232"/>
                      <a:pt x="720" y="180"/>
                      <a:pt x="670" y="152"/>
                    </a:cubicBezTo>
                    <a:lnTo>
                      <a:pt x="454" y="23"/>
                    </a:lnTo>
                    <a:cubicBezTo>
                      <a:pt x="428" y="8"/>
                      <a:pt x="394" y="1"/>
                      <a:pt x="36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03" name="Google Shape;1167;p41">
                <a:extLst>
                  <a:ext uri="{FF2B5EF4-FFF2-40B4-BE49-F238E27FC236}">
                    <a16:creationId xmlns:a16="http://schemas.microsoft.com/office/drawing/2014/main" id="{A2F97040-8F84-4743-9A22-E24417A7C4ED}"/>
                  </a:ext>
                </a:extLst>
              </p:cNvPr>
              <p:cNvSpPr/>
              <p:nvPr/>
            </p:nvSpPr>
            <p:spPr>
              <a:xfrm>
                <a:off x="1843803" y="3567764"/>
                <a:ext cx="78844" cy="44476"/>
              </a:xfrm>
              <a:custGeom>
                <a:avLst/>
                <a:gdLst/>
                <a:ahLst/>
                <a:cxnLst/>
                <a:rect l="l" t="t" r="r" b="b"/>
                <a:pathLst>
                  <a:path w="741" h="418" extrusionOk="0">
                    <a:moveTo>
                      <a:pt x="360" y="0"/>
                    </a:moveTo>
                    <a:cubicBezTo>
                      <a:pt x="326" y="0"/>
                      <a:pt x="292" y="7"/>
                      <a:pt x="267" y="21"/>
                    </a:cubicBezTo>
                    <a:lnTo>
                      <a:pt x="58" y="143"/>
                    </a:lnTo>
                    <a:cubicBezTo>
                      <a:pt x="1" y="173"/>
                      <a:pt x="1" y="223"/>
                      <a:pt x="51" y="252"/>
                    </a:cubicBezTo>
                    <a:lnTo>
                      <a:pt x="296" y="395"/>
                    </a:lnTo>
                    <a:cubicBezTo>
                      <a:pt x="321" y="410"/>
                      <a:pt x="353" y="417"/>
                      <a:pt x="386" y="417"/>
                    </a:cubicBezTo>
                    <a:cubicBezTo>
                      <a:pt x="420" y="417"/>
                      <a:pt x="454" y="410"/>
                      <a:pt x="482" y="395"/>
                    </a:cubicBezTo>
                    <a:lnTo>
                      <a:pt x="691" y="273"/>
                    </a:lnTo>
                    <a:cubicBezTo>
                      <a:pt x="741" y="237"/>
                      <a:pt x="741" y="193"/>
                      <a:pt x="691" y="159"/>
                    </a:cubicBezTo>
                    <a:lnTo>
                      <a:pt x="453" y="21"/>
                    </a:lnTo>
                    <a:cubicBezTo>
                      <a:pt x="428" y="7"/>
                      <a:pt x="394" y="0"/>
                      <a:pt x="36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04" name="Google Shape;1168;p41">
                <a:extLst>
                  <a:ext uri="{FF2B5EF4-FFF2-40B4-BE49-F238E27FC236}">
                    <a16:creationId xmlns:a16="http://schemas.microsoft.com/office/drawing/2014/main" id="{DECF58FC-F251-4674-ACFB-E8DCDC22E8D4}"/>
                  </a:ext>
                </a:extLst>
              </p:cNvPr>
              <p:cNvSpPr/>
              <p:nvPr/>
            </p:nvSpPr>
            <p:spPr>
              <a:xfrm>
                <a:off x="1791878" y="3597557"/>
                <a:ext cx="79589" cy="44476"/>
              </a:xfrm>
              <a:custGeom>
                <a:avLst/>
                <a:gdLst/>
                <a:ahLst/>
                <a:cxnLst/>
                <a:rect l="l" t="t" r="r" b="b"/>
                <a:pathLst>
                  <a:path w="748" h="418" extrusionOk="0">
                    <a:moveTo>
                      <a:pt x="366" y="0"/>
                    </a:moveTo>
                    <a:cubicBezTo>
                      <a:pt x="332" y="0"/>
                      <a:pt x="298" y="7"/>
                      <a:pt x="273" y="22"/>
                    </a:cubicBezTo>
                    <a:lnTo>
                      <a:pt x="51" y="152"/>
                    </a:lnTo>
                    <a:cubicBezTo>
                      <a:pt x="1" y="181"/>
                      <a:pt x="1" y="231"/>
                      <a:pt x="51" y="258"/>
                    </a:cubicBezTo>
                    <a:lnTo>
                      <a:pt x="287" y="396"/>
                    </a:lnTo>
                    <a:cubicBezTo>
                      <a:pt x="312" y="410"/>
                      <a:pt x="346" y="417"/>
                      <a:pt x="380" y="417"/>
                    </a:cubicBezTo>
                    <a:cubicBezTo>
                      <a:pt x="415" y="417"/>
                      <a:pt x="449" y="410"/>
                      <a:pt x="475" y="396"/>
                    </a:cubicBezTo>
                    <a:lnTo>
                      <a:pt x="698" y="267"/>
                    </a:lnTo>
                    <a:cubicBezTo>
                      <a:pt x="748" y="238"/>
                      <a:pt x="748" y="188"/>
                      <a:pt x="698" y="158"/>
                    </a:cubicBezTo>
                    <a:lnTo>
                      <a:pt x="460" y="22"/>
                    </a:lnTo>
                    <a:cubicBezTo>
                      <a:pt x="435" y="7"/>
                      <a:pt x="400" y="0"/>
                      <a:pt x="36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05" name="Google Shape;1169;p41">
                <a:extLst>
                  <a:ext uri="{FF2B5EF4-FFF2-40B4-BE49-F238E27FC236}">
                    <a16:creationId xmlns:a16="http://schemas.microsoft.com/office/drawing/2014/main" id="{189566AF-FCE9-40B2-93B6-179F97B3E777}"/>
                  </a:ext>
                </a:extLst>
              </p:cNvPr>
              <p:cNvSpPr/>
              <p:nvPr/>
            </p:nvSpPr>
            <p:spPr>
              <a:xfrm>
                <a:off x="1879874" y="3451359"/>
                <a:ext cx="54372" cy="30006"/>
              </a:xfrm>
              <a:custGeom>
                <a:avLst/>
                <a:gdLst/>
                <a:ahLst/>
                <a:cxnLst/>
                <a:rect l="l" t="t" r="r" b="b"/>
                <a:pathLst>
                  <a:path w="511" h="282" extrusionOk="0">
                    <a:moveTo>
                      <a:pt x="327" y="1"/>
                    </a:moveTo>
                    <a:cubicBezTo>
                      <a:pt x="294" y="1"/>
                      <a:pt x="261" y="8"/>
                      <a:pt x="236" y="23"/>
                    </a:cubicBezTo>
                    <a:lnTo>
                      <a:pt x="50" y="132"/>
                    </a:lnTo>
                    <a:cubicBezTo>
                      <a:pt x="0" y="159"/>
                      <a:pt x="0" y="209"/>
                      <a:pt x="50" y="239"/>
                    </a:cubicBezTo>
                    <a:lnTo>
                      <a:pt x="86" y="261"/>
                    </a:lnTo>
                    <a:cubicBezTo>
                      <a:pt x="111" y="275"/>
                      <a:pt x="144" y="282"/>
                      <a:pt x="177" y="282"/>
                    </a:cubicBezTo>
                    <a:cubicBezTo>
                      <a:pt x="210" y="282"/>
                      <a:pt x="244" y="275"/>
                      <a:pt x="273" y="261"/>
                    </a:cubicBezTo>
                    <a:lnTo>
                      <a:pt x="452" y="152"/>
                    </a:lnTo>
                    <a:cubicBezTo>
                      <a:pt x="511" y="123"/>
                      <a:pt x="511" y="73"/>
                      <a:pt x="452" y="45"/>
                    </a:cubicBezTo>
                    <a:lnTo>
                      <a:pt x="424" y="23"/>
                    </a:lnTo>
                    <a:cubicBezTo>
                      <a:pt x="395" y="8"/>
                      <a:pt x="361" y="1"/>
                      <a:pt x="327"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06" name="Google Shape;1170;p41">
                <a:extLst>
                  <a:ext uri="{FF2B5EF4-FFF2-40B4-BE49-F238E27FC236}">
                    <a16:creationId xmlns:a16="http://schemas.microsoft.com/office/drawing/2014/main" id="{CC50205E-5E92-4551-B733-D4BB3630424F}"/>
                  </a:ext>
                </a:extLst>
              </p:cNvPr>
              <p:cNvSpPr/>
              <p:nvPr/>
            </p:nvSpPr>
            <p:spPr>
              <a:xfrm>
                <a:off x="1825502" y="3479769"/>
                <a:ext cx="59798" cy="32985"/>
              </a:xfrm>
              <a:custGeom>
                <a:avLst/>
                <a:gdLst/>
                <a:ahLst/>
                <a:cxnLst/>
                <a:rect l="l" t="t" r="r" b="b"/>
                <a:pathLst>
                  <a:path w="562" h="310" extrusionOk="0">
                    <a:moveTo>
                      <a:pt x="382" y="1"/>
                    </a:moveTo>
                    <a:cubicBezTo>
                      <a:pt x="348" y="1"/>
                      <a:pt x="313" y="8"/>
                      <a:pt x="288" y="22"/>
                    </a:cubicBezTo>
                    <a:lnTo>
                      <a:pt x="50" y="158"/>
                    </a:lnTo>
                    <a:cubicBezTo>
                      <a:pt x="0" y="187"/>
                      <a:pt x="0" y="237"/>
                      <a:pt x="50" y="267"/>
                    </a:cubicBezTo>
                    <a:lnTo>
                      <a:pt x="87" y="287"/>
                    </a:lnTo>
                    <a:cubicBezTo>
                      <a:pt x="112" y="302"/>
                      <a:pt x="144" y="309"/>
                      <a:pt x="177" y="309"/>
                    </a:cubicBezTo>
                    <a:cubicBezTo>
                      <a:pt x="210" y="309"/>
                      <a:pt x="244" y="302"/>
                      <a:pt x="273" y="287"/>
                    </a:cubicBezTo>
                    <a:lnTo>
                      <a:pt x="511" y="151"/>
                    </a:lnTo>
                    <a:cubicBezTo>
                      <a:pt x="561" y="123"/>
                      <a:pt x="561" y="72"/>
                      <a:pt x="511" y="44"/>
                    </a:cubicBezTo>
                    <a:lnTo>
                      <a:pt x="475" y="22"/>
                    </a:lnTo>
                    <a:cubicBezTo>
                      <a:pt x="450" y="8"/>
                      <a:pt x="416" y="1"/>
                      <a:pt x="38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07" name="Google Shape;1171;p41">
                <a:extLst>
                  <a:ext uri="{FF2B5EF4-FFF2-40B4-BE49-F238E27FC236}">
                    <a16:creationId xmlns:a16="http://schemas.microsoft.com/office/drawing/2014/main" id="{84756DC0-EC91-438A-AABA-9EACF15236EB}"/>
                  </a:ext>
                </a:extLst>
              </p:cNvPr>
              <p:cNvSpPr/>
              <p:nvPr/>
            </p:nvSpPr>
            <p:spPr>
              <a:xfrm>
                <a:off x="1857636" y="3498921"/>
                <a:ext cx="79589" cy="44263"/>
              </a:xfrm>
              <a:custGeom>
                <a:avLst/>
                <a:gdLst/>
                <a:ahLst/>
                <a:cxnLst/>
                <a:rect l="l" t="t" r="r" b="b"/>
                <a:pathLst>
                  <a:path w="748" h="416" extrusionOk="0">
                    <a:moveTo>
                      <a:pt x="388" y="0"/>
                    </a:moveTo>
                    <a:cubicBezTo>
                      <a:pt x="354" y="0"/>
                      <a:pt x="320" y="7"/>
                      <a:pt x="295" y="21"/>
                    </a:cubicBezTo>
                    <a:lnTo>
                      <a:pt x="57" y="159"/>
                    </a:lnTo>
                    <a:cubicBezTo>
                      <a:pt x="7" y="187"/>
                      <a:pt x="0" y="237"/>
                      <a:pt x="57" y="266"/>
                    </a:cubicBezTo>
                    <a:lnTo>
                      <a:pt x="266" y="388"/>
                    </a:lnTo>
                    <a:cubicBezTo>
                      <a:pt x="291" y="407"/>
                      <a:pt x="325" y="416"/>
                      <a:pt x="359" y="416"/>
                    </a:cubicBezTo>
                    <a:cubicBezTo>
                      <a:pt x="393" y="416"/>
                      <a:pt x="427" y="407"/>
                      <a:pt x="452" y="388"/>
                    </a:cubicBezTo>
                    <a:lnTo>
                      <a:pt x="690" y="252"/>
                    </a:lnTo>
                    <a:cubicBezTo>
                      <a:pt x="747" y="223"/>
                      <a:pt x="747" y="173"/>
                      <a:pt x="697" y="144"/>
                    </a:cubicBezTo>
                    <a:lnTo>
                      <a:pt x="482" y="21"/>
                    </a:lnTo>
                    <a:cubicBezTo>
                      <a:pt x="457" y="7"/>
                      <a:pt x="422" y="0"/>
                      <a:pt x="388"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08" name="Google Shape;1172;p41">
                <a:extLst>
                  <a:ext uri="{FF2B5EF4-FFF2-40B4-BE49-F238E27FC236}">
                    <a16:creationId xmlns:a16="http://schemas.microsoft.com/office/drawing/2014/main" id="{ACA71590-4C30-4947-B6F2-E52A20CD81C2}"/>
                  </a:ext>
                </a:extLst>
              </p:cNvPr>
              <p:cNvSpPr/>
              <p:nvPr/>
            </p:nvSpPr>
            <p:spPr>
              <a:xfrm>
                <a:off x="2012878" y="3411032"/>
                <a:ext cx="76503" cy="42029"/>
              </a:xfrm>
              <a:custGeom>
                <a:avLst/>
                <a:gdLst/>
                <a:ahLst/>
                <a:cxnLst/>
                <a:rect l="l" t="t" r="r" b="b"/>
                <a:pathLst>
                  <a:path w="719" h="395" extrusionOk="0">
                    <a:moveTo>
                      <a:pt x="360" y="0"/>
                    </a:moveTo>
                    <a:cubicBezTo>
                      <a:pt x="325" y="0"/>
                      <a:pt x="291" y="7"/>
                      <a:pt x="266" y="21"/>
                    </a:cubicBezTo>
                    <a:lnTo>
                      <a:pt x="51" y="143"/>
                    </a:lnTo>
                    <a:cubicBezTo>
                      <a:pt x="1" y="173"/>
                      <a:pt x="1" y="223"/>
                      <a:pt x="51" y="252"/>
                    </a:cubicBezTo>
                    <a:lnTo>
                      <a:pt x="266" y="373"/>
                    </a:lnTo>
                    <a:cubicBezTo>
                      <a:pt x="291" y="387"/>
                      <a:pt x="325" y="395"/>
                      <a:pt x="360" y="395"/>
                    </a:cubicBezTo>
                    <a:cubicBezTo>
                      <a:pt x="394" y="395"/>
                      <a:pt x="428" y="387"/>
                      <a:pt x="453" y="373"/>
                    </a:cubicBezTo>
                    <a:lnTo>
                      <a:pt x="661" y="252"/>
                    </a:lnTo>
                    <a:cubicBezTo>
                      <a:pt x="718" y="223"/>
                      <a:pt x="718" y="173"/>
                      <a:pt x="661" y="143"/>
                    </a:cubicBezTo>
                    <a:lnTo>
                      <a:pt x="453" y="21"/>
                    </a:lnTo>
                    <a:cubicBezTo>
                      <a:pt x="428" y="7"/>
                      <a:pt x="394" y="0"/>
                      <a:pt x="36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09" name="Google Shape;1173;p41">
                <a:extLst>
                  <a:ext uri="{FF2B5EF4-FFF2-40B4-BE49-F238E27FC236}">
                    <a16:creationId xmlns:a16="http://schemas.microsoft.com/office/drawing/2014/main" id="{D7A92D01-38C1-4081-A675-047AAD905DFE}"/>
                  </a:ext>
                </a:extLst>
              </p:cNvPr>
              <p:cNvSpPr/>
              <p:nvPr/>
            </p:nvSpPr>
            <p:spPr>
              <a:xfrm>
                <a:off x="1960740" y="3440719"/>
                <a:ext cx="77461" cy="42987"/>
              </a:xfrm>
              <a:custGeom>
                <a:avLst/>
                <a:gdLst/>
                <a:ahLst/>
                <a:cxnLst/>
                <a:rect l="l" t="t" r="r" b="b"/>
                <a:pathLst>
                  <a:path w="728" h="404" extrusionOk="0">
                    <a:moveTo>
                      <a:pt x="368" y="1"/>
                    </a:moveTo>
                    <a:cubicBezTo>
                      <a:pt x="334" y="1"/>
                      <a:pt x="300" y="8"/>
                      <a:pt x="275" y="23"/>
                    </a:cubicBezTo>
                    <a:lnTo>
                      <a:pt x="53" y="152"/>
                    </a:lnTo>
                    <a:cubicBezTo>
                      <a:pt x="1" y="180"/>
                      <a:pt x="1" y="232"/>
                      <a:pt x="53" y="259"/>
                    </a:cubicBezTo>
                    <a:lnTo>
                      <a:pt x="260" y="382"/>
                    </a:lnTo>
                    <a:cubicBezTo>
                      <a:pt x="289" y="396"/>
                      <a:pt x="323" y="404"/>
                      <a:pt x="357" y="404"/>
                    </a:cubicBezTo>
                    <a:cubicBezTo>
                      <a:pt x="390" y="404"/>
                      <a:pt x="423" y="396"/>
                      <a:pt x="448" y="382"/>
                    </a:cubicBezTo>
                    <a:lnTo>
                      <a:pt x="670" y="252"/>
                    </a:lnTo>
                    <a:cubicBezTo>
                      <a:pt x="720" y="223"/>
                      <a:pt x="727" y="173"/>
                      <a:pt x="670" y="145"/>
                    </a:cubicBezTo>
                    <a:lnTo>
                      <a:pt x="461" y="23"/>
                    </a:lnTo>
                    <a:cubicBezTo>
                      <a:pt x="436" y="8"/>
                      <a:pt x="402" y="1"/>
                      <a:pt x="36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10" name="Google Shape;1174;p41">
                <a:extLst>
                  <a:ext uri="{FF2B5EF4-FFF2-40B4-BE49-F238E27FC236}">
                    <a16:creationId xmlns:a16="http://schemas.microsoft.com/office/drawing/2014/main" id="{087A96F8-4DDA-4FD4-B5A2-8D6B699BBE02}"/>
                  </a:ext>
                </a:extLst>
              </p:cNvPr>
              <p:cNvSpPr/>
              <p:nvPr/>
            </p:nvSpPr>
            <p:spPr>
              <a:xfrm>
                <a:off x="2260691" y="3327506"/>
                <a:ext cx="78844" cy="43731"/>
              </a:xfrm>
              <a:custGeom>
                <a:avLst/>
                <a:gdLst/>
                <a:ahLst/>
                <a:cxnLst/>
                <a:rect l="l" t="t" r="r" b="b"/>
                <a:pathLst>
                  <a:path w="741" h="411" extrusionOk="0">
                    <a:moveTo>
                      <a:pt x="353" y="1"/>
                    </a:moveTo>
                    <a:cubicBezTo>
                      <a:pt x="318" y="1"/>
                      <a:pt x="284" y="8"/>
                      <a:pt x="259" y="23"/>
                    </a:cubicBezTo>
                    <a:lnTo>
                      <a:pt x="51" y="145"/>
                    </a:lnTo>
                    <a:cubicBezTo>
                      <a:pt x="1" y="174"/>
                      <a:pt x="1" y="224"/>
                      <a:pt x="51" y="252"/>
                    </a:cubicBezTo>
                    <a:lnTo>
                      <a:pt x="287" y="390"/>
                    </a:lnTo>
                    <a:cubicBezTo>
                      <a:pt x="313" y="404"/>
                      <a:pt x="347" y="411"/>
                      <a:pt x="382" y="411"/>
                    </a:cubicBezTo>
                    <a:cubicBezTo>
                      <a:pt x="416" y="411"/>
                      <a:pt x="450" y="404"/>
                      <a:pt x="475" y="390"/>
                    </a:cubicBezTo>
                    <a:lnTo>
                      <a:pt x="684" y="267"/>
                    </a:lnTo>
                    <a:cubicBezTo>
                      <a:pt x="741" y="238"/>
                      <a:pt x="741" y="188"/>
                      <a:pt x="684" y="159"/>
                    </a:cubicBezTo>
                    <a:lnTo>
                      <a:pt x="446" y="23"/>
                    </a:lnTo>
                    <a:cubicBezTo>
                      <a:pt x="421" y="8"/>
                      <a:pt x="387" y="1"/>
                      <a:pt x="35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11" name="Google Shape;1175;p41">
                <a:extLst>
                  <a:ext uri="{FF2B5EF4-FFF2-40B4-BE49-F238E27FC236}">
                    <a16:creationId xmlns:a16="http://schemas.microsoft.com/office/drawing/2014/main" id="{A200B574-F67E-49AD-B1BA-128D5E640441}"/>
                  </a:ext>
                </a:extLst>
              </p:cNvPr>
              <p:cNvSpPr/>
              <p:nvPr/>
            </p:nvSpPr>
            <p:spPr>
              <a:xfrm>
                <a:off x="2223237" y="3290052"/>
                <a:ext cx="75759" cy="42242"/>
              </a:xfrm>
              <a:custGeom>
                <a:avLst/>
                <a:gdLst/>
                <a:ahLst/>
                <a:cxnLst/>
                <a:rect l="l" t="t" r="r" b="b"/>
                <a:pathLst>
                  <a:path w="712" h="397" extrusionOk="0">
                    <a:moveTo>
                      <a:pt x="353" y="1"/>
                    </a:moveTo>
                    <a:cubicBezTo>
                      <a:pt x="319" y="1"/>
                      <a:pt x="284" y="8"/>
                      <a:pt x="259" y="23"/>
                    </a:cubicBezTo>
                    <a:lnTo>
                      <a:pt x="51" y="145"/>
                    </a:lnTo>
                    <a:cubicBezTo>
                      <a:pt x="1" y="173"/>
                      <a:pt x="1" y="224"/>
                      <a:pt x="51" y="252"/>
                    </a:cubicBezTo>
                    <a:lnTo>
                      <a:pt x="259" y="375"/>
                    </a:lnTo>
                    <a:cubicBezTo>
                      <a:pt x="284" y="389"/>
                      <a:pt x="319" y="396"/>
                      <a:pt x="353" y="396"/>
                    </a:cubicBezTo>
                    <a:cubicBezTo>
                      <a:pt x="387" y="396"/>
                      <a:pt x="421" y="389"/>
                      <a:pt x="446" y="375"/>
                    </a:cubicBezTo>
                    <a:lnTo>
                      <a:pt x="661" y="252"/>
                    </a:lnTo>
                    <a:cubicBezTo>
                      <a:pt x="711" y="224"/>
                      <a:pt x="711" y="173"/>
                      <a:pt x="661" y="145"/>
                    </a:cubicBezTo>
                    <a:lnTo>
                      <a:pt x="446" y="23"/>
                    </a:lnTo>
                    <a:cubicBezTo>
                      <a:pt x="421" y="8"/>
                      <a:pt x="387" y="1"/>
                      <a:pt x="35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12" name="Google Shape;1176;p41">
                <a:extLst>
                  <a:ext uri="{FF2B5EF4-FFF2-40B4-BE49-F238E27FC236}">
                    <a16:creationId xmlns:a16="http://schemas.microsoft.com/office/drawing/2014/main" id="{5D7A79A3-B911-43C8-B9A3-1B415FE38ADF}"/>
                  </a:ext>
                </a:extLst>
              </p:cNvPr>
              <p:cNvSpPr/>
              <p:nvPr/>
            </p:nvSpPr>
            <p:spPr>
              <a:xfrm>
                <a:off x="2190252" y="3271006"/>
                <a:ext cx="57564" cy="31389"/>
              </a:xfrm>
              <a:custGeom>
                <a:avLst/>
                <a:gdLst/>
                <a:ahLst/>
                <a:cxnLst/>
                <a:rect l="l" t="t" r="r" b="b"/>
                <a:pathLst>
                  <a:path w="541" h="295" extrusionOk="0">
                    <a:moveTo>
                      <a:pt x="356" y="0"/>
                    </a:moveTo>
                    <a:cubicBezTo>
                      <a:pt x="323" y="0"/>
                      <a:pt x="288" y="8"/>
                      <a:pt x="259" y="22"/>
                    </a:cubicBezTo>
                    <a:lnTo>
                      <a:pt x="52" y="145"/>
                    </a:lnTo>
                    <a:cubicBezTo>
                      <a:pt x="0" y="172"/>
                      <a:pt x="0" y="222"/>
                      <a:pt x="52" y="252"/>
                    </a:cubicBezTo>
                    <a:lnTo>
                      <a:pt x="86" y="274"/>
                    </a:lnTo>
                    <a:cubicBezTo>
                      <a:pt x="112" y="288"/>
                      <a:pt x="147" y="295"/>
                      <a:pt x="181" y="295"/>
                    </a:cubicBezTo>
                    <a:cubicBezTo>
                      <a:pt x="215" y="295"/>
                      <a:pt x="249" y="288"/>
                      <a:pt x="274" y="274"/>
                    </a:cubicBezTo>
                    <a:lnTo>
                      <a:pt x="483" y="152"/>
                    </a:lnTo>
                    <a:cubicBezTo>
                      <a:pt x="533" y="122"/>
                      <a:pt x="540" y="72"/>
                      <a:pt x="483" y="43"/>
                    </a:cubicBezTo>
                    <a:lnTo>
                      <a:pt x="447" y="22"/>
                    </a:lnTo>
                    <a:cubicBezTo>
                      <a:pt x="422" y="8"/>
                      <a:pt x="390" y="0"/>
                      <a:pt x="35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13" name="Google Shape;1177;p41">
                <a:extLst>
                  <a:ext uri="{FF2B5EF4-FFF2-40B4-BE49-F238E27FC236}">
                    <a16:creationId xmlns:a16="http://schemas.microsoft.com/office/drawing/2014/main" id="{AFBFE11F-38C8-4D11-88E9-410322545A95}"/>
                  </a:ext>
                </a:extLst>
              </p:cNvPr>
              <p:cNvSpPr/>
              <p:nvPr/>
            </p:nvSpPr>
            <p:spPr>
              <a:xfrm>
                <a:off x="2137583" y="3300160"/>
                <a:ext cx="58202" cy="32134"/>
              </a:xfrm>
              <a:custGeom>
                <a:avLst/>
                <a:gdLst/>
                <a:ahLst/>
                <a:cxnLst/>
                <a:rect l="l" t="t" r="r" b="b"/>
                <a:pathLst>
                  <a:path w="547" h="302" extrusionOk="0">
                    <a:moveTo>
                      <a:pt x="366" y="0"/>
                    </a:moveTo>
                    <a:cubicBezTo>
                      <a:pt x="332" y="0"/>
                      <a:pt x="298" y="10"/>
                      <a:pt x="273" y="28"/>
                    </a:cubicBezTo>
                    <a:lnTo>
                      <a:pt x="57" y="150"/>
                    </a:lnTo>
                    <a:cubicBezTo>
                      <a:pt x="0" y="179"/>
                      <a:pt x="0" y="229"/>
                      <a:pt x="57" y="259"/>
                    </a:cubicBezTo>
                    <a:lnTo>
                      <a:pt x="86" y="280"/>
                    </a:lnTo>
                    <a:cubicBezTo>
                      <a:pt x="111" y="294"/>
                      <a:pt x="145" y="301"/>
                      <a:pt x="179" y="301"/>
                    </a:cubicBezTo>
                    <a:cubicBezTo>
                      <a:pt x="214" y="301"/>
                      <a:pt x="248" y="294"/>
                      <a:pt x="273" y="280"/>
                    </a:cubicBezTo>
                    <a:lnTo>
                      <a:pt x="495" y="150"/>
                    </a:lnTo>
                    <a:cubicBezTo>
                      <a:pt x="547" y="121"/>
                      <a:pt x="547" y="71"/>
                      <a:pt x="495" y="43"/>
                    </a:cubicBezTo>
                    <a:lnTo>
                      <a:pt x="461" y="28"/>
                    </a:lnTo>
                    <a:cubicBezTo>
                      <a:pt x="435" y="10"/>
                      <a:pt x="400" y="0"/>
                      <a:pt x="36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14" name="Google Shape;1178;p41">
                <a:extLst>
                  <a:ext uri="{FF2B5EF4-FFF2-40B4-BE49-F238E27FC236}">
                    <a16:creationId xmlns:a16="http://schemas.microsoft.com/office/drawing/2014/main" id="{596356B6-E1B9-4EFD-9CF3-92D1E15149C9}"/>
                  </a:ext>
                </a:extLst>
              </p:cNvPr>
              <p:cNvSpPr/>
              <p:nvPr/>
            </p:nvSpPr>
            <p:spPr>
              <a:xfrm>
                <a:off x="1979999" y="3391773"/>
                <a:ext cx="57457" cy="31602"/>
              </a:xfrm>
              <a:custGeom>
                <a:avLst/>
                <a:gdLst/>
                <a:ahLst/>
                <a:cxnLst/>
                <a:rect l="l" t="t" r="r" b="b"/>
                <a:pathLst>
                  <a:path w="540" h="297" extrusionOk="0">
                    <a:moveTo>
                      <a:pt x="360" y="0"/>
                    </a:moveTo>
                    <a:cubicBezTo>
                      <a:pt x="326" y="0"/>
                      <a:pt x="292" y="8"/>
                      <a:pt x="267" y="22"/>
                    </a:cubicBezTo>
                    <a:lnTo>
                      <a:pt x="58" y="145"/>
                    </a:lnTo>
                    <a:cubicBezTo>
                      <a:pt x="1" y="174"/>
                      <a:pt x="1" y="224"/>
                      <a:pt x="58" y="252"/>
                    </a:cubicBezTo>
                    <a:lnTo>
                      <a:pt x="87" y="274"/>
                    </a:lnTo>
                    <a:cubicBezTo>
                      <a:pt x="112" y="289"/>
                      <a:pt x="146" y="296"/>
                      <a:pt x="180" y="296"/>
                    </a:cubicBezTo>
                    <a:cubicBezTo>
                      <a:pt x="214" y="296"/>
                      <a:pt x="248" y="289"/>
                      <a:pt x="273" y="274"/>
                    </a:cubicBezTo>
                    <a:lnTo>
                      <a:pt x="489" y="152"/>
                    </a:lnTo>
                    <a:cubicBezTo>
                      <a:pt x="539" y="122"/>
                      <a:pt x="539" y="72"/>
                      <a:pt x="489" y="45"/>
                    </a:cubicBezTo>
                    <a:lnTo>
                      <a:pt x="453" y="22"/>
                    </a:lnTo>
                    <a:cubicBezTo>
                      <a:pt x="428" y="8"/>
                      <a:pt x="394" y="0"/>
                      <a:pt x="36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15" name="Google Shape;1179;p41">
                <a:extLst>
                  <a:ext uri="{FF2B5EF4-FFF2-40B4-BE49-F238E27FC236}">
                    <a16:creationId xmlns:a16="http://schemas.microsoft.com/office/drawing/2014/main" id="{547C7143-7FFC-41EB-B6FC-BBFC6521227A}"/>
                  </a:ext>
                </a:extLst>
              </p:cNvPr>
              <p:cNvSpPr/>
              <p:nvPr/>
            </p:nvSpPr>
            <p:spPr>
              <a:xfrm>
                <a:off x="2085551" y="3330591"/>
                <a:ext cx="58096" cy="32027"/>
              </a:xfrm>
              <a:custGeom>
                <a:avLst/>
                <a:gdLst/>
                <a:ahLst/>
                <a:cxnLst/>
                <a:rect l="l" t="t" r="r" b="b"/>
                <a:pathLst>
                  <a:path w="546" h="301" extrusionOk="0">
                    <a:moveTo>
                      <a:pt x="367" y="1"/>
                    </a:moveTo>
                    <a:cubicBezTo>
                      <a:pt x="333" y="1"/>
                      <a:pt x="298" y="8"/>
                      <a:pt x="273" y="23"/>
                    </a:cubicBezTo>
                    <a:lnTo>
                      <a:pt x="58" y="152"/>
                    </a:lnTo>
                    <a:cubicBezTo>
                      <a:pt x="1" y="180"/>
                      <a:pt x="1" y="223"/>
                      <a:pt x="58" y="259"/>
                    </a:cubicBezTo>
                    <a:lnTo>
                      <a:pt x="87" y="275"/>
                    </a:lnTo>
                    <a:cubicBezTo>
                      <a:pt x="116" y="292"/>
                      <a:pt x="150" y="301"/>
                      <a:pt x="183" y="301"/>
                    </a:cubicBezTo>
                    <a:cubicBezTo>
                      <a:pt x="216" y="301"/>
                      <a:pt x="248" y="292"/>
                      <a:pt x="273" y="275"/>
                    </a:cubicBezTo>
                    <a:lnTo>
                      <a:pt x="496" y="152"/>
                    </a:lnTo>
                    <a:cubicBezTo>
                      <a:pt x="546" y="123"/>
                      <a:pt x="546" y="73"/>
                      <a:pt x="496" y="44"/>
                    </a:cubicBezTo>
                    <a:lnTo>
                      <a:pt x="460" y="23"/>
                    </a:lnTo>
                    <a:cubicBezTo>
                      <a:pt x="435" y="8"/>
                      <a:pt x="401" y="1"/>
                      <a:pt x="367"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16" name="Google Shape;1180;p41">
                <a:extLst>
                  <a:ext uri="{FF2B5EF4-FFF2-40B4-BE49-F238E27FC236}">
                    <a16:creationId xmlns:a16="http://schemas.microsoft.com/office/drawing/2014/main" id="{BB73A828-317B-4737-A970-032E4D324888}"/>
                  </a:ext>
                </a:extLst>
              </p:cNvPr>
              <p:cNvSpPr/>
              <p:nvPr/>
            </p:nvSpPr>
            <p:spPr>
              <a:xfrm>
                <a:off x="2170355" y="3319206"/>
                <a:ext cx="77461" cy="43412"/>
              </a:xfrm>
              <a:custGeom>
                <a:avLst/>
                <a:gdLst/>
                <a:ahLst/>
                <a:cxnLst/>
                <a:rect l="l" t="t" r="r" b="b"/>
                <a:pathLst>
                  <a:path w="728" h="408" extrusionOk="0">
                    <a:moveTo>
                      <a:pt x="368" y="0"/>
                    </a:moveTo>
                    <a:cubicBezTo>
                      <a:pt x="334" y="0"/>
                      <a:pt x="299" y="7"/>
                      <a:pt x="273" y="21"/>
                    </a:cubicBezTo>
                    <a:lnTo>
                      <a:pt x="51" y="151"/>
                    </a:lnTo>
                    <a:cubicBezTo>
                      <a:pt x="1" y="180"/>
                      <a:pt x="1" y="230"/>
                      <a:pt x="51" y="259"/>
                    </a:cubicBezTo>
                    <a:lnTo>
                      <a:pt x="267" y="382"/>
                    </a:lnTo>
                    <a:cubicBezTo>
                      <a:pt x="292" y="399"/>
                      <a:pt x="326" y="408"/>
                      <a:pt x="360" y="408"/>
                    </a:cubicBezTo>
                    <a:cubicBezTo>
                      <a:pt x="394" y="408"/>
                      <a:pt x="429" y="399"/>
                      <a:pt x="455" y="382"/>
                    </a:cubicBezTo>
                    <a:lnTo>
                      <a:pt x="677" y="259"/>
                    </a:lnTo>
                    <a:cubicBezTo>
                      <a:pt x="727" y="230"/>
                      <a:pt x="727" y="180"/>
                      <a:pt x="677" y="151"/>
                    </a:cubicBezTo>
                    <a:lnTo>
                      <a:pt x="461" y="21"/>
                    </a:lnTo>
                    <a:cubicBezTo>
                      <a:pt x="436" y="7"/>
                      <a:pt x="402" y="0"/>
                      <a:pt x="368"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17" name="Google Shape;1181;p41">
                <a:extLst>
                  <a:ext uri="{FF2B5EF4-FFF2-40B4-BE49-F238E27FC236}">
                    <a16:creationId xmlns:a16="http://schemas.microsoft.com/office/drawing/2014/main" id="{DF1AD7DB-4805-43D9-B476-A247ECB37914}"/>
                  </a:ext>
                </a:extLst>
              </p:cNvPr>
              <p:cNvSpPr/>
              <p:nvPr/>
            </p:nvSpPr>
            <p:spPr>
              <a:xfrm>
                <a:off x="2118430" y="3349744"/>
                <a:ext cx="77355" cy="42987"/>
              </a:xfrm>
              <a:custGeom>
                <a:avLst/>
                <a:gdLst/>
                <a:ahLst/>
                <a:cxnLst/>
                <a:rect l="l" t="t" r="r" b="b"/>
                <a:pathLst>
                  <a:path w="727" h="404" extrusionOk="0">
                    <a:moveTo>
                      <a:pt x="366" y="0"/>
                    </a:moveTo>
                    <a:cubicBezTo>
                      <a:pt x="332" y="0"/>
                      <a:pt x="298" y="8"/>
                      <a:pt x="273" y="22"/>
                    </a:cubicBezTo>
                    <a:lnTo>
                      <a:pt x="58" y="145"/>
                    </a:lnTo>
                    <a:cubicBezTo>
                      <a:pt x="1" y="181"/>
                      <a:pt x="1" y="224"/>
                      <a:pt x="51" y="259"/>
                    </a:cubicBezTo>
                    <a:lnTo>
                      <a:pt x="266" y="381"/>
                    </a:lnTo>
                    <a:cubicBezTo>
                      <a:pt x="291" y="396"/>
                      <a:pt x="325" y="403"/>
                      <a:pt x="359" y="403"/>
                    </a:cubicBezTo>
                    <a:cubicBezTo>
                      <a:pt x="394" y="403"/>
                      <a:pt x="428" y="396"/>
                      <a:pt x="453" y="381"/>
                    </a:cubicBezTo>
                    <a:lnTo>
                      <a:pt x="668" y="252"/>
                    </a:lnTo>
                    <a:cubicBezTo>
                      <a:pt x="718" y="224"/>
                      <a:pt x="727" y="172"/>
                      <a:pt x="668" y="145"/>
                    </a:cubicBezTo>
                    <a:lnTo>
                      <a:pt x="460" y="22"/>
                    </a:lnTo>
                    <a:cubicBezTo>
                      <a:pt x="435" y="8"/>
                      <a:pt x="400" y="0"/>
                      <a:pt x="36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18" name="Google Shape;1182;p41">
                <a:extLst>
                  <a:ext uri="{FF2B5EF4-FFF2-40B4-BE49-F238E27FC236}">
                    <a16:creationId xmlns:a16="http://schemas.microsoft.com/office/drawing/2014/main" id="{040E8F13-20F9-4A28-A0FD-19D6051797EA}"/>
                  </a:ext>
                </a:extLst>
              </p:cNvPr>
              <p:cNvSpPr/>
              <p:nvPr/>
            </p:nvSpPr>
            <p:spPr>
              <a:xfrm>
                <a:off x="2031286" y="3360491"/>
                <a:ext cx="60437" cy="33517"/>
              </a:xfrm>
              <a:custGeom>
                <a:avLst/>
                <a:gdLst/>
                <a:ahLst/>
                <a:cxnLst/>
                <a:rect l="l" t="t" r="r" b="b"/>
                <a:pathLst>
                  <a:path w="568" h="315" extrusionOk="0">
                    <a:moveTo>
                      <a:pt x="388" y="1"/>
                    </a:moveTo>
                    <a:cubicBezTo>
                      <a:pt x="354" y="1"/>
                      <a:pt x="320" y="7"/>
                      <a:pt x="295" y="21"/>
                    </a:cubicBezTo>
                    <a:lnTo>
                      <a:pt x="57" y="166"/>
                    </a:lnTo>
                    <a:cubicBezTo>
                      <a:pt x="7" y="194"/>
                      <a:pt x="0" y="237"/>
                      <a:pt x="57" y="273"/>
                    </a:cubicBezTo>
                    <a:lnTo>
                      <a:pt x="86" y="287"/>
                    </a:lnTo>
                    <a:cubicBezTo>
                      <a:pt x="115" y="305"/>
                      <a:pt x="149" y="314"/>
                      <a:pt x="182" y="314"/>
                    </a:cubicBezTo>
                    <a:cubicBezTo>
                      <a:pt x="215" y="314"/>
                      <a:pt x="248" y="305"/>
                      <a:pt x="273" y="287"/>
                    </a:cubicBezTo>
                    <a:lnTo>
                      <a:pt x="518" y="151"/>
                    </a:lnTo>
                    <a:cubicBezTo>
                      <a:pt x="568" y="123"/>
                      <a:pt x="568" y="71"/>
                      <a:pt x="518" y="44"/>
                    </a:cubicBezTo>
                    <a:lnTo>
                      <a:pt x="482" y="21"/>
                    </a:lnTo>
                    <a:cubicBezTo>
                      <a:pt x="457" y="7"/>
                      <a:pt x="422" y="1"/>
                      <a:pt x="38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19" name="Google Shape;1183;p41">
                <a:extLst>
                  <a:ext uri="{FF2B5EF4-FFF2-40B4-BE49-F238E27FC236}">
                    <a16:creationId xmlns:a16="http://schemas.microsoft.com/office/drawing/2014/main" id="{16F47761-EF16-4160-98CC-011679F0D938}"/>
                  </a:ext>
                </a:extLst>
              </p:cNvPr>
              <p:cNvSpPr/>
              <p:nvPr/>
            </p:nvSpPr>
            <p:spPr>
              <a:xfrm>
                <a:off x="2064164" y="3379643"/>
                <a:ext cx="79483" cy="44476"/>
              </a:xfrm>
              <a:custGeom>
                <a:avLst/>
                <a:gdLst/>
                <a:ahLst/>
                <a:cxnLst/>
                <a:rect l="l" t="t" r="r" b="b"/>
                <a:pathLst>
                  <a:path w="747" h="418" extrusionOk="0">
                    <a:moveTo>
                      <a:pt x="388" y="0"/>
                    </a:moveTo>
                    <a:cubicBezTo>
                      <a:pt x="354" y="0"/>
                      <a:pt x="320" y="7"/>
                      <a:pt x="295" y="21"/>
                    </a:cubicBezTo>
                    <a:lnTo>
                      <a:pt x="50" y="159"/>
                    </a:lnTo>
                    <a:cubicBezTo>
                      <a:pt x="0" y="193"/>
                      <a:pt x="0" y="236"/>
                      <a:pt x="50" y="266"/>
                    </a:cubicBezTo>
                    <a:lnTo>
                      <a:pt x="266" y="395"/>
                    </a:lnTo>
                    <a:cubicBezTo>
                      <a:pt x="291" y="410"/>
                      <a:pt x="325" y="417"/>
                      <a:pt x="359" y="417"/>
                    </a:cubicBezTo>
                    <a:cubicBezTo>
                      <a:pt x="393" y="417"/>
                      <a:pt x="427" y="410"/>
                      <a:pt x="452" y="395"/>
                    </a:cubicBezTo>
                    <a:lnTo>
                      <a:pt x="690" y="252"/>
                    </a:lnTo>
                    <a:cubicBezTo>
                      <a:pt x="747" y="223"/>
                      <a:pt x="747" y="173"/>
                      <a:pt x="690" y="143"/>
                    </a:cubicBezTo>
                    <a:lnTo>
                      <a:pt x="481" y="21"/>
                    </a:lnTo>
                    <a:cubicBezTo>
                      <a:pt x="456" y="7"/>
                      <a:pt x="422" y="0"/>
                      <a:pt x="388"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20" name="Google Shape;1184;p41">
                <a:extLst>
                  <a:ext uri="{FF2B5EF4-FFF2-40B4-BE49-F238E27FC236}">
                    <a16:creationId xmlns:a16="http://schemas.microsoft.com/office/drawing/2014/main" id="{59867D8F-6790-4B4A-A5D9-84ADD924CD50}"/>
                  </a:ext>
                </a:extLst>
              </p:cNvPr>
              <p:cNvSpPr/>
              <p:nvPr/>
            </p:nvSpPr>
            <p:spPr>
              <a:xfrm>
                <a:off x="2347197" y="3337720"/>
                <a:ext cx="78844" cy="44263"/>
              </a:xfrm>
              <a:custGeom>
                <a:avLst/>
                <a:gdLst/>
                <a:ahLst/>
                <a:cxnLst/>
                <a:rect l="l" t="t" r="r" b="b"/>
                <a:pathLst>
                  <a:path w="741" h="416" extrusionOk="0">
                    <a:moveTo>
                      <a:pt x="388" y="1"/>
                    </a:moveTo>
                    <a:cubicBezTo>
                      <a:pt x="354" y="1"/>
                      <a:pt x="319" y="9"/>
                      <a:pt x="293" y="27"/>
                    </a:cubicBezTo>
                    <a:lnTo>
                      <a:pt x="57" y="165"/>
                    </a:lnTo>
                    <a:cubicBezTo>
                      <a:pt x="0" y="192"/>
                      <a:pt x="0" y="242"/>
                      <a:pt x="57" y="272"/>
                    </a:cubicBezTo>
                    <a:lnTo>
                      <a:pt x="266" y="394"/>
                    </a:lnTo>
                    <a:cubicBezTo>
                      <a:pt x="291" y="409"/>
                      <a:pt x="325" y="416"/>
                      <a:pt x="359" y="416"/>
                    </a:cubicBezTo>
                    <a:cubicBezTo>
                      <a:pt x="393" y="416"/>
                      <a:pt x="427" y="409"/>
                      <a:pt x="452" y="394"/>
                    </a:cubicBezTo>
                    <a:lnTo>
                      <a:pt x="690" y="258"/>
                    </a:lnTo>
                    <a:cubicBezTo>
                      <a:pt x="740" y="228"/>
                      <a:pt x="740" y="178"/>
                      <a:pt x="690" y="149"/>
                    </a:cubicBezTo>
                    <a:lnTo>
                      <a:pt x="481" y="27"/>
                    </a:lnTo>
                    <a:cubicBezTo>
                      <a:pt x="456" y="9"/>
                      <a:pt x="422" y="1"/>
                      <a:pt x="38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21" name="Google Shape;1185;p41">
                <a:extLst>
                  <a:ext uri="{FF2B5EF4-FFF2-40B4-BE49-F238E27FC236}">
                    <a16:creationId xmlns:a16="http://schemas.microsoft.com/office/drawing/2014/main" id="{7F5D1693-3844-4881-96C2-7A26A5AA91EC}"/>
                  </a:ext>
                </a:extLst>
              </p:cNvPr>
              <p:cNvSpPr/>
              <p:nvPr/>
            </p:nvSpPr>
            <p:spPr>
              <a:xfrm>
                <a:off x="2295804" y="3369003"/>
                <a:ext cx="75865" cy="42774"/>
              </a:xfrm>
              <a:custGeom>
                <a:avLst/>
                <a:gdLst/>
                <a:ahLst/>
                <a:cxnLst/>
                <a:rect l="l" t="t" r="r" b="b"/>
                <a:pathLst>
                  <a:path w="713" h="402" extrusionOk="0">
                    <a:moveTo>
                      <a:pt x="361" y="0"/>
                    </a:moveTo>
                    <a:cubicBezTo>
                      <a:pt x="327" y="0"/>
                      <a:pt x="293" y="9"/>
                      <a:pt x="268" y="28"/>
                    </a:cubicBezTo>
                    <a:lnTo>
                      <a:pt x="59" y="150"/>
                    </a:lnTo>
                    <a:cubicBezTo>
                      <a:pt x="0" y="179"/>
                      <a:pt x="0" y="229"/>
                      <a:pt x="52" y="259"/>
                    </a:cubicBezTo>
                    <a:lnTo>
                      <a:pt x="268" y="379"/>
                    </a:lnTo>
                    <a:cubicBezTo>
                      <a:pt x="293" y="394"/>
                      <a:pt x="327" y="401"/>
                      <a:pt x="361" y="401"/>
                    </a:cubicBezTo>
                    <a:cubicBezTo>
                      <a:pt x="395" y="401"/>
                      <a:pt x="429" y="394"/>
                      <a:pt x="454" y="379"/>
                    </a:cubicBezTo>
                    <a:lnTo>
                      <a:pt x="663" y="259"/>
                    </a:lnTo>
                    <a:cubicBezTo>
                      <a:pt x="713" y="229"/>
                      <a:pt x="713" y="179"/>
                      <a:pt x="663" y="150"/>
                    </a:cubicBezTo>
                    <a:lnTo>
                      <a:pt x="454" y="28"/>
                    </a:lnTo>
                    <a:cubicBezTo>
                      <a:pt x="429" y="9"/>
                      <a:pt x="395" y="0"/>
                      <a:pt x="36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22" name="Google Shape;1186;p41">
                <a:extLst>
                  <a:ext uri="{FF2B5EF4-FFF2-40B4-BE49-F238E27FC236}">
                    <a16:creationId xmlns:a16="http://schemas.microsoft.com/office/drawing/2014/main" id="{ED552E42-19DF-4EFC-BCB7-FDEBFE3C1680}"/>
                  </a:ext>
                </a:extLst>
              </p:cNvPr>
              <p:cNvSpPr/>
              <p:nvPr/>
            </p:nvSpPr>
            <p:spPr>
              <a:xfrm>
                <a:off x="2207809" y="3357405"/>
                <a:ext cx="79802" cy="44476"/>
              </a:xfrm>
              <a:custGeom>
                <a:avLst/>
                <a:gdLst/>
                <a:ahLst/>
                <a:cxnLst/>
                <a:rect l="l" t="t" r="r" b="b"/>
                <a:pathLst>
                  <a:path w="750" h="418" extrusionOk="0">
                    <a:moveTo>
                      <a:pt x="368" y="1"/>
                    </a:moveTo>
                    <a:cubicBezTo>
                      <a:pt x="334" y="1"/>
                      <a:pt x="300" y="8"/>
                      <a:pt x="275" y="23"/>
                    </a:cubicBezTo>
                    <a:lnTo>
                      <a:pt x="51" y="143"/>
                    </a:lnTo>
                    <a:cubicBezTo>
                      <a:pt x="1" y="180"/>
                      <a:pt x="1" y="223"/>
                      <a:pt x="51" y="259"/>
                    </a:cubicBezTo>
                    <a:lnTo>
                      <a:pt x="289" y="395"/>
                    </a:lnTo>
                    <a:cubicBezTo>
                      <a:pt x="317" y="410"/>
                      <a:pt x="351" y="417"/>
                      <a:pt x="385" y="417"/>
                    </a:cubicBezTo>
                    <a:cubicBezTo>
                      <a:pt x="418" y="417"/>
                      <a:pt x="450" y="410"/>
                      <a:pt x="475" y="395"/>
                    </a:cubicBezTo>
                    <a:lnTo>
                      <a:pt x="698" y="266"/>
                    </a:lnTo>
                    <a:cubicBezTo>
                      <a:pt x="749" y="238"/>
                      <a:pt x="749" y="187"/>
                      <a:pt x="698" y="159"/>
                    </a:cubicBezTo>
                    <a:lnTo>
                      <a:pt x="461" y="23"/>
                    </a:lnTo>
                    <a:cubicBezTo>
                      <a:pt x="436" y="8"/>
                      <a:pt x="402" y="1"/>
                      <a:pt x="36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23" name="Google Shape;1187;p41">
                <a:extLst>
                  <a:ext uri="{FF2B5EF4-FFF2-40B4-BE49-F238E27FC236}">
                    <a16:creationId xmlns:a16="http://schemas.microsoft.com/office/drawing/2014/main" id="{E9917E92-E335-4E31-862C-C2AD3201319B}"/>
                  </a:ext>
                </a:extLst>
              </p:cNvPr>
              <p:cNvSpPr/>
              <p:nvPr/>
            </p:nvSpPr>
            <p:spPr>
              <a:xfrm>
                <a:off x="2155884" y="3387198"/>
                <a:ext cx="79589" cy="44476"/>
              </a:xfrm>
              <a:custGeom>
                <a:avLst/>
                <a:gdLst/>
                <a:ahLst/>
                <a:cxnLst/>
                <a:rect l="l" t="t" r="r" b="b"/>
                <a:pathLst>
                  <a:path w="748" h="418" extrusionOk="0">
                    <a:moveTo>
                      <a:pt x="367" y="0"/>
                    </a:moveTo>
                    <a:cubicBezTo>
                      <a:pt x="332" y="0"/>
                      <a:pt x="298" y="7"/>
                      <a:pt x="273" y="22"/>
                    </a:cubicBezTo>
                    <a:lnTo>
                      <a:pt x="51" y="152"/>
                    </a:lnTo>
                    <a:cubicBezTo>
                      <a:pt x="1" y="181"/>
                      <a:pt x="1" y="231"/>
                      <a:pt x="51" y="260"/>
                    </a:cubicBezTo>
                    <a:lnTo>
                      <a:pt x="289" y="397"/>
                    </a:lnTo>
                    <a:cubicBezTo>
                      <a:pt x="317" y="410"/>
                      <a:pt x="351" y="417"/>
                      <a:pt x="385" y="417"/>
                    </a:cubicBezTo>
                    <a:cubicBezTo>
                      <a:pt x="419" y="417"/>
                      <a:pt x="453" y="410"/>
                      <a:pt x="482" y="397"/>
                    </a:cubicBezTo>
                    <a:lnTo>
                      <a:pt x="698" y="267"/>
                    </a:lnTo>
                    <a:cubicBezTo>
                      <a:pt x="748" y="238"/>
                      <a:pt x="748" y="195"/>
                      <a:pt x="698" y="158"/>
                    </a:cubicBezTo>
                    <a:lnTo>
                      <a:pt x="461" y="22"/>
                    </a:lnTo>
                    <a:cubicBezTo>
                      <a:pt x="435" y="7"/>
                      <a:pt x="401" y="0"/>
                      <a:pt x="367"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24" name="Google Shape;1188;p41">
                <a:extLst>
                  <a:ext uri="{FF2B5EF4-FFF2-40B4-BE49-F238E27FC236}">
                    <a16:creationId xmlns:a16="http://schemas.microsoft.com/office/drawing/2014/main" id="{CF22441E-6067-41B7-A937-E1F1E52677E1}"/>
                  </a:ext>
                </a:extLst>
              </p:cNvPr>
              <p:cNvSpPr/>
              <p:nvPr/>
            </p:nvSpPr>
            <p:spPr>
              <a:xfrm>
                <a:off x="2101512" y="3417097"/>
                <a:ext cx="82036" cy="45966"/>
              </a:xfrm>
              <a:custGeom>
                <a:avLst/>
                <a:gdLst/>
                <a:ahLst/>
                <a:cxnLst/>
                <a:rect l="l" t="t" r="r" b="b"/>
                <a:pathLst>
                  <a:path w="771" h="432" extrusionOk="0">
                    <a:moveTo>
                      <a:pt x="389" y="0"/>
                    </a:moveTo>
                    <a:cubicBezTo>
                      <a:pt x="355" y="0"/>
                      <a:pt x="321" y="8"/>
                      <a:pt x="296" y="22"/>
                    </a:cubicBezTo>
                    <a:lnTo>
                      <a:pt x="58" y="166"/>
                    </a:lnTo>
                    <a:cubicBezTo>
                      <a:pt x="1" y="195"/>
                      <a:pt x="1" y="245"/>
                      <a:pt x="51" y="272"/>
                    </a:cubicBezTo>
                    <a:lnTo>
                      <a:pt x="289" y="411"/>
                    </a:lnTo>
                    <a:cubicBezTo>
                      <a:pt x="318" y="424"/>
                      <a:pt x="352" y="431"/>
                      <a:pt x="386" y="431"/>
                    </a:cubicBezTo>
                    <a:cubicBezTo>
                      <a:pt x="420" y="431"/>
                      <a:pt x="454" y="424"/>
                      <a:pt x="482" y="411"/>
                    </a:cubicBezTo>
                    <a:lnTo>
                      <a:pt x="720" y="272"/>
                    </a:lnTo>
                    <a:cubicBezTo>
                      <a:pt x="770" y="245"/>
                      <a:pt x="770" y="195"/>
                      <a:pt x="720" y="166"/>
                    </a:cubicBezTo>
                    <a:lnTo>
                      <a:pt x="482" y="22"/>
                    </a:lnTo>
                    <a:cubicBezTo>
                      <a:pt x="457" y="8"/>
                      <a:pt x="423" y="0"/>
                      <a:pt x="38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25" name="Google Shape;1189;p41">
                <a:extLst>
                  <a:ext uri="{FF2B5EF4-FFF2-40B4-BE49-F238E27FC236}">
                    <a16:creationId xmlns:a16="http://schemas.microsoft.com/office/drawing/2014/main" id="{6164F50F-B0CE-4052-80F0-1AC8C575A9B6}"/>
                  </a:ext>
                </a:extLst>
              </p:cNvPr>
              <p:cNvSpPr/>
              <p:nvPr/>
            </p:nvSpPr>
            <p:spPr>
              <a:xfrm>
                <a:off x="2191848" y="3429334"/>
                <a:ext cx="76503" cy="42667"/>
              </a:xfrm>
              <a:custGeom>
                <a:avLst/>
                <a:gdLst/>
                <a:ahLst/>
                <a:cxnLst/>
                <a:rect l="l" t="t" r="r" b="b"/>
                <a:pathLst>
                  <a:path w="719" h="401" extrusionOk="0">
                    <a:moveTo>
                      <a:pt x="363" y="1"/>
                    </a:moveTo>
                    <a:cubicBezTo>
                      <a:pt x="329" y="1"/>
                      <a:pt x="295" y="7"/>
                      <a:pt x="266" y="21"/>
                    </a:cubicBezTo>
                    <a:lnTo>
                      <a:pt x="51" y="144"/>
                    </a:lnTo>
                    <a:cubicBezTo>
                      <a:pt x="1" y="173"/>
                      <a:pt x="1" y="223"/>
                      <a:pt x="51" y="252"/>
                    </a:cubicBezTo>
                    <a:lnTo>
                      <a:pt x="259" y="373"/>
                    </a:lnTo>
                    <a:cubicBezTo>
                      <a:pt x="284" y="391"/>
                      <a:pt x="319" y="400"/>
                      <a:pt x="353" y="400"/>
                    </a:cubicBezTo>
                    <a:cubicBezTo>
                      <a:pt x="387" y="400"/>
                      <a:pt x="421" y="391"/>
                      <a:pt x="446" y="373"/>
                    </a:cubicBezTo>
                    <a:lnTo>
                      <a:pt x="668" y="252"/>
                    </a:lnTo>
                    <a:cubicBezTo>
                      <a:pt x="718" y="223"/>
                      <a:pt x="718" y="173"/>
                      <a:pt x="668" y="144"/>
                    </a:cubicBezTo>
                    <a:lnTo>
                      <a:pt x="460" y="21"/>
                    </a:lnTo>
                    <a:cubicBezTo>
                      <a:pt x="431" y="7"/>
                      <a:pt x="397" y="1"/>
                      <a:pt x="36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26" name="Google Shape;1190;p41">
                <a:extLst>
                  <a:ext uri="{FF2B5EF4-FFF2-40B4-BE49-F238E27FC236}">
                    <a16:creationId xmlns:a16="http://schemas.microsoft.com/office/drawing/2014/main" id="{9E8F1991-CA8B-4C13-94C9-835518B5BA3A}"/>
                  </a:ext>
                </a:extLst>
              </p:cNvPr>
              <p:cNvSpPr/>
              <p:nvPr/>
            </p:nvSpPr>
            <p:spPr>
              <a:xfrm>
                <a:off x="2050332" y="3448380"/>
                <a:ext cx="78844" cy="44476"/>
              </a:xfrm>
              <a:custGeom>
                <a:avLst/>
                <a:gdLst/>
                <a:ahLst/>
                <a:cxnLst/>
                <a:rect l="l" t="t" r="r" b="b"/>
                <a:pathLst>
                  <a:path w="741" h="418" extrusionOk="0">
                    <a:moveTo>
                      <a:pt x="359" y="1"/>
                    </a:moveTo>
                    <a:cubicBezTo>
                      <a:pt x="325" y="1"/>
                      <a:pt x="291" y="8"/>
                      <a:pt x="266" y="22"/>
                    </a:cubicBezTo>
                    <a:lnTo>
                      <a:pt x="51" y="144"/>
                    </a:lnTo>
                    <a:cubicBezTo>
                      <a:pt x="1" y="173"/>
                      <a:pt x="1" y="223"/>
                      <a:pt x="51" y="253"/>
                    </a:cubicBezTo>
                    <a:lnTo>
                      <a:pt x="289" y="396"/>
                    </a:lnTo>
                    <a:cubicBezTo>
                      <a:pt x="317" y="411"/>
                      <a:pt x="351" y="418"/>
                      <a:pt x="384" y="418"/>
                    </a:cubicBezTo>
                    <a:cubicBezTo>
                      <a:pt x="418" y="418"/>
                      <a:pt x="450" y="411"/>
                      <a:pt x="475" y="396"/>
                    </a:cubicBezTo>
                    <a:lnTo>
                      <a:pt x="691" y="273"/>
                    </a:lnTo>
                    <a:cubicBezTo>
                      <a:pt x="741" y="237"/>
                      <a:pt x="741" y="194"/>
                      <a:pt x="691" y="167"/>
                    </a:cubicBezTo>
                    <a:lnTo>
                      <a:pt x="453" y="22"/>
                    </a:lnTo>
                    <a:cubicBezTo>
                      <a:pt x="428" y="8"/>
                      <a:pt x="394" y="1"/>
                      <a:pt x="35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27" name="Google Shape;1191;p41">
                <a:extLst>
                  <a:ext uri="{FF2B5EF4-FFF2-40B4-BE49-F238E27FC236}">
                    <a16:creationId xmlns:a16="http://schemas.microsoft.com/office/drawing/2014/main" id="{6C3B0042-8F45-4F79-B0A2-C105F40D808F}"/>
                  </a:ext>
                </a:extLst>
              </p:cNvPr>
              <p:cNvSpPr/>
              <p:nvPr/>
            </p:nvSpPr>
            <p:spPr>
              <a:xfrm>
                <a:off x="2137583" y="3459127"/>
                <a:ext cx="78844" cy="44263"/>
              </a:xfrm>
              <a:custGeom>
                <a:avLst/>
                <a:gdLst/>
                <a:ahLst/>
                <a:cxnLst/>
                <a:rect l="l" t="t" r="r" b="b"/>
                <a:pathLst>
                  <a:path w="741" h="416" extrusionOk="0">
                    <a:moveTo>
                      <a:pt x="386" y="0"/>
                    </a:moveTo>
                    <a:cubicBezTo>
                      <a:pt x="352" y="0"/>
                      <a:pt x="320" y="8"/>
                      <a:pt x="295" y="22"/>
                    </a:cubicBezTo>
                    <a:lnTo>
                      <a:pt x="50" y="159"/>
                    </a:lnTo>
                    <a:cubicBezTo>
                      <a:pt x="0" y="188"/>
                      <a:pt x="0" y="238"/>
                      <a:pt x="50" y="266"/>
                    </a:cubicBezTo>
                    <a:lnTo>
                      <a:pt x="259" y="388"/>
                    </a:lnTo>
                    <a:cubicBezTo>
                      <a:pt x="287" y="406"/>
                      <a:pt x="321" y="415"/>
                      <a:pt x="355" y="415"/>
                    </a:cubicBezTo>
                    <a:cubicBezTo>
                      <a:pt x="388" y="415"/>
                      <a:pt x="420" y="406"/>
                      <a:pt x="445" y="388"/>
                    </a:cubicBezTo>
                    <a:lnTo>
                      <a:pt x="690" y="252"/>
                    </a:lnTo>
                    <a:cubicBezTo>
                      <a:pt x="740" y="223"/>
                      <a:pt x="740" y="172"/>
                      <a:pt x="690" y="145"/>
                    </a:cubicBezTo>
                    <a:lnTo>
                      <a:pt x="481" y="22"/>
                    </a:lnTo>
                    <a:cubicBezTo>
                      <a:pt x="453" y="8"/>
                      <a:pt x="419" y="0"/>
                      <a:pt x="38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28" name="Google Shape;1192;p41">
                <a:extLst>
                  <a:ext uri="{FF2B5EF4-FFF2-40B4-BE49-F238E27FC236}">
                    <a16:creationId xmlns:a16="http://schemas.microsoft.com/office/drawing/2014/main" id="{6A2F5692-BABB-4285-9401-B7109E1936A4}"/>
                  </a:ext>
                </a:extLst>
              </p:cNvPr>
              <p:cNvSpPr/>
              <p:nvPr/>
            </p:nvSpPr>
            <p:spPr>
              <a:xfrm>
                <a:off x="2220896" y="3471363"/>
                <a:ext cx="77355" cy="43625"/>
              </a:xfrm>
              <a:custGeom>
                <a:avLst/>
                <a:gdLst/>
                <a:ahLst/>
                <a:cxnLst/>
                <a:rect l="l" t="t" r="r" b="b"/>
                <a:pathLst>
                  <a:path w="727" h="410" extrusionOk="0">
                    <a:moveTo>
                      <a:pt x="363" y="1"/>
                    </a:moveTo>
                    <a:cubicBezTo>
                      <a:pt x="329" y="1"/>
                      <a:pt x="295" y="7"/>
                      <a:pt x="266" y="21"/>
                    </a:cubicBezTo>
                    <a:lnTo>
                      <a:pt x="50" y="151"/>
                    </a:lnTo>
                    <a:cubicBezTo>
                      <a:pt x="0" y="180"/>
                      <a:pt x="0" y="230"/>
                      <a:pt x="50" y="259"/>
                    </a:cubicBezTo>
                    <a:lnTo>
                      <a:pt x="273" y="389"/>
                    </a:lnTo>
                    <a:cubicBezTo>
                      <a:pt x="297" y="403"/>
                      <a:pt x="328" y="410"/>
                      <a:pt x="359" y="410"/>
                    </a:cubicBezTo>
                    <a:cubicBezTo>
                      <a:pt x="394" y="410"/>
                      <a:pt x="430" y="401"/>
                      <a:pt x="461" y="382"/>
                    </a:cubicBezTo>
                    <a:lnTo>
                      <a:pt x="677" y="259"/>
                    </a:lnTo>
                    <a:cubicBezTo>
                      <a:pt x="727" y="230"/>
                      <a:pt x="727" y="180"/>
                      <a:pt x="677" y="151"/>
                    </a:cubicBezTo>
                    <a:lnTo>
                      <a:pt x="454" y="21"/>
                    </a:lnTo>
                    <a:cubicBezTo>
                      <a:pt x="428" y="7"/>
                      <a:pt x="396" y="1"/>
                      <a:pt x="36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29" name="Google Shape;1193;p41">
                <a:extLst>
                  <a:ext uri="{FF2B5EF4-FFF2-40B4-BE49-F238E27FC236}">
                    <a16:creationId xmlns:a16="http://schemas.microsoft.com/office/drawing/2014/main" id="{9486422C-4A82-4B5C-A365-71B0DB9FD6E5}"/>
                  </a:ext>
                </a:extLst>
              </p:cNvPr>
              <p:cNvSpPr/>
              <p:nvPr/>
            </p:nvSpPr>
            <p:spPr>
              <a:xfrm>
                <a:off x="2317191" y="3475938"/>
                <a:ext cx="77461" cy="42880"/>
              </a:xfrm>
              <a:custGeom>
                <a:avLst/>
                <a:gdLst/>
                <a:ahLst/>
                <a:cxnLst/>
                <a:rect l="l" t="t" r="r" b="b"/>
                <a:pathLst>
                  <a:path w="728" h="403" extrusionOk="0">
                    <a:moveTo>
                      <a:pt x="365" y="1"/>
                    </a:moveTo>
                    <a:cubicBezTo>
                      <a:pt x="332" y="1"/>
                      <a:pt x="299" y="8"/>
                      <a:pt x="274" y="21"/>
                    </a:cubicBezTo>
                    <a:lnTo>
                      <a:pt x="51" y="151"/>
                    </a:lnTo>
                    <a:cubicBezTo>
                      <a:pt x="1" y="180"/>
                      <a:pt x="1" y="230"/>
                      <a:pt x="51" y="259"/>
                    </a:cubicBezTo>
                    <a:lnTo>
                      <a:pt x="274" y="382"/>
                    </a:lnTo>
                    <a:cubicBezTo>
                      <a:pt x="299" y="396"/>
                      <a:pt x="332" y="403"/>
                      <a:pt x="365" y="403"/>
                    </a:cubicBezTo>
                    <a:cubicBezTo>
                      <a:pt x="398" y="403"/>
                      <a:pt x="432" y="396"/>
                      <a:pt x="462" y="382"/>
                    </a:cubicBezTo>
                    <a:lnTo>
                      <a:pt x="677" y="259"/>
                    </a:lnTo>
                    <a:cubicBezTo>
                      <a:pt x="727" y="230"/>
                      <a:pt x="727" y="180"/>
                      <a:pt x="677" y="151"/>
                    </a:cubicBezTo>
                    <a:lnTo>
                      <a:pt x="462" y="21"/>
                    </a:lnTo>
                    <a:cubicBezTo>
                      <a:pt x="432" y="8"/>
                      <a:pt x="398" y="1"/>
                      <a:pt x="365"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30" name="Google Shape;1194;p41">
                <a:extLst>
                  <a:ext uri="{FF2B5EF4-FFF2-40B4-BE49-F238E27FC236}">
                    <a16:creationId xmlns:a16="http://schemas.microsoft.com/office/drawing/2014/main" id="{664C0C87-35A7-4BDF-8314-0CABCD54739A}"/>
                  </a:ext>
                </a:extLst>
              </p:cNvPr>
              <p:cNvSpPr/>
              <p:nvPr/>
            </p:nvSpPr>
            <p:spPr>
              <a:xfrm>
                <a:off x="1998407" y="3478173"/>
                <a:ext cx="79589" cy="44476"/>
              </a:xfrm>
              <a:custGeom>
                <a:avLst/>
                <a:gdLst/>
                <a:ahLst/>
                <a:cxnLst/>
                <a:rect l="l" t="t" r="r" b="b"/>
                <a:pathLst>
                  <a:path w="748" h="418" extrusionOk="0">
                    <a:moveTo>
                      <a:pt x="366" y="1"/>
                    </a:moveTo>
                    <a:cubicBezTo>
                      <a:pt x="332" y="1"/>
                      <a:pt x="298" y="8"/>
                      <a:pt x="273" y="23"/>
                    </a:cubicBezTo>
                    <a:lnTo>
                      <a:pt x="50" y="152"/>
                    </a:lnTo>
                    <a:cubicBezTo>
                      <a:pt x="0" y="182"/>
                      <a:pt x="0" y="232"/>
                      <a:pt x="50" y="259"/>
                    </a:cubicBezTo>
                    <a:lnTo>
                      <a:pt x="287" y="397"/>
                    </a:lnTo>
                    <a:cubicBezTo>
                      <a:pt x="312" y="411"/>
                      <a:pt x="346" y="418"/>
                      <a:pt x="380" y="418"/>
                    </a:cubicBezTo>
                    <a:cubicBezTo>
                      <a:pt x="414" y="418"/>
                      <a:pt x="449" y="411"/>
                      <a:pt x="475" y="397"/>
                    </a:cubicBezTo>
                    <a:lnTo>
                      <a:pt x="697" y="268"/>
                    </a:lnTo>
                    <a:cubicBezTo>
                      <a:pt x="747" y="238"/>
                      <a:pt x="747" y="188"/>
                      <a:pt x="697" y="159"/>
                    </a:cubicBezTo>
                    <a:lnTo>
                      <a:pt x="459" y="23"/>
                    </a:lnTo>
                    <a:cubicBezTo>
                      <a:pt x="434" y="8"/>
                      <a:pt x="400" y="1"/>
                      <a:pt x="366"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31" name="Google Shape;1195;p41">
                <a:extLst>
                  <a:ext uri="{FF2B5EF4-FFF2-40B4-BE49-F238E27FC236}">
                    <a16:creationId xmlns:a16="http://schemas.microsoft.com/office/drawing/2014/main" id="{5DA1139C-6FB0-4BC5-AA81-708D5D09FC93}"/>
                  </a:ext>
                </a:extLst>
              </p:cNvPr>
              <p:cNvSpPr/>
              <p:nvPr/>
            </p:nvSpPr>
            <p:spPr>
              <a:xfrm>
                <a:off x="2086296" y="3490516"/>
                <a:ext cx="75759" cy="42135"/>
              </a:xfrm>
              <a:custGeom>
                <a:avLst/>
                <a:gdLst/>
                <a:ahLst/>
                <a:cxnLst/>
                <a:rect l="l" t="t" r="r" b="b"/>
                <a:pathLst>
                  <a:path w="712" h="396" extrusionOk="0">
                    <a:moveTo>
                      <a:pt x="357" y="0"/>
                    </a:moveTo>
                    <a:cubicBezTo>
                      <a:pt x="324" y="0"/>
                      <a:pt x="291" y="8"/>
                      <a:pt x="266" y="22"/>
                    </a:cubicBezTo>
                    <a:lnTo>
                      <a:pt x="51" y="143"/>
                    </a:lnTo>
                    <a:cubicBezTo>
                      <a:pt x="1" y="172"/>
                      <a:pt x="1" y="223"/>
                      <a:pt x="51" y="252"/>
                    </a:cubicBezTo>
                    <a:lnTo>
                      <a:pt x="260" y="374"/>
                    </a:lnTo>
                    <a:cubicBezTo>
                      <a:pt x="285" y="388"/>
                      <a:pt x="319" y="395"/>
                      <a:pt x="353" y="395"/>
                    </a:cubicBezTo>
                    <a:cubicBezTo>
                      <a:pt x="387" y="395"/>
                      <a:pt x="421" y="388"/>
                      <a:pt x="446" y="374"/>
                    </a:cubicBezTo>
                    <a:lnTo>
                      <a:pt x="661" y="252"/>
                    </a:lnTo>
                    <a:cubicBezTo>
                      <a:pt x="712" y="223"/>
                      <a:pt x="712" y="172"/>
                      <a:pt x="661" y="143"/>
                    </a:cubicBezTo>
                    <a:lnTo>
                      <a:pt x="453" y="22"/>
                    </a:lnTo>
                    <a:cubicBezTo>
                      <a:pt x="424" y="8"/>
                      <a:pt x="390" y="0"/>
                      <a:pt x="357"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32" name="Google Shape;1196;p41">
                <a:extLst>
                  <a:ext uri="{FF2B5EF4-FFF2-40B4-BE49-F238E27FC236}">
                    <a16:creationId xmlns:a16="http://schemas.microsoft.com/office/drawing/2014/main" id="{EFFBE56E-6E3F-4AA2-BEB8-64172A5C7BBD}"/>
                  </a:ext>
                </a:extLst>
              </p:cNvPr>
              <p:cNvSpPr/>
              <p:nvPr/>
            </p:nvSpPr>
            <p:spPr>
              <a:xfrm>
                <a:off x="2166524" y="3501156"/>
                <a:ext cx="79802" cy="45008"/>
              </a:xfrm>
              <a:custGeom>
                <a:avLst/>
                <a:gdLst/>
                <a:ahLst/>
                <a:cxnLst/>
                <a:rect l="l" t="t" r="r" b="b"/>
                <a:pathLst>
                  <a:path w="750" h="423" extrusionOk="0">
                    <a:moveTo>
                      <a:pt x="385" y="0"/>
                    </a:moveTo>
                    <a:cubicBezTo>
                      <a:pt x="353" y="0"/>
                      <a:pt x="321" y="8"/>
                      <a:pt x="296" y="22"/>
                    </a:cubicBezTo>
                    <a:lnTo>
                      <a:pt x="51" y="166"/>
                    </a:lnTo>
                    <a:cubicBezTo>
                      <a:pt x="1" y="195"/>
                      <a:pt x="1" y="245"/>
                      <a:pt x="51" y="274"/>
                    </a:cubicBezTo>
                    <a:lnTo>
                      <a:pt x="275" y="397"/>
                    </a:lnTo>
                    <a:cubicBezTo>
                      <a:pt x="300" y="414"/>
                      <a:pt x="334" y="423"/>
                      <a:pt x="368" y="423"/>
                    </a:cubicBezTo>
                    <a:cubicBezTo>
                      <a:pt x="402" y="423"/>
                      <a:pt x="436" y="414"/>
                      <a:pt x="461" y="397"/>
                    </a:cubicBezTo>
                    <a:lnTo>
                      <a:pt x="698" y="259"/>
                    </a:lnTo>
                    <a:cubicBezTo>
                      <a:pt x="749" y="231"/>
                      <a:pt x="749" y="181"/>
                      <a:pt x="698" y="152"/>
                    </a:cubicBezTo>
                    <a:lnTo>
                      <a:pt x="475" y="22"/>
                    </a:lnTo>
                    <a:cubicBezTo>
                      <a:pt x="450" y="8"/>
                      <a:pt x="418" y="0"/>
                      <a:pt x="385"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33" name="Google Shape;1197;p41">
                <a:extLst>
                  <a:ext uri="{FF2B5EF4-FFF2-40B4-BE49-F238E27FC236}">
                    <a16:creationId xmlns:a16="http://schemas.microsoft.com/office/drawing/2014/main" id="{5F677BBF-390A-4CD3-AFCE-212DA0C31CB6}"/>
                  </a:ext>
                </a:extLst>
              </p:cNvPr>
              <p:cNvSpPr/>
              <p:nvPr/>
            </p:nvSpPr>
            <p:spPr>
              <a:xfrm>
                <a:off x="1949355" y="3508285"/>
                <a:ext cx="76716" cy="42667"/>
              </a:xfrm>
              <a:custGeom>
                <a:avLst/>
                <a:gdLst/>
                <a:ahLst/>
                <a:cxnLst/>
                <a:rect l="l" t="t" r="r" b="b"/>
                <a:pathLst>
                  <a:path w="721" h="401" extrusionOk="0">
                    <a:moveTo>
                      <a:pt x="334" y="1"/>
                    </a:moveTo>
                    <a:cubicBezTo>
                      <a:pt x="301" y="1"/>
                      <a:pt x="266" y="10"/>
                      <a:pt x="237" y="28"/>
                    </a:cubicBezTo>
                    <a:lnTo>
                      <a:pt x="58" y="128"/>
                    </a:lnTo>
                    <a:cubicBezTo>
                      <a:pt x="1" y="164"/>
                      <a:pt x="1" y="207"/>
                      <a:pt x="58" y="244"/>
                    </a:cubicBezTo>
                    <a:lnTo>
                      <a:pt x="296" y="380"/>
                    </a:lnTo>
                    <a:cubicBezTo>
                      <a:pt x="321" y="394"/>
                      <a:pt x="353" y="401"/>
                      <a:pt x="386" y="401"/>
                    </a:cubicBezTo>
                    <a:cubicBezTo>
                      <a:pt x="420" y="401"/>
                      <a:pt x="454" y="394"/>
                      <a:pt x="482" y="380"/>
                    </a:cubicBezTo>
                    <a:lnTo>
                      <a:pt x="662" y="271"/>
                    </a:lnTo>
                    <a:cubicBezTo>
                      <a:pt x="720" y="244"/>
                      <a:pt x="720" y="192"/>
                      <a:pt x="668" y="164"/>
                    </a:cubicBezTo>
                    <a:lnTo>
                      <a:pt x="425" y="28"/>
                    </a:lnTo>
                    <a:cubicBezTo>
                      <a:pt x="400" y="10"/>
                      <a:pt x="368" y="1"/>
                      <a:pt x="334"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34" name="Google Shape;1198;p41">
                <a:extLst>
                  <a:ext uri="{FF2B5EF4-FFF2-40B4-BE49-F238E27FC236}">
                    <a16:creationId xmlns:a16="http://schemas.microsoft.com/office/drawing/2014/main" id="{E090BDFF-04F0-479E-9E2B-1DAB8A2A5761}"/>
                  </a:ext>
                </a:extLst>
              </p:cNvPr>
              <p:cNvSpPr/>
              <p:nvPr/>
            </p:nvSpPr>
            <p:spPr>
              <a:xfrm>
                <a:off x="2033414" y="3520202"/>
                <a:ext cx="77461" cy="42987"/>
              </a:xfrm>
              <a:custGeom>
                <a:avLst/>
                <a:gdLst/>
                <a:ahLst/>
                <a:cxnLst/>
                <a:rect l="l" t="t" r="r" b="b"/>
                <a:pathLst>
                  <a:path w="728" h="404" extrusionOk="0">
                    <a:moveTo>
                      <a:pt x="372" y="1"/>
                    </a:moveTo>
                    <a:cubicBezTo>
                      <a:pt x="338" y="1"/>
                      <a:pt x="304" y="8"/>
                      <a:pt x="275" y="23"/>
                    </a:cubicBezTo>
                    <a:lnTo>
                      <a:pt x="60" y="152"/>
                    </a:lnTo>
                    <a:cubicBezTo>
                      <a:pt x="8" y="182"/>
                      <a:pt x="1" y="232"/>
                      <a:pt x="60" y="261"/>
                    </a:cubicBezTo>
                    <a:lnTo>
                      <a:pt x="267" y="382"/>
                    </a:lnTo>
                    <a:cubicBezTo>
                      <a:pt x="292" y="396"/>
                      <a:pt x="327" y="404"/>
                      <a:pt x="361" y="404"/>
                    </a:cubicBezTo>
                    <a:cubicBezTo>
                      <a:pt x="396" y="404"/>
                      <a:pt x="430" y="396"/>
                      <a:pt x="455" y="382"/>
                    </a:cubicBezTo>
                    <a:lnTo>
                      <a:pt x="677" y="252"/>
                    </a:lnTo>
                    <a:cubicBezTo>
                      <a:pt x="727" y="225"/>
                      <a:pt x="727" y="175"/>
                      <a:pt x="677" y="145"/>
                    </a:cubicBezTo>
                    <a:lnTo>
                      <a:pt x="468" y="23"/>
                    </a:lnTo>
                    <a:cubicBezTo>
                      <a:pt x="440" y="8"/>
                      <a:pt x="406" y="1"/>
                      <a:pt x="37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35" name="Google Shape;1199;p41">
                <a:extLst>
                  <a:ext uri="{FF2B5EF4-FFF2-40B4-BE49-F238E27FC236}">
                    <a16:creationId xmlns:a16="http://schemas.microsoft.com/office/drawing/2014/main" id="{6D4FF92F-71DD-42B2-B5DD-09A70122E378}"/>
                  </a:ext>
                </a:extLst>
              </p:cNvPr>
              <p:cNvSpPr/>
              <p:nvPr/>
            </p:nvSpPr>
            <p:spPr>
              <a:xfrm>
                <a:off x="2115344" y="3532545"/>
                <a:ext cx="76610" cy="42987"/>
              </a:xfrm>
              <a:custGeom>
                <a:avLst/>
                <a:gdLst/>
                <a:ahLst/>
                <a:cxnLst/>
                <a:rect l="l" t="t" r="r" b="b"/>
                <a:pathLst>
                  <a:path w="720" h="404" extrusionOk="0">
                    <a:moveTo>
                      <a:pt x="357" y="0"/>
                    </a:moveTo>
                    <a:cubicBezTo>
                      <a:pt x="323" y="0"/>
                      <a:pt x="291" y="8"/>
                      <a:pt x="266" y="22"/>
                    </a:cubicBezTo>
                    <a:lnTo>
                      <a:pt x="50" y="145"/>
                    </a:lnTo>
                    <a:cubicBezTo>
                      <a:pt x="0" y="179"/>
                      <a:pt x="0" y="223"/>
                      <a:pt x="50" y="252"/>
                    </a:cubicBezTo>
                    <a:lnTo>
                      <a:pt x="273" y="381"/>
                    </a:lnTo>
                    <a:cubicBezTo>
                      <a:pt x="299" y="396"/>
                      <a:pt x="331" y="403"/>
                      <a:pt x="364" y="403"/>
                    </a:cubicBezTo>
                    <a:cubicBezTo>
                      <a:pt x="398" y="403"/>
                      <a:pt x="432" y="396"/>
                      <a:pt x="461" y="381"/>
                    </a:cubicBezTo>
                    <a:lnTo>
                      <a:pt x="670" y="259"/>
                    </a:lnTo>
                    <a:cubicBezTo>
                      <a:pt x="720" y="231"/>
                      <a:pt x="720" y="179"/>
                      <a:pt x="670" y="152"/>
                    </a:cubicBezTo>
                    <a:lnTo>
                      <a:pt x="454" y="22"/>
                    </a:lnTo>
                    <a:cubicBezTo>
                      <a:pt x="425" y="8"/>
                      <a:pt x="390" y="0"/>
                      <a:pt x="357"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36" name="Google Shape;1200;p41">
                <a:extLst>
                  <a:ext uri="{FF2B5EF4-FFF2-40B4-BE49-F238E27FC236}">
                    <a16:creationId xmlns:a16="http://schemas.microsoft.com/office/drawing/2014/main" id="{D479D839-C514-4D7E-AE50-8D1F2D71FF56}"/>
                  </a:ext>
                </a:extLst>
              </p:cNvPr>
              <p:cNvSpPr/>
              <p:nvPr/>
            </p:nvSpPr>
            <p:spPr>
              <a:xfrm>
                <a:off x="1895089" y="3536375"/>
                <a:ext cx="81930" cy="45966"/>
              </a:xfrm>
              <a:custGeom>
                <a:avLst/>
                <a:gdLst/>
                <a:ahLst/>
                <a:cxnLst/>
                <a:rect l="l" t="t" r="r" b="b"/>
                <a:pathLst>
                  <a:path w="770" h="432" extrusionOk="0">
                    <a:moveTo>
                      <a:pt x="388" y="1"/>
                    </a:moveTo>
                    <a:cubicBezTo>
                      <a:pt x="354" y="1"/>
                      <a:pt x="320" y="8"/>
                      <a:pt x="295" y="23"/>
                    </a:cubicBezTo>
                    <a:lnTo>
                      <a:pt x="57" y="159"/>
                    </a:lnTo>
                    <a:cubicBezTo>
                      <a:pt x="0" y="195"/>
                      <a:pt x="0" y="238"/>
                      <a:pt x="57" y="273"/>
                    </a:cubicBezTo>
                    <a:lnTo>
                      <a:pt x="295" y="411"/>
                    </a:lnTo>
                    <a:cubicBezTo>
                      <a:pt x="320" y="425"/>
                      <a:pt x="354" y="432"/>
                      <a:pt x="388" y="432"/>
                    </a:cubicBezTo>
                    <a:cubicBezTo>
                      <a:pt x="422" y="432"/>
                      <a:pt x="456" y="425"/>
                      <a:pt x="482" y="411"/>
                    </a:cubicBezTo>
                    <a:lnTo>
                      <a:pt x="720" y="273"/>
                    </a:lnTo>
                    <a:cubicBezTo>
                      <a:pt x="770" y="238"/>
                      <a:pt x="770" y="195"/>
                      <a:pt x="720" y="159"/>
                    </a:cubicBezTo>
                    <a:lnTo>
                      <a:pt x="482" y="23"/>
                    </a:lnTo>
                    <a:cubicBezTo>
                      <a:pt x="456" y="8"/>
                      <a:pt x="422" y="1"/>
                      <a:pt x="38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37" name="Google Shape;1201;p41">
                <a:extLst>
                  <a:ext uri="{FF2B5EF4-FFF2-40B4-BE49-F238E27FC236}">
                    <a16:creationId xmlns:a16="http://schemas.microsoft.com/office/drawing/2014/main" id="{06E78DC0-8F36-4220-BFFB-C91499B8802F}"/>
                  </a:ext>
                </a:extLst>
              </p:cNvPr>
              <p:cNvSpPr/>
              <p:nvPr/>
            </p:nvSpPr>
            <p:spPr>
              <a:xfrm>
                <a:off x="1985319" y="3550208"/>
                <a:ext cx="73524" cy="40539"/>
              </a:xfrm>
              <a:custGeom>
                <a:avLst/>
                <a:gdLst/>
                <a:ahLst/>
                <a:cxnLst/>
                <a:rect l="l" t="t" r="r" b="b"/>
                <a:pathLst>
                  <a:path w="691" h="381" extrusionOk="0">
                    <a:moveTo>
                      <a:pt x="331" y="0"/>
                    </a:moveTo>
                    <a:cubicBezTo>
                      <a:pt x="296" y="0"/>
                      <a:pt x="262" y="7"/>
                      <a:pt x="237" y="22"/>
                    </a:cubicBezTo>
                    <a:lnTo>
                      <a:pt x="51" y="129"/>
                    </a:lnTo>
                    <a:cubicBezTo>
                      <a:pt x="1" y="158"/>
                      <a:pt x="1" y="208"/>
                      <a:pt x="51" y="238"/>
                    </a:cubicBezTo>
                    <a:lnTo>
                      <a:pt x="260" y="358"/>
                    </a:lnTo>
                    <a:cubicBezTo>
                      <a:pt x="288" y="373"/>
                      <a:pt x="322" y="380"/>
                      <a:pt x="356" y="380"/>
                    </a:cubicBezTo>
                    <a:cubicBezTo>
                      <a:pt x="390" y="380"/>
                      <a:pt x="424" y="373"/>
                      <a:pt x="453" y="358"/>
                    </a:cubicBezTo>
                    <a:lnTo>
                      <a:pt x="632" y="251"/>
                    </a:lnTo>
                    <a:cubicBezTo>
                      <a:pt x="691" y="222"/>
                      <a:pt x="691" y="172"/>
                      <a:pt x="632" y="143"/>
                    </a:cubicBezTo>
                    <a:lnTo>
                      <a:pt x="425" y="22"/>
                    </a:lnTo>
                    <a:cubicBezTo>
                      <a:pt x="399" y="7"/>
                      <a:pt x="365" y="0"/>
                      <a:pt x="33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38" name="Google Shape;1202;p41">
                <a:extLst>
                  <a:ext uri="{FF2B5EF4-FFF2-40B4-BE49-F238E27FC236}">
                    <a16:creationId xmlns:a16="http://schemas.microsoft.com/office/drawing/2014/main" id="{85694DF2-1DB9-41A4-8D9E-BA25CF24E20E}"/>
                  </a:ext>
                </a:extLst>
              </p:cNvPr>
              <p:cNvSpPr/>
              <p:nvPr/>
            </p:nvSpPr>
            <p:spPr>
              <a:xfrm>
                <a:off x="2062675" y="3562444"/>
                <a:ext cx="78099" cy="43625"/>
              </a:xfrm>
              <a:custGeom>
                <a:avLst/>
                <a:gdLst/>
                <a:ahLst/>
                <a:cxnLst/>
                <a:rect l="l" t="t" r="r" b="b"/>
                <a:pathLst>
                  <a:path w="734" h="410" extrusionOk="0">
                    <a:moveTo>
                      <a:pt x="369" y="0"/>
                    </a:moveTo>
                    <a:cubicBezTo>
                      <a:pt x="335" y="0"/>
                      <a:pt x="301" y="7"/>
                      <a:pt x="273" y="21"/>
                    </a:cubicBezTo>
                    <a:lnTo>
                      <a:pt x="57" y="150"/>
                    </a:lnTo>
                    <a:cubicBezTo>
                      <a:pt x="0" y="180"/>
                      <a:pt x="0" y="230"/>
                      <a:pt x="57" y="259"/>
                    </a:cubicBezTo>
                    <a:lnTo>
                      <a:pt x="273" y="388"/>
                    </a:lnTo>
                    <a:cubicBezTo>
                      <a:pt x="298" y="402"/>
                      <a:pt x="332" y="409"/>
                      <a:pt x="366" y="409"/>
                    </a:cubicBezTo>
                    <a:cubicBezTo>
                      <a:pt x="400" y="409"/>
                      <a:pt x="434" y="402"/>
                      <a:pt x="459" y="388"/>
                    </a:cubicBezTo>
                    <a:lnTo>
                      <a:pt x="682" y="259"/>
                    </a:lnTo>
                    <a:cubicBezTo>
                      <a:pt x="733" y="230"/>
                      <a:pt x="733" y="180"/>
                      <a:pt x="682" y="150"/>
                    </a:cubicBezTo>
                    <a:lnTo>
                      <a:pt x="459" y="21"/>
                    </a:lnTo>
                    <a:cubicBezTo>
                      <a:pt x="434" y="7"/>
                      <a:pt x="402" y="0"/>
                      <a:pt x="36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39" name="Google Shape;1203;p41">
                <a:extLst>
                  <a:ext uri="{FF2B5EF4-FFF2-40B4-BE49-F238E27FC236}">
                    <a16:creationId xmlns:a16="http://schemas.microsoft.com/office/drawing/2014/main" id="{702005A2-709D-437D-A3A1-BDDD5EABC89C}"/>
                  </a:ext>
                </a:extLst>
              </p:cNvPr>
              <p:cNvSpPr/>
              <p:nvPr/>
            </p:nvSpPr>
            <p:spPr>
              <a:xfrm>
                <a:off x="1931054" y="3578405"/>
                <a:ext cx="78844" cy="43731"/>
              </a:xfrm>
              <a:custGeom>
                <a:avLst/>
                <a:gdLst/>
                <a:ahLst/>
                <a:cxnLst/>
                <a:rect l="l" t="t" r="r" b="b"/>
                <a:pathLst>
                  <a:path w="741" h="411" extrusionOk="0">
                    <a:moveTo>
                      <a:pt x="388" y="1"/>
                    </a:moveTo>
                    <a:cubicBezTo>
                      <a:pt x="354" y="1"/>
                      <a:pt x="320" y="8"/>
                      <a:pt x="295" y="23"/>
                    </a:cubicBezTo>
                    <a:lnTo>
                      <a:pt x="50" y="159"/>
                    </a:lnTo>
                    <a:cubicBezTo>
                      <a:pt x="0" y="188"/>
                      <a:pt x="0" y="238"/>
                      <a:pt x="50" y="266"/>
                    </a:cubicBezTo>
                    <a:lnTo>
                      <a:pt x="266" y="388"/>
                    </a:lnTo>
                    <a:cubicBezTo>
                      <a:pt x="291" y="403"/>
                      <a:pt x="323" y="410"/>
                      <a:pt x="357" y="410"/>
                    </a:cubicBezTo>
                    <a:cubicBezTo>
                      <a:pt x="390" y="410"/>
                      <a:pt x="424" y="403"/>
                      <a:pt x="452" y="388"/>
                    </a:cubicBezTo>
                    <a:lnTo>
                      <a:pt x="690" y="252"/>
                    </a:lnTo>
                    <a:cubicBezTo>
                      <a:pt x="740" y="223"/>
                      <a:pt x="740" y="173"/>
                      <a:pt x="690" y="145"/>
                    </a:cubicBezTo>
                    <a:lnTo>
                      <a:pt x="482" y="23"/>
                    </a:lnTo>
                    <a:cubicBezTo>
                      <a:pt x="457" y="8"/>
                      <a:pt x="423" y="1"/>
                      <a:pt x="38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40" name="Google Shape;1204;p41">
                <a:extLst>
                  <a:ext uri="{FF2B5EF4-FFF2-40B4-BE49-F238E27FC236}">
                    <a16:creationId xmlns:a16="http://schemas.microsoft.com/office/drawing/2014/main" id="{618779ED-CE15-4A21-A26E-A1FB421D1030}"/>
                  </a:ext>
                </a:extLst>
              </p:cNvPr>
              <p:cNvSpPr/>
              <p:nvPr/>
            </p:nvSpPr>
            <p:spPr>
              <a:xfrm>
                <a:off x="2014368" y="3592344"/>
                <a:ext cx="74269" cy="41178"/>
              </a:xfrm>
              <a:custGeom>
                <a:avLst/>
                <a:gdLst/>
                <a:ahLst/>
                <a:cxnLst/>
                <a:rect l="l" t="t" r="r" b="b"/>
                <a:pathLst>
                  <a:path w="698" h="387" extrusionOk="0">
                    <a:moveTo>
                      <a:pt x="332" y="1"/>
                    </a:moveTo>
                    <a:cubicBezTo>
                      <a:pt x="298" y="1"/>
                      <a:pt x="264" y="10"/>
                      <a:pt x="239" y="28"/>
                    </a:cubicBezTo>
                    <a:lnTo>
                      <a:pt x="51" y="135"/>
                    </a:lnTo>
                    <a:cubicBezTo>
                      <a:pt x="1" y="164"/>
                      <a:pt x="1" y="207"/>
                      <a:pt x="51" y="244"/>
                    </a:cubicBezTo>
                    <a:lnTo>
                      <a:pt x="273" y="366"/>
                    </a:lnTo>
                    <a:cubicBezTo>
                      <a:pt x="299" y="380"/>
                      <a:pt x="333" y="387"/>
                      <a:pt x="368" y="387"/>
                    </a:cubicBezTo>
                    <a:cubicBezTo>
                      <a:pt x="402" y="387"/>
                      <a:pt x="436" y="380"/>
                      <a:pt x="461" y="366"/>
                    </a:cubicBezTo>
                    <a:lnTo>
                      <a:pt x="647" y="257"/>
                    </a:lnTo>
                    <a:cubicBezTo>
                      <a:pt x="697" y="230"/>
                      <a:pt x="697" y="178"/>
                      <a:pt x="647" y="150"/>
                    </a:cubicBezTo>
                    <a:lnTo>
                      <a:pt x="425" y="28"/>
                    </a:lnTo>
                    <a:cubicBezTo>
                      <a:pt x="400" y="10"/>
                      <a:pt x="366" y="1"/>
                      <a:pt x="33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41" name="Google Shape;1205;p41">
                <a:extLst>
                  <a:ext uri="{FF2B5EF4-FFF2-40B4-BE49-F238E27FC236}">
                    <a16:creationId xmlns:a16="http://schemas.microsoft.com/office/drawing/2014/main" id="{F2DB6E7E-1451-411B-B8F1-692939BEA20F}"/>
                  </a:ext>
                </a:extLst>
              </p:cNvPr>
              <p:cNvSpPr/>
              <p:nvPr/>
            </p:nvSpPr>
            <p:spPr>
              <a:xfrm>
                <a:off x="1879874" y="3609794"/>
                <a:ext cx="75652" cy="42135"/>
              </a:xfrm>
              <a:custGeom>
                <a:avLst/>
                <a:gdLst/>
                <a:ahLst/>
                <a:cxnLst/>
                <a:rect l="l" t="t" r="r" b="b"/>
                <a:pathLst>
                  <a:path w="711" h="396" extrusionOk="0">
                    <a:moveTo>
                      <a:pt x="359" y="1"/>
                    </a:moveTo>
                    <a:cubicBezTo>
                      <a:pt x="325" y="1"/>
                      <a:pt x="291" y="8"/>
                      <a:pt x="266" y="23"/>
                    </a:cubicBezTo>
                    <a:lnTo>
                      <a:pt x="50" y="143"/>
                    </a:lnTo>
                    <a:cubicBezTo>
                      <a:pt x="0" y="173"/>
                      <a:pt x="0" y="223"/>
                      <a:pt x="50" y="252"/>
                    </a:cubicBezTo>
                    <a:lnTo>
                      <a:pt x="259" y="375"/>
                    </a:lnTo>
                    <a:cubicBezTo>
                      <a:pt x="287" y="388"/>
                      <a:pt x="321" y="395"/>
                      <a:pt x="355" y="395"/>
                    </a:cubicBezTo>
                    <a:cubicBezTo>
                      <a:pt x="388" y="395"/>
                      <a:pt x="420" y="388"/>
                      <a:pt x="445" y="375"/>
                    </a:cubicBezTo>
                    <a:lnTo>
                      <a:pt x="661" y="252"/>
                    </a:lnTo>
                    <a:cubicBezTo>
                      <a:pt x="711" y="223"/>
                      <a:pt x="711" y="173"/>
                      <a:pt x="661" y="143"/>
                    </a:cubicBezTo>
                    <a:lnTo>
                      <a:pt x="452" y="23"/>
                    </a:lnTo>
                    <a:cubicBezTo>
                      <a:pt x="427" y="8"/>
                      <a:pt x="393" y="1"/>
                      <a:pt x="35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42" name="Google Shape;1206;p41">
                <a:extLst>
                  <a:ext uri="{FF2B5EF4-FFF2-40B4-BE49-F238E27FC236}">
                    <a16:creationId xmlns:a16="http://schemas.microsoft.com/office/drawing/2014/main" id="{B5EFEC98-36C6-45D1-8F55-57DD2650FF94}"/>
                  </a:ext>
                </a:extLst>
              </p:cNvPr>
              <p:cNvSpPr/>
              <p:nvPr/>
            </p:nvSpPr>
            <p:spPr>
              <a:xfrm>
                <a:off x="1959995" y="3620434"/>
                <a:ext cx="79802" cy="44476"/>
              </a:xfrm>
              <a:custGeom>
                <a:avLst/>
                <a:gdLst/>
                <a:ahLst/>
                <a:cxnLst/>
                <a:rect l="l" t="t" r="r" b="b"/>
                <a:pathLst>
                  <a:path w="750" h="418" extrusionOk="0">
                    <a:moveTo>
                      <a:pt x="386" y="1"/>
                    </a:moveTo>
                    <a:cubicBezTo>
                      <a:pt x="353" y="1"/>
                      <a:pt x="321" y="8"/>
                      <a:pt x="296" y="23"/>
                    </a:cubicBezTo>
                    <a:lnTo>
                      <a:pt x="51" y="159"/>
                    </a:lnTo>
                    <a:cubicBezTo>
                      <a:pt x="1" y="195"/>
                      <a:pt x="1" y="238"/>
                      <a:pt x="51" y="275"/>
                    </a:cubicBezTo>
                    <a:lnTo>
                      <a:pt x="275" y="397"/>
                    </a:lnTo>
                    <a:cubicBezTo>
                      <a:pt x="300" y="411"/>
                      <a:pt x="334" y="418"/>
                      <a:pt x="368" y="418"/>
                    </a:cubicBezTo>
                    <a:cubicBezTo>
                      <a:pt x="402" y="418"/>
                      <a:pt x="436" y="411"/>
                      <a:pt x="461" y="397"/>
                    </a:cubicBezTo>
                    <a:lnTo>
                      <a:pt x="698" y="259"/>
                    </a:lnTo>
                    <a:cubicBezTo>
                      <a:pt x="750" y="232"/>
                      <a:pt x="750" y="181"/>
                      <a:pt x="698" y="152"/>
                    </a:cubicBezTo>
                    <a:lnTo>
                      <a:pt x="482" y="23"/>
                    </a:lnTo>
                    <a:cubicBezTo>
                      <a:pt x="454" y="8"/>
                      <a:pt x="420" y="1"/>
                      <a:pt x="386"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43" name="Google Shape;1207;p41">
                <a:extLst>
                  <a:ext uri="{FF2B5EF4-FFF2-40B4-BE49-F238E27FC236}">
                    <a16:creationId xmlns:a16="http://schemas.microsoft.com/office/drawing/2014/main" id="{365192CC-8038-458C-AC47-3810D5DAE16E}"/>
                  </a:ext>
                </a:extLst>
              </p:cNvPr>
              <p:cNvSpPr/>
              <p:nvPr/>
            </p:nvSpPr>
            <p:spPr>
              <a:xfrm>
                <a:off x="2012133" y="3505731"/>
                <a:ext cx="330593" cy="189822"/>
              </a:xfrm>
              <a:custGeom>
                <a:avLst/>
                <a:gdLst/>
                <a:ahLst/>
                <a:cxnLst/>
                <a:rect l="l" t="t" r="r" b="b"/>
                <a:pathLst>
                  <a:path w="3107" h="1784" extrusionOk="0">
                    <a:moveTo>
                      <a:pt x="2745" y="1"/>
                    </a:moveTo>
                    <a:cubicBezTo>
                      <a:pt x="2711" y="1"/>
                      <a:pt x="2677" y="8"/>
                      <a:pt x="2652" y="23"/>
                    </a:cubicBezTo>
                    <a:lnTo>
                      <a:pt x="51" y="1525"/>
                    </a:lnTo>
                    <a:cubicBezTo>
                      <a:pt x="1" y="1553"/>
                      <a:pt x="1" y="1605"/>
                      <a:pt x="51" y="1632"/>
                    </a:cubicBezTo>
                    <a:lnTo>
                      <a:pt x="273" y="1761"/>
                    </a:lnTo>
                    <a:cubicBezTo>
                      <a:pt x="298" y="1776"/>
                      <a:pt x="331" y="1783"/>
                      <a:pt x="364" y="1783"/>
                    </a:cubicBezTo>
                    <a:cubicBezTo>
                      <a:pt x="397" y="1783"/>
                      <a:pt x="431" y="1776"/>
                      <a:pt x="460" y="1761"/>
                    </a:cubicBezTo>
                    <a:lnTo>
                      <a:pt x="3054" y="259"/>
                    </a:lnTo>
                    <a:cubicBezTo>
                      <a:pt x="3106" y="231"/>
                      <a:pt x="3106" y="181"/>
                      <a:pt x="3054" y="152"/>
                    </a:cubicBezTo>
                    <a:lnTo>
                      <a:pt x="2839" y="23"/>
                    </a:lnTo>
                    <a:cubicBezTo>
                      <a:pt x="2814" y="8"/>
                      <a:pt x="2780" y="1"/>
                      <a:pt x="2745"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44" name="Google Shape;1208;p41">
                <a:extLst>
                  <a:ext uri="{FF2B5EF4-FFF2-40B4-BE49-F238E27FC236}">
                    <a16:creationId xmlns:a16="http://schemas.microsoft.com/office/drawing/2014/main" id="{C30A830A-B3D0-4BA4-ABC9-0563176CD839}"/>
                  </a:ext>
                </a:extLst>
              </p:cNvPr>
              <p:cNvSpPr/>
              <p:nvPr/>
            </p:nvSpPr>
            <p:spPr>
              <a:xfrm>
                <a:off x="1960740" y="3682467"/>
                <a:ext cx="76716" cy="42667"/>
              </a:xfrm>
              <a:custGeom>
                <a:avLst/>
                <a:gdLst/>
                <a:ahLst/>
                <a:cxnLst/>
                <a:rect l="l" t="t" r="r" b="b"/>
                <a:pathLst>
                  <a:path w="721" h="401" extrusionOk="0">
                    <a:moveTo>
                      <a:pt x="361" y="0"/>
                    </a:moveTo>
                    <a:cubicBezTo>
                      <a:pt x="327" y="0"/>
                      <a:pt x="293" y="7"/>
                      <a:pt x="268" y="21"/>
                    </a:cubicBezTo>
                    <a:lnTo>
                      <a:pt x="53" y="144"/>
                    </a:lnTo>
                    <a:cubicBezTo>
                      <a:pt x="1" y="173"/>
                      <a:pt x="1" y="223"/>
                      <a:pt x="53" y="252"/>
                    </a:cubicBezTo>
                    <a:lnTo>
                      <a:pt x="268" y="375"/>
                    </a:lnTo>
                    <a:cubicBezTo>
                      <a:pt x="297" y="392"/>
                      <a:pt x="331" y="401"/>
                      <a:pt x="364" y="401"/>
                    </a:cubicBezTo>
                    <a:cubicBezTo>
                      <a:pt x="397" y="401"/>
                      <a:pt x="429" y="392"/>
                      <a:pt x="454" y="375"/>
                    </a:cubicBezTo>
                    <a:lnTo>
                      <a:pt x="670" y="252"/>
                    </a:lnTo>
                    <a:cubicBezTo>
                      <a:pt x="720" y="223"/>
                      <a:pt x="720" y="173"/>
                      <a:pt x="670" y="144"/>
                    </a:cubicBezTo>
                    <a:lnTo>
                      <a:pt x="454" y="21"/>
                    </a:lnTo>
                    <a:cubicBezTo>
                      <a:pt x="429" y="7"/>
                      <a:pt x="395" y="0"/>
                      <a:pt x="36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45" name="Google Shape;1209;p41">
                <a:extLst>
                  <a:ext uri="{FF2B5EF4-FFF2-40B4-BE49-F238E27FC236}">
                    <a16:creationId xmlns:a16="http://schemas.microsoft.com/office/drawing/2014/main" id="{E33714D2-1D5A-4057-92EF-4C557D1E4BA0}"/>
                  </a:ext>
                </a:extLst>
              </p:cNvPr>
              <p:cNvSpPr/>
              <p:nvPr/>
            </p:nvSpPr>
            <p:spPr>
              <a:xfrm>
                <a:off x="2044267" y="3518606"/>
                <a:ext cx="526905" cy="272603"/>
              </a:xfrm>
              <a:custGeom>
                <a:avLst/>
                <a:gdLst/>
                <a:ahLst/>
                <a:cxnLst/>
                <a:rect l="l" t="t" r="r" b="b"/>
                <a:pathLst>
                  <a:path w="4952" h="2562" extrusionOk="0">
                    <a:moveTo>
                      <a:pt x="3332" y="0"/>
                    </a:moveTo>
                    <a:cubicBezTo>
                      <a:pt x="3306" y="0"/>
                      <a:pt x="3281" y="6"/>
                      <a:pt x="3263" y="17"/>
                    </a:cubicBezTo>
                    <a:lnTo>
                      <a:pt x="44" y="1879"/>
                    </a:lnTo>
                    <a:cubicBezTo>
                      <a:pt x="1" y="1899"/>
                      <a:pt x="1" y="1935"/>
                      <a:pt x="35" y="1958"/>
                    </a:cubicBezTo>
                    <a:lnTo>
                      <a:pt x="1079" y="2562"/>
                    </a:lnTo>
                    <a:lnTo>
                      <a:pt x="2882" y="1518"/>
                    </a:lnTo>
                    <a:lnTo>
                      <a:pt x="3422" y="1835"/>
                    </a:lnTo>
                    <a:lnTo>
                      <a:pt x="4909" y="980"/>
                    </a:lnTo>
                    <a:cubicBezTo>
                      <a:pt x="4952" y="950"/>
                      <a:pt x="4952" y="914"/>
                      <a:pt x="4909" y="894"/>
                    </a:cubicBezTo>
                    <a:lnTo>
                      <a:pt x="3399" y="17"/>
                    </a:lnTo>
                    <a:cubicBezTo>
                      <a:pt x="3382" y="6"/>
                      <a:pt x="3357" y="0"/>
                      <a:pt x="3332"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46" name="Google Shape;1210;p41">
                <a:extLst>
                  <a:ext uri="{FF2B5EF4-FFF2-40B4-BE49-F238E27FC236}">
                    <a16:creationId xmlns:a16="http://schemas.microsoft.com/office/drawing/2014/main" id="{A31A4998-3394-4A67-A2C6-5597D7BA6568}"/>
                  </a:ext>
                </a:extLst>
              </p:cNvPr>
              <p:cNvSpPr/>
              <p:nvPr/>
            </p:nvSpPr>
            <p:spPr>
              <a:xfrm>
                <a:off x="2158970" y="3680126"/>
                <a:ext cx="249407" cy="141728"/>
              </a:xfrm>
              <a:custGeom>
                <a:avLst/>
                <a:gdLst/>
                <a:ahLst/>
                <a:cxnLst/>
                <a:rect l="l" t="t" r="r" b="b"/>
                <a:pathLst>
                  <a:path w="2344" h="1332" extrusionOk="0">
                    <a:moveTo>
                      <a:pt x="1804" y="0"/>
                    </a:moveTo>
                    <a:lnTo>
                      <a:pt x="1" y="1044"/>
                    </a:lnTo>
                    <a:lnTo>
                      <a:pt x="475" y="1316"/>
                    </a:lnTo>
                    <a:cubicBezTo>
                      <a:pt x="493" y="1327"/>
                      <a:pt x="518" y="1332"/>
                      <a:pt x="543" y="1332"/>
                    </a:cubicBezTo>
                    <a:cubicBezTo>
                      <a:pt x="568" y="1332"/>
                      <a:pt x="593" y="1327"/>
                      <a:pt x="612" y="1316"/>
                    </a:cubicBezTo>
                    <a:lnTo>
                      <a:pt x="2344" y="317"/>
                    </a:lnTo>
                    <a:lnTo>
                      <a:pt x="1804"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47" name="Google Shape;1211;p41">
                <a:extLst>
                  <a:ext uri="{FF2B5EF4-FFF2-40B4-BE49-F238E27FC236}">
                    <a16:creationId xmlns:a16="http://schemas.microsoft.com/office/drawing/2014/main" id="{39C11A5E-B2C5-4CDD-A07C-F33D0A95D29F}"/>
                  </a:ext>
                </a:extLst>
              </p:cNvPr>
              <p:cNvSpPr/>
              <p:nvPr/>
            </p:nvSpPr>
            <p:spPr>
              <a:xfrm>
                <a:off x="1911901" y="3711515"/>
                <a:ext cx="74269" cy="42029"/>
              </a:xfrm>
              <a:custGeom>
                <a:avLst/>
                <a:gdLst/>
                <a:ahLst/>
                <a:cxnLst/>
                <a:rect l="l" t="t" r="r" b="b"/>
                <a:pathLst>
                  <a:path w="698" h="395" extrusionOk="0">
                    <a:moveTo>
                      <a:pt x="335" y="0"/>
                    </a:moveTo>
                    <a:cubicBezTo>
                      <a:pt x="301" y="0"/>
                      <a:pt x="267" y="8"/>
                      <a:pt x="237" y="22"/>
                    </a:cubicBezTo>
                    <a:lnTo>
                      <a:pt x="51" y="136"/>
                    </a:lnTo>
                    <a:cubicBezTo>
                      <a:pt x="1" y="166"/>
                      <a:pt x="1" y="216"/>
                      <a:pt x="51" y="245"/>
                    </a:cubicBezTo>
                    <a:lnTo>
                      <a:pt x="267" y="367"/>
                    </a:lnTo>
                    <a:cubicBezTo>
                      <a:pt x="295" y="386"/>
                      <a:pt x="329" y="395"/>
                      <a:pt x="362" y="395"/>
                    </a:cubicBezTo>
                    <a:cubicBezTo>
                      <a:pt x="396" y="395"/>
                      <a:pt x="428" y="386"/>
                      <a:pt x="453" y="367"/>
                    </a:cubicBezTo>
                    <a:lnTo>
                      <a:pt x="648" y="259"/>
                    </a:lnTo>
                    <a:cubicBezTo>
                      <a:pt x="698" y="231"/>
                      <a:pt x="698" y="179"/>
                      <a:pt x="648" y="152"/>
                    </a:cubicBezTo>
                    <a:lnTo>
                      <a:pt x="432" y="22"/>
                    </a:lnTo>
                    <a:cubicBezTo>
                      <a:pt x="403" y="8"/>
                      <a:pt x="369" y="0"/>
                      <a:pt x="335"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48" name="Google Shape;1212;p41">
                <a:extLst>
                  <a:ext uri="{FF2B5EF4-FFF2-40B4-BE49-F238E27FC236}">
                    <a16:creationId xmlns:a16="http://schemas.microsoft.com/office/drawing/2014/main" id="{47945195-4A1E-4813-9E6C-1AFB69010978}"/>
                  </a:ext>
                </a:extLst>
              </p:cNvPr>
              <p:cNvSpPr/>
              <p:nvPr/>
            </p:nvSpPr>
            <p:spPr>
              <a:xfrm>
                <a:off x="2369223" y="3445507"/>
                <a:ext cx="77355" cy="43519"/>
              </a:xfrm>
              <a:custGeom>
                <a:avLst/>
                <a:gdLst/>
                <a:ahLst/>
                <a:cxnLst/>
                <a:rect l="l" t="t" r="r" b="b"/>
                <a:pathLst>
                  <a:path w="727" h="409" extrusionOk="0">
                    <a:moveTo>
                      <a:pt x="368" y="1"/>
                    </a:moveTo>
                    <a:cubicBezTo>
                      <a:pt x="334" y="1"/>
                      <a:pt x="299" y="10"/>
                      <a:pt x="274" y="28"/>
                    </a:cubicBezTo>
                    <a:lnTo>
                      <a:pt x="52" y="150"/>
                    </a:lnTo>
                    <a:cubicBezTo>
                      <a:pt x="0" y="178"/>
                      <a:pt x="0" y="230"/>
                      <a:pt x="52" y="257"/>
                    </a:cubicBezTo>
                    <a:lnTo>
                      <a:pt x="268" y="387"/>
                    </a:lnTo>
                    <a:cubicBezTo>
                      <a:pt x="296" y="401"/>
                      <a:pt x="330" y="409"/>
                      <a:pt x="364" y="409"/>
                    </a:cubicBezTo>
                    <a:cubicBezTo>
                      <a:pt x="398" y="409"/>
                      <a:pt x="432" y="401"/>
                      <a:pt x="461" y="387"/>
                    </a:cubicBezTo>
                    <a:lnTo>
                      <a:pt x="676" y="257"/>
                    </a:lnTo>
                    <a:cubicBezTo>
                      <a:pt x="726" y="230"/>
                      <a:pt x="726" y="178"/>
                      <a:pt x="676" y="150"/>
                    </a:cubicBezTo>
                    <a:lnTo>
                      <a:pt x="461" y="28"/>
                    </a:lnTo>
                    <a:cubicBezTo>
                      <a:pt x="436" y="10"/>
                      <a:pt x="402" y="1"/>
                      <a:pt x="36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49" name="Google Shape;1213;p41">
                <a:extLst>
                  <a:ext uri="{FF2B5EF4-FFF2-40B4-BE49-F238E27FC236}">
                    <a16:creationId xmlns:a16="http://schemas.microsoft.com/office/drawing/2014/main" id="{F1866F36-0F3A-40BA-8AD8-C6B8726CB7C8}"/>
                  </a:ext>
                </a:extLst>
              </p:cNvPr>
              <p:cNvSpPr/>
              <p:nvPr/>
            </p:nvSpPr>
            <p:spPr>
              <a:xfrm>
                <a:off x="2421360" y="3416352"/>
                <a:ext cx="77355" cy="42774"/>
              </a:xfrm>
              <a:custGeom>
                <a:avLst/>
                <a:gdLst/>
                <a:ahLst/>
                <a:cxnLst/>
                <a:rect l="l" t="t" r="r" b="b"/>
                <a:pathLst>
                  <a:path w="727" h="402" extrusionOk="0">
                    <a:moveTo>
                      <a:pt x="359" y="0"/>
                    </a:moveTo>
                    <a:cubicBezTo>
                      <a:pt x="325" y="0"/>
                      <a:pt x="291" y="7"/>
                      <a:pt x="266" y="21"/>
                    </a:cubicBezTo>
                    <a:lnTo>
                      <a:pt x="57" y="143"/>
                    </a:lnTo>
                    <a:cubicBezTo>
                      <a:pt x="0" y="173"/>
                      <a:pt x="0" y="223"/>
                      <a:pt x="50" y="252"/>
                    </a:cubicBezTo>
                    <a:lnTo>
                      <a:pt x="273" y="381"/>
                    </a:lnTo>
                    <a:cubicBezTo>
                      <a:pt x="298" y="395"/>
                      <a:pt x="332" y="402"/>
                      <a:pt x="366" y="402"/>
                    </a:cubicBezTo>
                    <a:cubicBezTo>
                      <a:pt x="400" y="402"/>
                      <a:pt x="434" y="395"/>
                      <a:pt x="459" y="381"/>
                    </a:cubicBezTo>
                    <a:lnTo>
                      <a:pt x="668" y="259"/>
                    </a:lnTo>
                    <a:cubicBezTo>
                      <a:pt x="726" y="223"/>
                      <a:pt x="726" y="179"/>
                      <a:pt x="675" y="150"/>
                    </a:cubicBezTo>
                    <a:lnTo>
                      <a:pt x="452" y="21"/>
                    </a:lnTo>
                    <a:cubicBezTo>
                      <a:pt x="427" y="7"/>
                      <a:pt x="393" y="0"/>
                      <a:pt x="35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50" name="Google Shape;1214;p41">
                <a:extLst>
                  <a:ext uri="{FF2B5EF4-FFF2-40B4-BE49-F238E27FC236}">
                    <a16:creationId xmlns:a16="http://schemas.microsoft.com/office/drawing/2014/main" id="{FE98ADDE-CA42-44CB-B2A6-49541A9C7F8B}"/>
                  </a:ext>
                </a:extLst>
              </p:cNvPr>
              <p:cNvSpPr/>
              <p:nvPr/>
            </p:nvSpPr>
            <p:spPr>
              <a:xfrm>
                <a:off x="2472540" y="3384964"/>
                <a:ext cx="80334" cy="44476"/>
              </a:xfrm>
              <a:custGeom>
                <a:avLst/>
                <a:gdLst/>
                <a:ahLst/>
                <a:cxnLst/>
                <a:rect l="l" t="t" r="r" b="b"/>
                <a:pathLst>
                  <a:path w="755" h="418" extrusionOk="0">
                    <a:moveTo>
                      <a:pt x="389" y="0"/>
                    </a:moveTo>
                    <a:cubicBezTo>
                      <a:pt x="354" y="0"/>
                      <a:pt x="320" y="8"/>
                      <a:pt x="295" y="22"/>
                    </a:cubicBezTo>
                    <a:lnTo>
                      <a:pt x="57" y="159"/>
                    </a:lnTo>
                    <a:cubicBezTo>
                      <a:pt x="0" y="186"/>
                      <a:pt x="0" y="238"/>
                      <a:pt x="57" y="266"/>
                    </a:cubicBezTo>
                    <a:lnTo>
                      <a:pt x="273" y="395"/>
                    </a:lnTo>
                    <a:cubicBezTo>
                      <a:pt x="298" y="410"/>
                      <a:pt x="332" y="417"/>
                      <a:pt x="366" y="417"/>
                    </a:cubicBezTo>
                    <a:cubicBezTo>
                      <a:pt x="401" y="417"/>
                      <a:pt x="435" y="410"/>
                      <a:pt x="461" y="395"/>
                    </a:cubicBezTo>
                    <a:lnTo>
                      <a:pt x="697" y="259"/>
                    </a:lnTo>
                    <a:cubicBezTo>
                      <a:pt x="754" y="223"/>
                      <a:pt x="754" y="179"/>
                      <a:pt x="697" y="152"/>
                    </a:cubicBezTo>
                    <a:lnTo>
                      <a:pt x="482" y="22"/>
                    </a:lnTo>
                    <a:cubicBezTo>
                      <a:pt x="457" y="8"/>
                      <a:pt x="423" y="0"/>
                      <a:pt x="38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51" name="Google Shape;1215;p41">
                <a:extLst>
                  <a:ext uri="{FF2B5EF4-FFF2-40B4-BE49-F238E27FC236}">
                    <a16:creationId xmlns:a16="http://schemas.microsoft.com/office/drawing/2014/main" id="{5AB3A7BC-2C63-42FC-A4C5-48F3FAA76CD4}"/>
                  </a:ext>
                </a:extLst>
              </p:cNvPr>
              <p:cNvSpPr/>
              <p:nvPr/>
            </p:nvSpPr>
            <p:spPr>
              <a:xfrm>
                <a:off x="1643446" y="3742904"/>
                <a:ext cx="81930" cy="45115"/>
              </a:xfrm>
              <a:custGeom>
                <a:avLst/>
                <a:gdLst/>
                <a:ahLst/>
                <a:cxnLst/>
                <a:rect l="l" t="t" r="r" b="b"/>
                <a:pathLst>
                  <a:path w="770" h="424" extrusionOk="0">
                    <a:moveTo>
                      <a:pt x="411" y="0"/>
                    </a:moveTo>
                    <a:cubicBezTo>
                      <a:pt x="377" y="0"/>
                      <a:pt x="342" y="8"/>
                      <a:pt x="317" y="22"/>
                    </a:cubicBezTo>
                    <a:lnTo>
                      <a:pt x="59" y="173"/>
                    </a:lnTo>
                    <a:cubicBezTo>
                      <a:pt x="7" y="202"/>
                      <a:pt x="0" y="252"/>
                      <a:pt x="59" y="281"/>
                    </a:cubicBezTo>
                    <a:lnTo>
                      <a:pt x="266" y="402"/>
                    </a:lnTo>
                    <a:cubicBezTo>
                      <a:pt x="292" y="417"/>
                      <a:pt x="326" y="424"/>
                      <a:pt x="360" y="424"/>
                    </a:cubicBezTo>
                    <a:cubicBezTo>
                      <a:pt x="395" y="424"/>
                      <a:pt x="429" y="417"/>
                      <a:pt x="454" y="402"/>
                    </a:cubicBezTo>
                    <a:lnTo>
                      <a:pt x="719" y="252"/>
                    </a:lnTo>
                    <a:cubicBezTo>
                      <a:pt x="769" y="223"/>
                      <a:pt x="769" y="173"/>
                      <a:pt x="719" y="143"/>
                    </a:cubicBezTo>
                    <a:lnTo>
                      <a:pt x="504" y="22"/>
                    </a:lnTo>
                    <a:cubicBezTo>
                      <a:pt x="479" y="8"/>
                      <a:pt x="445" y="0"/>
                      <a:pt x="41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52" name="Google Shape;1216;p41">
                <a:extLst>
                  <a:ext uri="{FF2B5EF4-FFF2-40B4-BE49-F238E27FC236}">
                    <a16:creationId xmlns:a16="http://schemas.microsoft.com/office/drawing/2014/main" id="{58C58569-AAC6-4D0E-B749-72D1B7D9FEAF}"/>
                  </a:ext>
                </a:extLst>
              </p:cNvPr>
              <p:cNvSpPr/>
              <p:nvPr/>
            </p:nvSpPr>
            <p:spPr>
              <a:xfrm>
                <a:off x="1694626" y="3772059"/>
                <a:ext cx="82675" cy="46711"/>
              </a:xfrm>
              <a:custGeom>
                <a:avLst/>
                <a:gdLst/>
                <a:ahLst/>
                <a:cxnLst/>
                <a:rect l="l" t="t" r="r" b="b"/>
                <a:pathLst>
                  <a:path w="777" h="439" extrusionOk="0">
                    <a:moveTo>
                      <a:pt x="411" y="1"/>
                    </a:moveTo>
                    <a:cubicBezTo>
                      <a:pt x="377" y="1"/>
                      <a:pt x="343" y="10"/>
                      <a:pt x="318" y="28"/>
                    </a:cubicBezTo>
                    <a:lnTo>
                      <a:pt x="52" y="180"/>
                    </a:lnTo>
                    <a:cubicBezTo>
                      <a:pt x="0" y="207"/>
                      <a:pt x="0" y="257"/>
                      <a:pt x="52" y="287"/>
                    </a:cubicBezTo>
                    <a:lnTo>
                      <a:pt x="275" y="416"/>
                    </a:lnTo>
                    <a:cubicBezTo>
                      <a:pt x="300" y="431"/>
                      <a:pt x="334" y="438"/>
                      <a:pt x="368" y="438"/>
                    </a:cubicBezTo>
                    <a:cubicBezTo>
                      <a:pt x="402" y="438"/>
                      <a:pt x="436" y="431"/>
                      <a:pt x="461" y="416"/>
                    </a:cubicBezTo>
                    <a:lnTo>
                      <a:pt x="720" y="257"/>
                    </a:lnTo>
                    <a:cubicBezTo>
                      <a:pt x="777" y="230"/>
                      <a:pt x="777" y="180"/>
                      <a:pt x="727" y="150"/>
                    </a:cubicBezTo>
                    <a:lnTo>
                      <a:pt x="504" y="28"/>
                    </a:lnTo>
                    <a:cubicBezTo>
                      <a:pt x="479" y="10"/>
                      <a:pt x="445" y="1"/>
                      <a:pt x="411"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53" name="Google Shape;1217;p41">
                <a:extLst>
                  <a:ext uri="{FF2B5EF4-FFF2-40B4-BE49-F238E27FC236}">
                    <a16:creationId xmlns:a16="http://schemas.microsoft.com/office/drawing/2014/main" id="{1ECC5311-62A7-404A-B7DF-1E000AEE2BE6}"/>
                  </a:ext>
                </a:extLst>
              </p:cNvPr>
              <p:cNvSpPr/>
              <p:nvPr/>
            </p:nvSpPr>
            <p:spPr>
              <a:xfrm>
                <a:off x="2272821" y="3441251"/>
                <a:ext cx="78099" cy="43199"/>
              </a:xfrm>
              <a:custGeom>
                <a:avLst/>
                <a:gdLst/>
                <a:ahLst/>
                <a:cxnLst/>
                <a:rect l="l" t="t" r="r" b="b"/>
                <a:pathLst>
                  <a:path w="734" h="406" extrusionOk="0">
                    <a:moveTo>
                      <a:pt x="373" y="0"/>
                    </a:moveTo>
                    <a:cubicBezTo>
                      <a:pt x="337" y="0"/>
                      <a:pt x="301" y="9"/>
                      <a:pt x="275" y="25"/>
                    </a:cubicBezTo>
                    <a:lnTo>
                      <a:pt x="52" y="147"/>
                    </a:lnTo>
                    <a:cubicBezTo>
                      <a:pt x="0" y="184"/>
                      <a:pt x="0" y="227"/>
                      <a:pt x="52" y="261"/>
                    </a:cubicBezTo>
                    <a:lnTo>
                      <a:pt x="275" y="384"/>
                    </a:lnTo>
                    <a:cubicBezTo>
                      <a:pt x="300" y="398"/>
                      <a:pt x="332" y="406"/>
                      <a:pt x="365" y="406"/>
                    </a:cubicBezTo>
                    <a:cubicBezTo>
                      <a:pt x="399" y="406"/>
                      <a:pt x="433" y="398"/>
                      <a:pt x="461" y="384"/>
                    </a:cubicBezTo>
                    <a:lnTo>
                      <a:pt x="677" y="261"/>
                    </a:lnTo>
                    <a:cubicBezTo>
                      <a:pt x="727" y="227"/>
                      <a:pt x="734" y="184"/>
                      <a:pt x="677" y="147"/>
                    </a:cubicBezTo>
                    <a:lnTo>
                      <a:pt x="461" y="25"/>
                    </a:lnTo>
                    <a:cubicBezTo>
                      <a:pt x="437" y="8"/>
                      <a:pt x="406" y="0"/>
                      <a:pt x="373"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54" name="Google Shape;1218;p41">
                <a:extLst>
                  <a:ext uri="{FF2B5EF4-FFF2-40B4-BE49-F238E27FC236}">
                    <a16:creationId xmlns:a16="http://schemas.microsoft.com/office/drawing/2014/main" id="{3B95780F-4F43-4DB8-9092-C51D7E67F685}"/>
                  </a:ext>
                </a:extLst>
              </p:cNvPr>
              <p:cNvSpPr/>
              <p:nvPr/>
            </p:nvSpPr>
            <p:spPr>
              <a:xfrm>
                <a:off x="2241645" y="3239617"/>
                <a:ext cx="59692" cy="32985"/>
              </a:xfrm>
              <a:custGeom>
                <a:avLst/>
                <a:gdLst/>
                <a:ahLst/>
                <a:cxnLst/>
                <a:rect l="l" t="t" r="r" b="b"/>
                <a:pathLst>
                  <a:path w="561" h="310" extrusionOk="0">
                    <a:moveTo>
                      <a:pt x="383" y="0"/>
                    </a:moveTo>
                    <a:cubicBezTo>
                      <a:pt x="350" y="0"/>
                      <a:pt x="316" y="8"/>
                      <a:pt x="287" y="22"/>
                    </a:cubicBezTo>
                    <a:lnTo>
                      <a:pt x="50" y="158"/>
                    </a:lnTo>
                    <a:cubicBezTo>
                      <a:pt x="0" y="188"/>
                      <a:pt x="0" y="238"/>
                      <a:pt x="50" y="267"/>
                    </a:cubicBezTo>
                    <a:lnTo>
                      <a:pt x="86" y="288"/>
                    </a:lnTo>
                    <a:cubicBezTo>
                      <a:pt x="111" y="303"/>
                      <a:pt x="146" y="310"/>
                      <a:pt x="180" y="310"/>
                    </a:cubicBezTo>
                    <a:cubicBezTo>
                      <a:pt x="214" y="310"/>
                      <a:pt x="248" y="303"/>
                      <a:pt x="273" y="288"/>
                    </a:cubicBezTo>
                    <a:lnTo>
                      <a:pt x="509" y="152"/>
                    </a:lnTo>
                    <a:cubicBezTo>
                      <a:pt x="561" y="122"/>
                      <a:pt x="561" y="72"/>
                      <a:pt x="509" y="43"/>
                    </a:cubicBezTo>
                    <a:lnTo>
                      <a:pt x="475" y="22"/>
                    </a:lnTo>
                    <a:cubicBezTo>
                      <a:pt x="449" y="8"/>
                      <a:pt x="416" y="0"/>
                      <a:pt x="383"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55" name="Google Shape;1219;p41">
                <a:extLst>
                  <a:ext uri="{FF2B5EF4-FFF2-40B4-BE49-F238E27FC236}">
                    <a16:creationId xmlns:a16="http://schemas.microsoft.com/office/drawing/2014/main" id="{BF86CE50-3078-4E9F-9556-CB67BD26F3B0}"/>
                  </a:ext>
                </a:extLst>
              </p:cNvPr>
              <p:cNvSpPr/>
              <p:nvPr/>
            </p:nvSpPr>
            <p:spPr>
              <a:xfrm>
                <a:off x="2295804" y="3206738"/>
                <a:ext cx="62139" cy="34474"/>
              </a:xfrm>
              <a:custGeom>
                <a:avLst/>
                <a:gdLst/>
                <a:ahLst/>
                <a:cxnLst/>
                <a:rect l="l" t="t" r="r" b="b"/>
                <a:pathLst>
                  <a:path w="584" h="324" extrusionOk="0">
                    <a:moveTo>
                      <a:pt x="404" y="0"/>
                    </a:moveTo>
                    <a:cubicBezTo>
                      <a:pt x="370" y="0"/>
                      <a:pt x="336" y="8"/>
                      <a:pt x="311" y="22"/>
                    </a:cubicBezTo>
                    <a:lnTo>
                      <a:pt x="52" y="172"/>
                    </a:lnTo>
                    <a:cubicBezTo>
                      <a:pt x="0" y="202"/>
                      <a:pt x="0" y="252"/>
                      <a:pt x="52" y="281"/>
                    </a:cubicBezTo>
                    <a:lnTo>
                      <a:pt x="86" y="302"/>
                    </a:lnTo>
                    <a:cubicBezTo>
                      <a:pt x="112" y="317"/>
                      <a:pt x="147" y="324"/>
                      <a:pt x="181" y="324"/>
                    </a:cubicBezTo>
                    <a:cubicBezTo>
                      <a:pt x="215" y="324"/>
                      <a:pt x="249" y="317"/>
                      <a:pt x="274" y="302"/>
                    </a:cubicBezTo>
                    <a:lnTo>
                      <a:pt x="533" y="152"/>
                    </a:lnTo>
                    <a:cubicBezTo>
                      <a:pt x="583" y="122"/>
                      <a:pt x="583" y="72"/>
                      <a:pt x="533" y="43"/>
                    </a:cubicBezTo>
                    <a:lnTo>
                      <a:pt x="497" y="22"/>
                    </a:lnTo>
                    <a:cubicBezTo>
                      <a:pt x="472" y="8"/>
                      <a:pt x="438" y="0"/>
                      <a:pt x="40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56" name="Google Shape;1220;p41">
                <a:extLst>
                  <a:ext uri="{FF2B5EF4-FFF2-40B4-BE49-F238E27FC236}">
                    <a16:creationId xmlns:a16="http://schemas.microsoft.com/office/drawing/2014/main" id="{F5A4ED06-6DED-4AA6-BAD2-EA86B2771C57}"/>
                  </a:ext>
                </a:extLst>
              </p:cNvPr>
              <p:cNvSpPr/>
              <p:nvPr/>
            </p:nvSpPr>
            <p:spPr>
              <a:xfrm>
                <a:off x="2328789" y="3225784"/>
                <a:ext cx="81079" cy="45221"/>
              </a:xfrm>
              <a:custGeom>
                <a:avLst/>
                <a:gdLst/>
                <a:ahLst/>
                <a:cxnLst/>
                <a:rect l="l" t="t" r="r" b="b"/>
                <a:pathLst>
                  <a:path w="762" h="425" extrusionOk="0">
                    <a:moveTo>
                      <a:pt x="403" y="1"/>
                    </a:moveTo>
                    <a:cubicBezTo>
                      <a:pt x="369" y="1"/>
                      <a:pt x="334" y="8"/>
                      <a:pt x="309" y="23"/>
                    </a:cubicBezTo>
                    <a:lnTo>
                      <a:pt x="51" y="173"/>
                    </a:lnTo>
                    <a:cubicBezTo>
                      <a:pt x="1" y="202"/>
                      <a:pt x="1" y="252"/>
                      <a:pt x="51" y="282"/>
                    </a:cubicBezTo>
                    <a:lnTo>
                      <a:pt x="259" y="404"/>
                    </a:lnTo>
                    <a:cubicBezTo>
                      <a:pt x="284" y="418"/>
                      <a:pt x="318" y="425"/>
                      <a:pt x="353" y="425"/>
                    </a:cubicBezTo>
                    <a:cubicBezTo>
                      <a:pt x="387" y="425"/>
                      <a:pt x="421" y="418"/>
                      <a:pt x="446" y="404"/>
                    </a:cubicBezTo>
                    <a:lnTo>
                      <a:pt x="704" y="252"/>
                    </a:lnTo>
                    <a:cubicBezTo>
                      <a:pt x="761" y="225"/>
                      <a:pt x="761" y="182"/>
                      <a:pt x="711" y="145"/>
                    </a:cubicBezTo>
                    <a:lnTo>
                      <a:pt x="496" y="23"/>
                    </a:lnTo>
                    <a:cubicBezTo>
                      <a:pt x="471" y="8"/>
                      <a:pt x="437" y="1"/>
                      <a:pt x="40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57" name="Google Shape;1221;p41">
                <a:extLst>
                  <a:ext uri="{FF2B5EF4-FFF2-40B4-BE49-F238E27FC236}">
                    <a16:creationId xmlns:a16="http://schemas.microsoft.com/office/drawing/2014/main" id="{298D7C30-E913-47C5-8754-7C972D81F80C}"/>
                  </a:ext>
                </a:extLst>
              </p:cNvPr>
              <p:cNvSpPr/>
              <p:nvPr/>
            </p:nvSpPr>
            <p:spPr>
              <a:xfrm>
                <a:off x="2274524" y="3258663"/>
                <a:ext cx="78844" cy="43731"/>
              </a:xfrm>
              <a:custGeom>
                <a:avLst/>
                <a:gdLst/>
                <a:ahLst/>
                <a:cxnLst/>
                <a:rect l="l" t="t" r="r" b="b"/>
                <a:pathLst>
                  <a:path w="741" h="411" extrusionOk="0">
                    <a:moveTo>
                      <a:pt x="381" y="1"/>
                    </a:moveTo>
                    <a:cubicBezTo>
                      <a:pt x="347" y="1"/>
                      <a:pt x="312" y="8"/>
                      <a:pt x="286" y="23"/>
                    </a:cubicBezTo>
                    <a:lnTo>
                      <a:pt x="50" y="159"/>
                    </a:lnTo>
                    <a:cubicBezTo>
                      <a:pt x="0" y="188"/>
                      <a:pt x="0" y="238"/>
                      <a:pt x="50" y="268"/>
                    </a:cubicBezTo>
                    <a:lnTo>
                      <a:pt x="259" y="390"/>
                    </a:lnTo>
                    <a:cubicBezTo>
                      <a:pt x="284" y="404"/>
                      <a:pt x="318" y="411"/>
                      <a:pt x="352" y="411"/>
                    </a:cubicBezTo>
                    <a:cubicBezTo>
                      <a:pt x="386" y="411"/>
                      <a:pt x="420" y="404"/>
                      <a:pt x="445" y="390"/>
                    </a:cubicBezTo>
                    <a:lnTo>
                      <a:pt x="690" y="252"/>
                    </a:lnTo>
                    <a:cubicBezTo>
                      <a:pt x="740" y="224"/>
                      <a:pt x="740" y="174"/>
                      <a:pt x="690" y="145"/>
                    </a:cubicBezTo>
                    <a:lnTo>
                      <a:pt x="474" y="23"/>
                    </a:lnTo>
                    <a:cubicBezTo>
                      <a:pt x="449" y="8"/>
                      <a:pt x="415" y="1"/>
                      <a:pt x="381"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58" name="Google Shape;1222;p41">
                <a:extLst>
                  <a:ext uri="{FF2B5EF4-FFF2-40B4-BE49-F238E27FC236}">
                    <a16:creationId xmlns:a16="http://schemas.microsoft.com/office/drawing/2014/main" id="{6119078E-B8EA-44B4-9DB9-B38B4FC39A85}"/>
                  </a:ext>
                </a:extLst>
              </p:cNvPr>
              <p:cNvSpPr/>
              <p:nvPr/>
            </p:nvSpPr>
            <p:spPr>
              <a:xfrm>
                <a:off x="2366243" y="3255684"/>
                <a:ext cx="97252" cy="55116"/>
              </a:xfrm>
              <a:custGeom>
                <a:avLst/>
                <a:gdLst/>
                <a:ahLst/>
                <a:cxnLst/>
                <a:rect l="l" t="t" r="r" b="b"/>
                <a:pathLst>
                  <a:path w="914" h="518" extrusionOk="0">
                    <a:moveTo>
                      <a:pt x="532" y="1"/>
                    </a:moveTo>
                    <a:cubicBezTo>
                      <a:pt x="498" y="1"/>
                      <a:pt x="464" y="7"/>
                      <a:pt x="439" y="21"/>
                    </a:cubicBezTo>
                    <a:lnTo>
                      <a:pt x="51" y="246"/>
                    </a:lnTo>
                    <a:cubicBezTo>
                      <a:pt x="1" y="273"/>
                      <a:pt x="1" y="323"/>
                      <a:pt x="51" y="352"/>
                    </a:cubicBezTo>
                    <a:lnTo>
                      <a:pt x="287" y="496"/>
                    </a:lnTo>
                    <a:cubicBezTo>
                      <a:pt x="313" y="510"/>
                      <a:pt x="347" y="518"/>
                      <a:pt x="382" y="518"/>
                    </a:cubicBezTo>
                    <a:cubicBezTo>
                      <a:pt x="416" y="518"/>
                      <a:pt x="450" y="510"/>
                      <a:pt x="475" y="496"/>
                    </a:cubicBezTo>
                    <a:lnTo>
                      <a:pt x="863" y="266"/>
                    </a:lnTo>
                    <a:cubicBezTo>
                      <a:pt x="913" y="237"/>
                      <a:pt x="913" y="187"/>
                      <a:pt x="863" y="159"/>
                    </a:cubicBezTo>
                    <a:lnTo>
                      <a:pt x="625" y="21"/>
                    </a:lnTo>
                    <a:cubicBezTo>
                      <a:pt x="600" y="7"/>
                      <a:pt x="566" y="1"/>
                      <a:pt x="53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59" name="Google Shape;1223;p41">
                <a:extLst>
                  <a:ext uri="{FF2B5EF4-FFF2-40B4-BE49-F238E27FC236}">
                    <a16:creationId xmlns:a16="http://schemas.microsoft.com/office/drawing/2014/main" id="{DEA67483-FA28-4501-9A0E-D0CCF3C260E6}"/>
                  </a:ext>
                </a:extLst>
              </p:cNvPr>
              <p:cNvSpPr/>
              <p:nvPr/>
            </p:nvSpPr>
            <p:spPr>
              <a:xfrm>
                <a:off x="2311871" y="3296223"/>
                <a:ext cx="82036" cy="45966"/>
              </a:xfrm>
              <a:custGeom>
                <a:avLst/>
                <a:gdLst/>
                <a:ahLst/>
                <a:cxnLst/>
                <a:rect l="l" t="t" r="r" b="b"/>
                <a:pathLst>
                  <a:path w="771" h="432" extrusionOk="0">
                    <a:moveTo>
                      <a:pt x="382" y="1"/>
                    </a:moveTo>
                    <a:cubicBezTo>
                      <a:pt x="348" y="1"/>
                      <a:pt x="314" y="8"/>
                      <a:pt x="289" y="22"/>
                    </a:cubicBezTo>
                    <a:lnTo>
                      <a:pt x="51" y="158"/>
                    </a:lnTo>
                    <a:cubicBezTo>
                      <a:pt x="1" y="187"/>
                      <a:pt x="1" y="237"/>
                      <a:pt x="51" y="266"/>
                    </a:cubicBezTo>
                    <a:lnTo>
                      <a:pt x="289" y="410"/>
                    </a:lnTo>
                    <a:cubicBezTo>
                      <a:pt x="314" y="424"/>
                      <a:pt x="348" y="432"/>
                      <a:pt x="382" y="432"/>
                    </a:cubicBezTo>
                    <a:cubicBezTo>
                      <a:pt x="416" y="432"/>
                      <a:pt x="450" y="424"/>
                      <a:pt x="475" y="410"/>
                    </a:cubicBezTo>
                    <a:lnTo>
                      <a:pt x="712" y="266"/>
                    </a:lnTo>
                    <a:cubicBezTo>
                      <a:pt x="763" y="237"/>
                      <a:pt x="770" y="187"/>
                      <a:pt x="712" y="158"/>
                    </a:cubicBezTo>
                    <a:lnTo>
                      <a:pt x="475" y="22"/>
                    </a:lnTo>
                    <a:cubicBezTo>
                      <a:pt x="450" y="8"/>
                      <a:pt x="416" y="1"/>
                      <a:pt x="38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60" name="Google Shape;1224;p41">
                <a:extLst>
                  <a:ext uri="{FF2B5EF4-FFF2-40B4-BE49-F238E27FC236}">
                    <a16:creationId xmlns:a16="http://schemas.microsoft.com/office/drawing/2014/main" id="{1898EFC6-827D-47B6-9AA2-99EDC9BD82A1}"/>
                  </a:ext>
                </a:extLst>
              </p:cNvPr>
              <p:cNvSpPr/>
              <p:nvPr/>
            </p:nvSpPr>
            <p:spPr>
              <a:xfrm>
                <a:off x="2401356" y="3287072"/>
                <a:ext cx="113319" cy="63629"/>
              </a:xfrm>
              <a:custGeom>
                <a:avLst/>
                <a:gdLst/>
                <a:ahLst/>
                <a:cxnLst/>
                <a:rect l="l" t="t" r="r" b="b"/>
                <a:pathLst>
                  <a:path w="1065" h="598" extrusionOk="0">
                    <a:moveTo>
                      <a:pt x="708" y="1"/>
                    </a:moveTo>
                    <a:cubicBezTo>
                      <a:pt x="675" y="1"/>
                      <a:pt x="641" y="7"/>
                      <a:pt x="612" y="21"/>
                    </a:cubicBezTo>
                    <a:lnTo>
                      <a:pt x="59" y="346"/>
                    </a:lnTo>
                    <a:cubicBezTo>
                      <a:pt x="0" y="373"/>
                      <a:pt x="0" y="425"/>
                      <a:pt x="52" y="453"/>
                    </a:cubicBezTo>
                    <a:lnTo>
                      <a:pt x="267" y="575"/>
                    </a:lnTo>
                    <a:cubicBezTo>
                      <a:pt x="292" y="590"/>
                      <a:pt x="327" y="597"/>
                      <a:pt x="361" y="597"/>
                    </a:cubicBezTo>
                    <a:cubicBezTo>
                      <a:pt x="395" y="597"/>
                      <a:pt x="429" y="590"/>
                      <a:pt x="454" y="575"/>
                    </a:cubicBezTo>
                    <a:lnTo>
                      <a:pt x="1014" y="252"/>
                    </a:lnTo>
                    <a:cubicBezTo>
                      <a:pt x="1064" y="223"/>
                      <a:pt x="1064" y="173"/>
                      <a:pt x="1014" y="144"/>
                    </a:cubicBezTo>
                    <a:lnTo>
                      <a:pt x="799" y="21"/>
                    </a:lnTo>
                    <a:cubicBezTo>
                      <a:pt x="774" y="7"/>
                      <a:pt x="741" y="1"/>
                      <a:pt x="70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61" name="Google Shape;1225;p41">
                <a:extLst>
                  <a:ext uri="{FF2B5EF4-FFF2-40B4-BE49-F238E27FC236}">
                    <a16:creationId xmlns:a16="http://schemas.microsoft.com/office/drawing/2014/main" id="{0CAF4C07-5540-4156-8C43-A012F670C5A7}"/>
                  </a:ext>
                </a:extLst>
              </p:cNvPr>
              <p:cNvSpPr/>
              <p:nvPr/>
            </p:nvSpPr>
            <p:spPr>
              <a:xfrm>
                <a:off x="2526912" y="3346765"/>
                <a:ext cx="91825" cy="51286"/>
              </a:xfrm>
              <a:custGeom>
                <a:avLst/>
                <a:gdLst/>
                <a:ahLst/>
                <a:cxnLst/>
                <a:rect l="l" t="t" r="r" b="b"/>
                <a:pathLst>
                  <a:path w="863" h="482" extrusionOk="0">
                    <a:moveTo>
                      <a:pt x="495" y="0"/>
                    </a:moveTo>
                    <a:cubicBezTo>
                      <a:pt x="461" y="0"/>
                      <a:pt x="427" y="7"/>
                      <a:pt x="402" y="21"/>
                    </a:cubicBezTo>
                    <a:lnTo>
                      <a:pt x="57" y="223"/>
                    </a:lnTo>
                    <a:cubicBezTo>
                      <a:pt x="0" y="252"/>
                      <a:pt x="0" y="302"/>
                      <a:pt x="57" y="330"/>
                    </a:cubicBezTo>
                    <a:lnTo>
                      <a:pt x="273" y="459"/>
                    </a:lnTo>
                    <a:cubicBezTo>
                      <a:pt x="298" y="474"/>
                      <a:pt x="332" y="481"/>
                      <a:pt x="366" y="481"/>
                    </a:cubicBezTo>
                    <a:cubicBezTo>
                      <a:pt x="400" y="481"/>
                      <a:pt x="434" y="474"/>
                      <a:pt x="459" y="459"/>
                    </a:cubicBezTo>
                    <a:lnTo>
                      <a:pt x="804" y="259"/>
                    </a:lnTo>
                    <a:cubicBezTo>
                      <a:pt x="863" y="230"/>
                      <a:pt x="863" y="180"/>
                      <a:pt x="804" y="150"/>
                    </a:cubicBezTo>
                    <a:lnTo>
                      <a:pt x="588" y="21"/>
                    </a:lnTo>
                    <a:cubicBezTo>
                      <a:pt x="563" y="7"/>
                      <a:pt x="529" y="0"/>
                      <a:pt x="495"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62" name="Google Shape;1226;p41">
                <a:extLst>
                  <a:ext uri="{FF2B5EF4-FFF2-40B4-BE49-F238E27FC236}">
                    <a16:creationId xmlns:a16="http://schemas.microsoft.com/office/drawing/2014/main" id="{1F764C95-EE2B-4A0E-8B9B-09CF61F7BFC4}"/>
                  </a:ext>
                </a:extLst>
              </p:cNvPr>
              <p:cNvSpPr/>
              <p:nvPr/>
            </p:nvSpPr>
            <p:spPr>
              <a:xfrm>
                <a:off x="2430511" y="3316865"/>
                <a:ext cx="136089" cy="76503"/>
              </a:xfrm>
              <a:custGeom>
                <a:avLst/>
                <a:gdLst/>
                <a:ahLst/>
                <a:cxnLst/>
                <a:rect l="l" t="t" r="r" b="b"/>
                <a:pathLst>
                  <a:path w="1279" h="719" extrusionOk="0">
                    <a:moveTo>
                      <a:pt x="913" y="0"/>
                    </a:moveTo>
                    <a:cubicBezTo>
                      <a:pt x="879" y="0"/>
                      <a:pt x="845" y="8"/>
                      <a:pt x="820" y="22"/>
                    </a:cubicBezTo>
                    <a:lnTo>
                      <a:pt x="50" y="461"/>
                    </a:lnTo>
                    <a:cubicBezTo>
                      <a:pt x="0" y="490"/>
                      <a:pt x="0" y="540"/>
                      <a:pt x="50" y="568"/>
                    </a:cubicBezTo>
                    <a:lnTo>
                      <a:pt x="273" y="697"/>
                    </a:lnTo>
                    <a:cubicBezTo>
                      <a:pt x="298" y="712"/>
                      <a:pt x="332" y="719"/>
                      <a:pt x="366" y="719"/>
                    </a:cubicBezTo>
                    <a:cubicBezTo>
                      <a:pt x="400" y="719"/>
                      <a:pt x="434" y="712"/>
                      <a:pt x="459" y="697"/>
                    </a:cubicBezTo>
                    <a:lnTo>
                      <a:pt x="1229" y="259"/>
                    </a:lnTo>
                    <a:cubicBezTo>
                      <a:pt x="1279" y="223"/>
                      <a:pt x="1279" y="179"/>
                      <a:pt x="1229" y="152"/>
                    </a:cubicBezTo>
                    <a:lnTo>
                      <a:pt x="1006" y="22"/>
                    </a:lnTo>
                    <a:cubicBezTo>
                      <a:pt x="981" y="8"/>
                      <a:pt x="947" y="0"/>
                      <a:pt x="913"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63" name="Google Shape;1227;p41">
                <a:extLst>
                  <a:ext uri="{FF2B5EF4-FFF2-40B4-BE49-F238E27FC236}">
                    <a16:creationId xmlns:a16="http://schemas.microsoft.com/office/drawing/2014/main" id="{9B5A1622-4488-4A91-A13F-756787BED761}"/>
                  </a:ext>
                </a:extLst>
              </p:cNvPr>
              <p:cNvSpPr/>
              <p:nvPr/>
            </p:nvSpPr>
            <p:spPr>
              <a:xfrm>
                <a:off x="2376139" y="3380388"/>
                <a:ext cx="80334" cy="44370"/>
              </a:xfrm>
              <a:custGeom>
                <a:avLst/>
                <a:gdLst/>
                <a:ahLst/>
                <a:cxnLst/>
                <a:rect l="l" t="t" r="r" b="b"/>
                <a:pathLst>
                  <a:path w="755" h="417" extrusionOk="0">
                    <a:moveTo>
                      <a:pt x="389" y="0"/>
                    </a:moveTo>
                    <a:cubicBezTo>
                      <a:pt x="355" y="0"/>
                      <a:pt x="321" y="8"/>
                      <a:pt x="296" y="22"/>
                    </a:cubicBezTo>
                    <a:lnTo>
                      <a:pt x="58" y="159"/>
                    </a:lnTo>
                    <a:cubicBezTo>
                      <a:pt x="1" y="186"/>
                      <a:pt x="1" y="238"/>
                      <a:pt x="51" y="266"/>
                    </a:cubicBezTo>
                    <a:lnTo>
                      <a:pt x="273" y="395"/>
                    </a:lnTo>
                    <a:cubicBezTo>
                      <a:pt x="298" y="410"/>
                      <a:pt x="332" y="417"/>
                      <a:pt x="367" y="417"/>
                    </a:cubicBezTo>
                    <a:cubicBezTo>
                      <a:pt x="401" y="417"/>
                      <a:pt x="435" y="410"/>
                      <a:pt x="461" y="395"/>
                    </a:cubicBezTo>
                    <a:lnTo>
                      <a:pt x="698" y="259"/>
                    </a:lnTo>
                    <a:cubicBezTo>
                      <a:pt x="755" y="229"/>
                      <a:pt x="755" y="179"/>
                      <a:pt x="698" y="152"/>
                    </a:cubicBezTo>
                    <a:lnTo>
                      <a:pt x="482" y="22"/>
                    </a:lnTo>
                    <a:cubicBezTo>
                      <a:pt x="457" y="8"/>
                      <a:pt x="423" y="0"/>
                      <a:pt x="38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64" name="Google Shape;1228;p41">
                <a:extLst>
                  <a:ext uri="{FF2B5EF4-FFF2-40B4-BE49-F238E27FC236}">
                    <a16:creationId xmlns:a16="http://schemas.microsoft.com/office/drawing/2014/main" id="{01EEB2E6-55B8-48BB-ACA7-814BB4356321}"/>
                  </a:ext>
                </a:extLst>
              </p:cNvPr>
              <p:cNvSpPr/>
              <p:nvPr/>
            </p:nvSpPr>
            <p:spPr>
              <a:xfrm>
                <a:off x="2324959" y="3411671"/>
                <a:ext cx="77355" cy="42880"/>
              </a:xfrm>
              <a:custGeom>
                <a:avLst/>
                <a:gdLst/>
                <a:ahLst/>
                <a:cxnLst/>
                <a:rect l="l" t="t" r="r" b="b"/>
                <a:pathLst>
                  <a:path w="727" h="403" extrusionOk="0">
                    <a:moveTo>
                      <a:pt x="359" y="1"/>
                    </a:moveTo>
                    <a:cubicBezTo>
                      <a:pt x="325" y="1"/>
                      <a:pt x="291" y="8"/>
                      <a:pt x="266" y="22"/>
                    </a:cubicBezTo>
                    <a:lnTo>
                      <a:pt x="50" y="144"/>
                    </a:lnTo>
                    <a:cubicBezTo>
                      <a:pt x="0" y="173"/>
                      <a:pt x="0" y="223"/>
                      <a:pt x="50" y="253"/>
                    </a:cubicBezTo>
                    <a:lnTo>
                      <a:pt x="273" y="382"/>
                    </a:lnTo>
                    <a:cubicBezTo>
                      <a:pt x="298" y="396"/>
                      <a:pt x="332" y="403"/>
                      <a:pt x="366" y="403"/>
                    </a:cubicBezTo>
                    <a:cubicBezTo>
                      <a:pt x="400" y="403"/>
                      <a:pt x="434" y="396"/>
                      <a:pt x="459" y="382"/>
                    </a:cubicBezTo>
                    <a:lnTo>
                      <a:pt x="668" y="260"/>
                    </a:lnTo>
                    <a:cubicBezTo>
                      <a:pt x="727" y="230"/>
                      <a:pt x="727" y="180"/>
                      <a:pt x="675" y="151"/>
                    </a:cubicBezTo>
                    <a:lnTo>
                      <a:pt x="452" y="22"/>
                    </a:lnTo>
                    <a:cubicBezTo>
                      <a:pt x="427" y="8"/>
                      <a:pt x="393" y="1"/>
                      <a:pt x="35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65" name="Google Shape;1229;p41">
                <a:extLst>
                  <a:ext uri="{FF2B5EF4-FFF2-40B4-BE49-F238E27FC236}">
                    <a16:creationId xmlns:a16="http://schemas.microsoft.com/office/drawing/2014/main" id="{2E6631D3-43D8-4F63-AC6E-1F0A212DFE6E}"/>
                  </a:ext>
                </a:extLst>
              </p:cNvPr>
              <p:cNvSpPr/>
              <p:nvPr/>
            </p:nvSpPr>
            <p:spPr>
              <a:xfrm>
                <a:off x="1646531" y="3658101"/>
                <a:ext cx="119384" cy="67885"/>
              </a:xfrm>
              <a:custGeom>
                <a:avLst/>
                <a:gdLst/>
                <a:ahLst/>
                <a:cxnLst/>
                <a:rect l="l" t="t" r="r" b="b"/>
                <a:pathLst>
                  <a:path w="1122" h="638" extrusionOk="0">
                    <a:moveTo>
                      <a:pt x="740" y="0"/>
                    </a:moveTo>
                    <a:cubicBezTo>
                      <a:pt x="706" y="0"/>
                      <a:pt x="672" y="9"/>
                      <a:pt x="647" y="28"/>
                    </a:cubicBezTo>
                    <a:lnTo>
                      <a:pt x="50" y="366"/>
                    </a:lnTo>
                    <a:cubicBezTo>
                      <a:pt x="0" y="395"/>
                      <a:pt x="0" y="445"/>
                      <a:pt x="50" y="474"/>
                    </a:cubicBezTo>
                    <a:lnTo>
                      <a:pt x="288" y="611"/>
                    </a:lnTo>
                    <a:cubicBezTo>
                      <a:pt x="317" y="629"/>
                      <a:pt x="351" y="638"/>
                      <a:pt x="385" y="638"/>
                    </a:cubicBezTo>
                    <a:cubicBezTo>
                      <a:pt x="419" y="638"/>
                      <a:pt x="453" y="629"/>
                      <a:pt x="482" y="611"/>
                    </a:cubicBezTo>
                    <a:lnTo>
                      <a:pt x="1072" y="273"/>
                    </a:lnTo>
                    <a:cubicBezTo>
                      <a:pt x="1122" y="243"/>
                      <a:pt x="1122" y="193"/>
                      <a:pt x="1072" y="164"/>
                    </a:cubicBezTo>
                    <a:lnTo>
                      <a:pt x="834" y="28"/>
                    </a:lnTo>
                    <a:cubicBezTo>
                      <a:pt x="809" y="9"/>
                      <a:pt x="775" y="0"/>
                      <a:pt x="74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66" name="Google Shape;1230;p41">
                <a:extLst>
                  <a:ext uri="{FF2B5EF4-FFF2-40B4-BE49-F238E27FC236}">
                    <a16:creationId xmlns:a16="http://schemas.microsoft.com/office/drawing/2014/main" id="{8D62E947-C643-43C3-8D7E-B5192B93B2D3}"/>
                  </a:ext>
                </a:extLst>
              </p:cNvPr>
              <p:cNvSpPr/>
              <p:nvPr/>
            </p:nvSpPr>
            <p:spPr>
              <a:xfrm>
                <a:off x="1738251" y="3627350"/>
                <a:ext cx="81292" cy="45221"/>
              </a:xfrm>
              <a:custGeom>
                <a:avLst/>
                <a:gdLst/>
                <a:ahLst/>
                <a:cxnLst/>
                <a:rect l="l" t="t" r="r" b="b"/>
                <a:pathLst>
                  <a:path w="764" h="425" extrusionOk="0">
                    <a:moveTo>
                      <a:pt x="380" y="1"/>
                    </a:moveTo>
                    <a:cubicBezTo>
                      <a:pt x="346" y="1"/>
                      <a:pt x="314" y="8"/>
                      <a:pt x="289" y="22"/>
                    </a:cubicBezTo>
                    <a:lnTo>
                      <a:pt x="58" y="160"/>
                    </a:lnTo>
                    <a:cubicBezTo>
                      <a:pt x="1" y="187"/>
                      <a:pt x="1" y="237"/>
                      <a:pt x="51" y="267"/>
                    </a:cubicBezTo>
                    <a:lnTo>
                      <a:pt x="296" y="403"/>
                    </a:lnTo>
                    <a:cubicBezTo>
                      <a:pt x="321" y="418"/>
                      <a:pt x="353" y="425"/>
                      <a:pt x="387" y="425"/>
                    </a:cubicBezTo>
                    <a:cubicBezTo>
                      <a:pt x="420" y="425"/>
                      <a:pt x="454" y="418"/>
                      <a:pt x="482" y="403"/>
                    </a:cubicBezTo>
                    <a:lnTo>
                      <a:pt x="712" y="273"/>
                    </a:lnTo>
                    <a:cubicBezTo>
                      <a:pt x="763" y="246"/>
                      <a:pt x="763" y="194"/>
                      <a:pt x="712" y="167"/>
                    </a:cubicBezTo>
                    <a:lnTo>
                      <a:pt x="475" y="22"/>
                    </a:lnTo>
                    <a:cubicBezTo>
                      <a:pt x="447" y="8"/>
                      <a:pt x="413" y="1"/>
                      <a:pt x="38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67" name="Google Shape;1231;p41">
                <a:extLst>
                  <a:ext uri="{FF2B5EF4-FFF2-40B4-BE49-F238E27FC236}">
                    <a16:creationId xmlns:a16="http://schemas.microsoft.com/office/drawing/2014/main" id="{5BD75B97-BCF5-44CA-B76A-2F1A0BE668F3}"/>
                  </a:ext>
                </a:extLst>
              </p:cNvPr>
              <p:cNvSpPr/>
              <p:nvPr/>
            </p:nvSpPr>
            <p:spPr>
              <a:xfrm>
                <a:off x="1700903" y="3669486"/>
                <a:ext cx="151517" cy="85760"/>
              </a:xfrm>
              <a:custGeom>
                <a:avLst/>
                <a:gdLst/>
                <a:ahLst/>
                <a:cxnLst/>
                <a:rect l="l" t="t" r="r" b="b"/>
                <a:pathLst>
                  <a:path w="1424" h="806" extrusionOk="0">
                    <a:moveTo>
                      <a:pt x="1063" y="0"/>
                    </a:moveTo>
                    <a:cubicBezTo>
                      <a:pt x="1029" y="0"/>
                      <a:pt x="995" y="8"/>
                      <a:pt x="970" y="22"/>
                    </a:cubicBezTo>
                    <a:lnTo>
                      <a:pt x="50" y="554"/>
                    </a:lnTo>
                    <a:cubicBezTo>
                      <a:pt x="0" y="583"/>
                      <a:pt x="0" y="633"/>
                      <a:pt x="50" y="661"/>
                    </a:cubicBezTo>
                    <a:lnTo>
                      <a:pt x="259" y="783"/>
                    </a:lnTo>
                    <a:cubicBezTo>
                      <a:pt x="284" y="798"/>
                      <a:pt x="318" y="805"/>
                      <a:pt x="352" y="805"/>
                    </a:cubicBezTo>
                    <a:cubicBezTo>
                      <a:pt x="386" y="805"/>
                      <a:pt x="420" y="798"/>
                      <a:pt x="445" y="783"/>
                    </a:cubicBezTo>
                    <a:lnTo>
                      <a:pt x="1365" y="252"/>
                    </a:lnTo>
                    <a:cubicBezTo>
                      <a:pt x="1423" y="222"/>
                      <a:pt x="1423" y="172"/>
                      <a:pt x="1373" y="143"/>
                    </a:cubicBezTo>
                    <a:lnTo>
                      <a:pt x="1158" y="22"/>
                    </a:lnTo>
                    <a:cubicBezTo>
                      <a:pt x="1132" y="8"/>
                      <a:pt x="1097" y="0"/>
                      <a:pt x="1063"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68" name="Google Shape;1232;p41">
                <a:extLst>
                  <a:ext uri="{FF2B5EF4-FFF2-40B4-BE49-F238E27FC236}">
                    <a16:creationId xmlns:a16="http://schemas.microsoft.com/office/drawing/2014/main" id="{3AD70D0B-6117-47CE-8C13-CC8A6C899CCC}"/>
                  </a:ext>
                </a:extLst>
              </p:cNvPr>
              <p:cNvSpPr/>
              <p:nvPr/>
            </p:nvSpPr>
            <p:spPr>
              <a:xfrm>
                <a:off x="1827736" y="3639055"/>
                <a:ext cx="76610" cy="43306"/>
              </a:xfrm>
              <a:custGeom>
                <a:avLst/>
                <a:gdLst/>
                <a:ahLst/>
                <a:cxnLst/>
                <a:rect l="l" t="t" r="r" b="b"/>
                <a:pathLst>
                  <a:path w="720" h="407" extrusionOk="0">
                    <a:moveTo>
                      <a:pt x="368" y="0"/>
                    </a:moveTo>
                    <a:cubicBezTo>
                      <a:pt x="333" y="0"/>
                      <a:pt x="299" y="9"/>
                      <a:pt x="274" y="27"/>
                    </a:cubicBezTo>
                    <a:lnTo>
                      <a:pt x="52" y="150"/>
                    </a:lnTo>
                    <a:cubicBezTo>
                      <a:pt x="0" y="179"/>
                      <a:pt x="0" y="229"/>
                      <a:pt x="52" y="257"/>
                    </a:cubicBezTo>
                    <a:lnTo>
                      <a:pt x="259" y="379"/>
                    </a:lnTo>
                    <a:cubicBezTo>
                      <a:pt x="285" y="397"/>
                      <a:pt x="319" y="406"/>
                      <a:pt x="354" y="406"/>
                    </a:cubicBezTo>
                    <a:cubicBezTo>
                      <a:pt x="388" y="406"/>
                      <a:pt x="422" y="397"/>
                      <a:pt x="447" y="379"/>
                    </a:cubicBezTo>
                    <a:lnTo>
                      <a:pt x="669" y="257"/>
                    </a:lnTo>
                    <a:cubicBezTo>
                      <a:pt x="719" y="229"/>
                      <a:pt x="719" y="179"/>
                      <a:pt x="669" y="150"/>
                    </a:cubicBezTo>
                    <a:lnTo>
                      <a:pt x="461" y="27"/>
                    </a:lnTo>
                    <a:cubicBezTo>
                      <a:pt x="436" y="9"/>
                      <a:pt x="402" y="0"/>
                      <a:pt x="368"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69" name="Google Shape;1233;p41">
                <a:extLst>
                  <a:ext uri="{FF2B5EF4-FFF2-40B4-BE49-F238E27FC236}">
                    <a16:creationId xmlns:a16="http://schemas.microsoft.com/office/drawing/2014/main" id="{6A8FCE77-9F1C-4267-895B-A39774E7FF06}"/>
                  </a:ext>
                </a:extLst>
              </p:cNvPr>
              <p:cNvSpPr/>
              <p:nvPr/>
            </p:nvSpPr>
            <p:spPr>
              <a:xfrm>
                <a:off x="2243773" y="3398690"/>
                <a:ext cx="76716" cy="42987"/>
              </a:xfrm>
              <a:custGeom>
                <a:avLst/>
                <a:gdLst/>
                <a:ahLst/>
                <a:cxnLst/>
                <a:rect l="l" t="t" r="r" b="b"/>
                <a:pathLst>
                  <a:path w="721" h="404" extrusionOk="0">
                    <a:moveTo>
                      <a:pt x="368" y="1"/>
                    </a:moveTo>
                    <a:cubicBezTo>
                      <a:pt x="334" y="1"/>
                      <a:pt x="299" y="8"/>
                      <a:pt x="273" y="23"/>
                    </a:cubicBezTo>
                    <a:lnTo>
                      <a:pt x="51" y="152"/>
                    </a:lnTo>
                    <a:cubicBezTo>
                      <a:pt x="1" y="180"/>
                      <a:pt x="1" y="230"/>
                      <a:pt x="51" y="259"/>
                    </a:cubicBezTo>
                    <a:lnTo>
                      <a:pt x="260" y="382"/>
                    </a:lnTo>
                    <a:cubicBezTo>
                      <a:pt x="285" y="396"/>
                      <a:pt x="319" y="404"/>
                      <a:pt x="353" y="404"/>
                    </a:cubicBezTo>
                    <a:cubicBezTo>
                      <a:pt x="387" y="404"/>
                      <a:pt x="421" y="396"/>
                      <a:pt x="446" y="382"/>
                    </a:cubicBezTo>
                    <a:lnTo>
                      <a:pt x="670" y="252"/>
                    </a:lnTo>
                    <a:cubicBezTo>
                      <a:pt x="720" y="223"/>
                      <a:pt x="720" y="180"/>
                      <a:pt x="670" y="144"/>
                    </a:cubicBezTo>
                    <a:lnTo>
                      <a:pt x="462" y="23"/>
                    </a:lnTo>
                    <a:cubicBezTo>
                      <a:pt x="437" y="8"/>
                      <a:pt x="402" y="1"/>
                      <a:pt x="36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70" name="Google Shape;1234;p41">
                <a:extLst>
                  <a:ext uri="{FF2B5EF4-FFF2-40B4-BE49-F238E27FC236}">
                    <a16:creationId xmlns:a16="http://schemas.microsoft.com/office/drawing/2014/main" id="{CBED6D7E-F5D0-4623-8D33-39BF7A75EA96}"/>
                  </a:ext>
                </a:extLst>
              </p:cNvPr>
              <p:cNvSpPr/>
              <p:nvPr/>
            </p:nvSpPr>
            <p:spPr>
              <a:xfrm>
                <a:off x="1538638" y="3681722"/>
                <a:ext cx="81930" cy="45753"/>
              </a:xfrm>
              <a:custGeom>
                <a:avLst/>
                <a:gdLst/>
                <a:ahLst/>
                <a:cxnLst/>
                <a:rect l="l" t="t" r="r" b="b"/>
                <a:pathLst>
                  <a:path w="770" h="430" extrusionOk="0">
                    <a:moveTo>
                      <a:pt x="411" y="1"/>
                    </a:moveTo>
                    <a:cubicBezTo>
                      <a:pt x="377" y="1"/>
                      <a:pt x="342" y="7"/>
                      <a:pt x="317" y="21"/>
                    </a:cubicBezTo>
                    <a:lnTo>
                      <a:pt x="52" y="173"/>
                    </a:lnTo>
                    <a:cubicBezTo>
                      <a:pt x="0" y="201"/>
                      <a:pt x="0" y="252"/>
                      <a:pt x="52" y="280"/>
                    </a:cubicBezTo>
                    <a:lnTo>
                      <a:pt x="267" y="402"/>
                    </a:lnTo>
                    <a:cubicBezTo>
                      <a:pt x="292" y="421"/>
                      <a:pt x="326" y="430"/>
                      <a:pt x="361" y="430"/>
                    </a:cubicBezTo>
                    <a:cubicBezTo>
                      <a:pt x="395" y="430"/>
                      <a:pt x="429" y="421"/>
                      <a:pt x="454" y="402"/>
                    </a:cubicBezTo>
                    <a:lnTo>
                      <a:pt x="712" y="252"/>
                    </a:lnTo>
                    <a:cubicBezTo>
                      <a:pt x="769" y="223"/>
                      <a:pt x="769" y="173"/>
                      <a:pt x="712" y="144"/>
                    </a:cubicBezTo>
                    <a:lnTo>
                      <a:pt x="504" y="21"/>
                    </a:lnTo>
                    <a:cubicBezTo>
                      <a:pt x="479" y="7"/>
                      <a:pt x="445" y="1"/>
                      <a:pt x="411"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71" name="Google Shape;1235;p41">
                <a:extLst>
                  <a:ext uri="{FF2B5EF4-FFF2-40B4-BE49-F238E27FC236}">
                    <a16:creationId xmlns:a16="http://schemas.microsoft.com/office/drawing/2014/main" id="{B84146A9-1CFB-47D5-94BC-B531E6EC1AFE}"/>
                  </a:ext>
                </a:extLst>
              </p:cNvPr>
              <p:cNvSpPr/>
              <p:nvPr/>
            </p:nvSpPr>
            <p:spPr>
              <a:xfrm>
                <a:off x="1590031" y="3711515"/>
                <a:ext cx="84164" cy="47349"/>
              </a:xfrm>
              <a:custGeom>
                <a:avLst/>
                <a:gdLst/>
                <a:ahLst/>
                <a:cxnLst/>
                <a:rect l="l" t="t" r="r" b="b"/>
                <a:pathLst>
                  <a:path w="791" h="445" extrusionOk="0">
                    <a:moveTo>
                      <a:pt x="409" y="0"/>
                    </a:moveTo>
                    <a:cubicBezTo>
                      <a:pt x="375" y="0"/>
                      <a:pt x="341" y="8"/>
                      <a:pt x="316" y="22"/>
                    </a:cubicBezTo>
                    <a:lnTo>
                      <a:pt x="50" y="173"/>
                    </a:lnTo>
                    <a:cubicBezTo>
                      <a:pt x="0" y="202"/>
                      <a:pt x="0" y="252"/>
                      <a:pt x="50" y="281"/>
                    </a:cubicBezTo>
                    <a:lnTo>
                      <a:pt x="286" y="417"/>
                    </a:lnTo>
                    <a:cubicBezTo>
                      <a:pt x="311" y="436"/>
                      <a:pt x="346" y="445"/>
                      <a:pt x="380" y="445"/>
                    </a:cubicBezTo>
                    <a:cubicBezTo>
                      <a:pt x="414" y="445"/>
                      <a:pt x="449" y="436"/>
                      <a:pt x="474" y="417"/>
                    </a:cubicBezTo>
                    <a:lnTo>
                      <a:pt x="740" y="266"/>
                    </a:lnTo>
                    <a:cubicBezTo>
                      <a:pt x="790" y="238"/>
                      <a:pt x="790" y="188"/>
                      <a:pt x="740" y="159"/>
                    </a:cubicBezTo>
                    <a:lnTo>
                      <a:pt x="502" y="22"/>
                    </a:lnTo>
                    <a:cubicBezTo>
                      <a:pt x="477" y="8"/>
                      <a:pt x="443" y="0"/>
                      <a:pt x="40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72" name="Google Shape;1236;p41">
                <a:extLst>
                  <a:ext uri="{FF2B5EF4-FFF2-40B4-BE49-F238E27FC236}">
                    <a16:creationId xmlns:a16="http://schemas.microsoft.com/office/drawing/2014/main" id="{5CD8CCBF-8FED-4987-8B91-AEC893EF3568}"/>
                  </a:ext>
                </a:extLst>
              </p:cNvPr>
              <p:cNvSpPr/>
              <p:nvPr/>
            </p:nvSpPr>
            <p:spPr>
              <a:xfrm>
                <a:off x="1911901" y="3470618"/>
                <a:ext cx="73524" cy="41178"/>
              </a:xfrm>
              <a:custGeom>
                <a:avLst/>
                <a:gdLst/>
                <a:ahLst/>
                <a:cxnLst/>
                <a:rect l="l" t="t" r="r" b="b"/>
                <a:pathLst>
                  <a:path w="691" h="387" extrusionOk="0">
                    <a:moveTo>
                      <a:pt x="334" y="1"/>
                    </a:moveTo>
                    <a:cubicBezTo>
                      <a:pt x="301" y="1"/>
                      <a:pt x="267" y="8"/>
                      <a:pt x="237" y="21"/>
                    </a:cubicBezTo>
                    <a:lnTo>
                      <a:pt x="58" y="130"/>
                    </a:lnTo>
                    <a:cubicBezTo>
                      <a:pt x="1" y="158"/>
                      <a:pt x="1" y="209"/>
                      <a:pt x="51" y="237"/>
                    </a:cubicBezTo>
                    <a:lnTo>
                      <a:pt x="267" y="359"/>
                    </a:lnTo>
                    <a:cubicBezTo>
                      <a:pt x="292" y="378"/>
                      <a:pt x="326" y="387"/>
                      <a:pt x="360" y="387"/>
                    </a:cubicBezTo>
                    <a:cubicBezTo>
                      <a:pt x="394" y="387"/>
                      <a:pt x="428" y="378"/>
                      <a:pt x="453" y="359"/>
                    </a:cubicBezTo>
                    <a:lnTo>
                      <a:pt x="641" y="259"/>
                    </a:lnTo>
                    <a:cubicBezTo>
                      <a:pt x="691" y="223"/>
                      <a:pt x="691" y="180"/>
                      <a:pt x="641" y="151"/>
                    </a:cubicBezTo>
                    <a:lnTo>
                      <a:pt x="425" y="21"/>
                    </a:lnTo>
                    <a:cubicBezTo>
                      <a:pt x="399" y="8"/>
                      <a:pt x="367" y="1"/>
                      <a:pt x="334"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73" name="Google Shape;1237;p41">
                <a:extLst>
                  <a:ext uri="{FF2B5EF4-FFF2-40B4-BE49-F238E27FC236}">
                    <a16:creationId xmlns:a16="http://schemas.microsoft.com/office/drawing/2014/main" id="{5EF332EB-9C1A-47F3-BDF3-66E1E5E70E5A}"/>
                  </a:ext>
                </a:extLst>
              </p:cNvPr>
              <p:cNvSpPr/>
              <p:nvPr/>
            </p:nvSpPr>
            <p:spPr>
              <a:xfrm>
                <a:off x="1505760" y="3662463"/>
                <a:ext cx="62884" cy="34581"/>
              </a:xfrm>
              <a:custGeom>
                <a:avLst/>
                <a:gdLst/>
                <a:ahLst/>
                <a:cxnLst/>
                <a:rect l="l" t="t" r="r" b="b"/>
                <a:pathLst>
                  <a:path w="591" h="325" extrusionOk="0">
                    <a:moveTo>
                      <a:pt x="411" y="1"/>
                    </a:moveTo>
                    <a:cubicBezTo>
                      <a:pt x="377" y="1"/>
                      <a:pt x="343" y="8"/>
                      <a:pt x="318" y="23"/>
                    </a:cubicBezTo>
                    <a:lnTo>
                      <a:pt x="50" y="175"/>
                    </a:lnTo>
                    <a:cubicBezTo>
                      <a:pt x="0" y="202"/>
                      <a:pt x="0" y="252"/>
                      <a:pt x="50" y="282"/>
                    </a:cubicBezTo>
                    <a:lnTo>
                      <a:pt x="86" y="304"/>
                    </a:lnTo>
                    <a:cubicBezTo>
                      <a:pt x="111" y="318"/>
                      <a:pt x="146" y="325"/>
                      <a:pt x="180" y="325"/>
                    </a:cubicBezTo>
                    <a:cubicBezTo>
                      <a:pt x="214" y="325"/>
                      <a:pt x="249" y="318"/>
                      <a:pt x="275" y="304"/>
                    </a:cubicBezTo>
                    <a:lnTo>
                      <a:pt x="540" y="152"/>
                    </a:lnTo>
                    <a:cubicBezTo>
                      <a:pt x="590" y="123"/>
                      <a:pt x="590" y="73"/>
                      <a:pt x="540" y="45"/>
                    </a:cubicBezTo>
                    <a:lnTo>
                      <a:pt x="504" y="23"/>
                    </a:lnTo>
                    <a:cubicBezTo>
                      <a:pt x="479" y="8"/>
                      <a:pt x="445" y="1"/>
                      <a:pt x="411"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74" name="Google Shape;1238;p41">
                <a:extLst>
                  <a:ext uri="{FF2B5EF4-FFF2-40B4-BE49-F238E27FC236}">
                    <a16:creationId xmlns:a16="http://schemas.microsoft.com/office/drawing/2014/main" id="{67D936A2-342A-4CD7-9613-9CF0EADD8245}"/>
                  </a:ext>
                </a:extLst>
              </p:cNvPr>
              <p:cNvSpPr/>
              <p:nvPr/>
            </p:nvSpPr>
            <p:spPr>
              <a:xfrm>
                <a:off x="1614398" y="3601388"/>
                <a:ext cx="59798" cy="33730"/>
              </a:xfrm>
              <a:custGeom>
                <a:avLst/>
                <a:gdLst/>
                <a:ahLst/>
                <a:cxnLst/>
                <a:rect l="l" t="t" r="r" b="b"/>
                <a:pathLst>
                  <a:path w="562" h="317" extrusionOk="0">
                    <a:moveTo>
                      <a:pt x="382" y="0"/>
                    </a:moveTo>
                    <a:cubicBezTo>
                      <a:pt x="348" y="0"/>
                      <a:pt x="314" y="8"/>
                      <a:pt x="289" y="22"/>
                    </a:cubicBezTo>
                    <a:lnTo>
                      <a:pt x="51" y="166"/>
                    </a:lnTo>
                    <a:cubicBezTo>
                      <a:pt x="0" y="195"/>
                      <a:pt x="0" y="245"/>
                      <a:pt x="51" y="274"/>
                    </a:cubicBezTo>
                    <a:lnTo>
                      <a:pt x="87" y="295"/>
                    </a:lnTo>
                    <a:cubicBezTo>
                      <a:pt x="112" y="310"/>
                      <a:pt x="144" y="317"/>
                      <a:pt x="177" y="317"/>
                    </a:cubicBezTo>
                    <a:cubicBezTo>
                      <a:pt x="211" y="317"/>
                      <a:pt x="245" y="310"/>
                      <a:pt x="273" y="295"/>
                    </a:cubicBezTo>
                    <a:lnTo>
                      <a:pt x="511" y="152"/>
                    </a:lnTo>
                    <a:cubicBezTo>
                      <a:pt x="561" y="122"/>
                      <a:pt x="561" y="72"/>
                      <a:pt x="511" y="43"/>
                    </a:cubicBezTo>
                    <a:lnTo>
                      <a:pt x="475" y="22"/>
                    </a:lnTo>
                    <a:cubicBezTo>
                      <a:pt x="450" y="8"/>
                      <a:pt x="416" y="0"/>
                      <a:pt x="382"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75" name="Google Shape;1239;p41">
                <a:extLst>
                  <a:ext uri="{FF2B5EF4-FFF2-40B4-BE49-F238E27FC236}">
                    <a16:creationId xmlns:a16="http://schemas.microsoft.com/office/drawing/2014/main" id="{D3691B73-C0A3-497C-B44D-8B87ABF61A37}"/>
                  </a:ext>
                </a:extLst>
              </p:cNvPr>
              <p:cNvSpPr/>
              <p:nvPr/>
            </p:nvSpPr>
            <p:spPr>
              <a:xfrm>
                <a:off x="1562473" y="3632777"/>
                <a:ext cx="57351" cy="31389"/>
              </a:xfrm>
              <a:custGeom>
                <a:avLst/>
                <a:gdLst/>
                <a:ahLst/>
                <a:cxnLst/>
                <a:rect l="l" t="t" r="r" b="b"/>
                <a:pathLst>
                  <a:path w="539" h="295" extrusionOk="0">
                    <a:moveTo>
                      <a:pt x="359" y="0"/>
                    </a:moveTo>
                    <a:cubicBezTo>
                      <a:pt x="325" y="0"/>
                      <a:pt x="291" y="8"/>
                      <a:pt x="266" y="22"/>
                    </a:cubicBezTo>
                    <a:lnTo>
                      <a:pt x="57" y="143"/>
                    </a:lnTo>
                    <a:cubicBezTo>
                      <a:pt x="0" y="179"/>
                      <a:pt x="0" y="222"/>
                      <a:pt x="57" y="252"/>
                    </a:cubicBezTo>
                    <a:lnTo>
                      <a:pt x="87" y="272"/>
                    </a:lnTo>
                    <a:cubicBezTo>
                      <a:pt x="115" y="287"/>
                      <a:pt x="149" y="294"/>
                      <a:pt x="183" y="294"/>
                    </a:cubicBezTo>
                    <a:cubicBezTo>
                      <a:pt x="217" y="294"/>
                      <a:pt x="251" y="287"/>
                      <a:pt x="280" y="272"/>
                    </a:cubicBezTo>
                    <a:lnTo>
                      <a:pt x="488" y="152"/>
                    </a:lnTo>
                    <a:cubicBezTo>
                      <a:pt x="539" y="122"/>
                      <a:pt x="539" y="72"/>
                      <a:pt x="488" y="43"/>
                    </a:cubicBezTo>
                    <a:lnTo>
                      <a:pt x="452" y="22"/>
                    </a:lnTo>
                    <a:cubicBezTo>
                      <a:pt x="427" y="8"/>
                      <a:pt x="393" y="0"/>
                      <a:pt x="35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76" name="Google Shape;1240;p41">
                <a:extLst>
                  <a:ext uri="{FF2B5EF4-FFF2-40B4-BE49-F238E27FC236}">
                    <a16:creationId xmlns:a16="http://schemas.microsoft.com/office/drawing/2014/main" id="{AAB6C7CC-923E-4D33-8A6E-A7D051889CBE}"/>
                  </a:ext>
                </a:extLst>
              </p:cNvPr>
              <p:cNvSpPr/>
              <p:nvPr/>
            </p:nvSpPr>
            <p:spPr>
              <a:xfrm>
                <a:off x="1595351" y="3620434"/>
                <a:ext cx="130769" cy="74375"/>
              </a:xfrm>
              <a:custGeom>
                <a:avLst/>
                <a:gdLst/>
                <a:ahLst/>
                <a:cxnLst/>
                <a:rect l="l" t="t" r="r" b="b"/>
                <a:pathLst>
                  <a:path w="1229" h="699" extrusionOk="0">
                    <a:moveTo>
                      <a:pt x="870" y="1"/>
                    </a:moveTo>
                    <a:cubicBezTo>
                      <a:pt x="835" y="1"/>
                      <a:pt x="801" y="8"/>
                      <a:pt x="776" y="23"/>
                    </a:cubicBezTo>
                    <a:lnTo>
                      <a:pt x="57" y="440"/>
                    </a:lnTo>
                    <a:cubicBezTo>
                      <a:pt x="0" y="468"/>
                      <a:pt x="0" y="518"/>
                      <a:pt x="50" y="547"/>
                    </a:cubicBezTo>
                    <a:lnTo>
                      <a:pt x="266" y="677"/>
                    </a:lnTo>
                    <a:cubicBezTo>
                      <a:pt x="291" y="691"/>
                      <a:pt x="325" y="699"/>
                      <a:pt x="359" y="699"/>
                    </a:cubicBezTo>
                    <a:cubicBezTo>
                      <a:pt x="393" y="699"/>
                      <a:pt x="427" y="691"/>
                      <a:pt x="452" y="677"/>
                    </a:cubicBezTo>
                    <a:lnTo>
                      <a:pt x="1171" y="259"/>
                    </a:lnTo>
                    <a:cubicBezTo>
                      <a:pt x="1228" y="225"/>
                      <a:pt x="1228" y="181"/>
                      <a:pt x="1178" y="145"/>
                    </a:cubicBezTo>
                    <a:lnTo>
                      <a:pt x="963" y="23"/>
                    </a:lnTo>
                    <a:cubicBezTo>
                      <a:pt x="938" y="8"/>
                      <a:pt x="904" y="1"/>
                      <a:pt x="87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77" name="Google Shape;1241;p41">
                <a:extLst>
                  <a:ext uri="{FF2B5EF4-FFF2-40B4-BE49-F238E27FC236}">
                    <a16:creationId xmlns:a16="http://schemas.microsoft.com/office/drawing/2014/main" id="{20C3B015-28E7-4129-8D50-4E923761E364}"/>
                  </a:ext>
                </a:extLst>
              </p:cNvPr>
              <p:cNvSpPr/>
              <p:nvPr/>
            </p:nvSpPr>
            <p:spPr>
              <a:xfrm>
                <a:off x="1668025" y="3570744"/>
                <a:ext cx="59692" cy="32985"/>
              </a:xfrm>
              <a:custGeom>
                <a:avLst/>
                <a:gdLst/>
                <a:ahLst/>
                <a:cxnLst/>
                <a:rect l="l" t="t" r="r" b="b"/>
                <a:pathLst>
                  <a:path w="561" h="310" extrusionOk="0">
                    <a:moveTo>
                      <a:pt x="380" y="0"/>
                    </a:moveTo>
                    <a:cubicBezTo>
                      <a:pt x="346" y="0"/>
                      <a:pt x="312" y="8"/>
                      <a:pt x="287" y="22"/>
                    </a:cubicBezTo>
                    <a:lnTo>
                      <a:pt x="57" y="159"/>
                    </a:lnTo>
                    <a:cubicBezTo>
                      <a:pt x="7" y="188"/>
                      <a:pt x="0" y="238"/>
                      <a:pt x="57" y="267"/>
                    </a:cubicBezTo>
                    <a:lnTo>
                      <a:pt x="86" y="288"/>
                    </a:lnTo>
                    <a:cubicBezTo>
                      <a:pt x="115" y="303"/>
                      <a:pt x="149" y="310"/>
                      <a:pt x="183" y="310"/>
                    </a:cubicBezTo>
                    <a:cubicBezTo>
                      <a:pt x="217" y="310"/>
                      <a:pt x="251" y="303"/>
                      <a:pt x="280" y="288"/>
                    </a:cubicBezTo>
                    <a:lnTo>
                      <a:pt x="502" y="152"/>
                    </a:lnTo>
                    <a:cubicBezTo>
                      <a:pt x="561" y="122"/>
                      <a:pt x="561" y="72"/>
                      <a:pt x="509" y="45"/>
                    </a:cubicBezTo>
                    <a:lnTo>
                      <a:pt x="475" y="22"/>
                    </a:lnTo>
                    <a:cubicBezTo>
                      <a:pt x="449" y="8"/>
                      <a:pt x="414" y="0"/>
                      <a:pt x="38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78" name="Google Shape;1242;p41">
                <a:extLst>
                  <a:ext uri="{FF2B5EF4-FFF2-40B4-BE49-F238E27FC236}">
                    <a16:creationId xmlns:a16="http://schemas.microsoft.com/office/drawing/2014/main" id="{589A7E56-B304-4C0A-9C52-C5DB155E16CC}"/>
                  </a:ext>
                </a:extLst>
              </p:cNvPr>
              <p:cNvSpPr/>
              <p:nvPr/>
            </p:nvSpPr>
            <p:spPr>
              <a:xfrm>
                <a:off x="1721439" y="3540951"/>
                <a:ext cx="58309" cy="32027"/>
              </a:xfrm>
              <a:custGeom>
                <a:avLst/>
                <a:gdLst/>
                <a:ahLst/>
                <a:cxnLst/>
                <a:rect l="l" t="t" r="r" b="b"/>
                <a:pathLst>
                  <a:path w="548" h="301" extrusionOk="0">
                    <a:moveTo>
                      <a:pt x="368" y="1"/>
                    </a:moveTo>
                    <a:cubicBezTo>
                      <a:pt x="334" y="1"/>
                      <a:pt x="300" y="8"/>
                      <a:pt x="275" y="23"/>
                    </a:cubicBezTo>
                    <a:lnTo>
                      <a:pt x="50" y="144"/>
                    </a:lnTo>
                    <a:cubicBezTo>
                      <a:pt x="0" y="180"/>
                      <a:pt x="0" y="223"/>
                      <a:pt x="50" y="259"/>
                    </a:cubicBezTo>
                    <a:lnTo>
                      <a:pt x="86" y="273"/>
                    </a:lnTo>
                    <a:cubicBezTo>
                      <a:pt x="112" y="291"/>
                      <a:pt x="146" y="300"/>
                      <a:pt x="180" y="300"/>
                    </a:cubicBezTo>
                    <a:cubicBezTo>
                      <a:pt x="214" y="300"/>
                      <a:pt x="249" y="291"/>
                      <a:pt x="275" y="273"/>
                    </a:cubicBezTo>
                    <a:lnTo>
                      <a:pt x="497" y="152"/>
                    </a:lnTo>
                    <a:cubicBezTo>
                      <a:pt x="547" y="123"/>
                      <a:pt x="547" y="73"/>
                      <a:pt x="497" y="44"/>
                    </a:cubicBezTo>
                    <a:lnTo>
                      <a:pt x="461" y="23"/>
                    </a:lnTo>
                    <a:cubicBezTo>
                      <a:pt x="436" y="8"/>
                      <a:pt x="402" y="1"/>
                      <a:pt x="36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79" name="Google Shape;1243;p41">
                <a:extLst>
                  <a:ext uri="{FF2B5EF4-FFF2-40B4-BE49-F238E27FC236}">
                    <a16:creationId xmlns:a16="http://schemas.microsoft.com/office/drawing/2014/main" id="{9FEB57B6-50D0-4095-ADA2-A677CEB41EC1}"/>
                  </a:ext>
                </a:extLst>
              </p:cNvPr>
              <p:cNvSpPr/>
              <p:nvPr/>
            </p:nvSpPr>
            <p:spPr>
              <a:xfrm>
                <a:off x="1773577" y="3511051"/>
                <a:ext cx="57351" cy="31602"/>
              </a:xfrm>
              <a:custGeom>
                <a:avLst/>
                <a:gdLst/>
                <a:ahLst/>
                <a:cxnLst/>
                <a:rect l="l" t="t" r="r" b="b"/>
                <a:pathLst>
                  <a:path w="539" h="297" extrusionOk="0">
                    <a:moveTo>
                      <a:pt x="359" y="1"/>
                    </a:moveTo>
                    <a:cubicBezTo>
                      <a:pt x="325" y="1"/>
                      <a:pt x="291" y="8"/>
                      <a:pt x="266" y="23"/>
                    </a:cubicBezTo>
                    <a:lnTo>
                      <a:pt x="57" y="145"/>
                    </a:lnTo>
                    <a:cubicBezTo>
                      <a:pt x="0" y="174"/>
                      <a:pt x="0" y="224"/>
                      <a:pt x="57" y="252"/>
                    </a:cubicBezTo>
                    <a:lnTo>
                      <a:pt x="86" y="274"/>
                    </a:lnTo>
                    <a:cubicBezTo>
                      <a:pt x="115" y="289"/>
                      <a:pt x="149" y="296"/>
                      <a:pt x="183" y="296"/>
                    </a:cubicBezTo>
                    <a:cubicBezTo>
                      <a:pt x="217" y="296"/>
                      <a:pt x="251" y="289"/>
                      <a:pt x="280" y="274"/>
                    </a:cubicBezTo>
                    <a:lnTo>
                      <a:pt x="488" y="152"/>
                    </a:lnTo>
                    <a:cubicBezTo>
                      <a:pt x="538" y="123"/>
                      <a:pt x="538" y="73"/>
                      <a:pt x="488" y="45"/>
                    </a:cubicBezTo>
                    <a:lnTo>
                      <a:pt x="452" y="23"/>
                    </a:lnTo>
                    <a:cubicBezTo>
                      <a:pt x="427" y="8"/>
                      <a:pt x="393" y="1"/>
                      <a:pt x="35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80" name="Google Shape;1244;p41">
                <a:extLst>
                  <a:ext uri="{FF2B5EF4-FFF2-40B4-BE49-F238E27FC236}">
                    <a16:creationId xmlns:a16="http://schemas.microsoft.com/office/drawing/2014/main" id="{96840AB4-D2AD-470C-9412-D35721F77EDA}"/>
                  </a:ext>
                </a:extLst>
              </p:cNvPr>
              <p:cNvSpPr/>
              <p:nvPr/>
            </p:nvSpPr>
            <p:spPr>
              <a:xfrm>
                <a:off x="1806349" y="3530310"/>
                <a:ext cx="76503" cy="42029"/>
              </a:xfrm>
              <a:custGeom>
                <a:avLst/>
                <a:gdLst/>
                <a:ahLst/>
                <a:cxnLst/>
                <a:rect l="l" t="t" r="r" b="b"/>
                <a:pathLst>
                  <a:path w="719" h="395" extrusionOk="0">
                    <a:moveTo>
                      <a:pt x="360" y="0"/>
                    </a:moveTo>
                    <a:cubicBezTo>
                      <a:pt x="326" y="0"/>
                      <a:pt x="292" y="7"/>
                      <a:pt x="267" y="21"/>
                    </a:cubicBezTo>
                    <a:lnTo>
                      <a:pt x="58" y="144"/>
                    </a:lnTo>
                    <a:cubicBezTo>
                      <a:pt x="1" y="173"/>
                      <a:pt x="1" y="223"/>
                      <a:pt x="51" y="252"/>
                    </a:cubicBezTo>
                    <a:lnTo>
                      <a:pt x="267" y="373"/>
                    </a:lnTo>
                    <a:cubicBezTo>
                      <a:pt x="292" y="388"/>
                      <a:pt x="326" y="395"/>
                      <a:pt x="360" y="395"/>
                    </a:cubicBezTo>
                    <a:cubicBezTo>
                      <a:pt x="394" y="395"/>
                      <a:pt x="428" y="388"/>
                      <a:pt x="453" y="373"/>
                    </a:cubicBezTo>
                    <a:lnTo>
                      <a:pt x="669" y="252"/>
                    </a:lnTo>
                    <a:cubicBezTo>
                      <a:pt x="719" y="223"/>
                      <a:pt x="719" y="173"/>
                      <a:pt x="669" y="144"/>
                    </a:cubicBezTo>
                    <a:lnTo>
                      <a:pt x="453" y="21"/>
                    </a:lnTo>
                    <a:cubicBezTo>
                      <a:pt x="428" y="7"/>
                      <a:pt x="394" y="0"/>
                      <a:pt x="36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81" name="Google Shape;1245;p41">
                <a:extLst>
                  <a:ext uri="{FF2B5EF4-FFF2-40B4-BE49-F238E27FC236}">
                    <a16:creationId xmlns:a16="http://schemas.microsoft.com/office/drawing/2014/main" id="{2B943AE5-0E12-4CDA-AA38-A1A2AD438E23}"/>
                  </a:ext>
                </a:extLst>
              </p:cNvPr>
              <p:cNvSpPr/>
              <p:nvPr/>
            </p:nvSpPr>
            <p:spPr>
              <a:xfrm>
                <a:off x="1754318" y="3560103"/>
                <a:ext cx="77355" cy="42987"/>
              </a:xfrm>
              <a:custGeom>
                <a:avLst/>
                <a:gdLst/>
                <a:ahLst/>
                <a:cxnLst/>
                <a:rect l="l" t="t" r="r" b="b"/>
                <a:pathLst>
                  <a:path w="727" h="404" extrusionOk="0">
                    <a:moveTo>
                      <a:pt x="367" y="0"/>
                    </a:moveTo>
                    <a:cubicBezTo>
                      <a:pt x="333" y="0"/>
                      <a:pt x="299" y="8"/>
                      <a:pt x="274" y="22"/>
                    </a:cubicBezTo>
                    <a:lnTo>
                      <a:pt x="52" y="145"/>
                    </a:lnTo>
                    <a:cubicBezTo>
                      <a:pt x="0" y="179"/>
                      <a:pt x="0" y="222"/>
                      <a:pt x="52" y="252"/>
                    </a:cubicBezTo>
                    <a:lnTo>
                      <a:pt x="267" y="381"/>
                    </a:lnTo>
                    <a:cubicBezTo>
                      <a:pt x="292" y="396"/>
                      <a:pt x="325" y="403"/>
                      <a:pt x="358" y="403"/>
                    </a:cubicBezTo>
                    <a:cubicBezTo>
                      <a:pt x="391" y="403"/>
                      <a:pt x="425" y="396"/>
                      <a:pt x="454" y="381"/>
                    </a:cubicBezTo>
                    <a:lnTo>
                      <a:pt x="669" y="252"/>
                    </a:lnTo>
                    <a:cubicBezTo>
                      <a:pt x="726" y="222"/>
                      <a:pt x="726" y="172"/>
                      <a:pt x="669" y="145"/>
                    </a:cubicBezTo>
                    <a:lnTo>
                      <a:pt x="461" y="22"/>
                    </a:lnTo>
                    <a:cubicBezTo>
                      <a:pt x="436" y="8"/>
                      <a:pt x="402" y="0"/>
                      <a:pt x="367"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82" name="Google Shape;1246;p41">
                <a:extLst>
                  <a:ext uri="{FF2B5EF4-FFF2-40B4-BE49-F238E27FC236}">
                    <a16:creationId xmlns:a16="http://schemas.microsoft.com/office/drawing/2014/main" id="{145FC3AE-5BD6-49F7-83C9-F7F9B2ACAC3B}"/>
                  </a:ext>
                </a:extLst>
              </p:cNvPr>
              <p:cNvSpPr/>
              <p:nvPr/>
            </p:nvSpPr>
            <p:spPr>
              <a:xfrm>
                <a:off x="1700903" y="3589896"/>
                <a:ext cx="78099" cy="43625"/>
              </a:xfrm>
              <a:custGeom>
                <a:avLst/>
                <a:gdLst/>
                <a:ahLst/>
                <a:cxnLst/>
                <a:rect l="l" t="t" r="r" b="b"/>
                <a:pathLst>
                  <a:path w="734" h="410" extrusionOk="0">
                    <a:moveTo>
                      <a:pt x="378" y="1"/>
                    </a:moveTo>
                    <a:cubicBezTo>
                      <a:pt x="345" y="1"/>
                      <a:pt x="312" y="8"/>
                      <a:pt x="286" y="22"/>
                    </a:cubicBezTo>
                    <a:lnTo>
                      <a:pt x="57" y="158"/>
                    </a:lnTo>
                    <a:cubicBezTo>
                      <a:pt x="0" y="187"/>
                      <a:pt x="0" y="237"/>
                      <a:pt x="50" y="267"/>
                    </a:cubicBezTo>
                    <a:lnTo>
                      <a:pt x="266" y="389"/>
                    </a:lnTo>
                    <a:cubicBezTo>
                      <a:pt x="291" y="403"/>
                      <a:pt x="325" y="410"/>
                      <a:pt x="359" y="410"/>
                    </a:cubicBezTo>
                    <a:cubicBezTo>
                      <a:pt x="393" y="410"/>
                      <a:pt x="427" y="403"/>
                      <a:pt x="452" y="389"/>
                    </a:cubicBezTo>
                    <a:lnTo>
                      <a:pt x="683" y="253"/>
                    </a:lnTo>
                    <a:cubicBezTo>
                      <a:pt x="733" y="224"/>
                      <a:pt x="733" y="173"/>
                      <a:pt x="683" y="144"/>
                    </a:cubicBezTo>
                    <a:lnTo>
                      <a:pt x="474" y="22"/>
                    </a:lnTo>
                    <a:cubicBezTo>
                      <a:pt x="445" y="8"/>
                      <a:pt x="411" y="1"/>
                      <a:pt x="37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83" name="Google Shape;1247;p41">
                <a:extLst>
                  <a:ext uri="{FF2B5EF4-FFF2-40B4-BE49-F238E27FC236}">
                    <a16:creationId xmlns:a16="http://schemas.microsoft.com/office/drawing/2014/main" id="{78F5ED41-70EC-4648-9A15-CF4D4B5E053A}"/>
                  </a:ext>
                </a:extLst>
              </p:cNvPr>
              <p:cNvSpPr/>
              <p:nvPr/>
            </p:nvSpPr>
            <p:spPr>
              <a:xfrm>
                <a:off x="1927862" y="3421673"/>
                <a:ext cx="58309" cy="32134"/>
              </a:xfrm>
              <a:custGeom>
                <a:avLst/>
                <a:gdLst/>
                <a:ahLst/>
                <a:cxnLst/>
                <a:rect l="l" t="t" r="r" b="b"/>
                <a:pathLst>
                  <a:path w="548" h="302" extrusionOk="0">
                    <a:moveTo>
                      <a:pt x="368" y="0"/>
                    </a:moveTo>
                    <a:cubicBezTo>
                      <a:pt x="334" y="0"/>
                      <a:pt x="300" y="8"/>
                      <a:pt x="275" y="22"/>
                    </a:cubicBezTo>
                    <a:lnTo>
                      <a:pt x="51" y="152"/>
                    </a:lnTo>
                    <a:cubicBezTo>
                      <a:pt x="1" y="179"/>
                      <a:pt x="1" y="229"/>
                      <a:pt x="51" y="259"/>
                    </a:cubicBezTo>
                    <a:lnTo>
                      <a:pt x="87" y="281"/>
                    </a:lnTo>
                    <a:cubicBezTo>
                      <a:pt x="112" y="295"/>
                      <a:pt x="146" y="302"/>
                      <a:pt x="181" y="302"/>
                    </a:cubicBezTo>
                    <a:cubicBezTo>
                      <a:pt x="215" y="302"/>
                      <a:pt x="249" y="295"/>
                      <a:pt x="275" y="281"/>
                    </a:cubicBezTo>
                    <a:lnTo>
                      <a:pt x="498" y="152"/>
                    </a:lnTo>
                    <a:cubicBezTo>
                      <a:pt x="548" y="123"/>
                      <a:pt x="548" y="73"/>
                      <a:pt x="498" y="43"/>
                    </a:cubicBezTo>
                    <a:lnTo>
                      <a:pt x="462" y="22"/>
                    </a:lnTo>
                    <a:cubicBezTo>
                      <a:pt x="437" y="8"/>
                      <a:pt x="403" y="0"/>
                      <a:pt x="368"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84" name="Google Shape;1248;p41">
                <a:extLst>
                  <a:ext uri="{FF2B5EF4-FFF2-40B4-BE49-F238E27FC236}">
                    <a16:creationId xmlns:a16="http://schemas.microsoft.com/office/drawing/2014/main" id="{7FEC144E-34B5-4BBA-A804-C2B0E90F87B7}"/>
                  </a:ext>
                </a:extLst>
              </p:cNvPr>
              <p:cNvSpPr/>
              <p:nvPr/>
            </p:nvSpPr>
            <p:spPr>
              <a:xfrm>
                <a:off x="1746763" y="3802596"/>
                <a:ext cx="81930" cy="45859"/>
              </a:xfrm>
              <a:custGeom>
                <a:avLst/>
                <a:gdLst/>
                <a:ahLst/>
                <a:cxnLst/>
                <a:rect l="l" t="t" r="r" b="b"/>
                <a:pathLst>
                  <a:path w="770" h="431" extrusionOk="0">
                    <a:moveTo>
                      <a:pt x="409" y="0"/>
                    </a:moveTo>
                    <a:cubicBezTo>
                      <a:pt x="375" y="0"/>
                      <a:pt x="341" y="7"/>
                      <a:pt x="316" y="22"/>
                    </a:cubicBezTo>
                    <a:lnTo>
                      <a:pt x="50" y="172"/>
                    </a:lnTo>
                    <a:cubicBezTo>
                      <a:pt x="0" y="201"/>
                      <a:pt x="0" y="252"/>
                      <a:pt x="50" y="281"/>
                    </a:cubicBezTo>
                    <a:lnTo>
                      <a:pt x="273" y="410"/>
                    </a:lnTo>
                    <a:cubicBezTo>
                      <a:pt x="298" y="424"/>
                      <a:pt x="330" y="431"/>
                      <a:pt x="363" y="431"/>
                    </a:cubicBezTo>
                    <a:cubicBezTo>
                      <a:pt x="397" y="431"/>
                      <a:pt x="431" y="424"/>
                      <a:pt x="459" y="410"/>
                    </a:cubicBezTo>
                    <a:lnTo>
                      <a:pt x="718" y="258"/>
                    </a:lnTo>
                    <a:cubicBezTo>
                      <a:pt x="770" y="229"/>
                      <a:pt x="770" y="179"/>
                      <a:pt x="718" y="151"/>
                    </a:cubicBezTo>
                    <a:lnTo>
                      <a:pt x="502" y="22"/>
                    </a:lnTo>
                    <a:cubicBezTo>
                      <a:pt x="477" y="7"/>
                      <a:pt x="443" y="0"/>
                      <a:pt x="40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85" name="Google Shape;1249;p41">
                <a:extLst>
                  <a:ext uri="{FF2B5EF4-FFF2-40B4-BE49-F238E27FC236}">
                    <a16:creationId xmlns:a16="http://schemas.microsoft.com/office/drawing/2014/main" id="{D076EA7F-7EDE-4BBC-A5D7-6D5F2941C951}"/>
                  </a:ext>
                </a:extLst>
              </p:cNvPr>
              <p:cNvSpPr/>
              <p:nvPr/>
            </p:nvSpPr>
            <p:spPr>
              <a:xfrm>
                <a:off x="2158970" y="3791105"/>
                <a:ext cx="106" cy="106"/>
              </a:xfrm>
              <a:custGeom>
                <a:avLst/>
                <a:gdLst/>
                <a:ahLst/>
                <a:cxnLst/>
                <a:rect l="l" t="t" r="r" b="b"/>
                <a:pathLst>
                  <a:path w="1" h="1" extrusionOk="0">
                    <a:moveTo>
                      <a:pt x="1" y="1"/>
                    </a:move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86" name="Google Shape;1250;p41">
                <a:extLst>
                  <a:ext uri="{FF2B5EF4-FFF2-40B4-BE49-F238E27FC236}">
                    <a16:creationId xmlns:a16="http://schemas.microsoft.com/office/drawing/2014/main" id="{96B1EE59-A483-430A-A361-D27DB3FA4DBB}"/>
                  </a:ext>
                </a:extLst>
              </p:cNvPr>
              <p:cNvSpPr/>
              <p:nvPr/>
            </p:nvSpPr>
            <p:spPr>
              <a:xfrm>
                <a:off x="2158970" y="3791105"/>
                <a:ext cx="106" cy="106"/>
              </a:xfrm>
              <a:custGeom>
                <a:avLst/>
                <a:gdLst/>
                <a:ahLst/>
                <a:cxnLst/>
                <a:rect l="l" t="t" r="r" b="b"/>
                <a:pathLst>
                  <a:path w="1" h="1" fill="none" extrusionOk="0">
                    <a:moveTo>
                      <a:pt x="1" y="1"/>
                    </a:moveTo>
                    <a:lnTo>
                      <a:pt x="1"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87" name="Google Shape;1251;p41">
                <a:extLst>
                  <a:ext uri="{FF2B5EF4-FFF2-40B4-BE49-F238E27FC236}">
                    <a16:creationId xmlns:a16="http://schemas.microsoft.com/office/drawing/2014/main" id="{CE3975E4-997A-4B0E-B284-21DC11E1ED91}"/>
                  </a:ext>
                </a:extLst>
              </p:cNvPr>
              <p:cNvSpPr/>
              <p:nvPr/>
            </p:nvSpPr>
            <p:spPr>
              <a:xfrm>
                <a:off x="2350815" y="3584576"/>
                <a:ext cx="166201" cy="95656"/>
              </a:xfrm>
              <a:custGeom>
                <a:avLst/>
                <a:gdLst/>
                <a:ahLst/>
                <a:cxnLst/>
                <a:rect l="l" t="t" r="r" b="b"/>
                <a:pathLst>
                  <a:path w="1562" h="899" extrusionOk="0">
                    <a:moveTo>
                      <a:pt x="1562" y="1"/>
                    </a:moveTo>
                    <a:lnTo>
                      <a:pt x="1" y="898"/>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88" name="Google Shape;1252;p41">
                <a:extLst>
                  <a:ext uri="{FF2B5EF4-FFF2-40B4-BE49-F238E27FC236}">
                    <a16:creationId xmlns:a16="http://schemas.microsoft.com/office/drawing/2014/main" id="{2E5AE284-8787-4BC1-A3A1-BCFE340F5A39}"/>
                  </a:ext>
                </a:extLst>
              </p:cNvPr>
              <p:cNvSpPr/>
              <p:nvPr/>
            </p:nvSpPr>
            <p:spPr>
              <a:xfrm>
                <a:off x="2350815" y="3584576"/>
                <a:ext cx="166201" cy="95656"/>
              </a:xfrm>
              <a:custGeom>
                <a:avLst/>
                <a:gdLst/>
                <a:ahLst/>
                <a:cxnLst/>
                <a:rect l="l" t="t" r="r" b="b"/>
                <a:pathLst>
                  <a:path w="1562" h="899" fill="none" extrusionOk="0">
                    <a:moveTo>
                      <a:pt x="1562" y="1"/>
                    </a:moveTo>
                    <a:lnTo>
                      <a:pt x="1" y="898"/>
                    </a:lnTo>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89" name="Google Shape;1253;p41">
                <a:extLst>
                  <a:ext uri="{FF2B5EF4-FFF2-40B4-BE49-F238E27FC236}">
                    <a16:creationId xmlns:a16="http://schemas.microsoft.com/office/drawing/2014/main" id="{7E50AB84-B048-44DB-97EA-12DCC51889CC}"/>
                  </a:ext>
                </a:extLst>
              </p:cNvPr>
              <p:cNvSpPr/>
              <p:nvPr/>
            </p:nvSpPr>
            <p:spPr>
              <a:xfrm>
                <a:off x="1636210" y="2914500"/>
                <a:ext cx="345179" cy="203619"/>
              </a:xfrm>
              <a:custGeom>
                <a:avLst/>
                <a:gdLst/>
                <a:ahLst/>
                <a:cxnLst/>
                <a:rect l="l" t="t" r="r" b="b"/>
                <a:pathLst>
                  <a:path w="2419" h="1427" extrusionOk="0">
                    <a:moveTo>
                      <a:pt x="2358" y="0"/>
                    </a:moveTo>
                    <a:cubicBezTo>
                      <a:pt x="2353" y="0"/>
                      <a:pt x="2348" y="1"/>
                      <a:pt x="2343" y="1"/>
                    </a:cubicBezTo>
                    <a:lnTo>
                      <a:pt x="1265" y="167"/>
                    </a:lnTo>
                    <a:cubicBezTo>
                      <a:pt x="1229" y="174"/>
                      <a:pt x="1186" y="194"/>
                      <a:pt x="1143" y="217"/>
                    </a:cubicBezTo>
                    <a:cubicBezTo>
                      <a:pt x="1093" y="244"/>
                      <a:pt x="1050" y="274"/>
                      <a:pt x="1022" y="310"/>
                    </a:cubicBezTo>
                    <a:lnTo>
                      <a:pt x="58" y="1323"/>
                    </a:lnTo>
                    <a:cubicBezTo>
                      <a:pt x="1" y="1381"/>
                      <a:pt x="0" y="1427"/>
                      <a:pt x="45" y="1427"/>
                    </a:cubicBezTo>
                    <a:cubicBezTo>
                      <a:pt x="51" y="1427"/>
                      <a:pt x="57" y="1426"/>
                      <a:pt x="64" y="1424"/>
                    </a:cubicBezTo>
                    <a:lnTo>
                      <a:pt x="1151" y="1259"/>
                    </a:lnTo>
                    <a:cubicBezTo>
                      <a:pt x="1186" y="1252"/>
                      <a:pt x="1229" y="1229"/>
                      <a:pt x="1272" y="1209"/>
                    </a:cubicBezTo>
                    <a:cubicBezTo>
                      <a:pt x="1315" y="1179"/>
                      <a:pt x="1358" y="1150"/>
                      <a:pt x="1388" y="1116"/>
                    </a:cubicBezTo>
                    <a:lnTo>
                      <a:pt x="2359" y="101"/>
                    </a:lnTo>
                    <a:cubicBezTo>
                      <a:pt x="2418" y="42"/>
                      <a:pt x="2416" y="0"/>
                      <a:pt x="2358" y="0"/>
                    </a:cubicBez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90" name="Google Shape;1254;p41">
                <a:extLst>
                  <a:ext uri="{FF2B5EF4-FFF2-40B4-BE49-F238E27FC236}">
                    <a16:creationId xmlns:a16="http://schemas.microsoft.com/office/drawing/2014/main" id="{59CDE826-AE37-4437-959C-6D880082A7F0}"/>
                  </a:ext>
                </a:extLst>
              </p:cNvPr>
              <p:cNvSpPr/>
              <p:nvPr/>
            </p:nvSpPr>
            <p:spPr>
              <a:xfrm>
                <a:off x="1708286" y="3000657"/>
                <a:ext cx="237159" cy="219029"/>
              </a:xfrm>
              <a:custGeom>
                <a:avLst/>
                <a:gdLst/>
                <a:ahLst/>
                <a:cxnLst/>
                <a:rect l="l" t="t" r="r" b="b"/>
                <a:pathLst>
                  <a:path w="1662" h="1535" extrusionOk="0">
                    <a:moveTo>
                      <a:pt x="1589" y="0"/>
                    </a:moveTo>
                    <a:lnTo>
                      <a:pt x="949" y="670"/>
                    </a:lnTo>
                    <a:cubicBezTo>
                      <a:pt x="922" y="699"/>
                      <a:pt x="879" y="733"/>
                      <a:pt x="836" y="756"/>
                    </a:cubicBezTo>
                    <a:cubicBezTo>
                      <a:pt x="792" y="785"/>
                      <a:pt x="749" y="799"/>
                      <a:pt x="713" y="806"/>
                    </a:cubicBezTo>
                    <a:lnTo>
                      <a:pt x="1" y="922"/>
                    </a:lnTo>
                    <a:lnTo>
                      <a:pt x="59" y="1396"/>
                    </a:lnTo>
                    <a:cubicBezTo>
                      <a:pt x="72" y="1474"/>
                      <a:pt x="127" y="1534"/>
                      <a:pt x="190" y="1534"/>
                    </a:cubicBezTo>
                    <a:cubicBezTo>
                      <a:pt x="196" y="1534"/>
                      <a:pt x="203" y="1533"/>
                      <a:pt x="209" y="1532"/>
                    </a:cubicBezTo>
                    <a:lnTo>
                      <a:pt x="792" y="1439"/>
                    </a:lnTo>
                    <a:cubicBezTo>
                      <a:pt x="829" y="1439"/>
                      <a:pt x="879" y="1417"/>
                      <a:pt x="922" y="1396"/>
                    </a:cubicBezTo>
                    <a:cubicBezTo>
                      <a:pt x="965" y="1367"/>
                      <a:pt x="1008" y="1337"/>
                      <a:pt x="1036" y="1303"/>
                    </a:cubicBezTo>
                    <a:lnTo>
                      <a:pt x="1562" y="756"/>
                    </a:lnTo>
                    <a:cubicBezTo>
                      <a:pt x="1626" y="683"/>
                      <a:pt x="1662" y="561"/>
                      <a:pt x="1655" y="475"/>
                    </a:cubicBezTo>
                    <a:lnTo>
                      <a:pt x="1589"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91" name="Google Shape;1255;p41">
                <a:extLst>
                  <a:ext uri="{FF2B5EF4-FFF2-40B4-BE49-F238E27FC236}">
                    <a16:creationId xmlns:a16="http://schemas.microsoft.com/office/drawing/2014/main" id="{63463B7C-0484-4E04-B977-246ECAD6F81E}"/>
                  </a:ext>
                </a:extLst>
              </p:cNvPr>
              <p:cNvSpPr/>
              <p:nvPr/>
            </p:nvSpPr>
            <p:spPr>
              <a:xfrm>
                <a:off x="1089829" y="3979226"/>
                <a:ext cx="683849" cy="281115"/>
              </a:xfrm>
              <a:custGeom>
                <a:avLst/>
                <a:gdLst/>
                <a:ahLst/>
                <a:cxnLst/>
                <a:rect l="l" t="t" r="r" b="b"/>
                <a:pathLst>
                  <a:path w="6427" h="2642" extrusionOk="0">
                    <a:moveTo>
                      <a:pt x="0" y="1"/>
                    </a:moveTo>
                    <a:lnTo>
                      <a:pt x="0" y="460"/>
                    </a:lnTo>
                    <a:lnTo>
                      <a:pt x="3657" y="2589"/>
                    </a:lnTo>
                    <a:cubicBezTo>
                      <a:pt x="3719" y="2624"/>
                      <a:pt x="3800" y="2642"/>
                      <a:pt x="3881" y="2642"/>
                    </a:cubicBezTo>
                    <a:cubicBezTo>
                      <a:pt x="3962" y="2642"/>
                      <a:pt x="4043" y="2624"/>
                      <a:pt x="4104" y="2589"/>
                    </a:cubicBezTo>
                    <a:lnTo>
                      <a:pt x="6331" y="1302"/>
                    </a:lnTo>
                    <a:cubicBezTo>
                      <a:pt x="6390" y="1265"/>
                      <a:pt x="6426" y="1215"/>
                      <a:pt x="6426" y="1172"/>
                    </a:cubicBezTo>
                    <a:cubicBezTo>
                      <a:pt x="6426" y="1020"/>
                      <a:pt x="6426" y="863"/>
                      <a:pt x="6418" y="712"/>
                    </a:cubicBezTo>
                    <a:cubicBezTo>
                      <a:pt x="6418" y="755"/>
                      <a:pt x="6390" y="805"/>
                      <a:pt x="6331" y="834"/>
                    </a:cubicBezTo>
                    <a:lnTo>
                      <a:pt x="5505" y="1315"/>
                    </a:lnTo>
                    <a:cubicBezTo>
                      <a:pt x="5548" y="1352"/>
                      <a:pt x="5598" y="1388"/>
                      <a:pt x="5650" y="1416"/>
                    </a:cubicBezTo>
                    <a:lnTo>
                      <a:pt x="5289" y="1467"/>
                    </a:lnTo>
                    <a:lnTo>
                      <a:pt x="5225" y="1647"/>
                    </a:lnTo>
                    <a:cubicBezTo>
                      <a:pt x="5175" y="1624"/>
                      <a:pt x="5132" y="1588"/>
                      <a:pt x="5089" y="1554"/>
                    </a:cubicBezTo>
                    <a:lnTo>
                      <a:pt x="4097" y="2128"/>
                    </a:lnTo>
                    <a:cubicBezTo>
                      <a:pt x="4039" y="2160"/>
                      <a:pt x="3960" y="2176"/>
                      <a:pt x="3880" y="2176"/>
                    </a:cubicBezTo>
                    <a:cubicBezTo>
                      <a:pt x="3800" y="2176"/>
                      <a:pt x="3719" y="2160"/>
                      <a:pt x="3657" y="2128"/>
                    </a:cubicBez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92" name="Google Shape;1256;p41">
                <a:extLst>
                  <a:ext uri="{FF2B5EF4-FFF2-40B4-BE49-F238E27FC236}">
                    <a16:creationId xmlns:a16="http://schemas.microsoft.com/office/drawing/2014/main" id="{93FF4872-75EE-4B52-A4E3-FE4570874BE1}"/>
                  </a:ext>
                </a:extLst>
              </p:cNvPr>
              <p:cNvSpPr/>
              <p:nvPr/>
            </p:nvSpPr>
            <p:spPr>
              <a:xfrm>
                <a:off x="1079721" y="3973055"/>
                <a:ext cx="10215" cy="55116"/>
              </a:xfrm>
              <a:custGeom>
                <a:avLst/>
                <a:gdLst/>
                <a:ahLst/>
                <a:cxnLst/>
                <a:rect l="l" t="t" r="r" b="b"/>
                <a:pathLst>
                  <a:path w="96" h="518" extrusionOk="0">
                    <a:moveTo>
                      <a:pt x="0" y="0"/>
                    </a:moveTo>
                    <a:lnTo>
                      <a:pt x="0" y="468"/>
                    </a:lnTo>
                    <a:lnTo>
                      <a:pt x="95" y="518"/>
                    </a:lnTo>
                    <a:lnTo>
                      <a:pt x="95" y="59"/>
                    </a:lnTo>
                    <a:lnTo>
                      <a:pt x="0"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93" name="Google Shape;1257;p41">
                <a:extLst>
                  <a:ext uri="{FF2B5EF4-FFF2-40B4-BE49-F238E27FC236}">
                    <a16:creationId xmlns:a16="http://schemas.microsoft.com/office/drawing/2014/main" id="{20E23FD1-8372-4AEE-806C-02261EBB097D}"/>
                  </a:ext>
                </a:extLst>
              </p:cNvPr>
              <p:cNvSpPr/>
              <p:nvPr/>
            </p:nvSpPr>
            <p:spPr>
              <a:xfrm>
                <a:off x="1079721" y="3919640"/>
                <a:ext cx="551697" cy="291117"/>
              </a:xfrm>
              <a:custGeom>
                <a:avLst/>
                <a:gdLst/>
                <a:ahLst/>
                <a:cxnLst/>
                <a:rect l="l" t="t" r="r" b="b"/>
                <a:pathLst>
                  <a:path w="5185" h="2736" extrusionOk="0">
                    <a:moveTo>
                      <a:pt x="871" y="0"/>
                    </a:moveTo>
                    <a:lnTo>
                      <a:pt x="828" y="28"/>
                    </a:lnTo>
                    <a:lnTo>
                      <a:pt x="749" y="71"/>
                    </a:lnTo>
                    <a:cubicBezTo>
                      <a:pt x="820" y="150"/>
                      <a:pt x="878" y="237"/>
                      <a:pt x="921" y="337"/>
                    </a:cubicBezTo>
                    <a:lnTo>
                      <a:pt x="683" y="475"/>
                    </a:lnTo>
                    <a:lnTo>
                      <a:pt x="511" y="373"/>
                    </a:lnTo>
                    <a:cubicBezTo>
                      <a:pt x="483" y="330"/>
                      <a:pt x="447" y="294"/>
                      <a:pt x="411" y="266"/>
                    </a:cubicBezTo>
                    <a:lnTo>
                      <a:pt x="368" y="294"/>
                    </a:lnTo>
                    <a:lnTo>
                      <a:pt x="130" y="432"/>
                    </a:lnTo>
                    <a:lnTo>
                      <a:pt x="30" y="488"/>
                    </a:lnTo>
                    <a:lnTo>
                      <a:pt x="0" y="502"/>
                    </a:lnTo>
                    <a:lnTo>
                      <a:pt x="95" y="561"/>
                    </a:lnTo>
                    <a:lnTo>
                      <a:pt x="3752" y="2688"/>
                    </a:lnTo>
                    <a:cubicBezTo>
                      <a:pt x="3814" y="2720"/>
                      <a:pt x="3895" y="2736"/>
                      <a:pt x="3975" y="2736"/>
                    </a:cubicBezTo>
                    <a:cubicBezTo>
                      <a:pt x="4055" y="2736"/>
                      <a:pt x="4134" y="2720"/>
                      <a:pt x="4192" y="2688"/>
                    </a:cubicBezTo>
                    <a:lnTo>
                      <a:pt x="5184" y="2114"/>
                    </a:lnTo>
                    <a:cubicBezTo>
                      <a:pt x="4910" y="1898"/>
                      <a:pt x="4744" y="1530"/>
                      <a:pt x="4637" y="1165"/>
                    </a:cubicBezTo>
                    <a:cubicBezTo>
                      <a:pt x="4580" y="1208"/>
                      <a:pt x="4522" y="1242"/>
                      <a:pt x="4458" y="1285"/>
                    </a:cubicBezTo>
                    <a:cubicBezTo>
                      <a:pt x="4066" y="1512"/>
                      <a:pt x="3554" y="1626"/>
                      <a:pt x="3042" y="1626"/>
                    </a:cubicBezTo>
                    <a:cubicBezTo>
                      <a:pt x="2529" y="1626"/>
                      <a:pt x="2017" y="1512"/>
                      <a:pt x="1625" y="1285"/>
                    </a:cubicBezTo>
                    <a:cubicBezTo>
                      <a:pt x="1230" y="1056"/>
                      <a:pt x="1035" y="761"/>
                      <a:pt x="1035" y="459"/>
                    </a:cubicBezTo>
                    <a:lnTo>
                      <a:pt x="1035" y="143"/>
                    </a:lnTo>
                    <a:lnTo>
                      <a:pt x="971" y="107"/>
                    </a:lnTo>
                    <a:cubicBezTo>
                      <a:pt x="942" y="64"/>
                      <a:pt x="906" y="28"/>
                      <a:pt x="87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94" name="Google Shape;1258;p41">
                <a:extLst>
                  <a:ext uri="{FF2B5EF4-FFF2-40B4-BE49-F238E27FC236}">
                    <a16:creationId xmlns:a16="http://schemas.microsoft.com/office/drawing/2014/main" id="{854BB5F9-A91D-4C87-ADA0-1ACDF6476DEF}"/>
                  </a:ext>
                </a:extLst>
              </p:cNvPr>
              <p:cNvSpPr/>
              <p:nvPr/>
            </p:nvSpPr>
            <p:spPr>
              <a:xfrm>
                <a:off x="1082807" y="3965500"/>
                <a:ext cx="10747" cy="6171"/>
              </a:xfrm>
              <a:custGeom>
                <a:avLst/>
                <a:gdLst/>
                <a:ahLst/>
                <a:cxnLst/>
                <a:rect l="l" t="t" r="r" b="b"/>
                <a:pathLst>
                  <a:path w="101" h="58" extrusionOk="0">
                    <a:moveTo>
                      <a:pt x="101" y="1"/>
                    </a:moveTo>
                    <a:lnTo>
                      <a:pt x="1" y="57"/>
                    </a:lnTo>
                    <a:lnTo>
                      <a:pt x="1" y="57"/>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95" name="Google Shape;1259;p41">
                <a:extLst>
                  <a:ext uri="{FF2B5EF4-FFF2-40B4-BE49-F238E27FC236}">
                    <a16:creationId xmlns:a16="http://schemas.microsoft.com/office/drawing/2014/main" id="{E5B75E9E-AE68-47D3-812A-3680E57BF951}"/>
                  </a:ext>
                </a:extLst>
              </p:cNvPr>
              <p:cNvSpPr/>
              <p:nvPr/>
            </p:nvSpPr>
            <p:spPr>
              <a:xfrm>
                <a:off x="1159311" y="3922513"/>
                <a:ext cx="8619" cy="4788"/>
              </a:xfrm>
              <a:custGeom>
                <a:avLst/>
                <a:gdLst/>
                <a:ahLst/>
                <a:cxnLst/>
                <a:rect l="l" t="t" r="r" b="b"/>
                <a:pathLst>
                  <a:path w="81" h="45" extrusionOk="0">
                    <a:moveTo>
                      <a:pt x="80" y="1"/>
                    </a:moveTo>
                    <a:lnTo>
                      <a:pt x="80" y="1"/>
                    </a:lnTo>
                    <a:lnTo>
                      <a:pt x="1" y="44"/>
                    </a:lnTo>
                    <a:lnTo>
                      <a:pt x="1" y="44"/>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96" name="Google Shape;1260;p41">
                <a:extLst>
                  <a:ext uri="{FF2B5EF4-FFF2-40B4-BE49-F238E27FC236}">
                    <a16:creationId xmlns:a16="http://schemas.microsoft.com/office/drawing/2014/main" id="{5E3D7DC9-D896-431B-973E-E95F5B5B608B}"/>
                  </a:ext>
                </a:extLst>
              </p:cNvPr>
              <p:cNvSpPr/>
              <p:nvPr/>
            </p:nvSpPr>
            <p:spPr>
              <a:xfrm>
                <a:off x="1612057" y="3955392"/>
                <a:ext cx="160668" cy="163860"/>
              </a:xfrm>
              <a:custGeom>
                <a:avLst/>
                <a:gdLst/>
                <a:ahLst/>
                <a:cxnLst/>
                <a:rect l="l" t="t" r="r" b="b"/>
                <a:pathLst>
                  <a:path w="1510" h="1540" extrusionOk="0">
                    <a:moveTo>
                      <a:pt x="36" y="1"/>
                    </a:moveTo>
                    <a:lnTo>
                      <a:pt x="36" y="123"/>
                    </a:lnTo>
                    <a:cubicBezTo>
                      <a:pt x="36" y="203"/>
                      <a:pt x="22" y="275"/>
                      <a:pt x="0" y="354"/>
                    </a:cubicBezTo>
                    <a:cubicBezTo>
                      <a:pt x="95" y="786"/>
                      <a:pt x="274" y="1274"/>
                      <a:pt x="597" y="1539"/>
                    </a:cubicBezTo>
                    <a:lnTo>
                      <a:pt x="1423" y="1058"/>
                    </a:lnTo>
                    <a:cubicBezTo>
                      <a:pt x="1482" y="1029"/>
                      <a:pt x="1510" y="979"/>
                      <a:pt x="1510" y="936"/>
                    </a:cubicBezTo>
                    <a:cubicBezTo>
                      <a:pt x="1510" y="886"/>
                      <a:pt x="1482" y="843"/>
                      <a:pt x="1423" y="806"/>
                    </a:cubicBezTo>
                    <a:lnTo>
                      <a:pt x="36"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97" name="Google Shape;1261;p41">
                <a:extLst>
                  <a:ext uri="{FF2B5EF4-FFF2-40B4-BE49-F238E27FC236}">
                    <a16:creationId xmlns:a16="http://schemas.microsoft.com/office/drawing/2014/main" id="{659DA9BE-F77A-4680-900C-838E82AA8520}"/>
                  </a:ext>
                </a:extLst>
              </p:cNvPr>
              <p:cNvSpPr/>
              <p:nvPr/>
            </p:nvSpPr>
            <p:spPr>
              <a:xfrm>
                <a:off x="1022370" y="3571595"/>
                <a:ext cx="760459" cy="440613"/>
              </a:xfrm>
              <a:custGeom>
                <a:avLst/>
                <a:gdLst/>
                <a:ahLst/>
                <a:cxnLst/>
                <a:rect l="l" t="t" r="r" b="b"/>
                <a:pathLst>
                  <a:path w="7147" h="4141" extrusionOk="0">
                    <a:moveTo>
                      <a:pt x="3558" y="0"/>
                    </a:moveTo>
                    <a:lnTo>
                      <a:pt x="1" y="2071"/>
                    </a:lnTo>
                    <a:lnTo>
                      <a:pt x="1467" y="2918"/>
                    </a:lnTo>
                    <a:lnTo>
                      <a:pt x="1481" y="2926"/>
                    </a:lnTo>
                    <a:lnTo>
                      <a:pt x="1574" y="2976"/>
                    </a:lnTo>
                    <a:lnTo>
                      <a:pt x="1617" y="3004"/>
                    </a:lnTo>
                    <a:lnTo>
                      <a:pt x="1747" y="3076"/>
                    </a:lnTo>
                    <a:lnTo>
                      <a:pt x="1755" y="3083"/>
                    </a:lnTo>
                    <a:lnTo>
                      <a:pt x="2323" y="3408"/>
                    </a:lnTo>
                    <a:lnTo>
                      <a:pt x="3351" y="4004"/>
                    </a:lnTo>
                    <a:lnTo>
                      <a:pt x="3588" y="4141"/>
                    </a:lnTo>
                    <a:lnTo>
                      <a:pt x="4990" y="3321"/>
                    </a:lnTo>
                    <a:lnTo>
                      <a:pt x="4774" y="3142"/>
                    </a:lnTo>
                    <a:lnTo>
                      <a:pt x="3394" y="1969"/>
                    </a:lnTo>
                    <a:lnTo>
                      <a:pt x="3817" y="1739"/>
                    </a:lnTo>
                    <a:lnTo>
                      <a:pt x="5406" y="3083"/>
                    </a:lnTo>
                    <a:lnTo>
                      <a:pt x="5578" y="2983"/>
                    </a:lnTo>
                    <a:lnTo>
                      <a:pt x="7146" y="2071"/>
                    </a:lnTo>
                    <a:lnTo>
                      <a:pt x="3558"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98" name="Google Shape;1262;p41">
                <a:extLst>
                  <a:ext uri="{FF2B5EF4-FFF2-40B4-BE49-F238E27FC236}">
                    <a16:creationId xmlns:a16="http://schemas.microsoft.com/office/drawing/2014/main" id="{BAB7D59E-4790-43E6-8270-6FF48731DC3E}"/>
                  </a:ext>
                </a:extLst>
              </p:cNvPr>
              <p:cNvSpPr/>
              <p:nvPr/>
            </p:nvSpPr>
            <p:spPr>
              <a:xfrm>
                <a:off x="1147819" y="3913469"/>
                <a:ext cx="24685" cy="13832"/>
              </a:xfrm>
              <a:custGeom>
                <a:avLst/>
                <a:gdLst/>
                <a:ahLst/>
                <a:cxnLst/>
                <a:rect l="l" t="t" r="r" b="b"/>
                <a:pathLst>
                  <a:path w="232" h="130" extrusionOk="0">
                    <a:moveTo>
                      <a:pt x="93" y="1"/>
                    </a:moveTo>
                    <a:cubicBezTo>
                      <a:pt x="67" y="1"/>
                      <a:pt x="43" y="8"/>
                      <a:pt x="23" y="22"/>
                    </a:cubicBezTo>
                    <a:cubicBezTo>
                      <a:pt x="16" y="22"/>
                      <a:pt x="7" y="29"/>
                      <a:pt x="7" y="29"/>
                    </a:cubicBezTo>
                    <a:cubicBezTo>
                      <a:pt x="0" y="29"/>
                      <a:pt x="0" y="36"/>
                      <a:pt x="0" y="36"/>
                    </a:cubicBezTo>
                    <a:cubicBezTo>
                      <a:pt x="36" y="65"/>
                      <a:pt x="73" y="93"/>
                      <a:pt x="109" y="129"/>
                    </a:cubicBezTo>
                    <a:lnTo>
                      <a:pt x="188" y="86"/>
                    </a:lnTo>
                    <a:lnTo>
                      <a:pt x="231" y="58"/>
                    </a:lnTo>
                    <a:cubicBezTo>
                      <a:pt x="223" y="50"/>
                      <a:pt x="209" y="43"/>
                      <a:pt x="195" y="36"/>
                    </a:cubicBezTo>
                    <a:lnTo>
                      <a:pt x="188" y="29"/>
                    </a:lnTo>
                    <a:cubicBezTo>
                      <a:pt x="154" y="10"/>
                      <a:pt x="122" y="1"/>
                      <a:pt x="9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99" name="Google Shape;1263;p41">
                <a:extLst>
                  <a:ext uri="{FF2B5EF4-FFF2-40B4-BE49-F238E27FC236}">
                    <a16:creationId xmlns:a16="http://schemas.microsoft.com/office/drawing/2014/main" id="{B0BA9EFD-1A54-4C66-A5BF-3CDC8874FBA4}"/>
                  </a:ext>
                </a:extLst>
              </p:cNvPr>
              <p:cNvSpPr/>
              <p:nvPr/>
            </p:nvSpPr>
            <p:spPr>
              <a:xfrm>
                <a:off x="1159311" y="3922513"/>
                <a:ext cx="8619" cy="4788"/>
              </a:xfrm>
              <a:custGeom>
                <a:avLst/>
                <a:gdLst/>
                <a:ahLst/>
                <a:cxnLst/>
                <a:rect l="l" t="t" r="r" b="b"/>
                <a:pathLst>
                  <a:path w="81" h="45" extrusionOk="0">
                    <a:moveTo>
                      <a:pt x="1" y="44"/>
                    </a:moveTo>
                    <a:lnTo>
                      <a:pt x="80" y="1"/>
                    </a:lnTo>
                    <a:lnTo>
                      <a:pt x="80" y="1"/>
                    </a:lnTo>
                    <a:lnTo>
                      <a:pt x="1" y="44"/>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00" name="Google Shape;1264;p41">
                <a:extLst>
                  <a:ext uri="{FF2B5EF4-FFF2-40B4-BE49-F238E27FC236}">
                    <a16:creationId xmlns:a16="http://schemas.microsoft.com/office/drawing/2014/main" id="{9E02F8DE-8772-469A-8DB7-D80336624351}"/>
                  </a:ext>
                </a:extLst>
              </p:cNvPr>
              <p:cNvSpPr/>
              <p:nvPr/>
            </p:nvSpPr>
            <p:spPr>
              <a:xfrm>
                <a:off x="1140265" y="3892082"/>
                <a:ext cx="49690" cy="28409"/>
              </a:xfrm>
              <a:custGeom>
                <a:avLst/>
                <a:gdLst/>
                <a:ahLst/>
                <a:cxnLst/>
                <a:rect l="l" t="t" r="r" b="b"/>
                <a:pathLst>
                  <a:path w="467" h="267" extrusionOk="0">
                    <a:moveTo>
                      <a:pt x="121" y="1"/>
                    </a:moveTo>
                    <a:cubicBezTo>
                      <a:pt x="78" y="21"/>
                      <a:pt x="44" y="44"/>
                      <a:pt x="1" y="64"/>
                    </a:cubicBezTo>
                    <a:cubicBezTo>
                      <a:pt x="7" y="64"/>
                      <a:pt x="14" y="57"/>
                      <a:pt x="21" y="57"/>
                    </a:cubicBezTo>
                    <a:cubicBezTo>
                      <a:pt x="21" y="57"/>
                      <a:pt x="28" y="51"/>
                      <a:pt x="35" y="51"/>
                    </a:cubicBezTo>
                    <a:lnTo>
                      <a:pt x="44" y="51"/>
                    </a:lnTo>
                    <a:cubicBezTo>
                      <a:pt x="44" y="44"/>
                      <a:pt x="51" y="44"/>
                      <a:pt x="51" y="44"/>
                    </a:cubicBezTo>
                    <a:lnTo>
                      <a:pt x="71" y="44"/>
                    </a:lnTo>
                    <a:cubicBezTo>
                      <a:pt x="87" y="44"/>
                      <a:pt x="94" y="35"/>
                      <a:pt x="101" y="35"/>
                    </a:cubicBezTo>
                    <a:cubicBezTo>
                      <a:pt x="151" y="35"/>
                      <a:pt x="208" y="57"/>
                      <a:pt x="266" y="94"/>
                    </a:cubicBezTo>
                    <a:cubicBezTo>
                      <a:pt x="273" y="94"/>
                      <a:pt x="280" y="101"/>
                      <a:pt x="287" y="107"/>
                    </a:cubicBezTo>
                    <a:lnTo>
                      <a:pt x="294" y="107"/>
                    </a:lnTo>
                    <a:cubicBezTo>
                      <a:pt x="302" y="107"/>
                      <a:pt x="302" y="107"/>
                      <a:pt x="302" y="114"/>
                    </a:cubicBezTo>
                    <a:cubicBezTo>
                      <a:pt x="316" y="121"/>
                      <a:pt x="323" y="130"/>
                      <a:pt x="330" y="137"/>
                    </a:cubicBezTo>
                    <a:lnTo>
                      <a:pt x="337" y="137"/>
                    </a:lnTo>
                    <a:cubicBezTo>
                      <a:pt x="352" y="151"/>
                      <a:pt x="359" y="157"/>
                      <a:pt x="373" y="173"/>
                    </a:cubicBezTo>
                    <a:cubicBezTo>
                      <a:pt x="373" y="173"/>
                      <a:pt x="380" y="173"/>
                      <a:pt x="380" y="180"/>
                    </a:cubicBezTo>
                    <a:cubicBezTo>
                      <a:pt x="389" y="187"/>
                      <a:pt x="396" y="194"/>
                      <a:pt x="402" y="201"/>
                    </a:cubicBezTo>
                    <a:lnTo>
                      <a:pt x="409" y="201"/>
                    </a:lnTo>
                    <a:cubicBezTo>
                      <a:pt x="416" y="216"/>
                      <a:pt x="432" y="223"/>
                      <a:pt x="439" y="237"/>
                    </a:cubicBezTo>
                    <a:cubicBezTo>
                      <a:pt x="446" y="251"/>
                      <a:pt x="452" y="259"/>
                      <a:pt x="466" y="266"/>
                    </a:cubicBezTo>
                    <a:lnTo>
                      <a:pt x="466" y="194"/>
                    </a:lnTo>
                    <a:lnTo>
                      <a:pt x="439" y="180"/>
                    </a:lnTo>
                    <a:lnTo>
                      <a:pt x="366" y="137"/>
                    </a:lnTo>
                    <a:lnTo>
                      <a:pt x="302" y="101"/>
                    </a:lnTo>
                    <a:lnTo>
                      <a:pt x="121"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01" name="Google Shape;1265;p41">
                <a:extLst>
                  <a:ext uri="{FF2B5EF4-FFF2-40B4-BE49-F238E27FC236}">
                    <a16:creationId xmlns:a16="http://schemas.microsoft.com/office/drawing/2014/main" id="{52DBCFEF-DF07-4109-B771-CBC970EBEAE2}"/>
                  </a:ext>
                </a:extLst>
              </p:cNvPr>
              <p:cNvSpPr/>
              <p:nvPr/>
            </p:nvSpPr>
            <p:spPr>
              <a:xfrm>
                <a:off x="1131114" y="3895806"/>
                <a:ext cx="58841" cy="39156"/>
              </a:xfrm>
              <a:custGeom>
                <a:avLst/>
                <a:gdLst/>
                <a:ahLst/>
                <a:cxnLst/>
                <a:rect l="l" t="t" r="r" b="b"/>
                <a:pathLst>
                  <a:path w="553" h="368" extrusionOk="0">
                    <a:moveTo>
                      <a:pt x="187" y="0"/>
                    </a:moveTo>
                    <a:cubicBezTo>
                      <a:pt x="180" y="0"/>
                      <a:pt x="173" y="9"/>
                      <a:pt x="157" y="9"/>
                    </a:cubicBezTo>
                    <a:lnTo>
                      <a:pt x="137" y="9"/>
                    </a:lnTo>
                    <a:cubicBezTo>
                      <a:pt x="137" y="9"/>
                      <a:pt x="130" y="9"/>
                      <a:pt x="130" y="16"/>
                    </a:cubicBezTo>
                    <a:lnTo>
                      <a:pt x="121" y="16"/>
                    </a:lnTo>
                    <a:cubicBezTo>
                      <a:pt x="114" y="16"/>
                      <a:pt x="107" y="22"/>
                      <a:pt x="107" y="22"/>
                    </a:cubicBezTo>
                    <a:cubicBezTo>
                      <a:pt x="100" y="22"/>
                      <a:pt x="93" y="29"/>
                      <a:pt x="87" y="29"/>
                    </a:cubicBezTo>
                    <a:cubicBezTo>
                      <a:pt x="50" y="52"/>
                      <a:pt x="21" y="86"/>
                      <a:pt x="0" y="138"/>
                    </a:cubicBezTo>
                    <a:cubicBezTo>
                      <a:pt x="43" y="145"/>
                      <a:pt x="87" y="159"/>
                      <a:pt x="130" y="188"/>
                    </a:cubicBezTo>
                    <a:cubicBezTo>
                      <a:pt x="137" y="188"/>
                      <a:pt x="143" y="195"/>
                      <a:pt x="157" y="202"/>
                    </a:cubicBezTo>
                    <a:cubicBezTo>
                      <a:pt x="157" y="202"/>
                      <a:pt x="157" y="195"/>
                      <a:pt x="164" y="195"/>
                    </a:cubicBezTo>
                    <a:cubicBezTo>
                      <a:pt x="164" y="195"/>
                      <a:pt x="173" y="188"/>
                      <a:pt x="180" y="188"/>
                    </a:cubicBezTo>
                    <a:cubicBezTo>
                      <a:pt x="200" y="174"/>
                      <a:pt x="224" y="167"/>
                      <a:pt x="250" y="167"/>
                    </a:cubicBezTo>
                    <a:cubicBezTo>
                      <a:pt x="279" y="167"/>
                      <a:pt x="311" y="176"/>
                      <a:pt x="345" y="195"/>
                    </a:cubicBezTo>
                    <a:lnTo>
                      <a:pt x="352" y="202"/>
                    </a:lnTo>
                    <a:cubicBezTo>
                      <a:pt x="366" y="209"/>
                      <a:pt x="380" y="216"/>
                      <a:pt x="388" y="224"/>
                    </a:cubicBezTo>
                    <a:cubicBezTo>
                      <a:pt x="423" y="252"/>
                      <a:pt x="459" y="288"/>
                      <a:pt x="488" y="331"/>
                    </a:cubicBezTo>
                    <a:lnTo>
                      <a:pt x="552" y="367"/>
                    </a:lnTo>
                    <a:lnTo>
                      <a:pt x="552" y="231"/>
                    </a:lnTo>
                    <a:cubicBezTo>
                      <a:pt x="538" y="224"/>
                      <a:pt x="532" y="216"/>
                      <a:pt x="525" y="202"/>
                    </a:cubicBezTo>
                    <a:cubicBezTo>
                      <a:pt x="518" y="188"/>
                      <a:pt x="502" y="181"/>
                      <a:pt x="495" y="166"/>
                    </a:cubicBezTo>
                    <a:lnTo>
                      <a:pt x="488" y="166"/>
                    </a:lnTo>
                    <a:cubicBezTo>
                      <a:pt x="482" y="159"/>
                      <a:pt x="475" y="152"/>
                      <a:pt x="466" y="145"/>
                    </a:cubicBezTo>
                    <a:cubicBezTo>
                      <a:pt x="466" y="138"/>
                      <a:pt x="459" y="138"/>
                      <a:pt x="459" y="138"/>
                    </a:cubicBezTo>
                    <a:cubicBezTo>
                      <a:pt x="445" y="122"/>
                      <a:pt x="438" y="116"/>
                      <a:pt x="423" y="102"/>
                    </a:cubicBezTo>
                    <a:lnTo>
                      <a:pt x="416" y="102"/>
                    </a:lnTo>
                    <a:cubicBezTo>
                      <a:pt x="409" y="95"/>
                      <a:pt x="402" y="86"/>
                      <a:pt x="388" y="79"/>
                    </a:cubicBezTo>
                    <a:cubicBezTo>
                      <a:pt x="388" y="72"/>
                      <a:pt x="388" y="72"/>
                      <a:pt x="380" y="72"/>
                    </a:cubicBezTo>
                    <a:lnTo>
                      <a:pt x="373" y="72"/>
                    </a:lnTo>
                    <a:cubicBezTo>
                      <a:pt x="366" y="66"/>
                      <a:pt x="359" y="59"/>
                      <a:pt x="352" y="59"/>
                    </a:cubicBezTo>
                    <a:cubicBezTo>
                      <a:pt x="294" y="22"/>
                      <a:pt x="237" y="0"/>
                      <a:pt x="187"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02" name="Google Shape;1266;p41">
                <a:extLst>
                  <a:ext uri="{FF2B5EF4-FFF2-40B4-BE49-F238E27FC236}">
                    <a16:creationId xmlns:a16="http://schemas.microsoft.com/office/drawing/2014/main" id="{88235F5A-F33A-4EAC-8629-F111A2066F01}"/>
                  </a:ext>
                </a:extLst>
              </p:cNvPr>
              <p:cNvSpPr/>
              <p:nvPr/>
            </p:nvSpPr>
            <p:spPr>
              <a:xfrm>
                <a:off x="1091213" y="3910064"/>
                <a:ext cx="86612" cy="60117"/>
              </a:xfrm>
              <a:custGeom>
                <a:avLst/>
                <a:gdLst/>
                <a:ahLst/>
                <a:cxnLst/>
                <a:rect l="l" t="t" r="r" b="b"/>
                <a:pathLst>
                  <a:path w="814" h="565" extrusionOk="0">
                    <a:moveTo>
                      <a:pt x="335" y="1"/>
                    </a:moveTo>
                    <a:cubicBezTo>
                      <a:pt x="298" y="1"/>
                      <a:pt x="264" y="9"/>
                      <a:pt x="237" y="25"/>
                    </a:cubicBezTo>
                    <a:cubicBezTo>
                      <a:pt x="160" y="68"/>
                      <a:pt x="80" y="118"/>
                      <a:pt x="1" y="161"/>
                    </a:cubicBezTo>
                    <a:cubicBezTo>
                      <a:pt x="8" y="161"/>
                      <a:pt x="15" y="154"/>
                      <a:pt x="22" y="154"/>
                    </a:cubicBezTo>
                    <a:cubicBezTo>
                      <a:pt x="22" y="154"/>
                      <a:pt x="22" y="147"/>
                      <a:pt x="30" y="147"/>
                    </a:cubicBezTo>
                    <a:lnTo>
                      <a:pt x="44" y="147"/>
                    </a:lnTo>
                    <a:cubicBezTo>
                      <a:pt x="51" y="140"/>
                      <a:pt x="65" y="140"/>
                      <a:pt x="73" y="140"/>
                    </a:cubicBezTo>
                    <a:cubicBezTo>
                      <a:pt x="80" y="140"/>
                      <a:pt x="87" y="133"/>
                      <a:pt x="101" y="133"/>
                    </a:cubicBezTo>
                    <a:cubicBezTo>
                      <a:pt x="151" y="133"/>
                      <a:pt x="210" y="154"/>
                      <a:pt x="267" y="190"/>
                    </a:cubicBezTo>
                    <a:cubicBezTo>
                      <a:pt x="273" y="190"/>
                      <a:pt x="280" y="197"/>
                      <a:pt x="289" y="204"/>
                    </a:cubicBezTo>
                    <a:lnTo>
                      <a:pt x="296" y="204"/>
                    </a:lnTo>
                    <a:cubicBezTo>
                      <a:pt x="324" y="227"/>
                      <a:pt x="346" y="247"/>
                      <a:pt x="375" y="270"/>
                    </a:cubicBezTo>
                    <a:cubicBezTo>
                      <a:pt x="382" y="277"/>
                      <a:pt x="396" y="290"/>
                      <a:pt x="403" y="297"/>
                    </a:cubicBezTo>
                    <a:cubicBezTo>
                      <a:pt x="475" y="377"/>
                      <a:pt x="532" y="463"/>
                      <a:pt x="575" y="565"/>
                    </a:cubicBezTo>
                    <a:lnTo>
                      <a:pt x="813" y="427"/>
                    </a:lnTo>
                    <a:cubicBezTo>
                      <a:pt x="770" y="327"/>
                      <a:pt x="712" y="240"/>
                      <a:pt x="641" y="161"/>
                    </a:cubicBezTo>
                    <a:cubicBezTo>
                      <a:pt x="605" y="125"/>
                      <a:pt x="568" y="97"/>
                      <a:pt x="532" y="68"/>
                    </a:cubicBezTo>
                    <a:cubicBezTo>
                      <a:pt x="518" y="61"/>
                      <a:pt x="512" y="54"/>
                      <a:pt x="505" y="54"/>
                    </a:cubicBezTo>
                    <a:cubicBezTo>
                      <a:pt x="462" y="25"/>
                      <a:pt x="418" y="11"/>
                      <a:pt x="375" y="4"/>
                    </a:cubicBezTo>
                    <a:cubicBezTo>
                      <a:pt x="362" y="2"/>
                      <a:pt x="348" y="1"/>
                      <a:pt x="335"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03" name="Google Shape;1267;p41">
                <a:extLst>
                  <a:ext uri="{FF2B5EF4-FFF2-40B4-BE49-F238E27FC236}">
                    <a16:creationId xmlns:a16="http://schemas.microsoft.com/office/drawing/2014/main" id="{1DC86561-B459-4CAA-8E41-0131D0A11592}"/>
                  </a:ext>
                </a:extLst>
              </p:cNvPr>
              <p:cNvSpPr/>
              <p:nvPr/>
            </p:nvSpPr>
            <p:spPr>
              <a:xfrm>
                <a:off x="1093447" y="3941985"/>
                <a:ext cx="30006" cy="23621"/>
              </a:xfrm>
              <a:custGeom>
                <a:avLst/>
                <a:gdLst/>
                <a:ahLst/>
                <a:cxnLst/>
                <a:rect l="l" t="t" r="r" b="b"/>
                <a:pathLst>
                  <a:path w="282" h="222" extrusionOk="0">
                    <a:moveTo>
                      <a:pt x="138" y="1"/>
                    </a:moveTo>
                    <a:cubicBezTo>
                      <a:pt x="114" y="1"/>
                      <a:pt x="92" y="7"/>
                      <a:pt x="73" y="20"/>
                    </a:cubicBezTo>
                    <a:cubicBezTo>
                      <a:pt x="66" y="20"/>
                      <a:pt x="59" y="27"/>
                      <a:pt x="52" y="27"/>
                    </a:cubicBezTo>
                    <a:cubicBezTo>
                      <a:pt x="52" y="34"/>
                      <a:pt x="44" y="34"/>
                      <a:pt x="44" y="40"/>
                    </a:cubicBezTo>
                    <a:cubicBezTo>
                      <a:pt x="37" y="49"/>
                      <a:pt x="30" y="56"/>
                      <a:pt x="23" y="70"/>
                    </a:cubicBezTo>
                    <a:cubicBezTo>
                      <a:pt x="23" y="77"/>
                      <a:pt x="16" y="77"/>
                      <a:pt x="16" y="84"/>
                    </a:cubicBezTo>
                    <a:cubicBezTo>
                      <a:pt x="16" y="92"/>
                      <a:pt x="9" y="92"/>
                      <a:pt x="9" y="99"/>
                    </a:cubicBezTo>
                    <a:cubicBezTo>
                      <a:pt x="9" y="106"/>
                      <a:pt x="9" y="113"/>
                      <a:pt x="1" y="120"/>
                    </a:cubicBezTo>
                    <a:lnTo>
                      <a:pt x="1" y="142"/>
                    </a:lnTo>
                    <a:lnTo>
                      <a:pt x="1" y="170"/>
                    </a:lnTo>
                    <a:lnTo>
                      <a:pt x="1" y="222"/>
                    </a:lnTo>
                    <a:lnTo>
                      <a:pt x="239" y="84"/>
                    </a:lnTo>
                    <a:lnTo>
                      <a:pt x="282" y="56"/>
                    </a:lnTo>
                    <a:cubicBezTo>
                      <a:pt x="268" y="49"/>
                      <a:pt x="259" y="40"/>
                      <a:pt x="246" y="34"/>
                    </a:cubicBezTo>
                    <a:cubicBezTo>
                      <a:pt x="239" y="34"/>
                      <a:pt x="239" y="27"/>
                      <a:pt x="239" y="27"/>
                    </a:cubicBezTo>
                    <a:cubicBezTo>
                      <a:pt x="202" y="10"/>
                      <a:pt x="168" y="1"/>
                      <a:pt x="13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04" name="Google Shape;1268;p41">
                <a:extLst>
                  <a:ext uri="{FF2B5EF4-FFF2-40B4-BE49-F238E27FC236}">
                    <a16:creationId xmlns:a16="http://schemas.microsoft.com/office/drawing/2014/main" id="{F9CC59F3-6AF8-4085-84A8-2DC77F8CAAEA}"/>
                  </a:ext>
                </a:extLst>
              </p:cNvPr>
              <p:cNvSpPr/>
              <p:nvPr/>
            </p:nvSpPr>
            <p:spPr>
              <a:xfrm>
                <a:off x="1082807" y="3965500"/>
                <a:ext cx="10747" cy="6171"/>
              </a:xfrm>
              <a:custGeom>
                <a:avLst/>
                <a:gdLst/>
                <a:ahLst/>
                <a:cxnLst/>
                <a:rect l="l" t="t" r="r" b="b"/>
                <a:pathLst>
                  <a:path w="101" h="58" extrusionOk="0">
                    <a:moveTo>
                      <a:pt x="101" y="1"/>
                    </a:moveTo>
                    <a:lnTo>
                      <a:pt x="1" y="57"/>
                    </a:lnTo>
                    <a:lnTo>
                      <a:pt x="1" y="57"/>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05" name="Google Shape;1269;p41">
                <a:extLst>
                  <a:ext uri="{FF2B5EF4-FFF2-40B4-BE49-F238E27FC236}">
                    <a16:creationId xmlns:a16="http://schemas.microsoft.com/office/drawing/2014/main" id="{728AEBB4-6695-4F91-BEBC-1B581ADF0864}"/>
                  </a:ext>
                </a:extLst>
              </p:cNvPr>
              <p:cNvSpPr/>
              <p:nvPr/>
            </p:nvSpPr>
            <p:spPr>
              <a:xfrm>
                <a:off x="1079721" y="3924215"/>
                <a:ext cx="72779" cy="47456"/>
              </a:xfrm>
              <a:custGeom>
                <a:avLst/>
                <a:gdLst/>
                <a:ahLst/>
                <a:cxnLst/>
                <a:rect l="l" t="t" r="r" b="b"/>
                <a:pathLst>
                  <a:path w="684" h="446" extrusionOk="0">
                    <a:moveTo>
                      <a:pt x="209" y="0"/>
                    </a:moveTo>
                    <a:cubicBezTo>
                      <a:pt x="195" y="0"/>
                      <a:pt x="188" y="7"/>
                      <a:pt x="181" y="7"/>
                    </a:cubicBezTo>
                    <a:cubicBezTo>
                      <a:pt x="173" y="7"/>
                      <a:pt x="159" y="7"/>
                      <a:pt x="152" y="14"/>
                    </a:cubicBezTo>
                    <a:lnTo>
                      <a:pt x="138" y="14"/>
                    </a:lnTo>
                    <a:cubicBezTo>
                      <a:pt x="130" y="14"/>
                      <a:pt x="130" y="21"/>
                      <a:pt x="130" y="21"/>
                    </a:cubicBezTo>
                    <a:cubicBezTo>
                      <a:pt x="123" y="21"/>
                      <a:pt x="116" y="28"/>
                      <a:pt x="109" y="28"/>
                    </a:cubicBezTo>
                    <a:cubicBezTo>
                      <a:pt x="43" y="64"/>
                      <a:pt x="0" y="150"/>
                      <a:pt x="0" y="266"/>
                    </a:cubicBezTo>
                    <a:cubicBezTo>
                      <a:pt x="0" y="323"/>
                      <a:pt x="16" y="389"/>
                      <a:pt x="30" y="445"/>
                    </a:cubicBezTo>
                    <a:lnTo>
                      <a:pt x="130" y="389"/>
                    </a:lnTo>
                    <a:lnTo>
                      <a:pt x="130" y="337"/>
                    </a:lnTo>
                    <a:lnTo>
                      <a:pt x="130" y="309"/>
                    </a:lnTo>
                    <a:lnTo>
                      <a:pt x="130" y="287"/>
                    </a:lnTo>
                    <a:cubicBezTo>
                      <a:pt x="138" y="280"/>
                      <a:pt x="138" y="273"/>
                      <a:pt x="138" y="266"/>
                    </a:cubicBezTo>
                    <a:cubicBezTo>
                      <a:pt x="138" y="259"/>
                      <a:pt x="145" y="259"/>
                      <a:pt x="145" y="251"/>
                    </a:cubicBezTo>
                    <a:cubicBezTo>
                      <a:pt x="145" y="244"/>
                      <a:pt x="152" y="244"/>
                      <a:pt x="152" y="237"/>
                    </a:cubicBezTo>
                    <a:cubicBezTo>
                      <a:pt x="159" y="223"/>
                      <a:pt x="166" y="216"/>
                      <a:pt x="173" y="207"/>
                    </a:cubicBezTo>
                    <a:cubicBezTo>
                      <a:pt x="173" y="201"/>
                      <a:pt x="181" y="201"/>
                      <a:pt x="181" y="194"/>
                    </a:cubicBezTo>
                    <a:cubicBezTo>
                      <a:pt x="188" y="194"/>
                      <a:pt x="195" y="187"/>
                      <a:pt x="202" y="187"/>
                    </a:cubicBezTo>
                    <a:cubicBezTo>
                      <a:pt x="221" y="174"/>
                      <a:pt x="243" y="168"/>
                      <a:pt x="267" y="168"/>
                    </a:cubicBezTo>
                    <a:cubicBezTo>
                      <a:pt x="297" y="168"/>
                      <a:pt x="331" y="177"/>
                      <a:pt x="368" y="194"/>
                    </a:cubicBezTo>
                    <a:cubicBezTo>
                      <a:pt x="368" y="194"/>
                      <a:pt x="368" y="201"/>
                      <a:pt x="375" y="201"/>
                    </a:cubicBezTo>
                    <a:cubicBezTo>
                      <a:pt x="388" y="207"/>
                      <a:pt x="397" y="216"/>
                      <a:pt x="411" y="223"/>
                    </a:cubicBezTo>
                    <a:cubicBezTo>
                      <a:pt x="447" y="251"/>
                      <a:pt x="483" y="287"/>
                      <a:pt x="511" y="330"/>
                    </a:cubicBezTo>
                    <a:lnTo>
                      <a:pt x="683" y="432"/>
                    </a:lnTo>
                    <a:cubicBezTo>
                      <a:pt x="640" y="330"/>
                      <a:pt x="583" y="244"/>
                      <a:pt x="511" y="164"/>
                    </a:cubicBezTo>
                    <a:cubicBezTo>
                      <a:pt x="504" y="157"/>
                      <a:pt x="490" y="144"/>
                      <a:pt x="483" y="137"/>
                    </a:cubicBezTo>
                    <a:cubicBezTo>
                      <a:pt x="454" y="114"/>
                      <a:pt x="432" y="94"/>
                      <a:pt x="404" y="71"/>
                    </a:cubicBezTo>
                    <a:lnTo>
                      <a:pt x="397" y="71"/>
                    </a:lnTo>
                    <a:cubicBezTo>
                      <a:pt x="388" y="64"/>
                      <a:pt x="381" y="57"/>
                      <a:pt x="375" y="57"/>
                    </a:cubicBezTo>
                    <a:cubicBezTo>
                      <a:pt x="318" y="21"/>
                      <a:pt x="259" y="0"/>
                      <a:pt x="20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06" name="Google Shape;1270;p41">
                <a:extLst>
                  <a:ext uri="{FF2B5EF4-FFF2-40B4-BE49-F238E27FC236}">
                    <a16:creationId xmlns:a16="http://schemas.microsoft.com/office/drawing/2014/main" id="{CF32B606-B513-4BD1-80DA-E346BCA4CDA7}"/>
                  </a:ext>
                </a:extLst>
              </p:cNvPr>
              <p:cNvSpPr/>
              <p:nvPr/>
            </p:nvSpPr>
            <p:spPr>
              <a:xfrm>
                <a:off x="1600672" y="3913362"/>
                <a:ext cx="15322" cy="79802"/>
              </a:xfrm>
              <a:custGeom>
                <a:avLst/>
                <a:gdLst/>
                <a:ahLst/>
                <a:cxnLst/>
                <a:rect l="l" t="t" r="r" b="b"/>
                <a:pathLst>
                  <a:path w="144" h="750" extrusionOk="0">
                    <a:moveTo>
                      <a:pt x="143" y="1"/>
                    </a:moveTo>
                    <a:lnTo>
                      <a:pt x="0" y="87"/>
                    </a:lnTo>
                    <a:cubicBezTo>
                      <a:pt x="7" y="152"/>
                      <a:pt x="14" y="239"/>
                      <a:pt x="29" y="325"/>
                    </a:cubicBezTo>
                    <a:cubicBezTo>
                      <a:pt x="43" y="454"/>
                      <a:pt x="73" y="598"/>
                      <a:pt x="107" y="749"/>
                    </a:cubicBezTo>
                    <a:cubicBezTo>
                      <a:pt x="129" y="670"/>
                      <a:pt x="143" y="598"/>
                      <a:pt x="143" y="518"/>
                    </a:cubicBezTo>
                    <a:lnTo>
                      <a:pt x="143"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07" name="Google Shape;1271;p41">
                <a:extLst>
                  <a:ext uri="{FF2B5EF4-FFF2-40B4-BE49-F238E27FC236}">
                    <a16:creationId xmlns:a16="http://schemas.microsoft.com/office/drawing/2014/main" id="{5678D3D0-B972-41F4-A5EA-74F6E1395982}"/>
                  </a:ext>
                </a:extLst>
              </p:cNvPr>
              <p:cNvSpPr/>
              <p:nvPr/>
            </p:nvSpPr>
            <p:spPr>
              <a:xfrm>
                <a:off x="1189848" y="3912617"/>
                <a:ext cx="383368" cy="180033"/>
              </a:xfrm>
              <a:custGeom>
                <a:avLst/>
                <a:gdLst/>
                <a:ahLst/>
                <a:cxnLst/>
                <a:rect l="l" t="t" r="r" b="b"/>
                <a:pathLst>
                  <a:path w="3603" h="1692" extrusionOk="0">
                    <a:moveTo>
                      <a:pt x="0" y="1"/>
                    </a:moveTo>
                    <a:lnTo>
                      <a:pt x="0" y="525"/>
                    </a:lnTo>
                    <a:cubicBezTo>
                      <a:pt x="0" y="827"/>
                      <a:pt x="195" y="1122"/>
                      <a:pt x="590" y="1351"/>
                    </a:cubicBezTo>
                    <a:cubicBezTo>
                      <a:pt x="982" y="1578"/>
                      <a:pt x="1494" y="1692"/>
                      <a:pt x="2007" y="1692"/>
                    </a:cubicBezTo>
                    <a:cubicBezTo>
                      <a:pt x="2519" y="1692"/>
                      <a:pt x="3031" y="1578"/>
                      <a:pt x="3423" y="1351"/>
                    </a:cubicBezTo>
                    <a:cubicBezTo>
                      <a:pt x="3487" y="1308"/>
                      <a:pt x="3545" y="1274"/>
                      <a:pt x="3602" y="1231"/>
                    </a:cubicBezTo>
                    <a:cubicBezTo>
                      <a:pt x="3502" y="886"/>
                      <a:pt x="3451" y="548"/>
                      <a:pt x="3437" y="339"/>
                    </a:cubicBezTo>
                    <a:lnTo>
                      <a:pt x="2014" y="1165"/>
                    </a:lnTo>
                    <a:lnTo>
                      <a:pt x="1582" y="913"/>
                    </a:lnTo>
                    <a:lnTo>
                      <a:pt x="547" y="316"/>
                    </a:lnTo>
                    <a:lnTo>
                      <a:pt x="288" y="166"/>
                    </a:ln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08" name="Google Shape;1272;p41">
                <a:extLst>
                  <a:ext uri="{FF2B5EF4-FFF2-40B4-BE49-F238E27FC236}">
                    <a16:creationId xmlns:a16="http://schemas.microsoft.com/office/drawing/2014/main" id="{C3C34018-3AF6-4674-9626-5CE4BB34746D}"/>
                  </a:ext>
                </a:extLst>
              </p:cNvPr>
              <p:cNvSpPr/>
              <p:nvPr/>
            </p:nvSpPr>
            <p:spPr>
              <a:xfrm>
                <a:off x="1022370" y="3791850"/>
                <a:ext cx="381772" cy="244832"/>
              </a:xfrm>
              <a:custGeom>
                <a:avLst/>
                <a:gdLst/>
                <a:ahLst/>
                <a:cxnLst/>
                <a:rect l="l" t="t" r="r" b="b"/>
                <a:pathLst>
                  <a:path w="3588" h="2301" extrusionOk="0">
                    <a:moveTo>
                      <a:pt x="1" y="1"/>
                    </a:moveTo>
                    <a:lnTo>
                      <a:pt x="1" y="230"/>
                    </a:lnTo>
                    <a:lnTo>
                      <a:pt x="1229" y="943"/>
                    </a:lnTo>
                    <a:lnTo>
                      <a:pt x="1410" y="1043"/>
                    </a:lnTo>
                    <a:lnTo>
                      <a:pt x="1474" y="1079"/>
                    </a:lnTo>
                    <a:lnTo>
                      <a:pt x="1547" y="1122"/>
                    </a:lnTo>
                    <a:lnTo>
                      <a:pt x="1574" y="1136"/>
                    </a:lnTo>
                    <a:lnTo>
                      <a:pt x="1862" y="1301"/>
                    </a:lnTo>
                    <a:lnTo>
                      <a:pt x="2121" y="1451"/>
                    </a:lnTo>
                    <a:lnTo>
                      <a:pt x="3156" y="2048"/>
                    </a:lnTo>
                    <a:lnTo>
                      <a:pt x="3588" y="2300"/>
                    </a:lnTo>
                    <a:lnTo>
                      <a:pt x="3588" y="2071"/>
                    </a:lnTo>
                    <a:lnTo>
                      <a:pt x="3351" y="1934"/>
                    </a:lnTo>
                    <a:lnTo>
                      <a:pt x="2323" y="1338"/>
                    </a:lnTo>
                    <a:lnTo>
                      <a:pt x="1755" y="1013"/>
                    </a:lnTo>
                    <a:lnTo>
                      <a:pt x="1747" y="1006"/>
                    </a:lnTo>
                    <a:lnTo>
                      <a:pt x="1617" y="934"/>
                    </a:lnTo>
                    <a:lnTo>
                      <a:pt x="1574" y="906"/>
                    </a:lnTo>
                    <a:lnTo>
                      <a:pt x="1481" y="856"/>
                    </a:lnTo>
                    <a:lnTo>
                      <a:pt x="1467" y="848"/>
                    </a:lnTo>
                    <a:lnTo>
                      <a:pt x="1"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09" name="Google Shape;1273;p41">
                <a:extLst>
                  <a:ext uri="{FF2B5EF4-FFF2-40B4-BE49-F238E27FC236}">
                    <a16:creationId xmlns:a16="http://schemas.microsoft.com/office/drawing/2014/main" id="{6442699D-653A-445D-B4A3-3DAE49CC8918}"/>
                  </a:ext>
                </a:extLst>
              </p:cNvPr>
              <p:cNvSpPr/>
              <p:nvPr/>
            </p:nvSpPr>
            <p:spPr>
              <a:xfrm>
                <a:off x="1404038" y="3924960"/>
                <a:ext cx="151517" cy="111723"/>
              </a:xfrm>
              <a:custGeom>
                <a:avLst/>
                <a:gdLst/>
                <a:ahLst/>
                <a:cxnLst/>
                <a:rect l="l" t="t" r="r" b="b"/>
                <a:pathLst>
                  <a:path w="1424" h="1050" extrusionOk="0">
                    <a:moveTo>
                      <a:pt x="1403" y="0"/>
                    </a:moveTo>
                    <a:lnTo>
                      <a:pt x="1" y="820"/>
                    </a:lnTo>
                    <a:lnTo>
                      <a:pt x="1" y="1049"/>
                    </a:lnTo>
                    <a:lnTo>
                      <a:pt x="1424" y="223"/>
                    </a:lnTo>
                    <a:cubicBezTo>
                      <a:pt x="1410" y="87"/>
                      <a:pt x="1403" y="0"/>
                      <a:pt x="1403"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10" name="Google Shape;1274;p41">
                <a:extLst>
                  <a:ext uri="{FF2B5EF4-FFF2-40B4-BE49-F238E27FC236}">
                    <a16:creationId xmlns:a16="http://schemas.microsoft.com/office/drawing/2014/main" id="{E3A3F3B8-65E8-4484-8C7C-741392BDECF3}"/>
                  </a:ext>
                </a:extLst>
              </p:cNvPr>
              <p:cNvSpPr/>
              <p:nvPr/>
            </p:nvSpPr>
            <p:spPr>
              <a:xfrm>
                <a:off x="1597479" y="3791850"/>
                <a:ext cx="185353" cy="130769"/>
              </a:xfrm>
              <a:custGeom>
                <a:avLst/>
                <a:gdLst/>
                <a:ahLst/>
                <a:cxnLst/>
                <a:rect l="l" t="t" r="r" b="b"/>
                <a:pathLst>
                  <a:path w="1742" h="1229" extrusionOk="0">
                    <a:moveTo>
                      <a:pt x="1741" y="1"/>
                    </a:moveTo>
                    <a:lnTo>
                      <a:pt x="173" y="913"/>
                    </a:lnTo>
                    <a:lnTo>
                      <a:pt x="1" y="1013"/>
                    </a:lnTo>
                    <a:lnTo>
                      <a:pt x="16" y="1020"/>
                    </a:lnTo>
                    <a:cubicBezTo>
                      <a:pt x="16" y="1020"/>
                      <a:pt x="16" y="1099"/>
                      <a:pt x="30" y="1229"/>
                    </a:cubicBezTo>
                    <a:lnTo>
                      <a:pt x="173" y="1143"/>
                    </a:lnTo>
                    <a:lnTo>
                      <a:pt x="1741" y="230"/>
                    </a:lnTo>
                    <a:lnTo>
                      <a:pt x="1741"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511" name="Google Shape;1275;p41">
                <a:extLst>
                  <a:ext uri="{FF2B5EF4-FFF2-40B4-BE49-F238E27FC236}">
                    <a16:creationId xmlns:a16="http://schemas.microsoft.com/office/drawing/2014/main" id="{1E8D84F5-45CA-471C-927A-FE2AAE9F747E}"/>
                  </a:ext>
                </a:extLst>
              </p:cNvPr>
              <p:cNvSpPr/>
              <p:nvPr/>
            </p:nvSpPr>
            <p:spPr>
              <a:xfrm>
                <a:off x="1383502" y="3756630"/>
                <a:ext cx="307503" cy="397839"/>
              </a:xfrm>
              <a:custGeom>
                <a:avLst/>
                <a:gdLst/>
                <a:ahLst/>
                <a:cxnLst/>
                <a:rect l="l" t="t" r="r" b="b"/>
                <a:pathLst>
                  <a:path w="2890" h="3739" extrusionOk="0">
                    <a:moveTo>
                      <a:pt x="423" y="0"/>
                    </a:moveTo>
                    <a:lnTo>
                      <a:pt x="0" y="230"/>
                    </a:lnTo>
                    <a:lnTo>
                      <a:pt x="1380" y="1403"/>
                    </a:lnTo>
                    <a:lnTo>
                      <a:pt x="1596" y="1582"/>
                    </a:lnTo>
                    <a:cubicBezTo>
                      <a:pt x="1596" y="1582"/>
                      <a:pt x="1603" y="1669"/>
                      <a:pt x="1617" y="1805"/>
                    </a:cubicBezTo>
                    <a:cubicBezTo>
                      <a:pt x="1631" y="2014"/>
                      <a:pt x="1682" y="2352"/>
                      <a:pt x="1782" y="2697"/>
                    </a:cubicBezTo>
                    <a:cubicBezTo>
                      <a:pt x="1889" y="3062"/>
                      <a:pt x="2055" y="3430"/>
                      <a:pt x="2329" y="3646"/>
                    </a:cubicBezTo>
                    <a:cubicBezTo>
                      <a:pt x="2372" y="3680"/>
                      <a:pt x="2415" y="3716"/>
                      <a:pt x="2465" y="3739"/>
                    </a:cubicBezTo>
                    <a:lnTo>
                      <a:pt x="2529" y="3559"/>
                    </a:lnTo>
                    <a:lnTo>
                      <a:pt x="2890" y="3508"/>
                    </a:lnTo>
                    <a:cubicBezTo>
                      <a:pt x="2838" y="3480"/>
                      <a:pt x="2788" y="3444"/>
                      <a:pt x="2745" y="3407"/>
                    </a:cubicBezTo>
                    <a:cubicBezTo>
                      <a:pt x="2422" y="3142"/>
                      <a:pt x="2243" y="2654"/>
                      <a:pt x="2148" y="2222"/>
                    </a:cubicBezTo>
                    <a:cubicBezTo>
                      <a:pt x="2114" y="2071"/>
                      <a:pt x="2084" y="1927"/>
                      <a:pt x="2070" y="1798"/>
                    </a:cubicBezTo>
                    <a:cubicBezTo>
                      <a:pt x="2055" y="1712"/>
                      <a:pt x="2048" y="1625"/>
                      <a:pt x="2041" y="1560"/>
                    </a:cubicBezTo>
                    <a:cubicBezTo>
                      <a:pt x="2027" y="1430"/>
                      <a:pt x="2027" y="1351"/>
                      <a:pt x="2027" y="1351"/>
                    </a:cubicBezTo>
                    <a:lnTo>
                      <a:pt x="2012" y="1344"/>
                    </a:lnTo>
                    <a:lnTo>
                      <a:pt x="42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grpSp>
        <p:sp>
          <p:nvSpPr>
            <p:cNvPr id="15" name="Google Shape;1279;p41">
              <a:extLst>
                <a:ext uri="{FF2B5EF4-FFF2-40B4-BE49-F238E27FC236}">
                  <a16:creationId xmlns:a16="http://schemas.microsoft.com/office/drawing/2014/main" id="{6AB8EB51-12EC-4161-954A-43696002724A}"/>
                </a:ext>
              </a:extLst>
            </p:cNvPr>
            <p:cNvSpPr/>
            <p:nvPr/>
          </p:nvSpPr>
          <p:spPr>
            <a:xfrm>
              <a:off x="1348449" y="1954200"/>
              <a:ext cx="99155" cy="99351"/>
            </a:xfrm>
            <a:custGeom>
              <a:avLst/>
              <a:gdLst/>
              <a:ahLst/>
              <a:cxnLst/>
              <a:rect l="l" t="t" r="r" b="b"/>
              <a:pathLst>
                <a:path w="561" h="562" fill="none" extrusionOk="0">
                  <a:moveTo>
                    <a:pt x="561" y="282"/>
                  </a:moveTo>
                  <a:cubicBezTo>
                    <a:pt x="561" y="432"/>
                    <a:pt x="438" y="561"/>
                    <a:pt x="281" y="561"/>
                  </a:cubicBezTo>
                  <a:cubicBezTo>
                    <a:pt x="129" y="561"/>
                    <a:pt x="0" y="432"/>
                    <a:pt x="0" y="282"/>
                  </a:cubicBezTo>
                  <a:cubicBezTo>
                    <a:pt x="0" y="123"/>
                    <a:pt x="129" y="0"/>
                    <a:pt x="281" y="0"/>
                  </a:cubicBezTo>
                  <a:cubicBezTo>
                    <a:pt x="438" y="0"/>
                    <a:pt x="561" y="123"/>
                    <a:pt x="561" y="282"/>
                  </a:cubicBezTo>
                  <a:close/>
                </a:path>
              </a:pathLst>
            </a:custGeom>
            <a:noFill/>
            <a:ln w="9525" cap="rnd" cmpd="sng">
              <a:solidFill>
                <a:schemeClr val="lt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grpSp>
    </p:spTree>
    <p:extLst>
      <p:ext uri="{BB962C8B-B14F-4D97-AF65-F5344CB8AC3E}">
        <p14:creationId xmlns:p14="http://schemas.microsoft.com/office/powerpoint/2010/main" val="270538818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61"/>
        <p:cNvGrpSpPr/>
        <p:nvPr/>
      </p:nvGrpSpPr>
      <p:grpSpPr>
        <a:xfrm>
          <a:off x="0" y="0"/>
          <a:ext cx="0" cy="0"/>
          <a:chOff x="0" y="0"/>
          <a:chExt cx="0" cy="0"/>
        </a:xfrm>
      </p:grpSpPr>
      <p:sp>
        <p:nvSpPr>
          <p:cNvPr id="3462" name="Google Shape;3462;p59"/>
          <p:cNvSpPr txBox="1">
            <a:spLocks noGrp="1"/>
          </p:cNvSpPr>
          <p:nvPr>
            <p:ph type="title"/>
          </p:nvPr>
        </p:nvSpPr>
        <p:spPr>
          <a:xfrm>
            <a:off x="965000" y="702567"/>
            <a:ext cx="10262000" cy="763600"/>
          </a:xfrm>
          <a:prstGeom prst="rect">
            <a:avLst/>
          </a:prstGeom>
        </p:spPr>
        <p:txBody>
          <a:bodyPr spcFirstLastPara="1" vert="horz" wrap="square" lIns="121900" tIns="121900" rIns="121900" bIns="121900" rtlCol="0" anchor="t" anchorCtr="0">
            <a:noAutofit/>
          </a:bodyPr>
          <a:lstStyle/>
          <a:p>
            <a:pPr>
              <a:buClr>
                <a:schemeClr val="dk1"/>
              </a:buClr>
              <a:buSzPts val="1100"/>
            </a:pPr>
            <a:r>
              <a:rPr kumimoji="0" lang="en-US" sz="4000" b="1" i="1" u="none" strike="noStrike" kern="1200" cap="none" spc="0" normalizeH="0" baseline="0" noProof="0" dirty="0">
                <a:ln>
                  <a:noFill/>
                </a:ln>
                <a:solidFill>
                  <a:srgbClr val="292D34"/>
                </a:solidFill>
                <a:effectLst/>
                <a:uLnTx/>
                <a:uFillTx/>
                <a:latin typeface="Times New Roman" panose="02020603050405020304" pitchFamily="18" charset="0"/>
                <a:cs typeface="Times New Roman" panose="02020603050405020304" pitchFamily="18" charset="0"/>
              </a:rPr>
              <a:t>Advantages of AI Sites for Students</a:t>
            </a:r>
            <a:endParaRPr i="1" dirty="0"/>
          </a:p>
        </p:txBody>
      </p:sp>
      <p:grpSp>
        <p:nvGrpSpPr>
          <p:cNvPr id="3463" name="Google Shape;3463;p59"/>
          <p:cNvGrpSpPr/>
          <p:nvPr/>
        </p:nvGrpSpPr>
        <p:grpSpPr>
          <a:xfrm>
            <a:off x="4287017" y="2044144"/>
            <a:ext cx="3744136" cy="3700345"/>
            <a:chOff x="4820425" y="1329900"/>
            <a:chExt cx="70175" cy="69312"/>
          </a:xfrm>
        </p:grpSpPr>
        <p:sp>
          <p:nvSpPr>
            <p:cNvPr id="3464" name="Google Shape;3464;p59"/>
            <p:cNvSpPr/>
            <p:nvPr/>
          </p:nvSpPr>
          <p:spPr>
            <a:xfrm>
              <a:off x="4862975" y="1335475"/>
              <a:ext cx="27625" cy="34650"/>
            </a:xfrm>
            <a:custGeom>
              <a:avLst/>
              <a:gdLst/>
              <a:ahLst/>
              <a:cxnLst/>
              <a:rect l="l" t="t" r="r" b="b"/>
              <a:pathLst>
                <a:path w="1105" h="1386" extrusionOk="0">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chemeClr val="accent5">
                <a:lumMod val="75000"/>
              </a:schemeClr>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65" name="Google Shape;3465;p59"/>
            <p:cNvSpPr/>
            <p:nvPr/>
          </p:nvSpPr>
          <p:spPr>
            <a:xfrm>
              <a:off x="4820425" y="1360000"/>
              <a:ext cx="27625" cy="34650"/>
            </a:xfrm>
            <a:custGeom>
              <a:avLst/>
              <a:gdLst/>
              <a:ahLst/>
              <a:cxnLst/>
              <a:rect l="l" t="t" r="r" b="b"/>
              <a:pathLst>
                <a:path w="1105" h="1386" extrusionOk="0">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chemeClr val="accent5">
                <a:lumMod val="75000"/>
              </a:schemeClr>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3466" name="Google Shape;3466;p59"/>
            <p:cNvSpPr/>
            <p:nvPr/>
          </p:nvSpPr>
          <p:spPr>
            <a:xfrm>
              <a:off x="4850169" y="1371762"/>
              <a:ext cx="34625" cy="27450"/>
            </a:xfrm>
            <a:custGeom>
              <a:avLst/>
              <a:gdLst/>
              <a:ahLst/>
              <a:cxnLst/>
              <a:rect l="l" t="t" r="r" b="b"/>
              <a:pathLst>
                <a:path w="1385" h="1098" extrusionOk="0">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chemeClr val="tx2">
                <a:lumMod val="20000"/>
                <a:lumOff val="80000"/>
              </a:schemeClr>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3467" name="Google Shape;3467;p59"/>
            <p:cNvSpPr/>
            <p:nvPr/>
          </p:nvSpPr>
          <p:spPr>
            <a:xfrm>
              <a:off x="4825850" y="1329900"/>
              <a:ext cx="34625" cy="27975"/>
            </a:xfrm>
            <a:custGeom>
              <a:avLst/>
              <a:gdLst/>
              <a:ahLst/>
              <a:cxnLst/>
              <a:rect l="l" t="t" r="r" b="b"/>
              <a:pathLst>
                <a:path w="1385" h="1119" extrusionOk="0">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chemeClr val="tx2">
                <a:lumMod val="20000"/>
                <a:lumOff val="80000"/>
              </a:schemeClr>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
        <p:nvSpPr>
          <p:cNvPr id="3468" name="Google Shape;3468;p59"/>
          <p:cNvSpPr txBox="1">
            <a:spLocks noGrp="1"/>
          </p:cNvSpPr>
          <p:nvPr>
            <p:ph type="subTitle" idx="1"/>
          </p:nvPr>
        </p:nvSpPr>
        <p:spPr>
          <a:xfrm>
            <a:off x="1473201" y="2009174"/>
            <a:ext cx="2673200" cy="487600"/>
          </a:xfrm>
          <a:prstGeom prst="rect">
            <a:avLst/>
          </a:prstGeom>
          <a:noFill/>
          <a:ln>
            <a:noFill/>
          </a:ln>
        </p:spPr>
        <p:txBody>
          <a:bodyPr spcFirstLastPara="1" wrap="square" lIns="121900" tIns="121900" rIns="121900" bIns="121900" anchor="ctr" anchorCtr="0">
            <a:noAutofit/>
          </a:bodyPr>
          <a:lstStyle/>
          <a:p>
            <a:pPr marL="0" indent="0" algn="l">
              <a:buNone/>
            </a:pPr>
            <a:r>
              <a:rPr lang="en-US" sz="2400" b="1" i="1" dirty="0">
                <a:solidFill>
                  <a:srgbClr val="292D34"/>
                </a:solidFill>
                <a:latin typeface="Times New Roman" panose="02020603050405020304" pitchFamily="18" charset="0"/>
                <a:cs typeface="Times New Roman" panose="02020603050405020304" pitchFamily="18" charset="0"/>
              </a:rPr>
              <a:t>24/7 Accessibility</a:t>
            </a:r>
          </a:p>
        </p:txBody>
      </p:sp>
      <p:sp>
        <p:nvSpPr>
          <p:cNvPr id="3469" name="Google Shape;3469;p59"/>
          <p:cNvSpPr txBox="1">
            <a:spLocks noGrp="1"/>
          </p:cNvSpPr>
          <p:nvPr>
            <p:ph type="subTitle" idx="2"/>
          </p:nvPr>
        </p:nvSpPr>
        <p:spPr>
          <a:xfrm>
            <a:off x="1384620" y="2544545"/>
            <a:ext cx="3279774" cy="814400"/>
          </a:xfrm>
          <a:prstGeom prst="rect">
            <a:avLst/>
          </a:prstGeom>
          <a:noFill/>
          <a:ln>
            <a:noFill/>
          </a:ln>
        </p:spPr>
        <p:txBody>
          <a:bodyPr spcFirstLastPara="1" wrap="square" lIns="121900" tIns="121900" rIns="121900" bIns="121900" anchor="ctr" anchorCtr="0">
            <a:noAutofit/>
          </a:bodyPr>
          <a:lstStyle/>
          <a:p>
            <a:pPr marL="0" indent="0" algn="l">
              <a:buNone/>
            </a:pPr>
            <a:r>
              <a:rPr lang="en-US" sz="2000" i="1" dirty="0">
                <a:solidFill>
                  <a:srgbClr val="292D34"/>
                </a:solidFill>
                <a:latin typeface="Times New Roman" panose="02020603050405020304" pitchFamily="18" charset="0"/>
                <a:cs typeface="Times New Roman" panose="02020603050405020304" pitchFamily="18" charset="0"/>
              </a:rPr>
              <a:t>Students can access AI sites anytime, anywhere, allowing for flexible learning.</a:t>
            </a:r>
          </a:p>
        </p:txBody>
      </p:sp>
      <p:sp>
        <p:nvSpPr>
          <p:cNvPr id="3470" name="Google Shape;3470;p59"/>
          <p:cNvSpPr txBox="1">
            <a:spLocks noGrp="1"/>
          </p:cNvSpPr>
          <p:nvPr>
            <p:ph type="subTitle" idx="4294967295"/>
          </p:nvPr>
        </p:nvSpPr>
        <p:spPr>
          <a:xfrm>
            <a:off x="1290949" y="3824031"/>
            <a:ext cx="2673200" cy="487600"/>
          </a:xfrm>
          <a:prstGeom prst="rect">
            <a:avLst/>
          </a:prstGeom>
        </p:spPr>
        <p:txBody>
          <a:bodyPr spcFirstLastPara="1" vert="horz" wrap="square" lIns="121900" tIns="121900" rIns="121900" bIns="121900" rtlCol="0" anchor="t" anchorCtr="0">
            <a:noAutofit/>
          </a:bodyPr>
          <a:lstStyle/>
          <a:p>
            <a:pPr marL="0" indent="0">
              <a:lnSpc>
                <a:spcPct val="100000"/>
              </a:lnSpc>
              <a:spcBef>
                <a:spcPts val="0"/>
              </a:spcBef>
              <a:buNone/>
              <a:defRPr/>
            </a:pPr>
            <a:r>
              <a:rPr lang="en-US" sz="2400" b="1" i="1" dirty="0">
                <a:solidFill>
                  <a:srgbClr val="292D34"/>
                </a:solidFill>
                <a:latin typeface="Times New Roman" panose="02020603050405020304" pitchFamily="18" charset="0"/>
                <a:cs typeface="Times New Roman" panose="02020603050405020304" pitchFamily="18" charset="0"/>
              </a:rPr>
              <a:t>Time-saving</a:t>
            </a:r>
            <a:endParaRPr kumimoji="0" lang="en-US" sz="2400" b="0" i="1" u="none" strike="noStrike" kern="1200" cap="none" spc="0" normalizeH="0" baseline="0" noProof="0" dirty="0">
              <a:ln>
                <a:noFill/>
              </a:ln>
              <a:solidFill>
                <a:srgbClr val="292D34"/>
              </a:solidFill>
              <a:effectLst/>
              <a:uLnTx/>
              <a:uFillTx/>
              <a:latin typeface="Times New Roman" panose="02020603050405020304" pitchFamily="18" charset="0"/>
              <a:ea typeface="+mn-ea"/>
              <a:cs typeface="Times New Roman" panose="02020603050405020304" pitchFamily="18" charset="0"/>
            </a:endParaRPr>
          </a:p>
        </p:txBody>
      </p:sp>
      <p:sp>
        <p:nvSpPr>
          <p:cNvPr id="3471" name="Google Shape;3471;p59"/>
          <p:cNvSpPr txBox="1">
            <a:spLocks noGrp="1"/>
          </p:cNvSpPr>
          <p:nvPr>
            <p:ph type="subTitle" idx="3"/>
          </p:nvPr>
        </p:nvSpPr>
        <p:spPr>
          <a:xfrm>
            <a:off x="1272438" y="4630304"/>
            <a:ext cx="3558113" cy="814400"/>
          </a:xfrm>
          <a:prstGeom prst="rect">
            <a:avLst/>
          </a:prstGeom>
          <a:noFill/>
          <a:ln>
            <a:noFill/>
          </a:ln>
        </p:spPr>
        <p:txBody>
          <a:bodyPr spcFirstLastPara="1" wrap="square" lIns="121900" tIns="121900" rIns="121900" bIns="121900" anchor="ctr" anchorCtr="0">
            <a:noAutofit/>
          </a:bodyPr>
          <a:lstStyle/>
          <a:p>
            <a:pPr marL="0" indent="0">
              <a:spcBef>
                <a:spcPts val="0"/>
              </a:spcBef>
              <a:buNone/>
            </a:pPr>
            <a:br>
              <a:rPr lang="en-US" sz="2000" i="1" dirty="0">
                <a:solidFill>
                  <a:srgbClr val="292D34"/>
                </a:solidFill>
                <a:latin typeface="Times New Roman" panose="02020603050405020304" pitchFamily="18" charset="0"/>
                <a:cs typeface="Times New Roman" panose="02020603050405020304" pitchFamily="18" charset="0"/>
              </a:rPr>
            </a:br>
            <a:r>
              <a:rPr lang="en-US" sz="2000" i="1" dirty="0">
                <a:solidFill>
                  <a:srgbClr val="292D34"/>
                </a:solidFill>
                <a:latin typeface="Times New Roman" panose="02020603050405020304" pitchFamily="18" charset="0"/>
                <a:cs typeface="Times New Roman" panose="02020603050405020304" pitchFamily="18" charset="0"/>
              </a:rPr>
              <a:t>AI is a time-saving asset for educators, automating tasks like grading and resource creation, allowing them to focus more on personalized instruction and student engagement.</a:t>
            </a:r>
            <a:endParaRPr sz="2000" i="1" dirty="0">
              <a:solidFill>
                <a:srgbClr val="292D34"/>
              </a:solidFill>
              <a:latin typeface="Times New Roman" panose="02020603050405020304" pitchFamily="18" charset="0"/>
              <a:cs typeface="Times New Roman" panose="02020603050405020304" pitchFamily="18" charset="0"/>
              <a:sym typeface="Barlow Semi Condensed"/>
            </a:endParaRPr>
          </a:p>
        </p:txBody>
      </p:sp>
      <p:sp>
        <p:nvSpPr>
          <p:cNvPr id="3472" name="Google Shape;3472;p59"/>
          <p:cNvSpPr txBox="1">
            <a:spLocks noGrp="1"/>
          </p:cNvSpPr>
          <p:nvPr>
            <p:ph type="subTitle" idx="4"/>
          </p:nvPr>
        </p:nvSpPr>
        <p:spPr>
          <a:xfrm>
            <a:off x="8164538" y="2009174"/>
            <a:ext cx="3182031" cy="487600"/>
          </a:xfrm>
          <a:prstGeom prst="rect">
            <a:avLst/>
          </a:prstGeom>
          <a:noFill/>
          <a:ln>
            <a:noFill/>
          </a:ln>
        </p:spPr>
        <p:txBody>
          <a:bodyPr spcFirstLastPara="1" wrap="square" lIns="121900" tIns="121900" rIns="121900" bIns="121900" anchor="ctr" anchorCtr="0">
            <a:noAutofit/>
          </a:bodyPr>
          <a:lstStyle/>
          <a:p>
            <a:pPr marL="0" indent="0" algn="l">
              <a:buNone/>
            </a:pPr>
            <a:r>
              <a:rPr lang="en-US" sz="2400" b="1" i="1" dirty="0">
                <a:solidFill>
                  <a:srgbClr val="292D34"/>
                </a:solidFill>
                <a:latin typeface="Times New Roman" panose="02020603050405020304" pitchFamily="18" charset="0"/>
                <a:cs typeface="Times New Roman" panose="02020603050405020304" pitchFamily="18" charset="0"/>
              </a:rPr>
              <a:t>Personalized Learning</a:t>
            </a:r>
          </a:p>
        </p:txBody>
      </p:sp>
      <p:sp>
        <p:nvSpPr>
          <p:cNvPr id="3473" name="Google Shape;3473;p59"/>
          <p:cNvSpPr txBox="1">
            <a:spLocks noGrp="1"/>
          </p:cNvSpPr>
          <p:nvPr>
            <p:ph type="subTitle" idx="5"/>
          </p:nvPr>
        </p:nvSpPr>
        <p:spPr>
          <a:xfrm>
            <a:off x="8171768" y="2581716"/>
            <a:ext cx="3315381" cy="814400"/>
          </a:xfrm>
          <a:prstGeom prst="rect">
            <a:avLst/>
          </a:prstGeom>
          <a:noFill/>
          <a:ln>
            <a:noFill/>
          </a:ln>
        </p:spPr>
        <p:txBody>
          <a:bodyPr spcFirstLastPara="1" wrap="square" lIns="121900" tIns="121900" rIns="121900" bIns="121900" anchor="ctr" anchorCtr="0">
            <a:noAutofit/>
          </a:bodyPr>
          <a:lstStyle/>
          <a:p>
            <a:pPr marL="0" indent="0" algn="l">
              <a:buNone/>
            </a:pPr>
            <a:r>
              <a:rPr lang="en-US" sz="2000" i="1" dirty="0">
                <a:solidFill>
                  <a:srgbClr val="292D34"/>
                </a:solidFill>
                <a:latin typeface="Times New Roman" panose="02020603050405020304" pitchFamily="18" charset="0"/>
                <a:cs typeface="Times New Roman" panose="02020603050405020304" pitchFamily="18" charset="0"/>
              </a:rPr>
              <a:t>AI sites adapt to individual learning styles and provide customized study materials.</a:t>
            </a:r>
          </a:p>
        </p:txBody>
      </p:sp>
      <p:sp>
        <p:nvSpPr>
          <p:cNvPr id="3474" name="Google Shape;3474;p59"/>
          <p:cNvSpPr txBox="1">
            <a:spLocks noGrp="1"/>
          </p:cNvSpPr>
          <p:nvPr>
            <p:ph type="subTitle" idx="6"/>
          </p:nvPr>
        </p:nvSpPr>
        <p:spPr>
          <a:xfrm>
            <a:off x="8246362" y="4279022"/>
            <a:ext cx="2673200" cy="4876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None/>
              <a:tabLst/>
              <a:defRPr/>
            </a:pPr>
            <a:r>
              <a:rPr kumimoji="0" lang="en-US" sz="2400" b="1" i="1" u="none" strike="noStrike" kern="1200" cap="none" spc="0" normalizeH="0" baseline="0" noProof="0" dirty="0">
                <a:ln>
                  <a:noFill/>
                </a:ln>
                <a:solidFill>
                  <a:srgbClr val="292D34"/>
                </a:solidFill>
                <a:effectLst/>
                <a:uLnTx/>
                <a:uFillTx/>
                <a:latin typeface="Times New Roman" panose="02020603050405020304" pitchFamily="18" charset="0"/>
                <a:ea typeface="+mn-ea"/>
                <a:cs typeface="Times New Roman" panose="02020603050405020304" pitchFamily="18" charset="0"/>
              </a:rPr>
              <a:t>Instant Feedback</a:t>
            </a:r>
          </a:p>
        </p:txBody>
      </p:sp>
      <p:sp>
        <p:nvSpPr>
          <p:cNvPr id="3475" name="Google Shape;3475;p59"/>
          <p:cNvSpPr txBox="1">
            <a:spLocks noGrp="1"/>
          </p:cNvSpPr>
          <p:nvPr>
            <p:ph type="subTitle" idx="7"/>
          </p:nvPr>
        </p:nvSpPr>
        <p:spPr>
          <a:xfrm>
            <a:off x="8246362" y="4834788"/>
            <a:ext cx="3315381" cy="814400"/>
          </a:xfrm>
          <a:prstGeom prst="rect">
            <a:avLst/>
          </a:prstGeom>
          <a:noFill/>
          <a:ln>
            <a:noFill/>
          </a:ln>
        </p:spPr>
        <p:txBody>
          <a:bodyPr spcFirstLastPara="1" wrap="square" lIns="121900" tIns="121900" rIns="121900" bIns="121900" anchor="ctr" anchorCtr="0">
            <a:noAutofit/>
          </a:bodyPr>
          <a:lstStyle/>
          <a:p>
            <a:pPr marL="0" indent="0" algn="l">
              <a:buNone/>
            </a:pPr>
            <a:r>
              <a:rPr lang="en-US" sz="2000" i="1" dirty="0">
                <a:solidFill>
                  <a:srgbClr val="292D34"/>
                </a:solidFill>
                <a:latin typeface="Times New Roman" panose="02020603050405020304" pitchFamily="18" charset="0"/>
                <a:cs typeface="Times New Roman" panose="02020603050405020304" pitchFamily="18" charset="0"/>
              </a:rPr>
              <a:t>AI-powered assessments provide immediate feedback on student performance and progress.</a:t>
            </a:r>
          </a:p>
        </p:txBody>
      </p:sp>
      <p:grpSp>
        <p:nvGrpSpPr>
          <p:cNvPr id="2" name="Google Shape;17920;p89">
            <a:extLst>
              <a:ext uri="{FF2B5EF4-FFF2-40B4-BE49-F238E27FC236}">
                <a16:creationId xmlns:a16="http://schemas.microsoft.com/office/drawing/2014/main" id="{41A99E8A-24EC-2BA3-0AF6-6CB80F5D6A77}"/>
              </a:ext>
            </a:extLst>
          </p:cNvPr>
          <p:cNvGrpSpPr/>
          <p:nvPr/>
        </p:nvGrpSpPr>
        <p:grpSpPr>
          <a:xfrm>
            <a:off x="5648347" y="2447967"/>
            <a:ext cx="356171" cy="387684"/>
            <a:chOff x="-34032200" y="2634975"/>
            <a:chExt cx="292225" cy="292250"/>
          </a:xfrm>
          <a:solidFill>
            <a:schemeClr val="tx1"/>
          </a:solidFill>
        </p:grpSpPr>
        <p:sp>
          <p:nvSpPr>
            <p:cNvPr id="3" name="Google Shape;17921;p89">
              <a:extLst>
                <a:ext uri="{FF2B5EF4-FFF2-40B4-BE49-F238E27FC236}">
                  <a16:creationId xmlns:a16="http://schemas.microsoft.com/office/drawing/2014/main" id="{BA674CA0-FC5E-AC9A-16D5-E93C5F8771E0}"/>
                </a:ext>
              </a:extLst>
            </p:cNvPr>
            <p:cNvSpPr/>
            <p:nvPr/>
          </p:nvSpPr>
          <p:spPr>
            <a:xfrm>
              <a:off x="-34032200" y="2634975"/>
              <a:ext cx="292225" cy="292250"/>
            </a:xfrm>
            <a:custGeom>
              <a:avLst/>
              <a:gdLst/>
              <a:ahLst/>
              <a:cxnLst/>
              <a:rect l="l" t="t" r="r" b="b"/>
              <a:pathLst>
                <a:path w="11689" h="11690" extrusionOk="0">
                  <a:moveTo>
                    <a:pt x="5766" y="662"/>
                  </a:moveTo>
                  <a:cubicBezTo>
                    <a:pt x="8602" y="662"/>
                    <a:pt x="10933" y="2962"/>
                    <a:pt x="10933" y="5798"/>
                  </a:cubicBezTo>
                  <a:cubicBezTo>
                    <a:pt x="10933" y="6806"/>
                    <a:pt x="10649" y="7783"/>
                    <a:pt x="10114" y="8602"/>
                  </a:cubicBezTo>
                  <a:lnTo>
                    <a:pt x="10145" y="8444"/>
                  </a:lnTo>
                  <a:cubicBezTo>
                    <a:pt x="10177" y="8350"/>
                    <a:pt x="10145" y="8224"/>
                    <a:pt x="10082" y="8129"/>
                  </a:cubicBezTo>
                  <a:cubicBezTo>
                    <a:pt x="9988" y="8066"/>
                    <a:pt x="9862" y="8035"/>
                    <a:pt x="9767" y="8035"/>
                  </a:cubicBezTo>
                  <a:lnTo>
                    <a:pt x="9641" y="8066"/>
                  </a:lnTo>
                  <a:cubicBezTo>
                    <a:pt x="10019" y="7405"/>
                    <a:pt x="10240" y="6617"/>
                    <a:pt x="10240" y="5829"/>
                  </a:cubicBezTo>
                  <a:cubicBezTo>
                    <a:pt x="10240" y="3372"/>
                    <a:pt x="8223" y="1356"/>
                    <a:pt x="5766" y="1356"/>
                  </a:cubicBezTo>
                  <a:cubicBezTo>
                    <a:pt x="5136" y="1356"/>
                    <a:pt x="4506" y="1482"/>
                    <a:pt x="3970" y="1765"/>
                  </a:cubicBezTo>
                  <a:cubicBezTo>
                    <a:pt x="3813" y="1828"/>
                    <a:pt x="3718" y="2017"/>
                    <a:pt x="3813" y="2175"/>
                  </a:cubicBezTo>
                  <a:lnTo>
                    <a:pt x="3970" y="2553"/>
                  </a:lnTo>
                  <a:lnTo>
                    <a:pt x="2710" y="2742"/>
                  </a:lnTo>
                  <a:lnTo>
                    <a:pt x="2301" y="2773"/>
                  </a:lnTo>
                  <a:cubicBezTo>
                    <a:pt x="2364" y="2647"/>
                    <a:pt x="2710" y="1324"/>
                    <a:pt x="2742" y="1198"/>
                  </a:cubicBezTo>
                  <a:lnTo>
                    <a:pt x="2836" y="1293"/>
                  </a:lnTo>
                  <a:cubicBezTo>
                    <a:pt x="2898" y="1354"/>
                    <a:pt x="2986" y="1402"/>
                    <a:pt x="3084" y="1402"/>
                  </a:cubicBezTo>
                  <a:cubicBezTo>
                    <a:pt x="3136" y="1402"/>
                    <a:pt x="3191" y="1389"/>
                    <a:pt x="3246" y="1356"/>
                  </a:cubicBezTo>
                  <a:cubicBezTo>
                    <a:pt x="4033" y="883"/>
                    <a:pt x="4915" y="662"/>
                    <a:pt x="5766" y="662"/>
                  </a:cubicBezTo>
                  <a:close/>
                  <a:moveTo>
                    <a:pt x="6144" y="2080"/>
                  </a:moveTo>
                  <a:cubicBezTo>
                    <a:pt x="7940" y="2238"/>
                    <a:pt x="9358" y="3687"/>
                    <a:pt x="9515" y="5451"/>
                  </a:cubicBezTo>
                  <a:lnTo>
                    <a:pt x="9200" y="5451"/>
                  </a:lnTo>
                  <a:cubicBezTo>
                    <a:pt x="9011" y="5451"/>
                    <a:pt x="8854" y="5609"/>
                    <a:pt x="8854" y="5829"/>
                  </a:cubicBezTo>
                  <a:cubicBezTo>
                    <a:pt x="8854" y="6018"/>
                    <a:pt x="9011" y="6176"/>
                    <a:pt x="9200" y="6176"/>
                  </a:cubicBezTo>
                  <a:lnTo>
                    <a:pt x="9515" y="6176"/>
                  </a:lnTo>
                  <a:cubicBezTo>
                    <a:pt x="9452" y="6932"/>
                    <a:pt x="9169" y="7657"/>
                    <a:pt x="8665" y="8255"/>
                  </a:cubicBezTo>
                  <a:lnTo>
                    <a:pt x="6995" y="8570"/>
                  </a:lnTo>
                  <a:cubicBezTo>
                    <a:pt x="6900" y="8602"/>
                    <a:pt x="6806" y="8665"/>
                    <a:pt x="6774" y="8759"/>
                  </a:cubicBezTo>
                  <a:cubicBezTo>
                    <a:pt x="6743" y="8885"/>
                    <a:pt x="6743" y="9011"/>
                    <a:pt x="6806" y="9074"/>
                  </a:cubicBezTo>
                  <a:lnTo>
                    <a:pt x="6995" y="9389"/>
                  </a:lnTo>
                  <a:cubicBezTo>
                    <a:pt x="6743" y="9484"/>
                    <a:pt x="6459" y="9547"/>
                    <a:pt x="6176" y="9547"/>
                  </a:cubicBezTo>
                  <a:lnTo>
                    <a:pt x="6176" y="9232"/>
                  </a:lnTo>
                  <a:cubicBezTo>
                    <a:pt x="6176" y="9043"/>
                    <a:pt x="6018" y="8885"/>
                    <a:pt x="5829" y="8885"/>
                  </a:cubicBezTo>
                  <a:cubicBezTo>
                    <a:pt x="5640" y="8885"/>
                    <a:pt x="5483" y="9043"/>
                    <a:pt x="5483" y="9232"/>
                  </a:cubicBezTo>
                  <a:lnTo>
                    <a:pt x="5483" y="9547"/>
                  </a:lnTo>
                  <a:cubicBezTo>
                    <a:pt x="3655" y="9389"/>
                    <a:pt x="2238" y="7940"/>
                    <a:pt x="2080" y="6176"/>
                  </a:cubicBezTo>
                  <a:lnTo>
                    <a:pt x="2395" y="6176"/>
                  </a:lnTo>
                  <a:cubicBezTo>
                    <a:pt x="2584" y="6176"/>
                    <a:pt x="2742" y="6018"/>
                    <a:pt x="2742" y="5829"/>
                  </a:cubicBezTo>
                  <a:cubicBezTo>
                    <a:pt x="2742" y="5609"/>
                    <a:pt x="2584" y="5451"/>
                    <a:pt x="2395" y="5451"/>
                  </a:cubicBezTo>
                  <a:lnTo>
                    <a:pt x="2080" y="5451"/>
                  </a:lnTo>
                  <a:cubicBezTo>
                    <a:pt x="2175" y="4727"/>
                    <a:pt x="2427" y="3971"/>
                    <a:pt x="2962" y="3372"/>
                  </a:cubicBezTo>
                  <a:lnTo>
                    <a:pt x="4474" y="3183"/>
                  </a:lnTo>
                  <a:cubicBezTo>
                    <a:pt x="4600" y="3183"/>
                    <a:pt x="4663" y="3088"/>
                    <a:pt x="4726" y="3025"/>
                  </a:cubicBezTo>
                  <a:cubicBezTo>
                    <a:pt x="4758" y="2931"/>
                    <a:pt x="4758" y="2836"/>
                    <a:pt x="4726" y="2710"/>
                  </a:cubicBezTo>
                  <a:lnTo>
                    <a:pt x="4506" y="2269"/>
                  </a:lnTo>
                  <a:cubicBezTo>
                    <a:pt x="4789" y="2143"/>
                    <a:pt x="5104" y="2112"/>
                    <a:pt x="5420" y="2080"/>
                  </a:cubicBezTo>
                  <a:lnTo>
                    <a:pt x="5420" y="2395"/>
                  </a:lnTo>
                  <a:cubicBezTo>
                    <a:pt x="5420" y="2584"/>
                    <a:pt x="5577" y="2742"/>
                    <a:pt x="5766" y="2742"/>
                  </a:cubicBezTo>
                  <a:cubicBezTo>
                    <a:pt x="5987" y="2742"/>
                    <a:pt x="6144" y="2584"/>
                    <a:pt x="6144" y="2395"/>
                  </a:cubicBezTo>
                  <a:lnTo>
                    <a:pt x="6144" y="2080"/>
                  </a:lnTo>
                  <a:close/>
                  <a:moveTo>
                    <a:pt x="1607" y="2899"/>
                  </a:moveTo>
                  <a:lnTo>
                    <a:pt x="1544" y="3151"/>
                  </a:lnTo>
                  <a:cubicBezTo>
                    <a:pt x="1481" y="3246"/>
                    <a:pt x="1544" y="3372"/>
                    <a:pt x="1607" y="3466"/>
                  </a:cubicBezTo>
                  <a:cubicBezTo>
                    <a:pt x="1670" y="3529"/>
                    <a:pt x="1796" y="3561"/>
                    <a:pt x="1922" y="3561"/>
                  </a:cubicBezTo>
                  <a:lnTo>
                    <a:pt x="1985" y="3561"/>
                  </a:lnTo>
                  <a:cubicBezTo>
                    <a:pt x="1607" y="4254"/>
                    <a:pt x="1387" y="5042"/>
                    <a:pt x="1387" y="5861"/>
                  </a:cubicBezTo>
                  <a:cubicBezTo>
                    <a:pt x="1387" y="8287"/>
                    <a:pt x="3372" y="10303"/>
                    <a:pt x="5829" y="10303"/>
                  </a:cubicBezTo>
                  <a:cubicBezTo>
                    <a:pt x="6459" y="10303"/>
                    <a:pt x="7089" y="10177"/>
                    <a:pt x="7688" y="9925"/>
                  </a:cubicBezTo>
                  <a:cubicBezTo>
                    <a:pt x="7751" y="9862"/>
                    <a:pt x="7845" y="9799"/>
                    <a:pt x="7877" y="9704"/>
                  </a:cubicBezTo>
                  <a:cubicBezTo>
                    <a:pt x="7908" y="9641"/>
                    <a:pt x="7877" y="9515"/>
                    <a:pt x="7845" y="9452"/>
                  </a:cubicBezTo>
                  <a:lnTo>
                    <a:pt x="7688" y="9200"/>
                  </a:lnTo>
                  <a:lnTo>
                    <a:pt x="9421" y="8854"/>
                  </a:lnTo>
                  <a:lnTo>
                    <a:pt x="9421" y="8854"/>
                  </a:lnTo>
                  <a:cubicBezTo>
                    <a:pt x="9326" y="9200"/>
                    <a:pt x="9074" y="10177"/>
                    <a:pt x="9011" y="10492"/>
                  </a:cubicBezTo>
                  <a:lnTo>
                    <a:pt x="8759" y="10303"/>
                  </a:lnTo>
                  <a:cubicBezTo>
                    <a:pt x="8708" y="10235"/>
                    <a:pt x="8640" y="10204"/>
                    <a:pt x="8567" y="10204"/>
                  </a:cubicBezTo>
                  <a:cubicBezTo>
                    <a:pt x="8505" y="10204"/>
                    <a:pt x="8439" y="10228"/>
                    <a:pt x="8381" y="10271"/>
                  </a:cubicBezTo>
                  <a:cubicBezTo>
                    <a:pt x="7593" y="10744"/>
                    <a:pt x="6680" y="10965"/>
                    <a:pt x="5829" y="10965"/>
                  </a:cubicBezTo>
                  <a:cubicBezTo>
                    <a:pt x="2994" y="10965"/>
                    <a:pt x="662" y="8665"/>
                    <a:pt x="662" y="5829"/>
                  </a:cubicBezTo>
                  <a:cubicBezTo>
                    <a:pt x="662" y="4758"/>
                    <a:pt x="977" y="3781"/>
                    <a:pt x="1607" y="2899"/>
                  </a:cubicBezTo>
                  <a:close/>
                  <a:moveTo>
                    <a:pt x="5766" y="1"/>
                  </a:moveTo>
                  <a:cubicBezTo>
                    <a:pt x="4884" y="1"/>
                    <a:pt x="3970" y="221"/>
                    <a:pt x="3151" y="662"/>
                  </a:cubicBezTo>
                  <a:lnTo>
                    <a:pt x="2836" y="316"/>
                  </a:lnTo>
                  <a:cubicBezTo>
                    <a:pt x="2765" y="245"/>
                    <a:pt x="2677" y="210"/>
                    <a:pt x="2597" y="210"/>
                  </a:cubicBezTo>
                  <a:cubicBezTo>
                    <a:pt x="2570" y="210"/>
                    <a:pt x="2545" y="214"/>
                    <a:pt x="2521" y="221"/>
                  </a:cubicBezTo>
                  <a:cubicBezTo>
                    <a:pt x="2395" y="253"/>
                    <a:pt x="2301" y="347"/>
                    <a:pt x="2269" y="473"/>
                  </a:cubicBezTo>
                  <a:lnTo>
                    <a:pt x="1985" y="1450"/>
                  </a:lnTo>
                  <a:cubicBezTo>
                    <a:pt x="694" y="2553"/>
                    <a:pt x="1" y="4160"/>
                    <a:pt x="1" y="5829"/>
                  </a:cubicBezTo>
                  <a:cubicBezTo>
                    <a:pt x="1" y="7342"/>
                    <a:pt x="599" y="8854"/>
                    <a:pt x="1733" y="9956"/>
                  </a:cubicBezTo>
                  <a:cubicBezTo>
                    <a:pt x="2836" y="11059"/>
                    <a:pt x="4285" y="11689"/>
                    <a:pt x="5861" y="11689"/>
                  </a:cubicBezTo>
                  <a:cubicBezTo>
                    <a:pt x="6774" y="11689"/>
                    <a:pt x="7719" y="11437"/>
                    <a:pt x="8539" y="11028"/>
                  </a:cubicBezTo>
                  <a:lnTo>
                    <a:pt x="8980" y="11406"/>
                  </a:lnTo>
                  <a:cubicBezTo>
                    <a:pt x="9027" y="11477"/>
                    <a:pt x="9110" y="11512"/>
                    <a:pt x="9201" y="11512"/>
                  </a:cubicBezTo>
                  <a:cubicBezTo>
                    <a:pt x="9232" y="11512"/>
                    <a:pt x="9263" y="11508"/>
                    <a:pt x="9295" y="11500"/>
                  </a:cubicBezTo>
                  <a:cubicBezTo>
                    <a:pt x="9421" y="11437"/>
                    <a:pt x="9484" y="11374"/>
                    <a:pt x="9515" y="11248"/>
                  </a:cubicBezTo>
                  <a:lnTo>
                    <a:pt x="9799" y="10114"/>
                  </a:lnTo>
                  <a:cubicBezTo>
                    <a:pt x="10996" y="9011"/>
                    <a:pt x="11689" y="7468"/>
                    <a:pt x="11689" y="5861"/>
                  </a:cubicBezTo>
                  <a:cubicBezTo>
                    <a:pt x="11658" y="2616"/>
                    <a:pt x="9011" y="1"/>
                    <a:pt x="5766" y="1"/>
                  </a:cubicBezTo>
                  <a:close/>
                </a:path>
              </a:pathLst>
            </a:custGeom>
            <a:grp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4" name="Google Shape;17922;p89">
              <a:extLst>
                <a:ext uri="{FF2B5EF4-FFF2-40B4-BE49-F238E27FC236}">
                  <a16:creationId xmlns:a16="http://schemas.microsoft.com/office/drawing/2014/main" id="{12494486-23C5-8058-6C25-8D965D95D986}"/>
                </a:ext>
              </a:extLst>
            </p:cNvPr>
            <p:cNvSpPr/>
            <p:nvPr/>
          </p:nvSpPr>
          <p:spPr>
            <a:xfrm>
              <a:off x="-33947125" y="2735800"/>
              <a:ext cx="51200" cy="86675"/>
            </a:xfrm>
            <a:custGeom>
              <a:avLst/>
              <a:gdLst/>
              <a:ahLst/>
              <a:cxnLst/>
              <a:rect l="l" t="t" r="r" b="b"/>
              <a:pathLst>
                <a:path w="2048" h="3467" extrusionOk="0">
                  <a:moveTo>
                    <a:pt x="1040" y="1"/>
                  </a:moveTo>
                  <a:cubicBezTo>
                    <a:pt x="473" y="1"/>
                    <a:pt x="0" y="473"/>
                    <a:pt x="0" y="1040"/>
                  </a:cubicBezTo>
                  <a:cubicBezTo>
                    <a:pt x="0" y="1229"/>
                    <a:pt x="158" y="1387"/>
                    <a:pt x="378" y="1387"/>
                  </a:cubicBezTo>
                  <a:cubicBezTo>
                    <a:pt x="567" y="1387"/>
                    <a:pt x="725" y="1229"/>
                    <a:pt x="725" y="1040"/>
                  </a:cubicBezTo>
                  <a:cubicBezTo>
                    <a:pt x="725" y="851"/>
                    <a:pt x="882" y="662"/>
                    <a:pt x="1071" y="662"/>
                  </a:cubicBezTo>
                  <a:cubicBezTo>
                    <a:pt x="1292" y="662"/>
                    <a:pt x="1449" y="851"/>
                    <a:pt x="1449" y="1040"/>
                  </a:cubicBezTo>
                  <a:lnTo>
                    <a:pt x="1449" y="1292"/>
                  </a:lnTo>
                  <a:cubicBezTo>
                    <a:pt x="1449" y="1418"/>
                    <a:pt x="1355" y="1544"/>
                    <a:pt x="1229" y="1639"/>
                  </a:cubicBezTo>
                  <a:lnTo>
                    <a:pt x="599" y="1954"/>
                  </a:lnTo>
                  <a:cubicBezTo>
                    <a:pt x="252" y="2111"/>
                    <a:pt x="63" y="2458"/>
                    <a:pt x="63" y="2836"/>
                  </a:cubicBezTo>
                  <a:lnTo>
                    <a:pt x="63" y="3119"/>
                  </a:lnTo>
                  <a:cubicBezTo>
                    <a:pt x="0" y="3372"/>
                    <a:pt x="158" y="3466"/>
                    <a:pt x="315" y="3466"/>
                  </a:cubicBezTo>
                  <a:lnTo>
                    <a:pt x="1701" y="3466"/>
                  </a:lnTo>
                  <a:cubicBezTo>
                    <a:pt x="1891" y="3466"/>
                    <a:pt x="2048" y="3309"/>
                    <a:pt x="2048" y="3119"/>
                  </a:cubicBezTo>
                  <a:cubicBezTo>
                    <a:pt x="2048" y="2930"/>
                    <a:pt x="1891" y="2773"/>
                    <a:pt x="1701" y="2773"/>
                  </a:cubicBezTo>
                  <a:lnTo>
                    <a:pt x="693" y="2773"/>
                  </a:lnTo>
                  <a:cubicBezTo>
                    <a:pt x="725" y="2678"/>
                    <a:pt x="756" y="2584"/>
                    <a:pt x="882" y="2521"/>
                  </a:cubicBezTo>
                  <a:lnTo>
                    <a:pt x="1512" y="2206"/>
                  </a:lnTo>
                  <a:cubicBezTo>
                    <a:pt x="1859" y="2048"/>
                    <a:pt x="2048" y="1702"/>
                    <a:pt x="2048" y="1292"/>
                  </a:cubicBezTo>
                  <a:lnTo>
                    <a:pt x="2048" y="1040"/>
                  </a:lnTo>
                  <a:cubicBezTo>
                    <a:pt x="2048" y="473"/>
                    <a:pt x="1575" y="1"/>
                    <a:pt x="1040" y="1"/>
                  </a:cubicBezTo>
                  <a:close/>
                </a:path>
              </a:pathLst>
            </a:custGeom>
            <a:grp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dirty="0"/>
            </a:p>
          </p:txBody>
        </p:sp>
        <p:sp>
          <p:nvSpPr>
            <p:cNvPr id="5" name="Google Shape;17923;p89">
              <a:extLst>
                <a:ext uri="{FF2B5EF4-FFF2-40B4-BE49-F238E27FC236}">
                  <a16:creationId xmlns:a16="http://schemas.microsoft.com/office/drawing/2014/main" id="{AF68589F-BBE4-11E9-EDE1-E70B126AF752}"/>
                </a:ext>
              </a:extLst>
            </p:cNvPr>
            <p:cNvSpPr/>
            <p:nvPr/>
          </p:nvSpPr>
          <p:spPr>
            <a:xfrm>
              <a:off x="-33878600" y="2737375"/>
              <a:ext cx="52000" cy="86675"/>
            </a:xfrm>
            <a:custGeom>
              <a:avLst/>
              <a:gdLst/>
              <a:ahLst/>
              <a:cxnLst/>
              <a:rect l="l" t="t" r="r" b="b"/>
              <a:pathLst>
                <a:path w="2080" h="3467" extrusionOk="0">
                  <a:moveTo>
                    <a:pt x="347" y="1"/>
                  </a:moveTo>
                  <a:cubicBezTo>
                    <a:pt x="158" y="1"/>
                    <a:pt x="0" y="158"/>
                    <a:pt x="0" y="347"/>
                  </a:cubicBezTo>
                  <a:lnTo>
                    <a:pt x="0" y="1733"/>
                  </a:lnTo>
                  <a:cubicBezTo>
                    <a:pt x="0" y="1922"/>
                    <a:pt x="158" y="2080"/>
                    <a:pt x="347" y="2080"/>
                  </a:cubicBezTo>
                  <a:lnTo>
                    <a:pt x="1355" y="2080"/>
                  </a:lnTo>
                  <a:lnTo>
                    <a:pt x="1355" y="3088"/>
                  </a:lnTo>
                  <a:cubicBezTo>
                    <a:pt x="1355" y="3309"/>
                    <a:pt x="1512" y="3466"/>
                    <a:pt x="1733" y="3466"/>
                  </a:cubicBezTo>
                  <a:cubicBezTo>
                    <a:pt x="1922" y="3466"/>
                    <a:pt x="2079" y="3309"/>
                    <a:pt x="2079" y="3088"/>
                  </a:cubicBezTo>
                  <a:lnTo>
                    <a:pt x="2079" y="1733"/>
                  </a:lnTo>
                  <a:lnTo>
                    <a:pt x="2079" y="347"/>
                  </a:lnTo>
                  <a:cubicBezTo>
                    <a:pt x="2079" y="158"/>
                    <a:pt x="1922" y="1"/>
                    <a:pt x="1733" y="1"/>
                  </a:cubicBezTo>
                  <a:cubicBezTo>
                    <a:pt x="1512" y="1"/>
                    <a:pt x="1355" y="158"/>
                    <a:pt x="1355" y="347"/>
                  </a:cubicBezTo>
                  <a:lnTo>
                    <a:pt x="1355" y="1355"/>
                  </a:lnTo>
                  <a:lnTo>
                    <a:pt x="693" y="1355"/>
                  </a:lnTo>
                  <a:lnTo>
                    <a:pt x="693" y="347"/>
                  </a:lnTo>
                  <a:cubicBezTo>
                    <a:pt x="693" y="158"/>
                    <a:pt x="536" y="1"/>
                    <a:pt x="347" y="1"/>
                  </a:cubicBezTo>
                  <a:close/>
                </a:path>
              </a:pathLst>
            </a:custGeom>
            <a:grp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dirty="0"/>
            </a:p>
          </p:txBody>
        </p:sp>
      </p:grpSp>
      <p:grpSp>
        <p:nvGrpSpPr>
          <p:cNvPr id="6" name="Google Shape;18966;p92">
            <a:extLst>
              <a:ext uri="{FF2B5EF4-FFF2-40B4-BE49-F238E27FC236}">
                <a16:creationId xmlns:a16="http://schemas.microsoft.com/office/drawing/2014/main" id="{355D7C97-84DB-C146-516B-85514EA5C25F}"/>
              </a:ext>
            </a:extLst>
          </p:cNvPr>
          <p:cNvGrpSpPr/>
          <p:nvPr/>
        </p:nvGrpSpPr>
        <p:grpSpPr>
          <a:xfrm>
            <a:off x="7202977" y="3403789"/>
            <a:ext cx="469905" cy="501291"/>
            <a:chOff x="-3854375" y="2046625"/>
            <a:chExt cx="293025" cy="291450"/>
          </a:xfrm>
          <a:solidFill>
            <a:schemeClr val="tx1"/>
          </a:solidFill>
        </p:grpSpPr>
        <p:sp>
          <p:nvSpPr>
            <p:cNvPr id="7" name="Google Shape;18967;p92">
              <a:extLst>
                <a:ext uri="{FF2B5EF4-FFF2-40B4-BE49-F238E27FC236}">
                  <a16:creationId xmlns:a16="http://schemas.microsoft.com/office/drawing/2014/main" id="{65D93A98-A5AB-40E2-EF06-655C3F1AB639}"/>
                </a:ext>
              </a:extLst>
            </p:cNvPr>
            <p:cNvSpPr/>
            <p:nvPr/>
          </p:nvSpPr>
          <p:spPr>
            <a:xfrm>
              <a:off x="-3854375" y="2046625"/>
              <a:ext cx="293025" cy="291450"/>
            </a:xfrm>
            <a:custGeom>
              <a:avLst/>
              <a:gdLst/>
              <a:ahLst/>
              <a:cxnLst/>
              <a:rect l="l" t="t" r="r" b="b"/>
              <a:pathLst>
                <a:path w="11721" h="11658" extrusionOk="0">
                  <a:moveTo>
                    <a:pt x="7624" y="694"/>
                  </a:moveTo>
                  <a:cubicBezTo>
                    <a:pt x="9515" y="694"/>
                    <a:pt x="11058" y="2206"/>
                    <a:pt x="11058" y="4096"/>
                  </a:cubicBezTo>
                  <a:cubicBezTo>
                    <a:pt x="11058" y="5987"/>
                    <a:pt x="9515" y="7530"/>
                    <a:pt x="7624" y="7530"/>
                  </a:cubicBezTo>
                  <a:cubicBezTo>
                    <a:pt x="5734" y="7530"/>
                    <a:pt x="4190" y="5987"/>
                    <a:pt x="4190" y="4096"/>
                  </a:cubicBezTo>
                  <a:cubicBezTo>
                    <a:pt x="4190" y="2206"/>
                    <a:pt x="5734" y="694"/>
                    <a:pt x="7624" y="694"/>
                  </a:cubicBezTo>
                  <a:close/>
                  <a:moveTo>
                    <a:pt x="3336" y="8066"/>
                  </a:moveTo>
                  <a:cubicBezTo>
                    <a:pt x="3426" y="8066"/>
                    <a:pt x="3513" y="8098"/>
                    <a:pt x="3560" y="8161"/>
                  </a:cubicBezTo>
                  <a:cubicBezTo>
                    <a:pt x="3686" y="8287"/>
                    <a:pt x="3686" y="8507"/>
                    <a:pt x="3560" y="8633"/>
                  </a:cubicBezTo>
                  <a:lnTo>
                    <a:pt x="1323" y="10870"/>
                  </a:lnTo>
                  <a:cubicBezTo>
                    <a:pt x="1260" y="10933"/>
                    <a:pt x="1174" y="10964"/>
                    <a:pt x="1087" y="10964"/>
                  </a:cubicBezTo>
                  <a:cubicBezTo>
                    <a:pt x="1001" y="10964"/>
                    <a:pt x="914" y="10933"/>
                    <a:pt x="851" y="10870"/>
                  </a:cubicBezTo>
                  <a:cubicBezTo>
                    <a:pt x="725" y="10744"/>
                    <a:pt x="725" y="10523"/>
                    <a:pt x="851" y="10397"/>
                  </a:cubicBezTo>
                  <a:lnTo>
                    <a:pt x="3088" y="8161"/>
                  </a:lnTo>
                  <a:cubicBezTo>
                    <a:pt x="3151" y="8098"/>
                    <a:pt x="3245" y="8066"/>
                    <a:pt x="3336" y="8066"/>
                  </a:cubicBezTo>
                  <a:close/>
                  <a:moveTo>
                    <a:pt x="7624" y="1"/>
                  </a:moveTo>
                  <a:cubicBezTo>
                    <a:pt x="5356" y="1"/>
                    <a:pt x="3529" y="1860"/>
                    <a:pt x="3529" y="4096"/>
                  </a:cubicBezTo>
                  <a:cubicBezTo>
                    <a:pt x="3529" y="5136"/>
                    <a:pt x="3875" y="6050"/>
                    <a:pt x="4505" y="6743"/>
                  </a:cubicBezTo>
                  <a:lnTo>
                    <a:pt x="3812" y="7467"/>
                  </a:lnTo>
                  <a:cubicBezTo>
                    <a:pt x="3661" y="7386"/>
                    <a:pt x="3500" y="7347"/>
                    <a:pt x="3342" y="7347"/>
                  </a:cubicBezTo>
                  <a:cubicBezTo>
                    <a:pt x="3074" y="7347"/>
                    <a:pt x="2813" y="7458"/>
                    <a:pt x="2615" y="7656"/>
                  </a:cubicBezTo>
                  <a:lnTo>
                    <a:pt x="378" y="9893"/>
                  </a:lnTo>
                  <a:cubicBezTo>
                    <a:pt x="0" y="10271"/>
                    <a:pt x="0" y="10964"/>
                    <a:pt x="378" y="11343"/>
                  </a:cubicBezTo>
                  <a:cubicBezTo>
                    <a:pt x="567" y="11532"/>
                    <a:pt x="851" y="11658"/>
                    <a:pt x="1103" y="11658"/>
                  </a:cubicBezTo>
                  <a:cubicBezTo>
                    <a:pt x="1355" y="11658"/>
                    <a:pt x="1607" y="11532"/>
                    <a:pt x="1796" y="11343"/>
                  </a:cubicBezTo>
                  <a:lnTo>
                    <a:pt x="4033" y="9106"/>
                  </a:lnTo>
                  <a:cubicBezTo>
                    <a:pt x="4348" y="8791"/>
                    <a:pt x="4442" y="8318"/>
                    <a:pt x="4253" y="7909"/>
                  </a:cubicBezTo>
                  <a:lnTo>
                    <a:pt x="4947" y="7215"/>
                  </a:lnTo>
                  <a:cubicBezTo>
                    <a:pt x="5671" y="7814"/>
                    <a:pt x="6616" y="8192"/>
                    <a:pt x="7593" y="8192"/>
                  </a:cubicBezTo>
                  <a:cubicBezTo>
                    <a:pt x="9861" y="8192"/>
                    <a:pt x="11689" y="6333"/>
                    <a:pt x="11689" y="4096"/>
                  </a:cubicBezTo>
                  <a:cubicBezTo>
                    <a:pt x="11720" y="1828"/>
                    <a:pt x="9861" y="1"/>
                    <a:pt x="7624" y="1"/>
                  </a:cubicBezTo>
                  <a:close/>
                </a:path>
              </a:pathLst>
            </a:custGeom>
            <a:grp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8" name="Google Shape;18968;p92">
              <a:extLst>
                <a:ext uri="{FF2B5EF4-FFF2-40B4-BE49-F238E27FC236}">
                  <a16:creationId xmlns:a16="http://schemas.microsoft.com/office/drawing/2014/main" id="{7212E46B-9553-2E5D-B45F-7F7FBE042CE8}"/>
                </a:ext>
              </a:extLst>
            </p:cNvPr>
            <p:cNvSpPr/>
            <p:nvPr/>
          </p:nvSpPr>
          <p:spPr>
            <a:xfrm>
              <a:off x="-3714975" y="2080500"/>
              <a:ext cx="103200" cy="119750"/>
            </a:xfrm>
            <a:custGeom>
              <a:avLst/>
              <a:gdLst/>
              <a:ahLst/>
              <a:cxnLst/>
              <a:rect l="l" t="t" r="r" b="b"/>
              <a:pathLst>
                <a:path w="4128" h="4790" extrusionOk="0">
                  <a:moveTo>
                    <a:pt x="2048" y="694"/>
                  </a:moveTo>
                  <a:cubicBezTo>
                    <a:pt x="2458" y="694"/>
                    <a:pt x="2710" y="1009"/>
                    <a:pt x="2710" y="1387"/>
                  </a:cubicBezTo>
                  <a:cubicBezTo>
                    <a:pt x="2710" y="1765"/>
                    <a:pt x="2395" y="2048"/>
                    <a:pt x="2048" y="2048"/>
                  </a:cubicBezTo>
                  <a:cubicBezTo>
                    <a:pt x="1702" y="2048"/>
                    <a:pt x="1387" y="1733"/>
                    <a:pt x="1387" y="1387"/>
                  </a:cubicBezTo>
                  <a:cubicBezTo>
                    <a:pt x="1355" y="1009"/>
                    <a:pt x="1670" y="694"/>
                    <a:pt x="2048" y="694"/>
                  </a:cubicBezTo>
                  <a:close/>
                  <a:moveTo>
                    <a:pt x="2363" y="2741"/>
                  </a:moveTo>
                  <a:cubicBezTo>
                    <a:pt x="2931" y="2741"/>
                    <a:pt x="3403" y="3214"/>
                    <a:pt x="3403" y="3781"/>
                  </a:cubicBezTo>
                  <a:lnTo>
                    <a:pt x="3403" y="4128"/>
                  </a:lnTo>
                  <a:lnTo>
                    <a:pt x="662" y="4128"/>
                  </a:lnTo>
                  <a:lnTo>
                    <a:pt x="662" y="3781"/>
                  </a:lnTo>
                  <a:cubicBezTo>
                    <a:pt x="662" y="3214"/>
                    <a:pt x="1135" y="2741"/>
                    <a:pt x="1702" y="2741"/>
                  </a:cubicBezTo>
                  <a:close/>
                  <a:moveTo>
                    <a:pt x="2048" y="1"/>
                  </a:moveTo>
                  <a:cubicBezTo>
                    <a:pt x="1292" y="1"/>
                    <a:pt x="662" y="631"/>
                    <a:pt x="662" y="1387"/>
                  </a:cubicBezTo>
                  <a:cubicBezTo>
                    <a:pt x="662" y="1702"/>
                    <a:pt x="788" y="2017"/>
                    <a:pt x="977" y="2237"/>
                  </a:cubicBezTo>
                  <a:cubicBezTo>
                    <a:pt x="410" y="2521"/>
                    <a:pt x="1" y="3119"/>
                    <a:pt x="1" y="3781"/>
                  </a:cubicBezTo>
                  <a:lnTo>
                    <a:pt x="1" y="4443"/>
                  </a:lnTo>
                  <a:cubicBezTo>
                    <a:pt x="1" y="4632"/>
                    <a:pt x="158" y="4789"/>
                    <a:pt x="347" y="4789"/>
                  </a:cubicBezTo>
                  <a:lnTo>
                    <a:pt x="3781" y="4789"/>
                  </a:lnTo>
                  <a:cubicBezTo>
                    <a:pt x="3970" y="4789"/>
                    <a:pt x="4128" y="4632"/>
                    <a:pt x="4128" y="4443"/>
                  </a:cubicBezTo>
                  <a:lnTo>
                    <a:pt x="4128" y="3781"/>
                  </a:lnTo>
                  <a:cubicBezTo>
                    <a:pt x="4096" y="3119"/>
                    <a:pt x="3718" y="2521"/>
                    <a:pt x="3120" y="2237"/>
                  </a:cubicBezTo>
                  <a:cubicBezTo>
                    <a:pt x="3309" y="2017"/>
                    <a:pt x="3435" y="1733"/>
                    <a:pt x="3435" y="1387"/>
                  </a:cubicBezTo>
                  <a:cubicBezTo>
                    <a:pt x="3435" y="631"/>
                    <a:pt x="2805" y="1"/>
                    <a:pt x="2048" y="1"/>
                  </a:cubicBezTo>
                  <a:close/>
                </a:path>
              </a:pathLst>
            </a:custGeom>
            <a:grp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grpSp>
      <p:sp>
        <p:nvSpPr>
          <p:cNvPr id="9" name="Google Shape;17976;p89">
            <a:extLst>
              <a:ext uri="{FF2B5EF4-FFF2-40B4-BE49-F238E27FC236}">
                <a16:creationId xmlns:a16="http://schemas.microsoft.com/office/drawing/2014/main" id="{81D216F6-D124-6B32-6A21-92A5631AF834}"/>
              </a:ext>
            </a:extLst>
          </p:cNvPr>
          <p:cNvSpPr/>
          <p:nvPr/>
        </p:nvSpPr>
        <p:spPr>
          <a:xfrm>
            <a:off x="6201480" y="4957515"/>
            <a:ext cx="338571" cy="370083"/>
          </a:xfrm>
          <a:custGeom>
            <a:avLst/>
            <a:gdLst/>
            <a:ahLst/>
            <a:cxnLst/>
            <a:rect l="l" t="t" r="r" b="b"/>
            <a:pathLst>
              <a:path w="11153" h="11713" extrusionOk="0">
                <a:moveTo>
                  <a:pt x="9594" y="693"/>
                </a:moveTo>
                <a:cubicBezTo>
                  <a:pt x="9767" y="693"/>
                  <a:pt x="9940" y="764"/>
                  <a:pt x="10082" y="906"/>
                </a:cubicBezTo>
                <a:cubicBezTo>
                  <a:pt x="10365" y="1158"/>
                  <a:pt x="10365" y="1599"/>
                  <a:pt x="10082" y="1883"/>
                </a:cubicBezTo>
                <a:lnTo>
                  <a:pt x="9168" y="2796"/>
                </a:lnTo>
                <a:lnTo>
                  <a:pt x="6175" y="3364"/>
                </a:lnTo>
                <a:lnTo>
                  <a:pt x="6175" y="1410"/>
                </a:lnTo>
                <a:lnTo>
                  <a:pt x="8475" y="1410"/>
                </a:lnTo>
                <a:cubicBezTo>
                  <a:pt x="8538" y="1410"/>
                  <a:pt x="8664" y="1379"/>
                  <a:pt x="8696" y="1284"/>
                </a:cubicBezTo>
                <a:lnTo>
                  <a:pt x="9105" y="906"/>
                </a:lnTo>
                <a:cubicBezTo>
                  <a:pt x="9247" y="764"/>
                  <a:pt x="9420" y="693"/>
                  <a:pt x="9594" y="693"/>
                </a:cubicBezTo>
                <a:close/>
                <a:moveTo>
                  <a:pt x="5136" y="749"/>
                </a:moveTo>
                <a:cubicBezTo>
                  <a:pt x="5325" y="749"/>
                  <a:pt x="5482" y="906"/>
                  <a:pt x="5482" y="1095"/>
                </a:cubicBezTo>
                <a:lnTo>
                  <a:pt x="5482" y="4214"/>
                </a:lnTo>
                <a:cubicBezTo>
                  <a:pt x="5356" y="4151"/>
                  <a:pt x="5230" y="4151"/>
                  <a:pt x="5136" y="4151"/>
                </a:cubicBezTo>
                <a:cubicBezTo>
                  <a:pt x="5010" y="4151"/>
                  <a:pt x="4884" y="4151"/>
                  <a:pt x="4758" y="4214"/>
                </a:cubicBezTo>
                <a:lnTo>
                  <a:pt x="4758" y="1095"/>
                </a:lnTo>
                <a:cubicBezTo>
                  <a:pt x="4758" y="906"/>
                  <a:pt x="4915" y="749"/>
                  <a:pt x="5136" y="749"/>
                </a:cubicBezTo>
                <a:close/>
                <a:moveTo>
                  <a:pt x="5136" y="4844"/>
                </a:moveTo>
                <a:cubicBezTo>
                  <a:pt x="5671" y="4844"/>
                  <a:pt x="6144" y="5317"/>
                  <a:pt x="6144" y="5852"/>
                </a:cubicBezTo>
                <a:cubicBezTo>
                  <a:pt x="6144" y="6419"/>
                  <a:pt x="5671" y="6861"/>
                  <a:pt x="5136" y="6861"/>
                </a:cubicBezTo>
                <a:cubicBezTo>
                  <a:pt x="4568" y="6861"/>
                  <a:pt x="4096" y="6388"/>
                  <a:pt x="4096" y="5852"/>
                </a:cubicBezTo>
                <a:cubicBezTo>
                  <a:pt x="4096" y="5317"/>
                  <a:pt x="4568" y="4844"/>
                  <a:pt x="5136" y="4844"/>
                </a:cubicBezTo>
                <a:close/>
                <a:moveTo>
                  <a:pt x="4096" y="1442"/>
                </a:moveTo>
                <a:lnTo>
                  <a:pt x="4096" y="4529"/>
                </a:lnTo>
                <a:cubicBezTo>
                  <a:pt x="3655" y="4844"/>
                  <a:pt x="3434" y="5348"/>
                  <a:pt x="3434" y="5884"/>
                </a:cubicBezTo>
                <a:cubicBezTo>
                  <a:pt x="3434" y="6136"/>
                  <a:pt x="3466" y="6419"/>
                  <a:pt x="3592" y="6609"/>
                </a:cubicBezTo>
                <a:lnTo>
                  <a:pt x="2332" y="8184"/>
                </a:lnTo>
                <a:cubicBezTo>
                  <a:pt x="1323" y="7522"/>
                  <a:pt x="725" y="6356"/>
                  <a:pt x="725" y="5159"/>
                </a:cubicBezTo>
                <a:cubicBezTo>
                  <a:pt x="662" y="3143"/>
                  <a:pt x="2206" y="1568"/>
                  <a:pt x="4096" y="1442"/>
                </a:cubicBezTo>
                <a:close/>
                <a:moveTo>
                  <a:pt x="8916" y="3521"/>
                </a:moveTo>
                <a:lnTo>
                  <a:pt x="8916" y="4466"/>
                </a:lnTo>
                <a:cubicBezTo>
                  <a:pt x="8916" y="4529"/>
                  <a:pt x="8916" y="4592"/>
                  <a:pt x="8948" y="4624"/>
                </a:cubicBezTo>
                <a:lnTo>
                  <a:pt x="9798" y="6419"/>
                </a:lnTo>
                <a:cubicBezTo>
                  <a:pt x="9893" y="6577"/>
                  <a:pt x="9798" y="6672"/>
                  <a:pt x="9798" y="6735"/>
                </a:cubicBezTo>
                <a:cubicBezTo>
                  <a:pt x="9767" y="6766"/>
                  <a:pt x="9704" y="6892"/>
                  <a:pt x="9546" y="6892"/>
                </a:cubicBezTo>
                <a:lnTo>
                  <a:pt x="9263" y="6892"/>
                </a:lnTo>
                <a:cubicBezTo>
                  <a:pt x="9074" y="6892"/>
                  <a:pt x="8916" y="7050"/>
                  <a:pt x="8916" y="7239"/>
                </a:cubicBezTo>
                <a:lnTo>
                  <a:pt x="8916" y="8341"/>
                </a:lnTo>
                <a:cubicBezTo>
                  <a:pt x="8633" y="8467"/>
                  <a:pt x="8381" y="8656"/>
                  <a:pt x="8286" y="8971"/>
                </a:cubicBezTo>
                <a:lnTo>
                  <a:pt x="6522" y="8971"/>
                </a:lnTo>
                <a:cubicBezTo>
                  <a:pt x="5955" y="8971"/>
                  <a:pt x="5482" y="8499"/>
                  <a:pt x="5482" y="7932"/>
                </a:cubicBezTo>
                <a:lnTo>
                  <a:pt x="5482" y="7554"/>
                </a:lnTo>
                <a:cubicBezTo>
                  <a:pt x="6270" y="7396"/>
                  <a:pt x="6868" y="6672"/>
                  <a:pt x="6868" y="5852"/>
                </a:cubicBezTo>
                <a:cubicBezTo>
                  <a:pt x="6868" y="5317"/>
                  <a:pt x="6585" y="4781"/>
                  <a:pt x="6207" y="4466"/>
                </a:cubicBezTo>
                <a:lnTo>
                  <a:pt x="6207" y="4088"/>
                </a:lnTo>
                <a:lnTo>
                  <a:pt x="8916" y="3521"/>
                </a:lnTo>
                <a:close/>
                <a:moveTo>
                  <a:pt x="9231" y="8940"/>
                </a:moveTo>
                <a:cubicBezTo>
                  <a:pt x="9420" y="8940"/>
                  <a:pt x="9578" y="9097"/>
                  <a:pt x="9578" y="9286"/>
                </a:cubicBezTo>
                <a:cubicBezTo>
                  <a:pt x="9578" y="9475"/>
                  <a:pt x="9420" y="9633"/>
                  <a:pt x="9231" y="9633"/>
                </a:cubicBezTo>
                <a:cubicBezTo>
                  <a:pt x="9011" y="9633"/>
                  <a:pt x="8853" y="9475"/>
                  <a:pt x="8853" y="9286"/>
                </a:cubicBezTo>
                <a:cubicBezTo>
                  <a:pt x="8853" y="9097"/>
                  <a:pt x="9011" y="8940"/>
                  <a:pt x="9231" y="8940"/>
                </a:cubicBezTo>
                <a:close/>
                <a:moveTo>
                  <a:pt x="3970" y="7144"/>
                </a:moveTo>
                <a:cubicBezTo>
                  <a:pt x="4222" y="7365"/>
                  <a:pt x="4442" y="7522"/>
                  <a:pt x="4758" y="7554"/>
                </a:cubicBezTo>
                <a:lnTo>
                  <a:pt x="4758" y="7932"/>
                </a:lnTo>
                <a:cubicBezTo>
                  <a:pt x="4758" y="8877"/>
                  <a:pt x="5514" y="9633"/>
                  <a:pt x="6459" y="9633"/>
                </a:cubicBezTo>
                <a:lnTo>
                  <a:pt x="8223" y="9633"/>
                </a:lnTo>
                <a:cubicBezTo>
                  <a:pt x="8286" y="9727"/>
                  <a:pt x="8318" y="9791"/>
                  <a:pt x="8349" y="9822"/>
                </a:cubicBezTo>
                <a:cubicBezTo>
                  <a:pt x="8034" y="10137"/>
                  <a:pt x="7593" y="10295"/>
                  <a:pt x="7183" y="10295"/>
                </a:cubicBezTo>
                <a:lnTo>
                  <a:pt x="5797" y="10295"/>
                </a:lnTo>
                <a:cubicBezTo>
                  <a:pt x="5608" y="10295"/>
                  <a:pt x="5451" y="10452"/>
                  <a:pt x="5451" y="10673"/>
                </a:cubicBezTo>
                <a:lnTo>
                  <a:pt x="5451" y="11051"/>
                </a:lnTo>
                <a:lnTo>
                  <a:pt x="2710" y="11051"/>
                </a:lnTo>
                <a:lnTo>
                  <a:pt x="2710" y="8719"/>
                </a:lnTo>
                <a:lnTo>
                  <a:pt x="3970" y="7144"/>
                </a:lnTo>
                <a:close/>
                <a:moveTo>
                  <a:pt x="9629" y="0"/>
                </a:moveTo>
                <a:cubicBezTo>
                  <a:pt x="9278" y="0"/>
                  <a:pt x="8932" y="134"/>
                  <a:pt x="8664" y="402"/>
                </a:cubicBezTo>
                <a:lnTo>
                  <a:pt x="8412" y="686"/>
                </a:lnTo>
                <a:lnTo>
                  <a:pt x="6144" y="686"/>
                </a:lnTo>
                <a:cubicBezTo>
                  <a:pt x="5986" y="308"/>
                  <a:pt x="5640" y="24"/>
                  <a:pt x="5167" y="24"/>
                </a:cubicBezTo>
                <a:cubicBezTo>
                  <a:pt x="4726" y="24"/>
                  <a:pt x="4348" y="308"/>
                  <a:pt x="4190" y="686"/>
                </a:cubicBezTo>
                <a:cubicBezTo>
                  <a:pt x="1859" y="812"/>
                  <a:pt x="0" y="2702"/>
                  <a:pt x="0" y="5033"/>
                </a:cubicBezTo>
                <a:cubicBezTo>
                  <a:pt x="0" y="6514"/>
                  <a:pt x="725" y="7900"/>
                  <a:pt x="1922" y="8688"/>
                </a:cubicBezTo>
                <a:lnTo>
                  <a:pt x="2048" y="8782"/>
                </a:lnTo>
                <a:lnTo>
                  <a:pt x="2048" y="11366"/>
                </a:lnTo>
                <a:cubicBezTo>
                  <a:pt x="2048" y="11555"/>
                  <a:pt x="2206" y="11712"/>
                  <a:pt x="2426" y="11712"/>
                </a:cubicBezTo>
                <a:lnTo>
                  <a:pt x="5829" y="11712"/>
                </a:lnTo>
                <a:cubicBezTo>
                  <a:pt x="6018" y="11712"/>
                  <a:pt x="6207" y="11555"/>
                  <a:pt x="6207" y="11366"/>
                </a:cubicBezTo>
                <a:lnTo>
                  <a:pt x="6207" y="10956"/>
                </a:lnTo>
                <a:lnTo>
                  <a:pt x="7215" y="10956"/>
                </a:lnTo>
                <a:cubicBezTo>
                  <a:pt x="7877" y="10956"/>
                  <a:pt x="8475" y="10704"/>
                  <a:pt x="8948" y="10232"/>
                </a:cubicBezTo>
                <a:cubicBezTo>
                  <a:pt x="9074" y="10263"/>
                  <a:pt x="9137" y="10263"/>
                  <a:pt x="9263" y="10263"/>
                </a:cubicBezTo>
                <a:cubicBezTo>
                  <a:pt x="9830" y="10263"/>
                  <a:pt x="10302" y="9791"/>
                  <a:pt x="10302" y="9223"/>
                </a:cubicBezTo>
                <a:cubicBezTo>
                  <a:pt x="10302" y="8814"/>
                  <a:pt x="10019" y="8404"/>
                  <a:pt x="9609" y="8247"/>
                </a:cubicBezTo>
                <a:lnTo>
                  <a:pt x="9609" y="7491"/>
                </a:lnTo>
                <a:cubicBezTo>
                  <a:pt x="9924" y="7459"/>
                  <a:pt x="10239" y="7302"/>
                  <a:pt x="10397" y="7018"/>
                </a:cubicBezTo>
                <a:cubicBezTo>
                  <a:pt x="10617" y="6703"/>
                  <a:pt x="10617" y="6356"/>
                  <a:pt x="10460" y="6041"/>
                </a:cubicBezTo>
                <a:lnTo>
                  <a:pt x="9609" y="4403"/>
                </a:lnTo>
                <a:lnTo>
                  <a:pt x="9609" y="3332"/>
                </a:lnTo>
                <a:lnTo>
                  <a:pt x="10617" y="2355"/>
                </a:lnTo>
                <a:cubicBezTo>
                  <a:pt x="11153" y="1788"/>
                  <a:pt x="11153" y="938"/>
                  <a:pt x="10617" y="402"/>
                </a:cubicBezTo>
                <a:cubicBezTo>
                  <a:pt x="10334" y="134"/>
                  <a:pt x="9979" y="0"/>
                  <a:pt x="9629" y="0"/>
                </a:cubicBezTo>
                <a:close/>
              </a:path>
            </a:pathLst>
          </a:custGeom>
          <a:solidFill>
            <a:schemeClr val="tx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dirty="0"/>
          </a:p>
        </p:txBody>
      </p:sp>
      <p:grpSp>
        <p:nvGrpSpPr>
          <p:cNvPr id="10" name="Google Shape;18056;p89">
            <a:extLst>
              <a:ext uri="{FF2B5EF4-FFF2-40B4-BE49-F238E27FC236}">
                <a16:creationId xmlns:a16="http://schemas.microsoft.com/office/drawing/2014/main" id="{06B6F86D-1E59-B906-51A3-2901D5C257D0}"/>
              </a:ext>
            </a:extLst>
          </p:cNvPr>
          <p:cNvGrpSpPr/>
          <p:nvPr/>
        </p:nvGrpSpPr>
        <p:grpSpPr>
          <a:xfrm>
            <a:off x="4664394" y="3947679"/>
            <a:ext cx="359580" cy="335872"/>
            <a:chOff x="-30805300" y="1938725"/>
            <a:chExt cx="291450" cy="290650"/>
          </a:xfrm>
          <a:solidFill>
            <a:schemeClr val="tx1"/>
          </a:solidFill>
        </p:grpSpPr>
        <p:sp>
          <p:nvSpPr>
            <p:cNvPr id="11" name="Google Shape;18057;p89">
              <a:extLst>
                <a:ext uri="{FF2B5EF4-FFF2-40B4-BE49-F238E27FC236}">
                  <a16:creationId xmlns:a16="http://schemas.microsoft.com/office/drawing/2014/main" id="{7E2289FB-A13C-E2FC-B68E-82CEAAEC22BD}"/>
                </a:ext>
              </a:extLst>
            </p:cNvPr>
            <p:cNvSpPr/>
            <p:nvPr/>
          </p:nvSpPr>
          <p:spPr>
            <a:xfrm>
              <a:off x="-30805300" y="1938725"/>
              <a:ext cx="291450" cy="290650"/>
            </a:xfrm>
            <a:custGeom>
              <a:avLst/>
              <a:gdLst/>
              <a:ahLst/>
              <a:cxnLst/>
              <a:rect l="l" t="t" r="r" b="b"/>
              <a:pathLst>
                <a:path w="11658" h="11626" extrusionOk="0">
                  <a:moveTo>
                    <a:pt x="6806" y="694"/>
                  </a:moveTo>
                  <a:lnTo>
                    <a:pt x="6806" y="1450"/>
                  </a:lnTo>
                  <a:lnTo>
                    <a:pt x="6112" y="1450"/>
                  </a:lnTo>
                  <a:lnTo>
                    <a:pt x="6112" y="694"/>
                  </a:lnTo>
                  <a:close/>
                  <a:moveTo>
                    <a:pt x="10586" y="4821"/>
                  </a:moveTo>
                  <a:cubicBezTo>
                    <a:pt x="10807" y="4821"/>
                    <a:pt x="10964" y="5010"/>
                    <a:pt x="10964" y="5199"/>
                  </a:cubicBezTo>
                  <a:cubicBezTo>
                    <a:pt x="10964" y="5388"/>
                    <a:pt x="10807" y="5545"/>
                    <a:pt x="10586" y="5545"/>
                  </a:cubicBezTo>
                  <a:lnTo>
                    <a:pt x="8570" y="5545"/>
                  </a:lnTo>
                  <a:cubicBezTo>
                    <a:pt x="8349" y="5545"/>
                    <a:pt x="8192" y="5388"/>
                    <a:pt x="8192" y="5199"/>
                  </a:cubicBezTo>
                  <a:cubicBezTo>
                    <a:pt x="8192" y="5010"/>
                    <a:pt x="8349" y="4821"/>
                    <a:pt x="8570" y="4821"/>
                  </a:cubicBezTo>
                  <a:close/>
                  <a:moveTo>
                    <a:pt x="6459" y="3529"/>
                  </a:moveTo>
                  <a:cubicBezTo>
                    <a:pt x="7089" y="3529"/>
                    <a:pt x="7656" y="3844"/>
                    <a:pt x="7971" y="4411"/>
                  </a:cubicBezTo>
                  <a:cubicBezTo>
                    <a:pt x="7688" y="4600"/>
                    <a:pt x="7499" y="4915"/>
                    <a:pt x="7499" y="5262"/>
                  </a:cubicBezTo>
                  <a:cubicBezTo>
                    <a:pt x="7499" y="5388"/>
                    <a:pt x="7530" y="5545"/>
                    <a:pt x="7562" y="5672"/>
                  </a:cubicBezTo>
                  <a:cubicBezTo>
                    <a:pt x="7121" y="5703"/>
                    <a:pt x="6806" y="6113"/>
                    <a:pt x="6806" y="6585"/>
                  </a:cubicBezTo>
                  <a:cubicBezTo>
                    <a:pt x="6806" y="6680"/>
                    <a:pt x="6806" y="6774"/>
                    <a:pt x="6869" y="6900"/>
                  </a:cubicBezTo>
                  <a:cubicBezTo>
                    <a:pt x="6743" y="6932"/>
                    <a:pt x="6617" y="6932"/>
                    <a:pt x="6459" y="6932"/>
                  </a:cubicBezTo>
                  <a:cubicBezTo>
                    <a:pt x="5514" y="6932"/>
                    <a:pt x="4758" y="6176"/>
                    <a:pt x="4758" y="5230"/>
                  </a:cubicBezTo>
                  <a:cubicBezTo>
                    <a:pt x="4758" y="4285"/>
                    <a:pt x="5514" y="3529"/>
                    <a:pt x="6459" y="3529"/>
                  </a:cubicBezTo>
                  <a:close/>
                  <a:moveTo>
                    <a:pt x="9893" y="6207"/>
                  </a:moveTo>
                  <a:cubicBezTo>
                    <a:pt x="10082" y="6207"/>
                    <a:pt x="10240" y="6365"/>
                    <a:pt x="10240" y="6585"/>
                  </a:cubicBezTo>
                  <a:cubicBezTo>
                    <a:pt x="10240" y="6774"/>
                    <a:pt x="10082" y="6932"/>
                    <a:pt x="9893" y="6932"/>
                  </a:cubicBezTo>
                  <a:lnTo>
                    <a:pt x="7845" y="6932"/>
                  </a:lnTo>
                  <a:cubicBezTo>
                    <a:pt x="7656" y="6932"/>
                    <a:pt x="7499" y="6774"/>
                    <a:pt x="7499" y="6585"/>
                  </a:cubicBezTo>
                  <a:cubicBezTo>
                    <a:pt x="7499" y="6365"/>
                    <a:pt x="7656" y="6207"/>
                    <a:pt x="7845" y="6207"/>
                  </a:cubicBezTo>
                  <a:close/>
                  <a:moveTo>
                    <a:pt x="9231" y="7562"/>
                  </a:moveTo>
                  <a:cubicBezTo>
                    <a:pt x="9420" y="7562"/>
                    <a:pt x="9578" y="7719"/>
                    <a:pt x="9578" y="7908"/>
                  </a:cubicBezTo>
                  <a:cubicBezTo>
                    <a:pt x="9578" y="8097"/>
                    <a:pt x="9420" y="8255"/>
                    <a:pt x="9231" y="8255"/>
                  </a:cubicBezTo>
                  <a:lnTo>
                    <a:pt x="7845" y="8255"/>
                  </a:lnTo>
                  <a:cubicBezTo>
                    <a:pt x="7656" y="8255"/>
                    <a:pt x="7499" y="8097"/>
                    <a:pt x="7499" y="7908"/>
                  </a:cubicBezTo>
                  <a:cubicBezTo>
                    <a:pt x="7499" y="7719"/>
                    <a:pt x="7656" y="7562"/>
                    <a:pt x="7845" y="7562"/>
                  </a:cubicBezTo>
                  <a:close/>
                  <a:moveTo>
                    <a:pt x="6595" y="2171"/>
                  </a:moveTo>
                  <a:cubicBezTo>
                    <a:pt x="7889" y="2171"/>
                    <a:pt x="8963" y="3033"/>
                    <a:pt x="9389" y="4159"/>
                  </a:cubicBezTo>
                  <a:lnTo>
                    <a:pt x="8633" y="4159"/>
                  </a:lnTo>
                  <a:cubicBezTo>
                    <a:pt x="8223" y="3340"/>
                    <a:pt x="7404" y="2805"/>
                    <a:pt x="6459" y="2805"/>
                  </a:cubicBezTo>
                  <a:cubicBezTo>
                    <a:pt x="5136" y="2805"/>
                    <a:pt x="4065" y="3844"/>
                    <a:pt x="4065" y="5199"/>
                  </a:cubicBezTo>
                  <a:cubicBezTo>
                    <a:pt x="4065" y="6522"/>
                    <a:pt x="5136" y="7593"/>
                    <a:pt x="6459" y="7593"/>
                  </a:cubicBezTo>
                  <a:cubicBezTo>
                    <a:pt x="6617" y="7593"/>
                    <a:pt x="6743" y="7593"/>
                    <a:pt x="6900" y="7562"/>
                  </a:cubicBezTo>
                  <a:lnTo>
                    <a:pt x="6900" y="7562"/>
                  </a:lnTo>
                  <a:cubicBezTo>
                    <a:pt x="6869" y="7688"/>
                    <a:pt x="6806" y="7782"/>
                    <a:pt x="6806" y="7940"/>
                  </a:cubicBezTo>
                  <a:cubicBezTo>
                    <a:pt x="6806" y="8066"/>
                    <a:pt x="6806" y="8192"/>
                    <a:pt x="6869" y="8255"/>
                  </a:cubicBezTo>
                  <a:cubicBezTo>
                    <a:pt x="6743" y="8255"/>
                    <a:pt x="6585" y="8318"/>
                    <a:pt x="6459" y="8318"/>
                  </a:cubicBezTo>
                  <a:cubicBezTo>
                    <a:pt x="4758" y="8318"/>
                    <a:pt x="3403" y="6932"/>
                    <a:pt x="3403" y="5230"/>
                  </a:cubicBezTo>
                  <a:cubicBezTo>
                    <a:pt x="3403" y="3529"/>
                    <a:pt x="4758" y="2174"/>
                    <a:pt x="6459" y="2174"/>
                  </a:cubicBezTo>
                  <a:cubicBezTo>
                    <a:pt x="6505" y="2172"/>
                    <a:pt x="6550" y="2171"/>
                    <a:pt x="6595" y="2171"/>
                  </a:cubicBezTo>
                  <a:close/>
                  <a:moveTo>
                    <a:pt x="8538" y="8917"/>
                  </a:moveTo>
                  <a:cubicBezTo>
                    <a:pt x="8759" y="8917"/>
                    <a:pt x="8916" y="9074"/>
                    <a:pt x="8916" y="9295"/>
                  </a:cubicBezTo>
                  <a:cubicBezTo>
                    <a:pt x="8853" y="9484"/>
                    <a:pt x="8696" y="9641"/>
                    <a:pt x="8538" y="9641"/>
                  </a:cubicBezTo>
                  <a:lnTo>
                    <a:pt x="7877" y="9641"/>
                  </a:lnTo>
                  <a:cubicBezTo>
                    <a:pt x="7688" y="9641"/>
                    <a:pt x="7530" y="9484"/>
                    <a:pt x="7530" y="9295"/>
                  </a:cubicBezTo>
                  <a:cubicBezTo>
                    <a:pt x="7530" y="9074"/>
                    <a:pt x="7688" y="8917"/>
                    <a:pt x="7877" y="8917"/>
                  </a:cubicBezTo>
                  <a:close/>
                  <a:moveTo>
                    <a:pt x="3592" y="1765"/>
                  </a:moveTo>
                  <a:cubicBezTo>
                    <a:pt x="3655" y="2111"/>
                    <a:pt x="3655" y="2427"/>
                    <a:pt x="3592" y="2805"/>
                  </a:cubicBezTo>
                  <a:cubicBezTo>
                    <a:pt x="3025" y="3466"/>
                    <a:pt x="2710" y="4285"/>
                    <a:pt x="2710" y="5199"/>
                  </a:cubicBezTo>
                  <a:cubicBezTo>
                    <a:pt x="2710" y="7278"/>
                    <a:pt x="4411" y="8917"/>
                    <a:pt x="6459" y="8917"/>
                  </a:cubicBezTo>
                  <a:cubicBezTo>
                    <a:pt x="6585" y="8917"/>
                    <a:pt x="6743" y="8917"/>
                    <a:pt x="6869" y="8885"/>
                  </a:cubicBezTo>
                  <a:lnTo>
                    <a:pt x="6869" y="8885"/>
                  </a:lnTo>
                  <a:cubicBezTo>
                    <a:pt x="6806" y="9011"/>
                    <a:pt x="6774" y="9137"/>
                    <a:pt x="6774" y="9232"/>
                  </a:cubicBezTo>
                  <a:cubicBezTo>
                    <a:pt x="6774" y="9358"/>
                    <a:pt x="6806" y="9484"/>
                    <a:pt x="6806" y="9610"/>
                  </a:cubicBezTo>
                  <a:lnTo>
                    <a:pt x="4915" y="9610"/>
                  </a:lnTo>
                  <a:cubicBezTo>
                    <a:pt x="4537" y="9641"/>
                    <a:pt x="4096" y="9830"/>
                    <a:pt x="3781" y="10145"/>
                  </a:cubicBezTo>
                  <a:lnTo>
                    <a:pt x="3088" y="10870"/>
                  </a:lnTo>
                  <a:lnTo>
                    <a:pt x="788" y="8633"/>
                  </a:lnTo>
                  <a:lnTo>
                    <a:pt x="1544" y="7908"/>
                  </a:lnTo>
                  <a:cubicBezTo>
                    <a:pt x="1859" y="7593"/>
                    <a:pt x="2048" y="7152"/>
                    <a:pt x="2048" y="6680"/>
                  </a:cubicBezTo>
                  <a:lnTo>
                    <a:pt x="2048" y="3655"/>
                  </a:lnTo>
                  <a:cubicBezTo>
                    <a:pt x="2048" y="3592"/>
                    <a:pt x="2080" y="3498"/>
                    <a:pt x="2143" y="3435"/>
                  </a:cubicBezTo>
                  <a:lnTo>
                    <a:pt x="3592" y="1765"/>
                  </a:lnTo>
                  <a:close/>
                  <a:moveTo>
                    <a:pt x="5167" y="1"/>
                  </a:moveTo>
                  <a:cubicBezTo>
                    <a:pt x="4978" y="1"/>
                    <a:pt x="4821" y="158"/>
                    <a:pt x="4821" y="347"/>
                  </a:cubicBezTo>
                  <a:cubicBezTo>
                    <a:pt x="4821" y="536"/>
                    <a:pt x="4978" y="694"/>
                    <a:pt x="5167" y="694"/>
                  </a:cubicBezTo>
                  <a:lnTo>
                    <a:pt x="5514" y="694"/>
                  </a:lnTo>
                  <a:lnTo>
                    <a:pt x="5514" y="1576"/>
                  </a:lnTo>
                  <a:cubicBezTo>
                    <a:pt x="5136" y="1702"/>
                    <a:pt x="4726" y="1891"/>
                    <a:pt x="4380" y="2111"/>
                  </a:cubicBezTo>
                  <a:cubicBezTo>
                    <a:pt x="4380" y="1796"/>
                    <a:pt x="4317" y="1481"/>
                    <a:pt x="4222" y="1229"/>
                  </a:cubicBezTo>
                  <a:lnTo>
                    <a:pt x="4159" y="977"/>
                  </a:lnTo>
                  <a:cubicBezTo>
                    <a:pt x="4096" y="851"/>
                    <a:pt x="4033" y="788"/>
                    <a:pt x="3907" y="757"/>
                  </a:cubicBezTo>
                  <a:cubicBezTo>
                    <a:pt x="3872" y="739"/>
                    <a:pt x="3839" y="731"/>
                    <a:pt x="3808" y="731"/>
                  </a:cubicBezTo>
                  <a:cubicBezTo>
                    <a:pt x="3728" y="731"/>
                    <a:pt x="3660" y="783"/>
                    <a:pt x="3592" y="851"/>
                  </a:cubicBezTo>
                  <a:lnTo>
                    <a:pt x="1702" y="2962"/>
                  </a:lnTo>
                  <a:cubicBezTo>
                    <a:pt x="1544" y="3151"/>
                    <a:pt x="1418" y="3372"/>
                    <a:pt x="1418" y="3624"/>
                  </a:cubicBezTo>
                  <a:lnTo>
                    <a:pt x="1418" y="6648"/>
                  </a:lnTo>
                  <a:cubicBezTo>
                    <a:pt x="1418" y="6932"/>
                    <a:pt x="1292" y="7152"/>
                    <a:pt x="1103" y="7373"/>
                  </a:cubicBezTo>
                  <a:lnTo>
                    <a:pt x="127" y="8349"/>
                  </a:lnTo>
                  <a:cubicBezTo>
                    <a:pt x="64" y="8412"/>
                    <a:pt x="1" y="8507"/>
                    <a:pt x="1" y="8570"/>
                  </a:cubicBezTo>
                  <a:cubicBezTo>
                    <a:pt x="1" y="8664"/>
                    <a:pt x="32" y="8790"/>
                    <a:pt x="127" y="8822"/>
                  </a:cubicBezTo>
                  <a:lnTo>
                    <a:pt x="2867" y="11531"/>
                  </a:lnTo>
                  <a:cubicBezTo>
                    <a:pt x="2930" y="11594"/>
                    <a:pt x="3025" y="11626"/>
                    <a:pt x="3116" y="11626"/>
                  </a:cubicBezTo>
                  <a:cubicBezTo>
                    <a:pt x="3206" y="11626"/>
                    <a:pt x="3293" y="11594"/>
                    <a:pt x="3340" y="11531"/>
                  </a:cubicBezTo>
                  <a:lnTo>
                    <a:pt x="4348" y="10555"/>
                  </a:lnTo>
                  <a:cubicBezTo>
                    <a:pt x="4537" y="10366"/>
                    <a:pt x="4758" y="10240"/>
                    <a:pt x="5041" y="10240"/>
                  </a:cubicBezTo>
                  <a:lnTo>
                    <a:pt x="8601" y="10240"/>
                  </a:lnTo>
                  <a:cubicBezTo>
                    <a:pt x="9137" y="10240"/>
                    <a:pt x="9610" y="9767"/>
                    <a:pt x="9610" y="9200"/>
                  </a:cubicBezTo>
                  <a:cubicBezTo>
                    <a:pt x="9610" y="9106"/>
                    <a:pt x="9578" y="8948"/>
                    <a:pt x="9547" y="8822"/>
                  </a:cubicBezTo>
                  <a:cubicBezTo>
                    <a:pt x="9956" y="8696"/>
                    <a:pt x="10303" y="8318"/>
                    <a:pt x="10303" y="7845"/>
                  </a:cubicBezTo>
                  <a:cubicBezTo>
                    <a:pt x="10303" y="7719"/>
                    <a:pt x="10240" y="7562"/>
                    <a:pt x="10208" y="7436"/>
                  </a:cubicBezTo>
                  <a:cubicBezTo>
                    <a:pt x="10649" y="7310"/>
                    <a:pt x="10964" y="6932"/>
                    <a:pt x="10964" y="6459"/>
                  </a:cubicBezTo>
                  <a:cubicBezTo>
                    <a:pt x="10964" y="6333"/>
                    <a:pt x="10933" y="6176"/>
                    <a:pt x="10870" y="6050"/>
                  </a:cubicBezTo>
                  <a:cubicBezTo>
                    <a:pt x="11027" y="6018"/>
                    <a:pt x="11185" y="5955"/>
                    <a:pt x="11342" y="5798"/>
                  </a:cubicBezTo>
                  <a:cubicBezTo>
                    <a:pt x="11563" y="5577"/>
                    <a:pt x="11657" y="5325"/>
                    <a:pt x="11657" y="5041"/>
                  </a:cubicBezTo>
                  <a:cubicBezTo>
                    <a:pt x="11657" y="4758"/>
                    <a:pt x="11563" y="4474"/>
                    <a:pt x="11342" y="4285"/>
                  </a:cubicBezTo>
                  <a:cubicBezTo>
                    <a:pt x="11122" y="4285"/>
                    <a:pt x="10870" y="4159"/>
                    <a:pt x="10586" y="4159"/>
                  </a:cubicBezTo>
                  <a:lnTo>
                    <a:pt x="10145" y="4159"/>
                  </a:lnTo>
                  <a:cubicBezTo>
                    <a:pt x="9767" y="2899"/>
                    <a:pt x="8790" y="1922"/>
                    <a:pt x="7530" y="1576"/>
                  </a:cubicBezTo>
                  <a:lnTo>
                    <a:pt x="7530" y="694"/>
                  </a:lnTo>
                  <a:lnTo>
                    <a:pt x="7877" y="694"/>
                  </a:lnTo>
                  <a:cubicBezTo>
                    <a:pt x="8097" y="694"/>
                    <a:pt x="8255" y="536"/>
                    <a:pt x="8255" y="347"/>
                  </a:cubicBezTo>
                  <a:cubicBezTo>
                    <a:pt x="8255" y="158"/>
                    <a:pt x="8097" y="1"/>
                    <a:pt x="7877" y="1"/>
                  </a:cubicBezTo>
                  <a:close/>
                </a:path>
              </a:pathLst>
            </a:custGeom>
            <a:grp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a:p>
          </p:txBody>
        </p:sp>
        <p:sp>
          <p:nvSpPr>
            <p:cNvPr id="12" name="Google Shape;18058;p89">
              <a:extLst>
                <a:ext uri="{FF2B5EF4-FFF2-40B4-BE49-F238E27FC236}">
                  <a16:creationId xmlns:a16="http://schemas.microsoft.com/office/drawing/2014/main" id="{B3B21A93-EFD8-4CA2-6C51-9C98CACD0178}"/>
                </a:ext>
              </a:extLst>
            </p:cNvPr>
            <p:cNvSpPr/>
            <p:nvPr/>
          </p:nvSpPr>
          <p:spPr>
            <a:xfrm>
              <a:off x="-30670625" y="2042700"/>
              <a:ext cx="35475" cy="35450"/>
            </a:xfrm>
            <a:custGeom>
              <a:avLst/>
              <a:gdLst/>
              <a:ahLst/>
              <a:cxnLst/>
              <a:rect l="l" t="t" r="r" b="b"/>
              <a:pathLst>
                <a:path w="1419" h="1418" extrusionOk="0">
                  <a:moveTo>
                    <a:pt x="1072" y="0"/>
                  </a:moveTo>
                  <a:cubicBezTo>
                    <a:pt x="883" y="0"/>
                    <a:pt x="725" y="158"/>
                    <a:pt x="725" y="378"/>
                  </a:cubicBezTo>
                  <a:lnTo>
                    <a:pt x="725" y="725"/>
                  </a:lnTo>
                  <a:lnTo>
                    <a:pt x="379" y="725"/>
                  </a:lnTo>
                  <a:cubicBezTo>
                    <a:pt x="158" y="725"/>
                    <a:pt x="1" y="882"/>
                    <a:pt x="1" y="1071"/>
                  </a:cubicBezTo>
                  <a:cubicBezTo>
                    <a:pt x="1" y="1260"/>
                    <a:pt x="158" y="1418"/>
                    <a:pt x="379" y="1418"/>
                  </a:cubicBezTo>
                  <a:lnTo>
                    <a:pt x="1041" y="1418"/>
                  </a:lnTo>
                  <a:cubicBezTo>
                    <a:pt x="1230" y="1418"/>
                    <a:pt x="1387" y="1260"/>
                    <a:pt x="1387" y="1071"/>
                  </a:cubicBezTo>
                  <a:lnTo>
                    <a:pt x="1387" y="410"/>
                  </a:lnTo>
                  <a:cubicBezTo>
                    <a:pt x="1419" y="158"/>
                    <a:pt x="1261" y="0"/>
                    <a:pt x="1072" y="0"/>
                  </a:cubicBezTo>
                  <a:close/>
                </a:path>
              </a:pathLst>
            </a:custGeom>
            <a:grp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1867" dirty="0"/>
            </a:p>
          </p:txBody>
        </p:sp>
      </p:gr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02B89D8-C4BE-49B4-B37A-0B33AF7A324F}"/>
              </a:ext>
            </a:extLst>
          </p:cNvPr>
          <p:cNvSpPr>
            <a:spLocks noGrp="1"/>
          </p:cNvSpPr>
          <p:nvPr>
            <p:ph type="title"/>
          </p:nvPr>
        </p:nvSpPr>
        <p:spPr>
          <a:xfrm>
            <a:off x="838200" y="365126"/>
            <a:ext cx="8715375" cy="965974"/>
          </a:xfrm>
        </p:spPr>
        <p:txBody>
          <a:bodyPr>
            <a:normAutofit fontScale="90000"/>
          </a:bodyPr>
          <a:lstStyle/>
          <a:p>
            <a:r>
              <a:rPr lang="en-US" sz="4000" b="1" dirty="0">
                <a:solidFill>
                  <a:srgbClr val="292D34"/>
                </a:solidFill>
                <a:latin typeface="Times New Roman" panose="02020603050405020304" pitchFamily="18" charset="0"/>
                <a:ea typeface="+mn-ea"/>
                <a:cs typeface="Times New Roman" panose="02020603050405020304" pitchFamily="18" charset="0"/>
              </a:rPr>
              <a:t>Making studying more efficient and effective</a:t>
            </a:r>
          </a:p>
        </p:txBody>
      </p:sp>
      <p:sp>
        <p:nvSpPr>
          <p:cNvPr id="5" name="Freeform: Shape 4">
            <a:extLst>
              <a:ext uri="{FF2B5EF4-FFF2-40B4-BE49-F238E27FC236}">
                <a16:creationId xmlns:a16="http://schemas.microsoft.com/office/drawing/2014/main" id="{1C98F2B6-F729-4D6C-BA84-FD31DE5B4AC5}"/>
              </a:ext>
            </a:extLst>
          </p:cNvPr>
          <p:cNvSpPr/>
          <p:nvPr/>
        </p:nvSpPr>
        <p:spPr>
          <a:xfrm>
            <a:off x="5655515" y="3428999"/>
            <a:ext cx="995084" cy="1367715"/>
          </a:xfrm>
          <a:custGeom>
            <a:avLst/>
            <a:gdLst>
              <a:gd name="connsiteX0" fmla="*/ 0 w 995084"/>
              <a:gd name="connsiteY0" fmla="*/ 1367715 h 1367715"/>
              <a:gd name="connsiteX1" fmla="*/ 0 w 995084"/>
              <a:gd name="connsiteY1" fmla="*/ 1075549 h 1367715"/>
              <a:gd name="connsiteX2" fmla="*/ 31289 w 995084"/>
              <a:gd name="connsiteY2" fmla="*/ 1092847 h 1367715"/>
              <a:gd name="connsiteX3" fmla="*/ 125505 w 995084"/>
              <a:gd name="connsiteY3" fmla="*/ 1112220 h 1367715"/>
              <a:gd name="connsiteX4" fmla="*/ 367552 w 995084"/>
              <a:gd name="connsiteY4" fmla="*/ 865692 h 1367715"/>
              <a:gd name="connsiteX5" fmla="*/ 125505 w 995084"/>
              <a:gd name="connsiteY5" fmla="*/ 619163 h 1367715"/>
              <a:gd name="connsiteX6" fmla="*/ 31289 w 995084"/>
              <a:gd name="connsiteY6" fmla="*/ 638537 h 1367715"/>
              <a:gd name="connsiteX7" fmla="*/ 0 w 995084"/>
              <a:gd name="connsiteY7" fmla="*/ 655834 h 1367715"/>
              <a:gd name="connsiteX8" fmla="*/ 0 w 995084"/>
              <a:gd name="connsiteY8" fmla="*/ 364131 h 1367715"/>
              <a:gd name="connsiteX9" fmla="*/ 283202 w 995084"/>
              <a:gd name="connsiteY9" fmla="*/ 364131 h 1367715"/>
              <a:gd name="connsiteX10" fmla="*/ 265905 w 995084"/>
              <a:gd name="connsiteY10" fmla="*/ 333134 h 1367715"/>
              <a:gd name="connsiteX11" fmla="*/ 246531 w 995084"/>
              <a:gd name="connsiteY11" fmla="*/ 239794 h 1367715"/>
              <a:gd name="connsiteX12" fmla="*/ 493060 w 995084"/>
              <a:gd name="connsiteY12" fmla="*/ 0 h 1367715"/>
              <a:gd name="connsiteX13" fmla="*/ 739589 w 995084"/>
              <a:gd name="connsiteY13" fmla="*/ 239794 h 1367715"/>
              <a:gd name="connsiteX14" fmla="*/ 720216 w 995084"/>
              <a:gd name="connsiteY14" fmla="*/ 333134 h 1367715"/>
              <a:gd name="connsiteX15" fmla="*/ 702918 w 995084"/>
              <a:gd name="connsiteY15" fmla="*/ 364131 h 1367715"/>
              <a:gd name="connsiteX16" fmla="*/ 995084 w 995084"/>
              <a:gd name="connsiteY16" fmla="*/ 364131 h 1367715"/>
              <a:gd name="connsiteX17" fmla="*/ 995084 w 995084"/>
              <a:gd name="connsiteY17" fmla="*/ 1367715 h 136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5084" h="1367715">
                <a:moveTo>
                  <a:pt x="0" y="1367715"/>
                </a:moveTo>
                <a:lnTo>
                  <a:pt x="0" y="1075549"/>
                </a:lnTo>
                <a:lnTo>
                  <a:pt x="31289" y="1092847"/>
                </a:lnTo>
                <a:cubicBezTo>
                  <a:pt x="60247" y="1105322"/>
                  <a:pt x="92085" y="1112220"/>
                  <a:pt x="125505" y="1112220"/>
                </a:cubicBezTo>
                <a:cubicBezTo>
                  <a:pt x="259184" y="1112220"/>
                  <a:pt x="367552" y="1001846"/>
                  <a:pt x="367552" y="865692"/>
                </a:cubicBezTo>
                <a:cubicBezTo>
                  <a:pt x="367552" y="729538"/>
                  <a:pt x="259184" y="619163"/>
                  <a:pt x="125505" y="619163"/>
                </a:cubicBezTo>
                <a:cubicBezTo>
                  <a:pt x="92085" y="619163"/>
                  <a:pt x="60247" y="626062"/>
                  <a:pt x="31289" y="638537"/>
                </a:cubicBezTo>
                <a:lnTo>
                  <a:pt x="0" y="655834"/>
                </a:lnTo>
                <a:lnTo>
                  <a:pt x="0" y="364131"/>
                </a:lnTo>
                <a:lnTo>
                  <a:pt x="283202" y="364131"/>
                </a:lnTo>
                <a:lnTo>
                  <a:pt x="265905" y="333134"/>
                </a:lnTo>
                <a:cubicBezTo>
                  <a:pt x="253430" y="304445"/>
                  <a:pt x="246531" y="272903"/>
                  <a:pt x="246531" y="239794"/>
                </a:cubicBezTo>
                <a:cubicBezTo>
                  <a:pt x="246531" y="107360"/>
                  <a:pt x="356906" y="0"/>
                  <a:pt x="493060" y="0"/>
                </a:cubicBezTo>
                <a:cubicBezTo>
                  <a:pt x="629214" y="0"/>
                  <a:pt x="739589" y="107360"/>
                  <a:pt x="739589" y="239794"/>
                </a:cubicBezTo>
                <a:cubicBezTo>
                  <a:pt x="739589" y="272903"/>
                  <a:pt x="732691" y="304445"/>
                  <a:pt x="720216" y="333134"/>
                </a:cubicBezTo>
                <a:lnTo>
                  <a:pt x="702918" y="364131"/>
                </a:lnTo>
                <a:lnTo>
                  <a:pt x="995084" y="364131"/>
                </a:lnTo>
                <a:lnTo>
                  <a:pt x="995084" y="1367715"/>
                </a:lnTo>
                <a:close/>
              </a:path>
            </a:pathLst>
          </a:custGeom>
          <a:solidFill>
            <a:srgbClr val="00B0F0"/>
          </a:solidFill>
          <a:ln>
            <a:noFill/>
          </a:ln>
          <a:effectLst>
            <a:outerShdw blurRad="225425" dist="50800" dir="5220000" algn="ctr">
              <a:srgbClr val="000000">
                <a:alpha val="33000"/>
              </a:srgbClr>
            </a:outerShdw>
          </a:effectLst>
          <a:scene3d>
            <a:camera prst="isometricTopUp">
              <a:rot lat="19311421" lon="19914976" rev="3093771"/>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Arrow Connector 5">
            <a:extLst>
              <a:ext uri="{FF2B5EF4-FFF2-40B4-BE49-F238E27FC236}">
                <a16:creationId xmlns:a16="http://schemas.microsoft.com/office/drawing/2014/main" id="{F79B070D-5F95-48F8-94D1-1555AD32B1C7}"/>
              </a:ext>
            </a:extLst>
          </p:cNvPr>
          <p:cNvCxnSpPr>
            <a:cxnSpLocks/>
          </p:cNvCxnSpPr>
          <p:nvPr/>
        </p:nvCxnSpPr>
        <p:spPr>
          <a:xfrm>
            <a:off x="7240742" y="2547400"/>
            <a:ext cx="99141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FBEADBAE-2B98-4E22-8E60-5131C9C57F18}"/>
              </a:ext>
            </a:extLst>
          </p:cNvPr>
          <p:cNvCxnSpPr>
            <a:cxnSpLocks/>
          </p:cNvCxnSpPr>
          <p:nvPr/>
        </p:nvCxnSpPr>
        <p:spPr>
          <a:xfrm>
            <a:off x="7240742" y="4372933"/>
            <a:ext cx="115106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1692F75C-E5CF-41B0-A0CA-D396DF4E7483}"/>
              </a:ext>
            </a:extLst>
          </p:cNvPr>
          <p:cNvSpPr txBox="1"/>
          <p:nvPr/>
        </p:nvSpPr>
        <p:spPr>
          <a:xfrm>
            <a:off x="8534051" y="1836259"/>
            <a:ext cx="3180869" cy="1938992"/>
          </a:xfrm>
          <a:prstGeom prst="rect">
            <a:avLst/>
          </a:prstGeom>
          <a:noFill/>
        </p:spPr>
        <p:txBody>
          <a:bodyPr wrap="square" rtlCol="0">
            <a:spAutoFit/>
          </a:bodyPr>
          <a:lstStyle/>
          <a:p>
            <a:r>
              <a:rPr lang="en-US" sz="2400" b="1" i="1" dirty="0">
                <a:solidFill>
                  <a:srgbClr val="292D34"/>
                </a:solidFill>
                <a:latin typeface="Times New Roman" panose="02020603050405020304" pitchFamily="18" charset="0"/>
                <a:cs typeface="Times New Roman" panose="02020603050405020304" pitchFamily="18" charset="0"/>
              </a:rPr>
              <a:t>Smart note-taking</a:t>
            </a:r>
          </a:p>
          <a:p>
            <a:r>
              <a:rPr lang="en-US" i="1" dirty="0">
                <a:solidFill>
                  <a:srgbClr val="292D34"/>
                </a:solidFill>
                <a:latin typeface="Times New Roman" panose="02020603050405020304" pitchFamily="18" charset="0"/>
                <a:cs typeface="Times New Roman" panose="02020603050405020304" pitchFamily="18" charset="0"/>
              </a:rPr>
              <a:t>AI-powered tools can summarize and organize lecture notes for better studying.</a:t>
            </a:r>
          </a:p>
          <a:p>
            <a:endParaRPr lang="en-US" sz="2400" dirty="0">
              <a:solidFill>
                <a:srgbClr val="292D34"/>
              </a:solidFill>
              <a:latin typeface="Times New Roman" panose="02020603050405020304" pitchFamily="18" charset="0"/>
              <a:cs typeface="Times New Roman" panose="02020603050405020304" pitchFamily="18" charset="0"/>
            </a:endParaRPr>
          </a:p>
          <a:p>
            <a:endParaRPr lang="en-US" dirty="0"/>
          </a:p>
        </p:txBody>
      </p:sp>
      <p:sp>
        <p:nvSpPr>
          <p:cNvPr id="10" name="TextBox 9">
            <a:extLst>
              <a:ext uri="{FF2B5EF4-FFF2-40B4-BE49-F238E27FC236}">
                <a16:creationId xmlns:a16="http://schemas.microsoft.com/office/drawing/2014/main" id="{4B0B5B88-1371-47B1-A1C5-FBB4462F1682}"/>
              </a:ext>
            </a:extLst>
          </p:cNvPr>
          <p:cNvSpPr txBox="1"/>
          <p:nvPr/>
        </p:nvSpPr>
        <p:spPr>
          <a:xfrm>
            <a:off x="8534051" y="4120957"/>
            <a:ext cx="3381724" cy="2123658"/>
          </a:xfrm>
          <a:prstGeom prst="rect">
            <a:avLst/>
          </a:prstGeom>
          <a:noFill/>
        </p:spPr>
        <p:txBody>
          <a:bodyPr wrap="square" rtlCol="0">
            <a:spAutoFit/>
          </a:bodyPr>
          <a:lstStyle/>
          <a:p>
            <a:r>
              <a:rPr lang="en-US" sz="2400" b="1" i="1" dirty="0">
                <a:solidFill>
                  <a:srgbClr val="292D34"/>
                </a:solidFill>
                <a:latin typeface="Times New Roman" panose="02020603050405020304" pitchFamily="18" charset="0"/>
                <a:cs typeface="Times New Roman" panose="02020603050405020304" pitchFamily="18" charset="0"/>
              </a:rPr>
              <a:t>Language translation</a:t>
            </a:r>
            <a:br>
              <a:rPr lang="en-US" sz="2000" dirty="0"/>
            </a:br>
            <a:r>
              <a:rPr lang="en-US" b="0" i="1" dirty="0">
                <a:solidFill>
                  <a:srgbClr val="374151"/>
                </a:solidFill>
                <a:effectLst/>
                <a:latin typeface="Times New Roman" panose="02020603050405020304" pitchFamily="18" charset="0"/>
                <a:cs typeface="Times New Roman" panose="02020603050405020304" pitchFamily="18" charset="0"/>
              </a:rPr>
              <a:t>AI-driven language translation tools can aid students in comprehending foreign language texts more effectively, facilitating improved understanding and learning.</a:t>
            </a:r>
            <a:endParaRPr lang="en-US" i="1" dirty="0">
              <a:latin typeface="Times New Roman" panose="02020603050405020304" pitchFamily="18" charset="0"/>
              <a:cs typeface="Times New Roman" panose="02020603050405020304" pitchFamily="18" charset="0"/>
            </a:endParaRPr>
          </a:p>
        </p:txBody>
      </p:sp>
      <p:sp>
        <p:nvSpPr>
          <p:cNvPr id="11" name="Freeform: Shape 10">
            <a:extLst>
              <a:ext uri="{FF2B5EF4-FFF2-40B4-BE49-F238E27FC236}">
                <a16:creationId xmlns:a16="http://schemas.microsoft.com/office/drawing/2014/main" id="{CC75FDD6-9DDD-4FAE-A9EA-B3F7B053344A}"/>
              </a:ext>
            </a:extLst>
          </p:cNvPr>
          <p:cNvSpPr/>
          <p:nvPr/>
        </p:nvSpPr>
        <p:spPr>
          <a:xfrm rot="19018559" flipV="1">
            <a:off x="5912865" y="1905720"/>
            <a:ext cx="995084" cy="1367715"/>
          </a:xfrm>
          <a:custGeom>
            <a:avLst/>
            <a:gdLst>
              <a:gd name="connsiteX0" fmla="*/ 0 w 995084"/>
              <a:gd name="connsiteY0" fmla="*/ 1367715 h 1367715"/>
              <a:gd name="connsiteX1" fmla="*/ 0 w 995084"/>
              <a:gd name="connsiteY1" fmla="*/ 1075549 h 1367715"/>
              <a:gd name="connsiteX2" fmla="*/ 31289 w 995084"/>
              <a:gd name="connsiteY2" fmla="*/ 1092847 h 1367715"/>
              <a:gd name="connsiteX3" fmla="*/ 125505 w 995084"/>
              <a:gd name="connsiteY3" fmla="*/ 1112220 h 1367715"/>
              <a:gd name="connsiteX4" fmla="*/ 367552 w 995084"/>
              <a:gd name="connsiteY4" fmla="*/ 865692 h 1367715"/>
              <a:gd name="connsiteX5" fmla="*/ 125505 w 995084"/>
              <a:gd name="connsiteY5" fmla="*/ 619163 h 1367715"/>
              <a:gd name="connsiteX6" fmla="*/ 31289 w 995084"/>
              <a:gd name="connsiteY6" fmla="*/ 638537 h 1367715"/>
              <a:gd name="connsiteX7" fmla="*/ 0 w 995084"/>
              <a:gd name="connsiteY7" fmla="*/ 655834 h 1367715"/>
              <a:gd name="connsiteX8" fmla="*/ 0 w 995084"/>
              <a:gd name="connsiteY8" fmla="*/ 364131 h 1367715"/>
              <a:gd name="connsiteX9" fmla="*/ 283202 w 995084"/>
              <a:gd name="connsiteY9" fmla="*/ 364131 h 1367715"/>
              <a:gd name="connsiteX10" fmla="*/ 265905 w 995084"/>
              <a:gd name="connsiteY10" fmla="*/ 333134 h 1367715"/>
              <a:gd name="connsiteX11" fmla="*/ 246531 w 995084"/>
              <a:gd name="connsiteY11" fmla="*/ 239794 h 1367715"/>
              <a:gd name="connsiteX12" fmla="*/ 493060 w 995084"/>
              <a:gd name="connsiteY12" fmla="*/ 0 h 1367715"/>
              <a:gd name="connsiteX13" fmla="*/ 739589 w 995084"/>
              <a:gd name="connsiteY13" fmla="*/ 239794 h 1367715"/>
              <a:gd name="connsiteX14" fmla="*/ 720216 w 995084"/>
              <a:gd name="connsiteY14" fmla="*/ 333134 h 1367715"/>
              <a:gd name="connsiteX15" fmla="*/ 702918 w 995084"/>
              <a:gd name="connsiteY15" fmla="*/ 364131 h 1367715"/>
              <a:gd name="connsiteX16" fmla="*/ 995084 w 995084"/>
              <a:gd name="connsiteY16" fmla="*/ 364131 h 1367715"/>
              <a:gd name="connsiteX17" fmla="*/ 995084 w 995084"/>
              <a:gd name="connsiteY17" fmla="*/ 1367715 h 136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5084" h="1367715">
                <a:moveTo>
                  <a:pt x="0" y="1367715"/>
                </a:moveTo>
                <a:lnTo>
                  <a:pt x="0" y="1075549"/>
                </a:lnTo>
                <a:lnTo>
                  <a:pt x="31289" y="1092847"/>
                </a:lnTo>
                <a:cubicBezTo>
                  <a:pt x="60247" y="1105322"/>
                  <a:pt x="92085" y="1112220"/>
                  <a:pt x="125505" y="1112220"/>
                </a:cubicBezTo>
                <a:cubicBezTo>
                  <a:pt x="259184" y="1112220"/>
                  <a:pt x="367552" y="1001846"/>
                  <a:pt x="367552" y="865692"/>
                </a:cubicBezTo>
                <a:cubicBezTo>
                  <a:pt x="367552" y="729538"/>
                  <a:pt x="259184" y="619163"/>
                  <a:pt x="125505" y="619163"/>
                </a:cubicBezTo>
                <a:cubicBezTo>
                  <a:pt x="92085" y="619163"/>
                  <a:pt x="60247" y="626062"/>
                  <a:pt x="31289" y="638537"/>
                </a:cubicBezTo>
                <a:lnTo>
                  <a:pt x="0" y="655834"/>
                </a:lnTo>
                <a:lnTo>
                  <a:pt x="0" y="364131"/>
                </a:lnTo>
                <a:lnTo>
                  <a:pt x="283202" y="364131"/>
                </a:lnTo>
                <a:lnTo>
                  <a:pt x="265905" y="333134"/>
                </a:lnTo>
                <a:cubicBezTo>
                  <a:pt x="253430" y="304445"/>
                  <a:pt x="246531" y="272903"/>
                  <a:pt x="246531" y="239794"/>
                </a:cubicBezTo>
                <a:cubicBezTo>
                  <a:pt x="246531" y="107360"/>
                  <a:pt x="356906" y="0"/>
                  <a:pt x="493060" y="0"/>
                </a:cubicBezTo>
                <a:cubicBezTo>
                  <a:pt x="629214" y="0"/>
                  <a:pt x="739589" y="107360"/>
                  <a:pt x="739589" y="239794"/>
                </a:cubicBezTo>
                <a:cubicBezTo>
                  <a:pt x="739589" y="272903"/>
                  <a:pt x="732691" y="304445"/>
                  <a:pt x="720216" y="333134"/>
                </a:cubicBezTo>
                <a:lnTo>
                  <a:pt x="702918" y="364131"/>
                </a:lnTo>
                <a:lnTo>
                  <a:pt x="995084" y="364131"/>
                </a:lnTo>
                <a:lnTo>
                  <a:pt x="995084" y="1367715"/>
                </a:lnTo>
                <a:close/>
              </a:path>
            </a:pathLst>
          </a:custGeom>
          <a:solidFill>
            <a:schemeClr val="accent1">
              <a:lumMod val="60000"/>
              <a:lumOff val="40000"/>
            </a:schemeClr>
          </a:solidFill>
          <a:ln>
            <a:noFill/>
          </a:ln>
          <a:effectLst>
            <a:outerShdw blurRad="225425" dist="50800" dir="5220000" algn="ctr">
              <a:srgbClr val="000000">
                <a:alpha val="33000"/>
              </a:srgbClr>
            </a:outerShdw>
          </a:effectLst>
          <a:scene3d>
            <a:camera prst="perspectiveFront" fov="3300000">
              <a:rot lat="19336181" lon="19922890" rev="563335"/>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2" name="Freeform: Shape 11">
            <a:extLst>
              <a:ext uri="{FF2B5EF4-FFF2-40B4-BE49-F238E27FC236}">
                <a16:creationId xmlns:a16="http://schemas.microsoft.com/office/drawing/2014/main" id="{C5E15B30-6606-44B0-9995-8B8EC82F4C49}"/>
              </a:ext>
            </a:extLst>
          </p:cNvPr>
          <p:cNvSpPr/>
          <p:nvPr/>
        </p:nvSpPr>
        <p:spPr>
          <a:xfrm rot="13814054" flipV="1">
            <a:off x="4703799" y="2535658"/>
            <a:ext cx="995084" cy="1367715"/>
          </a:xfrm>
          <a:custGeom>
            <a:avLst/>
            <a:gdLst>
              <a:gd name="connsiteX0" fmla="*/ 0 w 995084"/>
              <a:gd name="connsiteY0" fmla="*/ 1367715 h 1367715"/>
              <a:gd name="connsiteX1" fmla="*/ 0 w 995084"/>
              <a:gd name="connsiteY1" fmla="*/ 1075549 h 1367715"/>
              <a:gd name="connsiteX2" fmla="*/ 31289 w 995084"/>
              <a:gd name="connsiteY2" fmla="*/ 1092847 h 1367715"/>
              <a:gd name="connsiteX3" fmla="*/ 125505 w 995084"/>
              <a:gd name="connsiteY3" fmla="*/ 1112220 h 1367715"/>
              <a:gd name="connsiteX4" fmla="*/ 367552 w 995084"/>
              <a:gd name="connsiteY4" fmla="*/ 865692 h 1367715"/>
              <a:gd name="connsiteX5" fmla="*/ 125505 w 995084"/>
              <a:gd name="connsiteY5" fmla="*/ 619163 h 1367715"/>
              <a:gd name="connsiteX6" fmla="*/ 31289 w 995084"/>
              <a:gd name="connsiteY6" fmla="*/ 638537 h 1367715"/>
              <a:gd name="connsiteX7" fmla="*/ 0 w 995084"/>
              <a:gd name="connsiteY7" fmla="*/ 655834 h 1367715"/>
              <a:gd name="connsiteX8" fmla="*/ 0 w 995084"/>
              <a:gd name="connsiteY8" fmla="*/ 364131 h 1367715"/>
              <a:gd name="connsiteX9" fmla="*/ 283202 w 995084"/>
              <a:gd name="connsiteY9" fmla="*/ 364131 h 1367715"/>
              <a:gd name="connsiteX10" fmla="*/ 265905 w 995084"/>
              <a:gd name="connsiteY10" fmla="*/ 333134 h 1367715"/>
              <a:gd name="connsiteX11" fmla="*/ 246531 w 995084"/>
              <a:gd name="connsiteY11" fmla="*/ 239794 h 1367715"/>
              <a:gd name="connsiteX12" fmla="*/ 493060 w 995084"/>
              <a:gd name="connsiteY12" fmla="*/ 0 h 1367715"/>
              <a:gd name="connsiteX13" fmla="*/ 739589 w 995084"/>
              <a:gd name="connsiteY13" fmla="*/ 239794 h 1367715"/>
              <a:gd name="connsiteX14" fmla="*/ 720216 w 995084"/>
              <a:gd name="connsiteY14" fmla="*/ 333134 h 1367715"/>
              <a:gd name="connsiteX15" fmla="*/ 702918 w 995084"/>
              <a:gd name="connsiteY15" fmla="*/ 364131 h 1367715"/>
              <a:gd name="connsiteX16" fmla="*/ 995084 w 995084"/>
              <a:gd name="connsiteY16" fmla="*/ 364131 h 1367715"/>
              <a:gd name="connsiteX17" fmla="*/ 995084 w 995084"/>
              <a:gd name="connsiteY17" fmla="*/ 1367715 h 136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5084" h="1367715">
                <a:moveTo>
                  <a:pt x="0" y="1367715"/>
                </a:moveTo>
                <a:lnTo>
                  <a:pt x="0" y="1075549"/>
                </a:lnTo>
                <a:lnTo>
                  <a:pt x="31289" y="1092847"/>
                </a:lnTo>
                <a:cubicBezTo>
                  <a:pt x="60247" y="1105322"/>
                  <a:pt x="92085" y="1112220"/>
                  <a:pt x="125505" y="1112220"/>
                </a:cubicBezTo>
                <a:cubicBezTo>
                  <a:pt x="259184" y="1112220"/>
                  <a:pt x="367552" y="1001846"/>
                  <a:pt x="367552" y="865692"/>
                </a:cubicBezTo>
                <a:cubicBezTo>
                  <a:pt x="367552" y="729538"/>
                  <a:pt x="259184" y="619163"/>
                  <a:pt x="125505" y="619163"/>
                </a:cubicBezTo>
                <a:cubicBezTo>
                  <a:pt x="92085" y="619163"/>
                  <a:pt x="60247" y="626062"/>
                  <a:pt x="31289" y="638537"/>
                </a:cubicBezTo>
                <a:lnTo>
                  <a:pt x="0" y="655834"/>
                </a:lnTo>
                <a:lnTo>
                  <a:pt x="0" y="364131"/>
                </a:lnTo>
                <a:lnTo>
                  <a:pt x="283202" y="364131"/>
                </a:lnTo>
                <a:lnTo>
                  <a:pt x="265905" y="333134"/>
                </a:lnTo>
                <a:cubicBezTo>
                  <a:pt x="253430" y="304445"/>
                  <a:pt x="246531" y="272903"/>
                  <a:pt x="246531" y="239794"/>
                </a:cubicBezTo>
                <a:cubicBezTo>
                  <a:pt x="246531" y="107360"/>
                  <a:pt x="356906" y="0"/>
                  <a:pt x="493060" y="0"/>
                </a:cubicBezTo>
                <a:cubicBezTo>
                  <a:pt x="629214" y="0"/>
                  <a:pt x="739589" y="107360"/>
                  <a:pt x="739589" y="239794"/>
                </a:cubicBezTo>
                <a:cubicBezTo>
                  <a:pt x="739589" y="272903"/>
                  <a:pt x="732691" y="304445"/>
                  <a:pt x="720216" y="333134"/>
                </a:cubicBezTo>
                <a:lnTo>
                  <a:pt x="702918" y="364131"/>
                </a:lnTo>
                <a:lnTo>
                  <a:pt x="995084" y="364131"/>
                </a:lnTo>
                <a:lnTo>
                  <a:pt x="995084" y="1367715"/>
                </a:lnTo>
                <a:close/>
              </a:path>
            </a:pathLst>
          </a:custGeom>
          <a:solidFill>
            <a:schemeClr val="accent1"/>
          </a:solidFill>
          <a:ln>
            <a:solidFill>
              <a:schemeClr val="accent1"/>
            </a:solidFill>
          </a:ln>
          <a:effectLst>
            <a:outerShdw blurRad="225425" dist="50800" dir="5220000" algn="ctr">
              <a:srgbClr val="000000">
                <a:alpha val="33000"/>
              </a:srgbClr>
            </a:outerShdw>
          </a:effectLst>
          <a:scene3d>
            <a:camera prst="perspectiveFront" fov="3300000">
              <a:rot lat="1420907" lon="19291168" rev="21223446"/>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3" name="TextBox 12">
            <a:extLst>
              <a:ext uri="{FF2B5EF4-FFF2-40B4-BE49-F238E27FC236}">
                <a16:creationId xmlns:a16="http://schemas.microsoft.com/office/drawing/2014/main" id="{AD7D9D42-0223-4DF6-9560-9CB39754EDD6}"/>
              </a:ext>
            </a:extLst>
          </p:cNvPr>
          <p:cNvSpPr txBox="1"/>
          <p:nvPr/>
        </p:nvSpPr>
        <p:spPr>
          <a:xfrm>
            <a:off x="209944" y="1834522"/>
            <a:ext cx="3486674" cy="2769989"/>
          </a:xfrm>
          <a:prstGeom prst="rect">
            <a:avLst/>
          </a:prstGeom>
          <a:noFill/>
        </p:spPr>
        <p:txBody>
          <a:bodyPr wrap="square" rtlCol="0">
            <a:spAutoFit/>
          </a:bodyPr>
          <a:lstStyle/>
          <a:p>
            <a:r>
              <a:rPr lang="en-US" sz="2400" b="1" i="1" dirty="0">
                <a:solidFill>
                  <a:srgbClr val="292D34"/>
                </a:solidFill>
                <a:latin typeface="Times New Roman" panose="02020603050405020304" pitchFamily="18" charset="0"/>
                <a:cs typeface="Times New Roman" panose="02020603050405020304" pitchFamily="18" charset="0"/>
              </a:rPr>
              <a:t>Automated Content Generation for Students</a:t>
            </a:r>
            <a:br>
              <a:rPr lang="en-US" sz="2000" dirty="0"/>
            </a:br>
            <a:r>
              <a:rPr lang="en-US" i="1" dirty="0">
                <a:solidFill>
                  <a:srgbClr val="374151"/>
                </a:solidFill>
                <a:latin typeface="Times New Roman" panose="02020603050405020304" pitchFamily="18" charset="0"/>
                <a:cs typeface="Times New Roman" panose="02020603050405020304" pitchFamily="18" charset="0"/>
              </a:rPr>
              <a:t>AI tools have the capability to generate educational content for students, producing presentations, study materials, and other resources to aid in their academic endeavors.</a:t>
            </a:r>
          </a:p>
          <a:p>
            <a:endParaRPr lang="en-US" dirty="0"/>
          </a:p>
        </p:txBody>
      </p:sp>
      <p:cxnSp>
        <p:nvCxnSpPr>
          <p:cNvPr id="15" name="Connector: Elbow 14">
            <a:extLst>
              <a:ext uri="{FF2B5EF4-FFF2-40B4-BE49-F238E27FC236}">
                <a16:creationId xmlns:a16="http://schemas.microsoft.com/office/drawing/2014/main" id="{F067B8E1-0236-4938-B5C7-A2C5049745ED}"/>
              </a:ext>
            </a:extLst>
          </p:cNvPr>
          <p:cNvCxnSpPr>
            <a:cxnSpLocks/>
          </p:cNvCxnSpPr>
          <p:nvPr/>
        </p:nvCxnSpPr>
        <p:spPr>
          <a:xfrm rot="10800000">
            <a:off x="3579240" y="2394586"/>
            <a:ext cx="935390" cy="894242"/>
          </a:xfrm>
          <a:prstGeom prst="bentConnector3">
            <a:avLst>
              <a:gd name="adj1" fmla="val 40835"/>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670114473"/>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3600450" y="2409825"/>
            <a:ext cx="4629150" cy="1637823"/>
          </a:xfrm>
          <a:prstGeom prst="rect">
            <a:avLst/>
          </a:prstGeom>
        </p:spPr>
        <p:txBody>
          <a:bodyPr spcFirstLastPara="1" vert="horz" wrap="square" lIns="121900" tIns="121900" rIns="121900" bIns="121900" rtlCol="0" anchor="ctr" anchorCtr="0">
            <a:noAutofit/>
          </a:bodyPr>
          <a:lstStyle/>
          <a:p>
            <a:r>
              <a:rPr lang="en-US" sz="6000" b="1" dirty="0">
                <a:latin typeface="Times New Roman" panose="02020603050405020304" pitchFamily="18" charset="0"/>
                <a:cs typeface="Times New Roman" panose="02020603050405020304" pitchFamily="18" charset="0"/>
              </a:rPr>
              <a:t>Helpful AI tools for Students</a:t>
            </a:r>
            <a:endParaRPr sz="6267" dirty="0"/>
          </a:p>
        </p:txBody>
      </p:sp>
    </p:spTree>
  </p:cSld>
  <p:clrMapOvr>
    <a:masterClrMapping/>
  </p:clrMapOvr>
  <p:transition spd="slow">
    <p:wheel spokes="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CA48E1-8A32-439C-9328-410290413407}"/>
              </a:ext>
            </a:extLst>
          </p:cNvPr>
          <p:cNvSpPr>
            <a:spLocks noGrp="1"/>
          </p:cNvSpPr>
          <p:nvPr>
            <p:ph type="title"/>
          </p:nvPr>
        </p:nvSpPr>
        <p:spPr>
          <a:xfrm>
            <a:off x="1562470" y="365125"/>
            <a:ext cx="9791330" cy="1325563"/>
          </a:xfrm>
        </p:spPr>
        <p:txBody>
          <a:bodyPr>
            <a:normAutofit/>
          </a:bodyPr>
          <a:lstStyle/>
          <a:p>
            <a:r>
              <a:rPr lang="en-US" b="1" i="0" dirty="0">
                <a:solidFill>
                  <a:srgbClr val="374151"/>
                </a:solidFill>
                <a:effectLst/>
                <a:latin typeface="Times New Roman" panose="02020603050405020304" pitchFamily="18" charset="0"/>
                <a:cs typeface="Times New Roman" panose="02020603050405020304" pitchFamily="18" charset="0"/>
              </a:rPr>
              <a:t>Text-to-Image Conversion Bots</a:t>
            </a:r>
            <a:endParaRPr lang="en-US" b="1" dirty="0">
              <a:solidFill>
                <a:srgbClr val="292D34"/>
              </a:solidFill>
              <a:latin typeface="Times New Roman" panose="02020603050405020304" pitchFamily="18" charset="0"/>
              <a:ea typeface="+mn-ea"/>
              <a:cs typeface="Times New Roman" panose="02020603050405020304" pitchFamily="18" charset="0"/>
            </a:endParaRPr>
          </a:p>
        </p:txBody>
      </p:sp>
      <p:sp>
        <p:nvSpPr>
          <p:cNvPr id="5" name="Content Placeholder 2">
            <a:extLst>
              <a:ext uri="{FF2B5EF4-FFF2-40B4-BE49-F238E27FC236}">
                <a16:creationId xmlns:a16="http://schemas.microsoft.com/office/drawing/2014/main" id="{9FB0DA25-CBF2-4B07-B49A-402816A909E9}"/>
              </a:ext>
            </a:extLst>
          </p:cNvPr>
          <p:cNvSpPr txBox="1">
            <a:spLocks/>
          </p:cNvSpPr>
          <p:nvPr/>
        </p:nvSpPr>
        <p:spPr>
          <a:xfrm>
            <a:off x="5358554" y="1673122"/>
            <a:ext cx="5522671" cy="4616389"/>
          </a:xfrm>
          <a:prstGeom prst="rect">
            <a:avLst/>
          </a:prstGeom>
          <a:noFill/>
          <a:ln>
            <a:noFill/>
          </a:ln>
        </p:spPr>
        <p:txBody>
          <a:bodyPr spcFirstLastPara="1" vert="horz" wrap="square" lIns="91425" tIns="91425" rIns="91425" bIns="91425" rtlCol="0" anchor="t" anchorCtr="0">
            <a:normAutofit/>
          </a:bodyPr>
          <a:lstStyle>
            <a:lvl1pPr marL="228600" lvl="0" indent="-228600" algn="ctr" defTabSz="914400" rtl="0" eaLnBrk="1" latinLnBrk="0" hangingPunct="1">
              <a:lnSpc>
                <a:spcPct val="90000"/>
              </a:lnSpc>
              <a:spcBef>
                <a:spcPts val="0"/>
              </a:spcBef>
              <a:spcAft>
                <a:spcPts val="0"/>
              </a:spcAft>
              <a:buFont typeface="Arial" panose="020B0604020202020204" pitchFamily="34" charset="0"/>
              <a:buNone/>
              <a:defRPr sz="2800" kern="1200">
                <a:solidFill>
                  <a:schemeClr val="dk2"/>
                </a:solidFill>
                <a:latin typeface="Barlow Semi Condensed"/>
                <a:ea typeface="Barlow Semi Condensed"/>
                <a:cs typeface="Barlow Semi Condensed"/>
                <a:sym typeface="Barlow Semi Condensed"/>
              </a:defRPr>
            </a:lvl1pPr>
            <a:lvl2pPr marL="685800" lvl="1" indent="-228600" algn="l" defTabSz="914400" rtl="0" eaLnBrk="1" latinLnBrk="0" hangingPunct="1">
              <a:lnSpc>
                <a:spcPct val="90000"/>
              </a:lnSpc>
              <a:spcBef>
                <a:spcPts val="0"/>
              </a:spcBef>
              <a:spcAft>
                <a:spcPts val="0"/>
              </a:spcAft>
              <a:buFont typeface="Arial" panose="020B0604020202020204" pitchFamily="34" charset="0"/>
              <a:buNone/>
              <a:defRPr sz="2400" kern="1200">
                <a:solidFill>
                  <a:schemeClr val="dk2"/>
                </a:solidFill>
                <a:latin typeface="Barlow Semi Condensed"/>
                <a:ea typeface="Barlow Semi Condensed"/>
                <a:cs typeface="Barlow Semi Condensed"/>
                <a:sym typeface="Barlow Semi Condensed"/>
              </a:defRPr>
            </a:lvl2pPr>
            <a:lvl3pPr marL="1143000" lvl="2" indent="-228600" algn="l" defTabSz="914400" rtl="0" eaLnBrk="1" latinLnBrk="0" hangingPunct="1">
              <a:lnSpc>
                <a:spcPct val="90000"/>
              </a:lnSpc>
              <a:spcBef>
                <a:spcPts val="0"/>
              </a:spcBef>
              <a:spcAft>
                <a:spcPts val="0"/>
              </a:spcAft>
              <a:buFont typeface="Arial" panose="020B0604020202020204" pitchFamily="34" charset="0"/>
              <a:buNone/>
              <a:defRPr sz="2000" kern="1200">
                <a:solidFill>
                  <a:schemeClr val="dk2"/>
                </a:solidFill>
                <a:latin typeface="Barlow Semi Condensed"/>
                <a:ea typeface="Barlow Semi Condensed"/>
                <a:cs typeface="Barlow Semi Condensed"/>
                <a:sym typeface="Barlow Semi Condensed"/>
              </a:defRPr>
            </a:lvl3pPr>
            <a:lvl4pPr marL="1600200" lvl="3" indent="-228600" algn="l" defTabSz="914400" rtl="0" eaLnBrk="1" latinLnBrk="0" hangingPunct="1">
              <a:lnSpc>
                <a:spcPct val="90000"/>
              </a:lnSpc>
              <a:spcBef>
                <a:spcPts val="0"/>
              </a:spcBef>
              <a:spcAft>
                <a:spcPts val="0"/>
              </a:spcAft>
              <a:buFont typeface="Arial" panose="020B0604020202020204" pitchFamily="34" charset="0"/>
              <a:buNone/>
              <a:defRPr sz="1800" kern="1200">
                <a:solidFill>
                  <a:schemeClr val="dk2"/>
                </a:solidFill>
                <a:latin typeface="Barlow Semi Condensed"/>
                <a:ea typeface="Barlow Semi Condensed"/>
                <a:cs typeface="Barlow Semi Condensed"/>
                <a:sym typeface="Barlow Semi Condensed"/>
              </a:defRPr>
            </a:lvl4pPr>
            <a:lvl5pPr marL="2057400" lvl="4" indent="-228600" algn="l" defTabSz="914400" rtl="0" eaLnBrk="1" latinLnBrk="0" hangingPunct="1">
              <a:lnSpc>
                <a:spcPct val="90000"/>
              </a:lnSpc>
              <a:spcBef>
                <a:spcPts val="0"/>
              </a:spcBef>
              <a:spcAft>
                <a:spcPts val="0"/>
              </a:spcAft>
              <a:buFont typeface="Arial" panose="020B0604020202020204" pitchFamily="34" charset="0"/>
              <a:buNone/>
              <a:defRPr sz="1800" kern="1200">
                <a:solidFill>
                  <a:schemeClr val="dk2"/>
                </a:solidFill>
                <a:latin typeface="Barlow Semi Condensed"/>
                <a:ea typeface="Barlow Semi Condensed"/>
                <a:cs typeface="Barlow Semi Condensed"/>
                <a:sym typeface="Barlow Semi Condensed"/>
              </a:defRPr>
            </a:lvl5pPr>
            <a:lvl6pPr marL="2514600" lvl="5" indent="-228600" algn="l" defTabSz="914400" rtl="0" eaLnBrk="1" latinLnBrk="0" hangingPunct="1">
              <a:lnSpc>
                <a:spcPct val="90000"/>
              </a:lnSpc>
              <a:spcBef>
                <a:spcPts val="0"/>
              </a:spcBef>
              <a:spcAft>
                <a:spcPts val="0"/>
              </a:spcAft>
              <a:buFont typeface="Arial" panose="020B0604020202020204" pitchFamily="34" charset="0"/>
              <a:buNone/>
              <a:defRPr sz="1800" kern="1200">
                <a:solidFill>
                  <a:schemeClr val="dk2"/>
                </a:solidFill>
                <a:latin typeface="Barlow Semi Condensed"/>
                <a:ea typeface="Barlow Semi Condensed"/>
                <a:cs typeface="Barlow Semi Condensed"/>
                <a:sym typeface="Barlow Semi Condensed"/>
              </a:defRPr>
            </a:lvl6pPr>
            <a:lvl7pPr marL="2971800" lvl="6" indent="-228600" algn="l" defTabSz="914400" rtl="0" eaLnBrk="1" latinLnBrk="0" hangingPunct="1">
              <a:lnSpc>
                <a:spcPct val="90000"/>
              </a:lnSpc>
              <a:spcBef>
                <a:spcPts val="0"/>
              </a:spcBef>
              <a:spcAft>
                <a:spcPts val="0"/>
              </a:spcAft>
              <a:buFont typeface="Arial" panose="020B0604020202020204" pitchFamily="34" charset="0"/>
              <a:buNone/>
              <a:defRPr sz="1800" kern="1200">
                <a:solidFill>
                  <a:schemeClr val="dk2"/>
                </a:solidFill>
                <a:latin typeface="Barlow Semi Condensed"/>
                <a:ea typeface="Barlow Semi Condensed"/>
                <a:cs typeface="Barlow Semi Condensed"/>
                <a:sym typeface="Barlow Semi Condensed"/>
              </a:defRPr>
            </a:lvl7pPr>
            <a:lvl8pPr marL="3429000" lvl="7" indent="-228600" algn="l" defTabSz="914400" rtl="0" eaLnBrk="1" latinLnBrk="0" hangingPunct="1">
              <a:lnSpc>
                <a:spcPct val="90000"/>
              </a:lnSpc>
              <a:spcBef>
                <a:spcPts val="0"/>
              </a:spcBef>
              <a:spcAft>
                <a:spcPts val="0"/>
              </a:spcAft>
              <a:buFont typeface="Arial" panose="020B0604020202020204" pitchFamily="34" charset="0"/>
              <a:buNone/>
              <a:defRPr sz="1800" kern="1200">
                <a:solidFill>
                  <a:schemeClr val="dk2"/>
                </a:solidFill>
                <a:latin typeface="Barlow Semi Condensed"/>
                <a:ea typeface="Barlow Semi Condensed"/>
                <a:cs typeface="Barlow Semi Condensed"/>
                <a:sym typeface="Barlow Semi Condensed"/>
              </a:defRPr>
            </a:lvl8pPr>
            <a:lvl9pPr marL="3886200" lvl="8" indent="-228600" algn="l" defTabSz="914400" rtl="0" eaLnBrk="1" latinLnBrk="0" hangingPunct="1">
              <a:lnSpc>
                <a:spcPct val="90000"/>
              </a:lnSpc>
              <a:spcBef>
                <a:spcPts val="0"/>
              </a:spcBef>
              <a:spcAft>
                <a:spcPts val="0"/>
              </a:spcAft>
              <a:buFont typeface="Arial" panose="020B0604020202020204" pitchFamily="34" charset="0"/>
              <a:buNone/>
              <a:defRPr sz="1800" kern="1200">
                <a:solidFill>
                  <a:schemeClr val="dk2"/>
                </a:solidFill>
                <a:latin typeface="Barlow Semi Condensed"/>
                <a:ea typeface="Barlow Semi Condensed"/>
                <a:cs typeface="Barlow Semi Condensed"/>
                <a:sym typeface="Barlow Semi Condensed"/>
              </a:defRPr>
            </a:lvl9pPr>
          </a:lstStyle>
          <a:p>
            <a:pPr marL="0" indent="0" algn="just"/>
            <a:r>
              <a:rPr lang="en-US" sz="1800" i="1" dirty="0">
                <a:solidFill>
                  <a:srgbClr val="292D34"/>
                </a:solidFill>
                <a:latin typeface="Times New Roman" panose="02020603050405020304" pitchFamily="18" charset="0"/>
                <a:cs typeface="Times New Roman" panose="02020603050405020304" pitchFamily="18" charset="0"/>
              </a:rPr>
              <a:t>An illustrative example of a bot showcasing this capability is the "Text2Image" AI. This innovative tool takes textual descriptions as input and transforms them into visually compelling images. For instance, when provided with the description "a serene lake surrounded by mountains at sunset," the AI bot harnesses its image generation prowess to craft a vivid representation of the depicted scene. The resulting image captures the tranquility of a lake, the majesty of mountains, and the warm hues of a breathtaking sunset, offering a seamless fusion of text and imagery.</a:t>
            </a:r>
          </a:p>
          <a:p>
            <a:pPr marL="0" indent="0" algn="l"/>
            <a:r>
              <a:rPr lang="en-US" sz="1800" i="1" dirty="0">
                <a:solidFill>
                  <a:srgbClr val="292D34"/>
                </a:solidFill>
                <a:latin typeface="Times New Roman" panose="02020603050405020304" pitchFamily="18" charset="0"/>
                <a:cs typeface="Times New Roman" panose="02020603050405020304" pitchFamily="18" charset="0"/>
              </a:rPr>
              <a:t>Some examples of image creators powered by AI:</a:t>
            </a:r>
          </a:p>
          <a:p>
            <a:pPr algn="l"/>
            <a:r>
              <a:rPr lang="en-US" sz="1800" i="1" dirty="0">
                <a:solidFill>
                  <a:srgbClr val="292D34"/>
                </a:solidFill>
                <a:latin typeface="Times New Roman" panose="02020603050405020304" pitchFamily="18" charset="0"/>
                <a:cs typeface="Times New Roman" panose="02020603050405020304" pitchFamily="18" charset="0"/>
              </a:rPr>
              <a:t>DALL·E</a:t>
            </a:r>
          </a:p>
          <a:p>
            <a:pPr algn="l"/>
            <a:r>
              <a:rPr lang="en-US" sz="1800" i="1" dirty="0" err="1">
                <a:solidFill>
                  <a:srgbClr val="292D34"/>
                </a:solidFill>
                <a:latin typeface="Times New Roman" panose="02020603050405020304" pitchFamily="18" charset="0"/>
                <a:cs typeface="Times New Roman" panose="02020603050405020304" pitchFamily="18" charset="0"/>
              </a:rPr>
              <a:t>Artbreeder</a:t>
            </a:r>
            <a:endParaRPr lang="en-US" sz="1800" i="1" dirty="0">
              <a:solidFill>
                <a:srgbClr val="292D34"/>
              </a:solidFill>
              <a:latin typeface="Times New Roman" panose="02020603050405020304" pitchFamily="18" charset="0"/>
              <a:cs typeface="Times New Roman" panose="02020603050405020304" pitchFamily="18" charset="0"/>
            </a:endParaRPr>
          </a:p>
          <a:p>
            <a:pPr algn="l"/>
            <a:r>
              <a:rPr lang="en-US" sz="1800" i="1" dirty="0" err="1">
                <a:solidFill>
                  <a:srgbClr val="292D34"/>
                </a:solidFill>
                <a:latin typeface="Times New Roman" panose="02020603050405020304" pitchFamily="18" charset="0"/>
                <a:cs typeface="Times New Roman" panose="02020603050405020304" pitchFamily="18" charset="0"/>
              </a:rPr>
              <a:t>Imagine.art</a:t>
            </a:r>
            <a:endParaRPr lang="en-US" sz="1800" i="1" dirty="0">
              <a:solidFill>
                <a:srgbClr val="292D34"/>
              </a:solidFill>
              <a:latin typeface="Times New Roman" panose="02020603050405020304" pitchFamily="18" charset="0"/>
              <a:cs typeface="Times New Roman" panose="02020603050405020304" pitchFamily="18" charset="0"/>
            </a:endParaRPr>
          </a:p>
          <a:p>
            <a:pPr algn="l"/>
            <a:r>
              <a:rPr lang="en-US" sz="1800" i="1" dirty="0">
                <a:solidFill>
                  <a:srgbClr val="292D34"/>
                </a:solidFill>
                <a:latin typeface="Times New Roman" panose="02020603050405020304" pitchFamily="18" charset="0"/>
                <a:cs typeface="Times New Roman" panose="02020603050405020304" pitchFamily="18" charset="0"/>
              </a:rPr>
              <a:t>Deep Dream Generator</a:t>
            </a:r>
          </a:p>
          <a:p>
            <a:pPr algn="l"/>
            <a:endParaRPr lang="en-US" dirty="0">
              <a:solidFill>
                <a:srgbClr val="3D3D3D"/>
              </a:solidFill>
              <a:latin typeface="-apple-system"/>
            </a:endParaRPr>
          </a:p>
          <a:p>
            <a:pPr algn="l"/>
            <a:endParaRPr lang="en-US" dirty="0">
              <a:solidFill>
                <a:srgbClr val="3D3D3D"/>
              </a:solidFill>
              <a:latin typeface="-apple-system"/>
            </a:endParaRPr>
          </a:p>
          <a:p>
            <a:pPr algn="l"/>
            <a:endParaRPr lang="en-US" dirty="0">
              <a:solidFill>
                <a:srgbClr val="3D3D3D"/>
              </a:solidFill>
              <a:latin typeface="-apple-system"/>
            </a:endParaRPr>
          </a:p>
          <a:p>
            <a:pPr algn="l"/>
            <a:endParaRPr lang="en-US" dirty="0"/>
          </a:p>
        </p:txBody>
      </p:sp>
      <p:grpSp>
        <p:nvGrpSpPr>
          <p:cNvPr id="9158" name="Google Shape;9158;p74"/>
          <p:cNvGrpSpPr/>
          <p:nvPr/>
        </p:nvGrpSpPr>
        <p:grpSpPr>
          <a:xfrm>
            <a:off x="1820959" y="1690688"/>
            <a:ext cx="3279107" cy="3662362"/>
            <a:chOff x="5715950" y="1826387"/>
            <a:chExt cx="2504128" cy="2919449"/>
          </a:xfrm>
        </p:grpSpPr>
        <p:sp>
          <p:nvSpPr>
            <p:cNvPr id="9159" name="Google Shape;9159;p74"/>
            <p:cNvSpPr/>
            <p:nvPr/>
          </p:nvSpPr>
          <p:spPr>
            <a:xfrm>
              <a:off x="6685107" y="4290104"/>
              <a:ext cx="443889" cy="423622"/>
            </a:xfrm>
            <a:custGeom>
              <a:avLst/>
              <a:gdLst/>
              <a:ahLst/>
              <a:cxnLst/>
              <a:rect l="l" t="t" r="r" b="b"/>
              <a:pathLst>
                <a:path w="10863" h="10367" extrusionOk="0">
                  <a:moveTo>
                    <a:pt x="0" y="0"/>
                  </a:moveTo>
                  <a:lnTo>
                    <a:pt x="1389" y="10367"/>
                  </a:lnTo>
                  <a:lnTo>
                    <a:pt x="10863" y="10367"/>
                  </a:lnTo>
                  <a:lnTo>
                    <a:pt x="4894"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0" name="Google Shape;9160;p74"/>
            <p:cNvSpPr/>
            <p:nvPr/>
          </p:nvSpPr>
          <p:spPr>
            <a:xfrm>
              <a:off x="6345955" y="4713677"/>
              <a:ext cx="1012082" cy="32159"/>
            </a:xfrm>
            <a:custGeom>
              <a:avLst/>
              <a:gdLst/>
              <a:ahLst/>
              <a:cxnLst/>
              <a:rect l="l" t="t" r="r" b="b"/>
              <a:pathLst>
                <a:path w="24768" h="787" extrusionOk="0">
                  <a:moveTo>
                    <a:pt x="396" y="1"/>
                  </a:moveTo>
                  <a:cubicBezTo>
                    <a:pt x="158" y="1"/>
                    <a:pt x="1" y="183"/>
                    <a:pt x="1" y="390"/>
                  </a:cubicBezTo>
                  <a:cubicBezTo>
                    <a:pt x="1" y="497"/>
                    <a:pt x="26" y="598"/>
                    <a:pt x="107" y="679"/>
                  </a:cubicBezTo>
                  <a:cubicBezTo>
                    <a:pt x="183" y="730"/>
                    <a:pt x="264" y="786"/>
                    <a:pt x="396" y="786"/>
                  </a:cubicBezTo>
                  <a:lnTo>
                    <a:pt x="24371" y="786"/>
                  </a:lnTo>
                  <a:cubicBezTo>
                    <a:pt x="24585" y="786"/>
                    <a:pt x="24767" y="598"/>
                    <a:pt x="24767" y="390"/>
                  </a:cubicBezTo>
                  <a:cubicBezTo>
                    <a:pt x="24767" y="284"/>
                    <a:pt x="24717" y="183"/>
                    <a:pt x="24660" y="101"/>
                  </a:cubicBezTo>
                  <a:cubicBezTo>
                    <a:pt x="24585" y="51"/>
                    <a:pt x="24478" y="1"/>
                    <a:pt x="24371"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1" name="Google Shape;9161;p74"/>
            <p:cNvSpPr/>
            <p:nvPr/>
          </p:nvSpPr>
          <p:spPr>
            <a:xfrm>
              <a:off x="5715950" y="2968963"/>
              <a:ext cx="2472100" cy="1432353"/>
            </a:xfrm>
            <a:custGeom>
              <a:avLst/>
              <a:gdLst/>
              <a:ahLst/>
              <a:cxnLst/>
              <a:rect l="l" t="t" r="r" b="b"/>
              <a:pathLst>
                <a:path w="60498" h="35053" extrusionOk="0">
                  <a:moveTo>
                    <a:pt x="58512" y="1"/>
                  </a:moveTo>
                  <a:lnTo>
                    <a:pt x="57199" y="26"/>
                  </a:lnTo>
                  <a:lnTo>
                    <a:pt x="58405" y="26"/>
                  </a:lnTo>
                  <a:cubicBezTo>
                    <a:pt x="59034" y="26"/>
                    <a:pt x="59480" y="604"/>
                    <a:pt x="59323" y="1201"/>
                  </a:cubicBezTo>
                  <a:lnTo>
                    <a:pt x="51519" y="33325"/>
                  </a:lnTo>
                  <a:cubicBezTo>
                    <a:pt x="51413" y="33746"/>
                    <a:pt x="51023" y="34060"/>
                    <a:pt x="50602" y="34060"/>
                  </a:cubicBezTo>
                  <a:lnTo>
                    <a:pt x="1307" y="34060"/>
                  </a:lnTo>
                  <a:cubicBezTo>
                    <a:pt x="736" y="34060"/>
                    <a:pt x="315" y="33557"/>
                    <a:pt x="365" y="33011"/>
                  </a:cubicBezTo>
                  <a:lnTo>
                    <a:pt x="365" y="33011"/>
                  </a:lnTo>
                  <a:lnTo>
                    <a:pt x="340" y="33036"/>
                  </a:lnTo>
                  <a:cubicBezTo>
                    <a:pt x="1" y="34217"/>
                    <a:pt x="1025" y="35053"/>
                    <a:pt x="2306" y="35053"/>
                  </a:cubicBezTo>
                  <a:lnTo>
                    <a:pt x="51601" y="35053"/>
                  </a:lnTo>
                  <a:cubicBezTo>
                    <a:pt x="52041" y="35053"/>
                    <a:pt x="52437" y="34764"/>
                    <a:pt x="52543" y="34343"/>
                  </a:cubicBezTo>
                  <a:lnTo>
                    <a:pt x="60340" y="2200"/>
                  </a:lnTo>
                  <a:cubicBezTo>
                    <a:pt x="60497" y="1597"/>
                    <a:pt x="60340" y="1"/>
                    <a:pt x="58512"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2" name="Google Shape;9162;p74"/>
            <p:cNvSpPr/>
            <p:nvPr/>
          </p:nvSpPr>
          <p:spPr>
            <a:xfrm>
              <a:off x="5730865" y="2970025"/>
              <a:ext cx="2322379" cy="1347850"/>
            </a:xfrm>
            <a:custGeom>
              <a:avLst/>
              <a:gdLst/>
              <a:ahLst/>
              <a:cxnLst/>
              <a:rect l="l" t="t" r="r" b="b"/>
              <a:pathLst>
                <a:path w="56834" h="32985" extrusionOk="0">
                  <a:moveTo>
                    <a:pt x="8746" y="0"/>
                  </a:moveTo>
                  <a:cubicBezTo>
                    <a:pt x="8300" y="0"/>
                    <a:pt x="7935" y="289"/>
                    <a:pt x="7828" y="704"/>
                  </a:cubicBezTo>
                  <a:lnTo>
                    <a:pt x="0" y="32853"/>
                  </a:lnTo>
                  <a:lnTo>
                    <a:pt x="0" y="32985"/>
                  </a:lnTo>
                  <a:lnTo>
                    <a:pt x="6861" y="8746"/>
                  </a:lnTo>
                  <a:lnTo>
                    <a:pt x="8852" y="1728"/>
                  </a:lnTo>
                  <a:cubicBezTo>
                    <a:pt x="8953" y="1307"/>
                    <a:pt x="9324" y="1018"/>
                    <a:pt x="9770" y="1018"/>
                  </a:cubicBezTo>
                  <a:lnTo>
                    <a:pt x="11127" y="968"/>
                  </a:lnTo>
                  <a:lnTo>
                    <a:pt x="56834"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3" name="Google Shape;9163;p74"/>
            <p:cNvSpPr/>
            <p:nvPr/>
          </p:nvSpPr>
          <p:spPr>
            <a:xfrm>
              <a:off x="5728781" y="2970025"/>
              <a:ext cx="2417671" cy="1390755"/>
            </a:xfrm>
            <a:custGeom>
              <a:avLst/>
              <a:gdLst/>
              <a:ahLst/>
              <a:cxnLst/>
              <a:rect l="l" t="t" r="r" b="b"/>
              <a:pathLst>
                <a:path w="59166" h="34035" extrusionOk="0">
                  <a:moveTo>
                    <a:pt x="56885" y="0"/>
                  </a:moveTo>
                  <a:lnTo>
                    <a:pt x="11178" y="968"/>
                  </a:lnTo>
                  <a:lnTo>
                    <a:pt x="56835" y="968"/>
                  </a:lnTo>
                  <a:cubicBezTo>
                    <a:pt x="57463" y="968"/>
                    <a:pt x="57909" y="1546"/>
                    <a:pt x="57752" y="2149"/>
                  </a:cubicBezTo>
                  <a:lnTo>
                    <a:pt x="50891" y="29869"/>
                  </a:lnTo>
                  <a:cubicBezTo>
                    <a:pt x="50784" y="30289"/>
                    <a:pt x="50420" y="30578"/>
                    <a:pt x="49974" y="30578"/>
                  </a:cubicBezTo>
                  <a:lnTo>
                    <a:pt x="2696" y="30578"/>
                  </a:lnTo>
                  <a:cubicBezTo>
                    <a:pt x="2093" y="30578"/>
                    <a:pt x="1653" y="30000"/>
                    <a:pt x="1779" y="29422"/>
                  </a:cubicBezTo>
                  <a:lnTo>
                    <a:pt x="6912" y="8746"/>
                  </a:lnTo>
                  <a:lnTo>
                    <a:pt x="51" y="32985"/>
                  </a:lnTo>
                  <a:cubicBezTo>
                    <a:pt x="1" y="33531"/>
                    <a:pt x="422" y="34034"/>
                    <a:pt x="993" y="34034"/>
                  </a:cubicBezTo>
                  <a:lnTo>
                    <a:pt x="50288" y="34034"/>
                  </a:lnTo>
                  <a:cubicBezTo>
                    <a:pt x="50709" y="34034"/>
                    <a:pt x="51099" y="33720"/>
                    <a:pt x="51205" y="33299"/>
                  </a:cubicBezTo>
                  <a:lnTo>
                    <a:pt x="59009" y="1175"/>
                  </a:lnTo>
                  <a:cubicBezTo>
                    <a:pt x="59166" y="578"/>
                    <a:pt x="58720" y="0"/>
                    <a:pt x="58091"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4" name="Google Shape;9164;p74"/>
            <p:cNvSpPr/>
            <p:nvPr/>
          </p:nvSpPr>
          <p:spPr>
            <a:xfrm>
              <a:off x="5796325" y="3009539"/>
              <a:ext cx="2298802" cy="1210020"/>
            </a:xfrm>
            <a:custGeom>
              <a:avLst/>
              <a:gdLst/>
              <a:ahLst/>
              <a:cxnLst/>
              <a:rect l="l" t="t" r="r" b="b"/>
              <a:pathLst>
                <a:path w="56257" h="29612" extrusionOk="0">
                  <a:moveTo>
                    <a:pt x="9525" y="1"/>
                  </a:moveTo>
                  <a:lnTo>
                    <a:pt x="8168" y="51"/>
                  </a:lnTo>
                  <a:cubicBezTo>
                    <a:pt x="7722" y="51"/>
                    <a:pt x="7351" y="340"/>
                    <a:pt x="7250" y="761"/>
                  </a:cubicBezTo>
                  <a:lnTo>
                    <a:pt x="5259" y="7779"/>
                  </a:lnTo>
                  <a:lnTo>
                    <a:pt x="126" y="28455"/>
                  </a:lnTo>
                  <a:cubicBezTo>
                    <a:pt x="0" y="29033"/>
                    <a:pt x="440" y="29611"/>
                    <a:pt x="1043" y="29611"/>
                  </a:cubicBezTo>
                  <a:lnTo>
                    <a:pt x="48321" y="29611"/>
                  </a:lnTo>
                  <a:cubicBezTo>
                    <a:pt x="48767" y="29611"/>
                    <a:pt x="49131" y="29322"/>
                    <a:pt x="49238" y="28902"/>
                  </a:cubicBezTo>
                  <a:lnTo>
                    <a:pt x="56099" y="1182"/>
                  </a:lnTo>
                  <a:cubicBezTo>
                    <a:pt x="56256" y="579"/>
                    <a:pt x="55810" y="1"/>
                    <a:pt x="55182" y="1"/>
                  </a:cubicBezTo>
                  <a:close/>
                </a:path>
              </a:pathLst>
            </a:custGeom>
            <a:solidFill>
              <a:srgbClr val="00206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65" name="Google Shape;9165;p74"/>
            <p:cNvSpPr/>
            <p:nvPr/>
          </p:nvSpPr>
          <p:spPr>
            <a:xfrm>
              <a:off x="6684044" y="4245157"/>
              <a:ext cx="99418" cy="87609"/>
            </a:xfrm>
            <a:custGeom>
              <a:avLst/>
              <a:gdLst/>
              <a:ahLst/>
              <a:cxnLst/>
              <a:rect l="l" t="t" r="r" b="b"/>
              <a:pathLst>
                <a:path w="2433" h="2144" extrusionOk="0">
                  <a:moveTo>
                    <a:pt x="1440" y="1"/>
                  </a:moveTo>
                  <a:cubicBezTo>
                    <a:pt x="837" y="1"/>
                    <a:pt x="265" y="472"/>
                    <a:pt x="133" y="1069"/>
                  </a:cubicBezTo>
                  <a:cubicBezTo>
                    <a:pt x="1" y="1672"/>
                    <a:pt x="391" y="2143"/>
                    <a:pt x="994" y="2143"/>
                  </a:cubicBezTo>
                  <a:cubicBezTo>
                    <a:pt x="1597" y="2143"/>
                    <a:pt x="2175" y="1672"/>
                    <a:pt x="2307" y="1069"/>
                  </a:cubicBezTo>
                  <a:cubicBezTo>
                    <a:pt x="2432" y="472"/>
                    <a:pt x="2043" y="1"/>
                    <a:pt x="1440"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6" name="Google Shape;9166;p74"/>
            <p:cNvSpPr/>
            <p:nvPr/>
          </p:nvSpPr>
          <p:spPr>
            <a:xfrm>
              <a:off x="6567507" y="2778506"/>
              <a:ext cx="1233353" cy="1203564"/>
            </a:xfrm>
            <a:custGeom>
              <a:avLst/>
              <a:gdLst/>
              <a:ahLst/>
              <a:cxnLst/>
              <a:rect l="l" t="t" r="r" b="b"/>
              <a:pathLst>
                <a:path w="30183" h="29454" extrusionOk="0">
                  <a:moveTo>
                    <a:pt x="7540" y="0"/>
                  </a:moveTo>
                  <a:cubicBezTo>
                    <a:pt x="7358" y="0"/>
                    <a:pt x="7169" y="132"/>
                    <a:pt x="7144" y="314"/>
                  </a:cubicBezTo>
                  <a:cubicBezTo>
                    <a:pt x="6415" y="3223"/>
                    <a:pt x="968" y="25238"/>
                    <a:pt x="51" y="28926"/>
                  </a:cubicBezTo>
                  <a:cubicBezTo>
                    <a:pt x="1" y="29190"/>
                    <a:pt x="183" y="29454"/>
                    <a:pt x="472" y="29454"/>
                  </a:cubicBezTo>
                  <a:lnTo>
                    <a:pt x="22619" y="29454"/>
                  </a:lnTo>
                  <a:cubicBezTo>
                    <a:pt x="22826" y="29454"/>
                    <a:pt x="22983" y="29322"/>
                    <a:pt x="23033" y="29140"/>
                  </a:cubicBezTo>
                  <a:cubicBezTo>
                    <a:pt x="23743" y="26256"/>
                    <a:pt x="29215" y="4134"/>
                    <a:pt x="30101" y="496"/>
                  </a:cubicBezTo>
                  <a:cubicBezTo>
                    <a:pt x="30183" y="239"/>
                    <a:pt x="29976" y="0"/>
                    <a:pt x="29712"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7" name="Google Shape;9167;p74"/>
            <p:cNvSpPr/>
            <p:nvPr/>
          </p:nvSpPr>
          <p:spPr>
            <a:xfrm>
              <a:off x="6459428" y="2749740"/>
              <a:ext cx="1233353" cy="1203319"/>
            </a:xfrm>
            <a:custGeom>
              <a:avLst/>
              <a:gdLst/>
              <a:ahLst/>
              <a:cxnLst/>
              <a:rect l="l" t="t" r="r" b="b"/>
              <a:pathLst>
                <a:path w="30183" h="29448" extrusionOk="0">
                  <a:moveTo>
                    <a:pt x="7565" y="0"/>
                  </a:moveTo>
                  <a:cubicBezTo>
                    <a:pt x="7383" y="0"/>
                    <a:pt x="7201" y="126"/>
                    <a:pt x="7144" y="315"/>
                  </a:cubicBezTo>
                  <a:cubicBezTo>
                    <a:pt x="6440" y="3217"/>
                    <a:pt x="993" y="25257"/>
                    <a:pt x="76" y="28926"/>
                  </a:cubicBezTo>
                  <a:cubicBezTo>
                    <a:pt x="1" y="29184"/>
                    <a:pt x="208" y="29448"/>
                    <a:pt x="497" y="29448"/>
                  </a:cubicBezTo>
                  <a:lnTo>
                    <a:pt x="22644" y="29448"/>
                  </a:lnTo>
                  <a:cubicBezTo>
                    <a:pt x="22851" y="29448"/>
                    <a:pt x="23008" y="29316"/>
                    <a:pt x="23065" y="29134"/>
                  </a:cubicBezTo>
                  <a:cubicBezTo>
                    <a:pt x="23768" y="26256"/>
                    <a:pt x="29241" y="4160"/>
                    <a:pt x="30133" y="497"/>
                  </a:cubicBezTo>
                  <a:cubicBezTo>
                    <a:pt x="30183" y="258"/>
                    <a:pt x="30001" y="0"/>
                    <a:pt x="29737"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8" name="Google Shape;9168;p74"/>
            <p:cNvSpPr/>
            <p:nvPr/>
          </p:nvSpPr>
          <p:spPr>
            <a:xfrm>
              <a:off x="6730014" y="2499421"/>
              <a:ext cx="1233353" cy="1203360"/>
            </a:xfrm>
            <a:custGeom>
              <a:avLst/>
              <a:gdLst/>
              <a:ahLst/>
              <a:cxnLst/>
              <a:rect l="l" t="t" r="r" b="b"/>
              <a:pathLst>
                <a:path w="30183" h="29449" extrusionOk="0">
                  <a:moveTo>
                    <a:pt x="7540" y="1"/>
                  </a:moveTo>
                  <a:cubicBezTo>
                    <a:pt x="7358" y="1"/>
                    <a:pt x="7176" y="126"/>
                    <a:pt x="7150" y="315"/>
                  </a:cubicBezTo>
                  <a:cubicBezTo>
                    <a:pt x="6415" y="3218"/>
                    <a:pt x="968" y="25232"/>
                    <a:pt x="51" y="28927"/>
                  </a:cubicBezTo>
                  <a:cubicBezTo>
                    <a:pt x="1" y="29184"/>
                    <a:pt x="208" y="29448"/>
                    <a:pt x="472" y="29448"/>
                  </a:cubicBezTo>
                  <a:lnTo>
                    <a:pt x="22644" y="29448"/>
                  </a:lnTo>
                  <a:cubicBezTo>
                    <a:pt x="22826" y="29448"/>
                    <a:pt x="22983" y="29316"/>
                    <a:pt x="23040" y="29134"/>
                  </a:cubicBezTo>
                  <a:cubicBezTo>
                    <a:pt x="23743" y="26257"/>
                    <a:pt x="29215" y="4135"/>
                    <a:pt x="30108" y="497"/>
                  </a:cubicBezTo>
                  <a:cubicBezTo>
                    <a:pt x="30183" y="233"/>
                    <a:pt x="29976" y="1"/>
                    <a:pt x="29712"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9" name="Google Shape;9169;p74"/>
            <p:cNvSpPr/>
            <p:nvPr/>
          </p:nvSpPr>
          <p:spPr>
            <a:xfrm>
              <a:off x="7531270" y="1988036"/>
              <a:ext cx="514500" cy="807729"/>
            </a:xfrm>
            <a:custGeom>
              <a:avLst/>
              <a:gdLst/>
              <a:ahLst/>
              <a:cxnLst/>
              <a:rect l="l" t="t" r="r" b="b"/>
              <a:pathLst>
                <a:path w="12591" h="19767" extrusionOk="0">
                  <a:moveTo>
                    <a:pt x="11648" y="0"/>
                  </a:moveTo>
                  <a:lnTo>
                    <a:pt x="0" y="19188"/>
                  </a:lnTo>
                  <a:lnTo>
                    <a:pt x="968" y="19766"/>
                  </a:lnTo>
                  <a:lnTo>
                    <a:pt x="12591" y="578"/>
                  </a:lnTo>
                  <a:lnTo>
                    <a:pt x="11648"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0" name="Google Shape;9170;p74"/>
            <p:cNvSpPr/>
            <p:nvPr/>
          </p:nvSpPr>
          <p:spPr>
            <a:xfrm>
              <a:off x="7531270" y="2772091"/>
              <a:ext cx="39555" cy="23659"/>
            </a:xfrm>
            <a:custGeom>
              <a:avLst/>
              <a:gdLst/>
              <a:ahLst/>
              <a:cxnLst/>
              <a:rect l="l" t="t" r="r" b="b"/>
              <a:pathLst>
                <a:path w="968" h="579" extrusionOk="0">
                  <a:moveTo>
                    <a:pt x="968" y="578"/>
                  </a:moveTo>
                  <a:lnTo>
                    <a:pt x="0" y="0"/>
                  </a:lnTo>
                  <a:lnTo>
                    <a:pt x="0"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1" name="Google Shape;9171;p74"/>
            <p:cNvSpPr/>
            <p:nvPr/>
          </p:nvSpPr>
          <p:spPr>
            <a:xfrm>
              <a:off x="7608253" y="2035027"/>
              <a:ext cx="514541" cy="806667"/>
            </a:xfrm>
            <a:custGeom>
              <a:avLst/>
              <a:gdLst/>
              <a:ahLst/>
              <a:cxnLst/>
              <a:rect l="l" t="t" r="r" b="b"/>
              <a:pathLst>
                <a:path w="12592" h="19741" extrusionOk="0">
                  <a:moveTo>
                    <a:pt x="11624" y="0"/>
                  </a:moveTo>
                  <a:lnTo>
                    <a:pt x="1" y="19163"/>
                  </a:lnTo>
                  <a:lnTo>
                    <a:pt x="943" y="19741"/>
                  </a:lnTo>
                  <a:lnTo>
                    <a:pt x="12592" y="578"/>
                  </a:lnTo>
                  <a:lnTo>
                    <a:pt x="11624"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2" name="Google Shape;9172;p74"/>
            <p:cNvSpPr/>
            <p:nvPr/>
          </p:nvSpPr>
          <p:spPr>
            <a:xfrm>
              <a:off x="8063943" y="1826387"/>
              <a:ext cx="156136" cy="138074"/>
            </a:xfrm>
            <a:custGeom>
              <a:avLst/>
              <a:gdLst/>
              <a:ahLst/>
              <a:cxnLst/>
              <a:rect l="l" t="t" r="r" b="b"/>
              <a:pathLst>
                <a:path w="3821" h="3379" extrusionOk="0">
                  <a:moveTo>
                    <a:pt x="1455" y="0"/>
                  </a:moveTo>
                  <a:cubicBezTo>
                    <a:pt x="1185" y="0"/>
                    <a:pt x="923" y="129"/>
                    <a:pt x="786" y="369"/>
                  </a:cubicBezTo>
                  <a:lnTo>
                    <a:pt x="1" y="1676"/>
                  </a:lnTo>
                  <a:lnTo>
                    <a:pt x="2828" y="3378"/>
                  </a:lnTo>
                  <a:lnTo>
                    <a:pt x="3613" y="2097"/>
                  </a:lnTo>
                  <a:cubicBezTo>
                    <a:pt x="3821" y="1732"/>
                    <a:pt x="3720" y="1236"/>
                    <a:pt x="3350" y="1022"/>
                  </a:cubicBezTo>
                  <a:lnTo>
                    <a:pt x="1861" y="105"/>
                  </a:lnTo>
                  <a:cubicBezTo>
                    <a:pt x="1734" y="35"/>
                    <a:pt x="1594" y="0"/>
                    <a:pt x="1455" y="0"/>
                  </a:cubicBezTo>
                  <a:close/>
                </a:path>
              </a:pathLst>
            </a:custGeom>
            <a:solidFill>
              <a:schemeClr val="bg2">
                <a:lumMod val="50000"/>
              </a:scheme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3" name="Google Shape;9173;p74"/>
            <p:cNvSpPr/>
            <p:nvPr/>
          </p:nvSpPr>
          <p:spPr>
            <a:xfrm>
              <a:off x="8044697" y="1894831"/>
              <a:ext cx="134846" cy="100685"/>
            </a:xfrm>
            <a:custGeom>
              <a:avLst/>
              <a:gdLst/>
              <a:ahLst/>
              <a:cxnLst/>
              <a:rect l="l" t="t" r="r" b="b"/>
              <a:pathLst>
                <a:path w="3300" h="2464" extrusionOk="0">
                  <a:moveTo>
                    <a:pt x="472" y="1"/>
                  </a:moveTo>
                  <a:lnTo>
                    <a:pt x="1" y="761"/>
                  </a:lnTo>
                  <a:lnTo>
                    <a:pt x="2828" y="2464"/>
                  </a:lnTo>
                  <a:lnTo>
                    <a:pt x="3299" y="1703"/>
                  </a:lnTo>
                  <a:lnTo>
                    <a:pt x="472" y="1"/>
                  </a:lnTo>
                  <a:close/>
                </a:path>
              </a:pathLst>
            </a:custGeom>
            <a:solidFill>
              <a:schemeClr val="bg2">
                <a:lumMod val="50000"/>
              </a:schemeClr>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4" name="Google Shape;9174;p74"/>
            <p:cNvSpPr/>
            <p:nvPr/>
          </p:nvSpPr>
          <p:spPr>
            <a:xfrm>
              <a:off x="8025451" y="1925926"/>
              <a:ext cx="134805" cy="101666"/>
            </a:xfrm>
            <a:custGeom>
              <a:avLst/>
              <a:gdLst/>
              <a:ahLst/>
              <a:cxnLst/>
              <a:rect l="l" t="t" r="r" b="b"/>
              <a:pathLst>
                <a:path w="3299" h="2488" extrusionOk="0">
                  <a:moveTo>
                    <a:pt x="472" y="0"/>
                  </a:moveTo>
                  <a:lnTo>
                    <a:pt x="0" y="760"/>
                  </a:lnTo>
                  <a:lnTo>
                    <a:pt x="2828" y="2488"/>
                  </a:lnTo>
                  <a:lnTo>
                    <a:pt x="3299" y="1703"/>
                  </a:lnTo>
                  <a:lnTo>
                    <a:pt x="472"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5" name="Google Shape;9175;p74"/>
            <p:cNvSpPr/>
            <p:nvPr/>
          </p:nvSpPr>
          <p:spPr>
            <a:xfrm>
              <a:off x="8007227" y="1956981"/>
              <a:ext cx="133784" cy="101707"/>
            </a:xfrm>
            <a:custGeom>
              <a:avLst/>
              <a:gdLst/>
              <a:ahLst/>
              <a:cxnLst/>
              <a:rect l="l" t="t" r="r" b="b"/>
              <a:pathLst>
                <a:path w="3274" h="2489" extrusionOk="0">
                  <a:moveTo>
                    <a:pt x="446" y="0"/>
                  </a:moveTo>
                  <a:lnTo>
                    <a:pt x="0" y="760"/>
                  </a:lnTo>
                  <a:lnTo>
                    <a:pt x="943" y="1338"/>
                  </a:lnTo>
                  <a:lnTo>
                    <a:pt x="1414" y="1621"/>
                  </a:lnTo>
                  <a:lnTo>
                    <a:pt x="1860" y="1910"/>
                  </a:lnTo>
                  <a:lnTo>
                    <a:pt x="2828" y="2488"/>
                  </a:lnTo>
                  <a:lnTo>
                    <a:pt x="3274" y="1728"/>
                  </a:lnTo>
                  <a:lnTo>
                    <a:pt x="446"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6" name="Google Shape;9176;p74"/>
            <p:cNvSpPr/>
            <p:nvPr/>
          </p:nvSpPr>
          <p:spPr>
            <a:xfrm>
              <a:off x="8045718" y="2011654"/>
              <a:ext cx="19287" cy="11605"/>
            </a:xfrm>
            <a:custGeom>
              <a:avLst/>
              <a:gdLst/>
              <a:ahLst/>
              <a:cxnLst/>
              <a:rect l="l" t="t" r="r" b="b"/>
              <a:pathLst>
                <a:path w="472" h="284" extrusionOk="0">
                  <a:moveTo>
                    <a:pt x="472" y="283"/>
                  </a:moveTo>
                  <a:lnTo>
                    <a:pt x="1" y="0"/>
                  </a:lnTo>
                  <a:lnTo>
                    <a:pt x="1"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7" name="Google Shape;9177;p74"/>
            <p:cNvSpPr/>
            <p:nvPr/>
          </p:nvSpPr>
          <p:spPr>
            <a:xfrm>
              <a:off x="7525876" y="2772091"/>
              <a:ext cx="120953" cy="125325"/>
            </a:xfrm>
            <a:custGeom>
              <a:avLst/>
              <a:gdLst/>
              <a:ahLst/>
              <a:cxnLst/>
              <a:rect l="l" t="t" r="r" b="b"/>
              <a:pathLst>
                <a:path w="2960" h="3067" extrusionOk="0">
                  <a:moveTo>
                    <a:pt x="132" y="0"/>
                  </a:moveTo>
                  <a:lnTo>
                    <a:pt x="0" y="2620"/>
                  </a:lnTo>
                  <a:lnTo>
                    <a:pt x="710" y="3066"/>
                  </a:lnTo>
                  <a:lnTo>
                    <a:pt x="2959" y="1703"/>
                  </a:lnTo>
                  <a:lnTo>
                    <a:pt x="2017" y="1125"/>
                  </a:lnTo>
                  <a:lnTo>
                    <a:pt x="1100" y="578"/>
                  </a:lnTo>
                  <a:lnTo>
                    <a:pt x="132"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8" name="Google Shape;9178;p74"/>
            <p:cNvSpPr/>
            <p:nvPr/>
          </p:nvSpPr>
          <p:spPr>
            <a:xfrm>
              <a:off x="7535601" y="2906853"/>
              <a:ext cx="2125" cy="1062"/>
            </a:xfrm>
            <a:custGeom>
              <a:avLst/>
              <a:gdLst/>
              <a:ahLst/>
              <a:cxnLst/>
              <a:rect l="l" t="t" r="r" b="b"/>
              <a:pathLst>
                <a:path w="52" h="26" extrusionOk="0">
                  <a:moveTo>
                    <a:pt x="51" y="1"/>
                  </a:moveTo>
                  <a:cubicBezTo>
                    <a:pt x="26" y="1"/>
                    <a:pt x="26" y="26"/>
                    <a:pt x="1" y="26"/>
                  </a:cubicBezTo>
                  <a:cubicBezTo>
                    <a:pt x="26" y="26"/>
                    <a:pt x="26" y="26"/>
                    <a:pt x="51"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9" name="Google Shape;9179;p74"/>
            <p:cNvSpPr/>
            <p:nvPr/>
          </p:nvSpPr>
          <p:spPr>
            <a:xfrm>
              <a:off x="7531270" y="2772091"/>
              <a:ext cx="39555" cy="23659"/>
            </a:xfrm>
            <a:custGeom>
              <a:avLst/>
              <a:gdLst/>
              <a:ahLst/>
              <a:cxnLst/>
              <a:rect l="l" t="t" r="r" b="b"/>
              <a:pathLst>
                <a:path w="968" h="579" extrusionOk="0">
                  <a:moveTo>
                    <a:pt x="968" y="578"/>
                  </a:moveTo>
                  <a:lnTo>
                    <a:pt x="0" y="0"/>
                  </a:lnTo>
                  <a:lnTo>
                    <a:pt x="0"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0" name="Google Shape;9180;p74"/>
            <p:cNvSpPr/>
            <p:nvPr/>
          </p:nvSpPr>
          <p:spPr>
            <a:xfrm>
              <a:off x="7524855" y="2879149"/>
              <a:ext cx="30075" cy="29217"/>
            </a:xfrm>
            <a:custGeom>
              <a:avLst/>
              <a:gdLst/>
              <a:ahLst/>
              <a:cxnLst/>
              <a:rect l="l" t="t" r="r" b="b"/>
              <a:pathLst>
                <a:path w="736" h="715" extrusionOk="0">
                  <a:moveTo>
                    <a:pt x="25" y="0"/>
                  </a:moveTo>
                  <a:lnTo>
                    <a:pt x="0" y="471"/>
                  </a:lnTo>
                  <a:lnTo>
                    <a:pt x="0" y="521"/>
                  </a:lnTo>
                  <a:lnTo>
                    <a:pt x="0" y="572"/>
                  </a:lnTo>
                  <a:lnTo>
                    <a:pt x="0" y="603"/>
                  </a:lnTo>
                  <a:cubicBezTo>
                    <a:pt x="25" y="603"/>
                    <a:pt x="25" y="603"/>
                    <a:pt x="25" y="628"/>
                  </a:cubicBezTo>
                  <a:lnTo>
                    <a:pt x="50" y="653"/>
                  </a:lnTo>
                  <a:lnTo>
                    <a:pt x="75" y="679"/>
                  </a:lnTo>
                  <a:cubicBezTo>
                    <a:pt x="115" y="696"/>
                    <a:pt x="165" y="714"/>
                    <a:pt x="210" y="714"/>
                  </a:cubicBezTo>
                  <a:cubicBezTo>
                    <a:pt x="229" y="714"/>
                    <a:pt x="247" y="711"/>
                    <a:pt x="264" y="704"/>
                  </a:cubicBezTo>
                  <a:cubicBezTo>
                    <a:pt x="289" y="704"/>
                    <a:pt x="289" y="679"/>
                    <a:pt x="314" y="679"/>
                  </a:cubicBezTo>
                  <a:lnTo>
                    <a:pt x="735" y="446"/>
                  </a:lnTo>
                  <a:lnTo>
                    <a:pt x="25"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1" name="Google Shape;9181;p74"/>
            <p:cNvSpPr/>
            <p:nvPr/>
          </p:nvSpPr>
          <p:spPr>
            <a:xfrm>
              <a:off x="7570783" y="2011654"/>
              <a:ext cx="512497" cy="806421"/>
            </a:xfrm>
            <a:custGeom>
              <a:avLst/>
              <a:gdLst/>
              <a:ahLst/>
              <a:cxnLst/>
              <a:rect l="l" t="t" r="r" b="b"/>
              <a:pathLst>
                <a:path w="12542" h="19735" extrusionOk="0">
                  <a:moveTo>
                    <a:pt x="11624" y="0"/>
                  </a:moveTo>
                  <a:lnTo>
                    <a:pt x="1" y="19188"/>
                  </a:lnTo>
                  <a:lnTo>
                    <a:pt x="918" y="19735"/>
                  </a:lnTo>
                  <a:lnTo>
                    <a:pt x="12541" y="572"/>
                  </a:lnTo>
                  <a:lnTo>
                    <a:pt x="12095" y="283"/>
                  </a:lnTo>
                  <a:lnTo>
                    <a:pt x="11624"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2" name="Google Shape;9182;p74"/>
            <p:cNvSpPr/>
            <p:nvPr/>
          </p:nvSpPr>
          <p:spPr>
            <a:xfrm>
              <a:off x="7208299" y="3906617"/>
              <a:ext cx="150742" cy="204844"/>
            </a:xfrm>
            <a:custGeom>
              <a:avLst/>
              <a:gdLst/>
              <a:ahLst/>
              <a:cxnLst/>
              <a:rect l="l" t="t" r="r" b="b"/>
              <a:pathLst>
                <a:path w="3689" h="5013" extrusionOk="0">
                  <a:moveTo>
                    <a:pt x="29" y="1"/>
                  </a:moveTo>
                  <a:cubicBezTo>
                    <a:pt x="13" y="1"/>
                    <a:pt x="0" y="19"/>
                    <a:pt x="0" y="36"/>
                  </a:cubicBezTo>
                  <a:lnTo>
                    <a:pt x="0" y="4799"/>
                  </a:lnTo>
                  <a:cubicBezTo>
                    <a:pt x="0" y="4821"/>
                    <a:pt x="26" y="4840"/>
                    <a:pt x="50" y="4840"/>
                  </a:cubicBezTo>
                  <a:cubicBezTo>
                    <a:pt x="59" y="4840"/>
                    <a:pt x="69" y="4837"/>
                    <a:pt x="76" y="4830"/>
                  </a:cubicBezTo>
                  <a:lnTo>
                    <a:pt x="1226" y="3624"/>
                  </a:lnTo>
                  <a:cubicBezTo>
                    <a:pt x="1241" y="3611"/>
                    <a:pt x="1255" y="3605"/>
                    <a:pt x="1269" y="3605"/>
                  </a:cubicBezTo>
                  <a:cubicBezTo>
                    <a:pt x="1282" y="3605"/>
                    <a:pt x="1295" y="3611"/>
                    <a:pt x="1307" y="3624"/>
                  </a:cubicBezTo>
                  <a:lnTo>
                    <a:pt x="2011" y="4987"/>
                  </a:lnTo>
                  <a:cubicBezTo>
                    <a:pt x="2011" y="5012"/>
                    <a:pt x="2042" y="5012"/>
                    <a:pt x="2067" y="5012"/>
                  </a:cubicBezTo>
                  <a:lnTo>
                    <a:pt x="2514" y="4799"/>
                  </a:lnTo>
                  <a:cubicBezTo>
                    <a:pt x="2539" y="4799"/>
                    <a:pt x="2539" y="4774"/>
                    <a:pt x="2539" y="4749"/>
                  </a:cubicBezTo>
                  <a:lnTo>
                    <a:pt x="1854" y="3385"/>
                  </a:lnTo>
                  <a:cubicBezTo>
                    <a:pt x="1829" y="3360"/>
                    <a:pt x="1854" y="3335"/>
                    <a:pt x="1885" y="3335"/>
                  </a:cubicBezTo>
                  <a:lnTo>
                    <a:pt x="3638" y="3228"/>
                  </a:lnTo>
                  <a:cubicBezTo>
                    <a:pt x="3663" y="3228"/>
                    <a:pt x="3688" y="3178"/>
                    <a:pt x="3663" y="3153"/>
                  </a:cubicBezTo>
                  <a:lnTo>
                    <a:pt x="51" y="11"/>
                  </a:lnTo>
                  <a:cubicBezTo>
                    <a:pt x="43" y="4"/>
                    <a:pt x="36" y="1"/>
                    <a:pt x="29"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35582157"/>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E3208E-D428-42BE-A529-B7C482E76880}"/>
              </a:ext>
            </a:extLst>
          </p:cNvPr>
          <p:cNvSpPr>
            <a:spLocks noGrp="1"/>
          </p:cNvSpPr>
          <p:nvPr>
            <p:ph type="title"/>
          </p:nvPr>
        </p:nvSpPr>
        <p:spPr>
          <a:xfrm>
            <a:off x="666750" y="395689"/>
            <a:ext cx="10515600" cy="1325563"/>
          </a:xfrm>
        </p:spPr>
        <p:txBody>
          <a:bodyPr/>
          <a:lstStyle/>
          <a:p>
            <a:r>
              <a:rPr lang="en-US" sz="4000" b="1" dirty="0">
                <a:solidFill>
                  <a:srgbClr val="292D34"/>
                </a:solidFill>
                <a:latin typeface="Times New Roman" panose="02020603050405020304" pitchFamily="18" charset="0"/>
                <a:ea typeface="+mn-ea"/>
                <a:cs typeface="Times New Roman" panose="02020603050405020304" pitchFamily="18" charset="0"/>
              </a:rPr>
              <a:t>Deep Dream Generator</a:t>
            </a:r>
            <a:br>
              <a:rPr lang="en-US" sz="2400" b="1" dirty="0">
                <a:solidFill>
                  <a:srgbClr val="292D34"/>
                </a:solidFill>
                <a:latin typeface="Times New Roman" panose="02020603050405020304" pitchFamily="18" charset="0"/>
                <a:ea typeface="+mn-ea"/>
                <a:cs typeface="Times New Roman" panose="02020603050405020304" pitchFamily="18" charset="0"/>
              </a:rPr>
            </a:br>
            <a:r>
              <a:rPr lang="en-US" sz="2800" b="0" i="1" dirty="0">
                <a:solidFill>
                  <a:srgbClr val="374151"/>
                </a:solidFill>
                <a:effectLst/>
                <a:latin typeface="Times New Roman" panose="02020603050405020304" pitchFamily="18" charset="0"/>
                <a:cs typeface="Times New Roman" panose="02020603050405020304" pitchFamily="18" charset="0"/>
              </a:rPr>
              <a:t>Transforming Descriptions into Visual Masterpieces</a:t>
            </a:r>
            <a:endParaRPr lang="en-US" sz="2400" b="1" i="1" dirty="0">
              <a:solidFill>
                <a:srgbClr val="292D34"/>
              </a:solidFill>
              <a:latin typeface="Times New Roman" panose="02020603050405020304" pitchFamily="18" charset="0"/>
              <a:ea typeface="+mn-ea"/>
              <a:cs typeface="Times New Roman" panose="02020603050405020304" pitchFamily="18" charset="0"/>
            </a:endParaRPr>
          </a:p>
        </p:txBody>
      </p:sp>
      <p:pic>
        <p:nvPicPr>
          <p:cNvPr id="5" name="Picture 4">
            <a:extLst>
              <a:ext uri="{FF2B5EF4-FFF2-40B4-BE49-F238E27FC236}">
                <a16:creationId xmlns:a16="http://schemas.microsoft.com/office/drawing/2014/main" id="{455A1302-BD3B-45F1-ADAB-BB00BD7ED6E9}"/>
              </a:ext>
            </a:extLst>
          </p:cNvPr>
          <p:cNvPicPr>
            <a:picLocks noChangeAspect="1"/>
          </p:cNvPicPr>
          <p:nvPr/>
        </p:nvPicPr>
        <p:blipFill>
          <a:blip r:embed="rId2"/>
          <a:stretch>
            <a:fillRect/>
          </a:stretch>
        </p:blipFill>
        <p:spPr>
          <a:xfrm>
            <a:off x="1774423" y="1721252"/>
            <a:ext cx="8643151" cy="35765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A2147BB5-FD6F-41D0-A1C1-8760C2970395}"/>
              </a:ext>
            </a:extLst>
          </p:cNvPr>
          <p:cNvSpPr txBox="1"/>
          <p:nvPr/>
        </p:nvSpPr>
        <p:spPr>
          <a:xfrm>
            <a:off x="2868335" y="5512040"/>
            <a:ext cx="6455326" cy="461665"/>
          </a:xfrm>
          <a:prstGeom prst="rect">
            <a:avLst/>
          </a:prstGeom>
          <a:noFill/>
        </p:spPr>
        <p:txBody>
          <a:bodyPr wrap="square" rtlCol="0">
            <a:spAutoFit/>
          </a:bodyPr>
          <a:lstStyle/>
          <a:p>
            <a:pPr algn="ctr"/>
            <a:r>
              <a:rPr lang="en-US" sz="2400" i="1" dirty="0">
                <a:solidFill>
                  <a:srgbClr val="292D34"/>
                </a:solidFill>
                <a:latin typeface="Times New Roman" panose="02020603050405020304" pitchFamily="18" charset="0"/>
                <a:cs typeface="Times New Roman" panose="02020603050405020304" pitchFamily="18" charset="0"/>
              </a:rPr>
              <a:t>a serene lake surrounded by mountains at sunset</a:t>
            </a:r>
          </a:p>
        </p:txBody>
      </p:sp>
    </p:spTree>
    <p:extLst>
      <p:ext uri="{BB962C8B-B14F-4D97-AF65-F5344CB8AC3E}">
        <p14:creationId xmlns:p14="http://schemas.microsoft.com/office/powerpoint/2010/main" val="325002216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0C62-79C5-2428-6901-FD5A37B0F429}"/>
              </a:ext>
            </a:extLst>
          </p:cNvPr>
          <p:cNvSpPr>
            <a:spLocks noGrp="1"/>
          </p:cNvSpPr>
          <p:nvPr>
            <p:ph type="title"/>
          </p:nvPr>
        </p:nvSpPr>
        <p:spPr>
          <a:xfrm>
            <a:off x="3973512" y="425279"/>
            <a:ext cx="4645200" cy="756000"/>
          </a:xfrm>
        </p:spPr>
        <p:txBody>
          <a:bodyPr/>
          <a:lstStyle/>
          <a:p>
            <a:r>
              <a:rPr lang="en-US" sz="4800" b="1" dirty="0" err="1">
                <a:solidFill>
                  <a:srgbClr val="292D34"/>
                </a:solidFill>
                <a:latin typeface="Times New Roman" panose="02020603050405020304" pitchFamily="18" charset="0"/>
                <a:ea typeface="+mn-ea"/>
                <a:cs typeface="Times New Roman" panose="02020603050405020304" pitchFamily="18" charset="0"/>
              </a:rPr>
              <a:t>Imagine.art</a:t>
            </a:r>
            <a:endParaRPr lang="en-US" dirty="0"/>
          </a:p>
        </p:txBody>
      </p:sp>
      <p:sp>
        <p:nvSpPr>
          <p:cNvPr id="7" name="Subtitle 6">
            <a:extLst>
              <a:ext uri="{FF2B5EF4-FFF2-40B4-BE49-F238E27FC236}">
                <a16:creationId xmlns:a16="http://schemas.microsoft.com/office/drawing/2014/main" id="{500DA07B-9C7D-8EE2-B5BB-0F963F65F46F}"/>
              </a:ext>
            </a:extLst>
          </p:cNvPr>
          <p:cNvSpPr>
            <a:spLocks noGrp="1"/>
          </p:cNvSpPr>
          <p:nvPr>
            <p:ph type="subTitle" idx="5"/>
          </p:nvPr>
        </p:nvSpPr>
        <p:spPr>
          <a:xfrm>
            <a:off x="3773398" y="5892927"/>
            <a:ext cx="4645200" cy="365600"/>
          </a:xfrm>
        </p:spPr>
        <p:txBody>
          <a:bodyPr/>
          <a:lstStyle/>
          <a:p>
            <a:r>
              <a:rPr lang="en-US" sz="2800" i="1" dirty="0">
                <a:solidFill>
                  <a:srgbClr val="292D34"/>
                </a:solidFill>
                <a:latin typeface="Times New Roman" panose="02020603050405020304" pitchFamily="18" charset="0"/>
                <a:cs typeface="Times New Roman" panose="02020603050405020304" pitchFamily="18" charset="0"/>
              </a:rPr>
              <a:t>Sunrise in Paris</a:t>
            </a:r>
          </a:p>
          <a:p>
            <a:endParaRPr lang="en-US" dirty="0"/>
          </a:p>
        </p:txBody>
      </p:sp>
      <p:pic>
        <p:nvPicPr>
          <p:cNvPr id="8" name="Picture 7">
            <a:extLst>
              <a:ext uri="{FF2B5EF4-FFF2-40B4-BE49-F238E27FC236}">
                <a16:creationId xmlns:a16="http://schemas.microsoft.com/office/drawing/2014/main" id="{43C2E20B-5E28-4DD3-8BC1-635CA3084C5D}"/>
              </a:ext>
            </a:extLst>
          </p:cNvPr>
          <p:cNvPicPr>
            <a:picLocks noChangeAspect="1"/>
          </p:cNvPicPr>
          <p:nvPr/>
        </p:nvPicPr>
        <p:blipFill rotWithShape="1">
          <a:blip r:embed="rId2"/>
          <a:srcRect l="27650" t="3586" r="30831" b="32566"/>
          <a:stretch/>
        </p:blipFill>
        <p:spPr>
          <a:xfrm>
            <a:off x="4246854" y="1397486"/>
            <a:ext cx="3698289" cy="4063028"/>
          </a:xfrm>
          <a:prstGeom prst="rect">
            <a:avLst/>
          </a:prstGeom>
        </p:spPr>
      </p:pic>
      <p:pic>
        <p:nvPicPr>
          <p:cNvPr id="9" name="Picture 2" descr="Imagine AI Art Generator">
            <a:extLst>
              <a:ext uri="{FF2B5EF4-FFF2-40B4-BE49-F238E27FC236}">
                <a16:creationId xmlns:a16="http://schemas.microsoft.com/office/drawing/2014/main" id="{E052B20A-C97B-7690-9F87-8A2DC3F532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0450" y="257507"/>
            <a:ext cx="1031875" cy="1031875"/>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638574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F835D78-113C-434B-8121-B4598E80291F}"/>
              </a:ext>
            </a:extLst>
          </p:cNvPr>
          <p:cNvSpPr>
            <a:spLocks noGrp="1"/>
          </p:cNvSpPr>
          <p:nvPr>
            <p:ph type="title"/>
          </p:nvPr>
        </p:nvSpPr>
        <p:spPr>
          <a:xfrm>
            <a:off x="1280652" y="483480"/>
            <a:ext cx="10515600" cy="1325563"/>
          </a:xfrm>
        </p:spPr>
        <p:txBody>
          <a:bodyPr>
            <a:normAutofit/>
          </a:bodyPr>
          <a:lstStyle/>
          <a:p>
            <a:r>
              <a:rPr lang="en-US" sz="3600" b="1" dirty="0">
                <a:solidFill>
                  <a:srgbClr val="374151"/>
                </a:solidFill>
                <a:latin typeface="Times New Roman" panose="02020603050405020304" pitchFamily="18" charset="0"/>
                <a:cs typeface="Times New Roman" panose="02020603050405020304" pitchFamily="18" charset="0"/>
              </a:rPr>
              <a:t>AI tools for captioning YouTube videos</a:t>
            </a:r>
          </a:p>
        </p:txBody>
      </p:sp>
      <p:sp>
        <p:nvSpPr>
          <p:cNvPr id="4" name="Content Placeholder 2">
            <a:extLst>
              <a:ext uri="{FF2B5EF4-FFF2-40B4-BE49-F238E27FC236}">
                <a16:creationId xmlns:a16="http://schemas.microsoft.com/office/drawing/2014/main" id="{CA6D91A6-90A0-4A23-AE77-391ADCD49AC3}"/>
              </a:ext>
            </a:extLst>
          </p:cNvPr>
          <p:cNvSpPr txBox="1">
            <a:spLocks/>
          </p:cNvSpPr>
          <p:nvPr/>
        </p:nvSpPr>
        <p:spPr>
          <a:xfrm>
            <a:off x="639097" y="1825625"/>
            <a:ext cx="7980999" cy="3682135"/>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a:solidFill>
                  <a:srgbClr val="292D34"/>
                </a:solidFill>
                <a:latin typeface="Times New Roman" panose="02020603050405020304" pitchFamily="18" charset="0"/>
                <a:cs typeface="Times New Roman" panose="02020603050405020304" pitchFamily="18" charset="0"/>
              </a:rPr>
              <a:t>AI plays a significant role in this process, in the following ways:</a:t>
            </a:r>
          </a:p>
          <a:p>
            <a:endParaRPr lang="en-US" dirty="0">
              <a:solidFill>
                <a:srgbClr val="292D34"/>
              </a:solidFill>
              <a:latin typeface="Times New Roman" panose="02020603050405020304" pitchFamily="18" charset="0"/>
              <a:cs typeface="Times New Roman" panose="02020603050405020304" pitchFamily="18" charset="0"/>
            </a:endParaRPr>
          </a:p>
          <a:p>
            <a:pPr marL="457189" indent="-457189">
              <a:buFont typeface="Arial" panose="020B0604020202020204" pitchFamily="34" charset="0"/>
              <a:buAutoNum type="arabicPeriod"/>
            </a:pPr>
            <a:r>
              <a:rPr lang="en-US" i="1" dirty="0">
                <a:solidFill>
                  <a:srgbClr val="292D34"/>
                </a:solidFill>
                <a:latin typeface="Times New Roman" panose="02020603050405020304" pitchFamily="18" charset="0"/>
                <a:cs typeface="Times New Roman" panose="02020603050405020304" pitchFamily="18" charset="0"/>
              </a:rPr>
              <a:t>Automatic Speech Recognition (ASR): AI-driven ASR technology is employed to transcribe the spoken words in the video and convert them into text.</a:t>
            </a:r>
          </a:p>
          <a:p>
            <a:pPr marL="457189" indent="-457189">
              <a:buFont typeface="Arial" panose="020B0604020202020204" pitchFamily="34" charset="0"/>
              <a:buAutoNum type="arabicPeriod"/>
            </a:pPr>
            <a:r>
              <a:rPr lang="en-US" i="1" dirty="0">
                <a:solidFill>
                  <a:srgbClr val="292D34"/>
                </a:solidFill>
                <a:latin typeface="Times New Roman" panose="02020603050405020304" pitchFamily="18" charset="0"/>
                <a:cs typeface="Times New Roman" panose="02020603050405020304" pitchFamily="18" charset="0"/>
              </a:rPr>
              <a:t>Natural Language Processing (NLP): NLP helps in identifying and capturing the nuances of language, improving the accuracy and readability of the captions.</a:t>
            </a:r>
          </a:p>
          <a:p>
            <a:pPr marL="457189" indent="-457189">
              <a:buFont typeface="Arial" panose="020B0604020202020204" pitchFamily="34" charset="0"/>
              <a:buAutoNum type="arabicPeriod"/>
            </a:pPr>
            <a:r>
              <a:rPr lang="en-US" i="1" dirty="0">
                <a:solidFill>
                  <a:srgbClr val="292D34"/>
                </a:solidFill>
                <a:latin typeface="Times New Roman" panose="02020603050405020304" pitchFamily="18" charset="0"/>
                <a:cs typeface="Times New Roman" panose="02020603050405020304" pitchFamily="18" charset="0"/>
              </a:rPr>
              <a:t>Quality Assurance: AI can be used to review and refine the accuracy of the transcribed text, enhancing the overall quality of the captions</a:t>
            </a:r>
          </a:p>
          <a:p>
            <a:endParaRPr lang="en-US" dirty="0"/>
          </a:p>
        </p:txBody>
      </p:sp>
      <p:grpSp>
        <p:nvGrpSpPr>
          <p:cNvPr id="7" name="Google Shape;1535;p44">
            <a:extLst>
              <a:ext uri="{FF2B5EF4-FFF2-40B4-BE49-F238E27FC236}">
                <a16:creationId xmlns:a16="http://schemas.microsoft.com/office/drawing/2014/main" id="{FA39557C-D040-4D26-BF90-D709CE54C31E}"/>
              </a:ext>
            </a:extLst>
          </p:cNvPr>
          <p:cNvGrpSpPr/>
          <p:nvPr/>
        </p:nvGrpSpPr>
        <p:grpSpPr>
          <a:xfrm>
            <a:off x="7423356" y="4219039"/>
            <a:ext cx="4768644" cy="2638961"/>
            <a:chOff x="-564500" y="1591470"/>
            <a:chExt cx="7031434" cy="3602460"/>
          </a:xfrm>
        </p:grpSpPr>
        <p:sp>
          <p:nvSpPr>
            <p:cNvPr id="140" name="Google Shape;1537;p44">
              <a:extLst>
                <a:ext uri="{FF2B5EF4-FFF2-40B4-BE49-F238E27FC236}">
                  <a16:creationId xmlns:a16="http://schemas.microsoft.com/office/drawing/2014/main" id="{B6CB758D-01E1-423D-A5A3-DF285AA14EDB}"/>
                </a:ext>
              </a:extLst>
            </p:cNvPr>
            <p:cNvSpPr/>
            <p:nvPr/>
          </p:nvSpPr>
          <p:spPr>
            <a:xfrm>
              <a:off x="954661" y="2448250"/>
              <a:ext cx="99155" cy="99350"/>
            </a:xfrm>
            <a:custGeom>
              <a:avLst/>
              <a:gdLst/>
              <a:ahLst/>
              <a:cxnLst/>
              <a:rect l="l" t="t" r="r" b="b"/>
              <a:pathLst>
                <a:path w="561" h="562" fill="none" extrusionOk="0">
                  <a:moveTo>
                    <a:pt x="561" y="282"/>
                  </a:moveTo>
                  <a:cubicBezTo>
                    <a:pt x="561" y="432"/>
                    <a:pt x="438" y="561"/>
                    <a:pt x="281" y="561"/>
                  </a:cubicBezTo>
                  <a:cubicBezTo>
                    <a:pt x="129" y="561"/>
                    <a:pt x="0" y="432"/>
                    <a:pt x="0" y="282"/>
                  </a:cubicBezTo>
                  <a:cubicBezTo>
                    <a:pt x="0" y="123"/>
                    <a:pt x="129" y="0"/>
                    <a:pt x="281" y="0"/>
                  </a:cubicBezTo>
                  <a:cubicBezTo>
                    <a:pt x="438" y="0"/>
                    <a:pt x="561" y="123"/>
                    <a:pt x="561" y="282"/>
                  </a:cubicBezTo>
                  <a:close/>
                </a:path>
              </a:pathLst>
            </a:custGeom>
            <a:noFill/>
            <a:ln w="95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nvGrpSpPr>
            <p:cNvPr id="9" name="Google Shape;1542;p44">
              <a:extLst>
                <a:ext uri="{FF2B5EF4-FFF2-40B4-BE49-F238E27FC236}">
                  <a16:creationId xmlns:a16="http://schemas.microsoft.com/office/drawing/2014/main" id="{AA3A10C3-7C42-48DB-B889-A6C4A9173408}"/>
                </a:ext>
              </a:extLst>
            </p:cNvPr>
            <p:cNvGrpSpPr/>
            <p:nvPr/>
          </p:nvGrpSpPr>
          <p:grpSpPr>
            <a:xfrm>
              <a:off x="-564500" y="1591470"/>
              <a:ext cx="7031434" cy="3602460"/>
              <a:chOff x="-564500" y="1591470"/>
              <a:chExt cx="7031434" cy="3602460"/>
            </a:xfrm>
          </p:grpSpPr>
          <p:sp>
            <p:nvSpPr>
              <p:cNvPr id="10" name="Google Shape;1543;p44">
                <a:extLst>
                  <a:ext uri="{FF2B5EF4-FFF2-40B4-BE49-F238E27FC236}">
                    <a16:creationId xmlns:a16="http://schemas.microsoft.com/office/drawing/2014/main" id="{C60D2514-8571-4AEE-B408-B58B72E88359}"/>
                  </a:ext>
                </a:extLst>
              </p:cNvPr>
              <p:cNvSpPr/>
              <p:nvPr/>
            </p:nvSpPr>
            <p:spPr>
              <a:xfrm>
                <a:off x="-564500" y="2552900"/>
                <a:ext cx="7031434" cy="2641030"/>
              </a:xfrm>
              <a:custGeom>
                <a:avLst/>
                <a:gdLst/>
                <a:ahLst/>
                <a:cxnLst/>
                <a:rect l="l" t="t" r="r" b="b"/>
                <a:pathLst>
                  <a:path w="321584" h="120788" extrusionOk="0">
                    <a:moveTo>
                      <a:pt x="0" y="65800"/>
                    </a:moveTo>
                    <a:lnTo>
                      <a:pt x="112755" y="0"/>
                    </a:lnTo>
                    <a:lnTo>
                      <a:pt x="321584" y="120788"/>
                    </a:lnTo>
                    <a:lnTo>
                      <a:pt x="1853" y="120788"/>
                    </a:lnTo>
                    <a:close/>
                  </a:path>
                </a:pathLst>
              </a:custGeom>
              <a:solidFill>
                <a:schemeClr val="lt1"/>
              </a:solidFill>
              <a:ln w="9525" cap="flat" cmpd="sng">
                <a:solidFill>
                  <a:schemeClr val="dk1"/>
                </a:solidFill>
                <a:prstDash val="solid"/>
                <a:round/>
                <a:headEnd type="none" w="med" len="med"/>
                <a:tailEnd type="none" w="med" len="med"/>
              </a:ln>
            </p:spPr>
            <p:txBody>
              <a:bodyPr/>
              <a:lstStyle/>
              <a:p>
                <a:endParaRPr lang="en-US"/>
              </a:p>
            </p:txBody>
          </p:sp>
          <p:grpSp>
            <p:nvGrpSpPr>
              <p:cNvPr id="11" name="Google Shape;1544;p44">
                <a:extLst>
                  <a:ext uri="{FF2B5EF4-FFF2-40B4-BE49-F238E27FC236}">
                    <a16:creationId xmlns:a16="http://schemas.microsoft.com/office/drawing/2014/main" id="{AB2FE3E1-DC22-4960-B603-10F913B5FAA3}"/>
                  </a:ext>
                </a:extLst>
              </p:cNvPr>
              <p:cNvGrpSpPr/>
              <p:nvPr/>
            </p:nvGrpSpPr>
            <p:grpSpPr>
              <a:xfrm>
                <a:off x="369533" y="1591470"/>
                <a:ext cx="3279260" cy="2924702"/>
                <a:chOff x="-2400037" y="242162"/>
                <a:chExt cx="2075482" cy="1851077"/>
              </a:xfrm>
            </p:grpSpPr>
            <p:sp>
              <p:nvSpPr>
                <p:cNvPr id="12" name="Google Shape;1545;p44">
                  <a:extLst>
                    <a:ext uri="{FF2B5EF4-FFF2-40B4-BE49-F238E27FC236}">
                      <a16:creationId xmlns:a16="http://schemas.microsoft.com/office/drawing/2014/main" id="{2D4D31FB-89FF-4394-9B93-16B5604079EC}"/>
                    </a:ext>
                  </a:extLst>
                </p:cNvPr>
                <p:cNvSpPr/>
                <p:nvPr/>
              </p:nvSpPr>
              <p:spPr>
                <a:xfrm>
                  <a:off x="-1078925" y="736525"/>
                  <a:ext cx="287400" cy="2073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 name="Google Shape;1546;p44">
                  <a:extLst>
                    <a:ext uri="{FF2B5EF4-FFF2-40B4-BE49-F238E27FC236}">
                      <a16:creationId xmlns:a16="http://schemas.microsoft.com/office/drawing/2014/main" id="{C8F84D8A-A855-485A-A283-D1BD4928FC3A}"/>
                    </a:ext>
                  </a:extLst>
                </p:cNvPr>
                <p:cNvSpPr/>
                <p:nvPr/>
              </p:nvSpPr>
              <p:spPr>
                <a:xfrm>
                  <a:off x="-535958" y="1536503"/>
                  <a:ext cx="1242" cy="5383"/>
                </a:xfrm>
                <a:custGeom>
                  <a:avLst/>
                  <a:gdLst/>
                  <a:ahLst/>
                  <a:cxnLst/>
                  <a:rect l="l" t="t" r="r" b="b"/>
                  <a:pathLst>
                    <a:path w="15" h="65" extrusionOk="0">
                      <a:moveTo>
                        <a:pt x="14" y="0"/>
                      </a:moveTo>
                      <a:cubicBezTo>
                        <a:pt x="14" y="21"/>
                        <a:pt x="7" y="43"/>
                        <a:pt x="1" y="64"/>
                      </a:cubicBezTo>
                      <a:lnTo>
                        <a:pt x="14" y="64"/>
                      </a:lnTo>
                      <a:lnTo>
                        <a:pt x="14" y="0"/>
                      </a:ln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 name="Google Shape;1547;p44">
                  <a:extLst>
                    <a:ext uri="{FF2B5EF4-FFF2-40B4-BE49-F238E27FC236}">
                      <a16:creationId xmlns:a16="http://schemas.microsoft.com/office/drawing/2014/main" id="{29EF8E85-93F5-40D3-B422-2EF49A09CE70}"/>
                    </a:ext>
                  </a:extLst>
                </p:cNvPr>
                <p:cNvSpPr/>
                <p:nvPr/>
              </p:nvSpPr>
              <p:spPr>
                <a:xfrm>
                  <a:off x="-1407380" y="900760"/>
                  <a:ext cx="188062" cy="108398"/>
                </a:xfrm>
                <a:custGeom>
                  <a:avLst/>
                  <a:gdLst/>
                  <a:ahLst/>
                  <a:cxnLst/>
                  <a:rect l="l" t="t" r="r" b="b"/>
                  <a:pathLst>
                    <a:path w="2271" h="1309" extrusionOk="0">
                      <a:moveTo>
                        <a:pt x="0" y="1"/>
                      </a:moveTo>
                      <a:lnTo>
                        <a:pt x="2264" y="1308"/>
                      </a:lnTo>
                      <a:lnTo>
                        <a:pt x="2271" y="1308"/>
                      </a:lnTo>
                      <a:lnTo>
                        <a:pt x="0" y="1"/>
                      </a:ln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 name="Google Shape;1548;p44">
                  <a:extLst>
                    <a:ext uri="{FF2B5EF4-FFF2-40B4-BE49-F238E27FC236}">
                      <a16:creationId xmlns:a16="http://schemas.microsoft.com/office/drawing/2014/main" id="{EEF3B77F-2A7E-4044-AEE0-679F6288E60A}"/>
                    </a:ext>
                  </a:extLst>
                </p:cNvPr>
                <p:cNvSpPr/>
                <p:nvPr/>
              </p:nvSpPr>
              <p:spPr>
                <a:xfrm>
                  <a:off x="-535958" y="1536503"/>
                  <a:ext cx="1242" cy="5383"/>
                </a:xfrm>
                <a:custGeom>
                  <a:avLst/>
                  <a:gdLst/>
                  <a:ahLst/>
                  <a:cxnLst/>
                  <a:rect l="l" t="t" r="r" b="b"/>
                  <a:pathLst>
                    <a:path w="15" h="65" extrusionOk="0">
                      <a:moveTo>
                        <a:pt x="14" y="0"/>
                      </a:moveTo>
                      <a:cubicBezTo>
                        <a:pt x="14" y="21"/>
                        <a:pt x="7" y="43"/>
                        <a:pt x="1" y="64"/>
                      </a:cubicBezTo>
                      <a:lnTo>
                        <a:pt x="14" y="64"/>
                      </a:lnTo>
                      <a:lnTo>
                        <a:pt x="14" y="0"/>
                      </a:ln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 name="Google Shape;1549;p44">
                  <a:extLst>
                    <a:ext uri="{FF2B5EF4-FFF2-40B4-BE49-F238E27FC236}">
                      <a16:creationId xmlns:a16="http://schemas.microsoft.com/office/drawing/2014/main" id="{6DA86975-428A-4BE1-8390-515DD5921752}"/>
                    </a:ext>
                  </a:extLst>
                </p:cNvPr>
                <p:cNvSpPr/>
                <p:nvPr/>
              </p:nvSpPr>
              <p:spPr>
                <a:xfrm>
                  <a:off x="-1407380" y="900760"/>
                  <a:ext cx="188062" cy="108398"/>
                </a:xfrm>
                <a:custGeom>
                  <a:avLst/>
                  <a:gdLst/>
                  <a:ahLst/>
                  <a:cxnLst/>
                  <a:rect l="l" t="t" r="r" b="b"/>
                  <a:pathLst>
                    <a:path w="2271" h="1309" extrusionOk="0">
                      <a:moveTo>
                        <a:pt x="0" y="1"/>
                      </a:moveTo>
                      <a:lnTo>
                        <a:pt x="2264" y="1308"/>
                      </a:lnTo>
                      <a:lnTo>
                        <a:pt x="2271" y="1308"/>
                      </a:lnTo>
                      <a:lnTo>
                        <a:pt x="0" y="1"/>
                      </a:ln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 name="Google Shape;1550;p44">
                  <a:extLst>
                    <a:ext uri="{FF2B5EF4-FFF2-40B4-BE49-F238E27FC236}">
                      <a16:creationId xmlns:a16="http://schemas.microsoft.com/office/drawing/2014/main" id="{5AF11880-5BE1-4CF8-ADB8-C2904DB5E36B}"/>
                    </a:ext>
                  </a:extLst>
                </p:cNvPr>
                <p:cNvSpPr/>
                <p:nvPr/>
              </p:nvSpPr>
              <p:spPr>
                <a:xfrm>
                  <a:off x="-1407380" y="900760"/>
                  <a:ext cx="188062" cy="108398"/>
                </a:xfrm>
                <a:custGeom>
                  <a:avLst/>
                  <a:gdLst/>
                  <a:ahLst/>
                  <a:cxnLst/>
                  <a:rect l="l" t="t" r="r" b="b"/>
                  <a:pathLst>
                    <a:path w="2271" h="1309" extrusionOk="0">
                      <a:moveTo>
                        <a:pt x="0" y="1"/>
                      </a:moveTo>
                      <a:lnTo>
                        <a:pt x="2264" y="1308"/>
                      </a:lnTo>
                      <a:lnTo>
                        <a:pt x="2271" y="1308"/>
                      </a:lnTo>
                      <a:lnTo>
                        <a:pt x="0" y="1"/>
                      </a:ln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1551;p44">
                  <a:extLst>
                    <a:ext uri="{FF2B5EF4-FFF2-40B4-BE49-F238E27FC236}">
                      <a16:creationId xmlns:a16="http://schemas.microsoft.com/office/drawing/2014/main" id="{1A11C030-07EF-4238-BFED-361F99E99EE9}"/>
                    </a:ext>
                  </a:extLst>
                </p:cNvPr>
                <p:cNvSpPr/>
                <p:nvPr/>
              </p:nvSpPr>
              <p:spPr>
                <a:xfrm>
                  <a:off x="-1305108" y="245308"/>
                  <a:ext cx="828" cy="662"/>
                </a:xfrm>
                <a:custGeom>
                  <a:avLst/>
                  <a:gdLst/>
                  <a:ahLst/>
                  <a:cxnLst/>
                  <a:rect l="l" t="t" r="r" b="b"/>
                  <a:pathLst>
                    <a:path w="10" h="8" extrusionOk="0">
                      <a:moveTo>
                        <a:pt x="9" y="1"/>
                      </a:moveTo>
                      <a:cubicBezTo>
                        <a:pt x="1" y="1"/>
                        <a:pt x="1" y="1"/>
                        <a:pt x="1" y="8"/>
                      </a:cubicBezTo>
                      <a:lnTo>
                        <a:pt x="9"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1552;p44">
                  <a:extLst>
                    <a:ext uri="{FF2B5EF4-FFF2-40B4-BE49-F238E27FC236}">
                      <a16:creationId xmlns:a16="http://schemas.microsoft.com/office/drawing/2014/main" id="{136FAE86-75CB-4938-9161-ECAE2B808B71}"/>
                    </a:ext>
                  </a:extLst>
                </p:cNvPr>
                <p:cNvSpPr/>
                <p:nvPr/>
              </p:nvSpPr>
              <p:spPr>
                <a:xfrm>
                  <a:off x="-1305108" y="245308"/>
                  <a:ext cx="828" cy="662"/>
                </a:xfrm>
                <a:custGeom>
                  <a:avLst/>
                  <a:gdLst/>
                  <a:ahLst/>
                  <a:cxnLst/>
                  <a:rect l="l" t="t" r="r" b="b"/>
                  <a:pathLst>
                    <a:path w="10" h="8" fill="none" extrusionOk="0">
                      <a:moveTo>
                        <a:pt x="9" y="1"/>
                      </a:moveTo>
                      <a:cubicBezTo>
                        <a:pt x="1" y="1"/>
                        <a:pt x="1" y="1"/>
                        <a:pt x="1" y="8"/>
                      </a:cubicBezTo>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1553;p44">
                  <a:extLst>
                    <a:ext uri="{FF2B5EF4-FFF2-40B4-BE49-F238E27FC236}">
                      <a16:creationId xmlns:a16="http://schemas.microsoft.com/office/drawing/2014/main" id="{A3EFB5E4-82B5-4B24-B5A7-3459947FA691}"/>
                    </a:ext>
                  </a:extLst>
                </p:cNvPr>
                <p:cNvSpPr/>
                <p:nvPr/>
              </p:nvSpPr>
              <p:spPr>
                <a:xfrm>
                  <a:off x="-1304363" y="242162"/>
                  <a:ext cx="979808" cy="1299123"/>
                </a:xfrm>
                <a:custGeom>
                  <a:avLst/>
                  <a:gdLst/>
                  <a:ahLst/>
                  <a:cxnLst/>
                  <a:rect l="l" t="t" r="r" b="b"/>
                  <a:pathLst>
                    <a:path w="11832" h="15688" extrusionOk="0">
                      <a:moveTo>
                        <a:pt x="218" y="0"/>
                      </a:moveTo>
                      <a:cubicBezTo>
                        <a:pt x="207" y="0"/>
                        <a:pt x="197" y="1"/>
                        <a:pt x="187" y="2"/>
                      </a:cubicBezTo>
                      <a:cubicBezTo>
                        <a:pt x="157" y="11"/>
                        <a:pt x="114" y="18"/>
                        <a:pt x="71" y="25"/>
                      </a:cubicBezTo>
                      <a:cubicBezTo>
                        <a:pt x="64" y="25"/>
                        <a:pt x="57" y="32"/>
                        <a:pt x="50" y="32"/>
                      </a:cubicBezTo>
                      <a:cubicBezTo>
                        <a:pt x="28" y="32"/>
                        <a:pt x="14" y="39"/>
                        <a:pt x="0" y="39"/>
                      </a:cubicBezTo>
                      <a:lnTo>
                        <a:pt x="35" y="39"/>
                      </a:lnTo>
                      <a:cubicBezTo>
                        <a:pt x="50" y="39"/>
                        <a:pt x="64" y="39"/>
                        <a:pt x="86" y="46"/>
                      </a:cubicBezTo>
                      <a:cubicBezTo>
                        <a:pt x="100" y="54"/>
                        <a:pt x="121" y="61"/>
                        <a:pt x="136" y="68"/>
                      </a:cubicBezTo>
                      <a:lnTo>
                        <a:pt x="11436" y="6587"/>
                      </a:lnTo>
                      <a:cubicBezTo>
                        <a:pt x="11565" y="6667"/>
                        <a:pt x="11645" y="6868"/>
                        <a:pt x="11602" y="7032"/>
                      </a:cubicBezTo>
                      <a:lnTo>
                        <a:pt x="9488" y="15494"/>
                      </a:lnTo>
                      <a:cubicBezTo>
                        <a:pt x="9480" y="15508"/>
                        <a:pt x="9480" y="15515"/>
                        <a:pt x="9480" y="15522"/>
                      </a:cubicBezTo>
                      <a:cubicBezTo>
                        <a:pt x="9473" y="15528"/>
                        <a:pt x="9473" y="15537"/>
                        <a:pt x="9473" y="15537"/>
                      </a:cubicBezTo>
                      <a:lnTo>
                        <a:pt x="9473" y="15544"/>
                      </a:lnTo>
                      <a:cubicBezTo>
                        <a:pt x="9466" y="15551"/>
                        <a:pt x="9466" y="15558"/>
                        <a:pt x="9459" y="15572"/>
                      </a:cubicBezTo>
                      <a:cubicBezTo>
                        <a:pt x="9452" y="15580"/>
                        <a:pt x="9452" y="15587"/>
                        <a:pt x="9445" y="15594"/>
                      </a:cubicBezTo>
                      <a:cubicBezTo>
                        <a:pt x="9430" y="15615"/>
                        <a:pt x="9416" y="15637"/>
                        <a:pt x="9393" y="15651"/>
                      </a:cubicBezTo>
                      <a:cubicBezTo>
                        <a:pt x="9387" y="15651"/>
                        <a:pt x="9387" y="15658"/>
                        <a:pt x="9380" y="15658"/>
                      </a:cubicBezTo>
                      <a:cubicBezTo>
                        <a:pt x="9380" y="15666"/>
                        <a:pt x="9373" y="15666"/>
                        <a:pt x="9366" y="15666"/>
                      </a:cubicBezTo>
                      <a:cubicBezTo>
                        <a:pt x="9359" y="15673"/>
                        <a:pt x="9350" y="15680"/>
                        <a:pt x="9337" y="15680"/>
                      </a:cubicBezTo>
                      <a:cubicBezTo>
                        <a:pt x="9335" y="15682"/>
                        <a:pt x="9333" y="15683"/>
                        <a:pt x="9331" y="15684"/>
                      </a:cubicBezTo>
                      <a:lnTo>
                        <a:pt x="9331" y="15684"/>
                      </a:lnTo>
                      <a:cubicBezTo>
                        <a:pt x="9388" y="15677"/>
                        <a:pt x="9444" y="15665"/>
                        <a:pt x="9495" y="15651"/>
                      </a:cubicBezTo>
                      <a:cubicBezTo>
                        <a:pt x="9581" y="15637"/>
                        <a:pt x="9645" y="15565"/>
                        <a:pt x="9675" y="15458"/>
                      </a:cubicBezTo>
                      <a:lnTo>
                        <a:pt x="11788" y="6998"/>
                      </a:lnTo>
                      <a:cubicBezTo>
                        <a:pt x="11831" y="6832"/>
                        <a:pt x="11759" y="6630"/>
                        <a:pt x="11622" y="6551"/>
                      </a:cubicBezTo>
                      <a:lnTo>
                        <a:pt x="330" y="32"/>
                      </a:lnTo>
                      <a:cubicBezTo>
                        <a:pt x="291" y="9"/>
                        <a:pt x="253" y="0"/>
                        <a:pt x="218" y="0"/>
                      </a:cubicBezTo>
                      <a:close/>
                      <a:moveTo>
                        <a:pt x="9331" y="15684"/>
                      </a:moveTo>
                      <a:cubicBezTo>
                        <a:pt x="9323" y="15685"/>
                        <a:pt x="9315" y="15686"/>
                        <a:pt x="9307" y="15687"/>
                      </a:cubicBezTo>
                      <a:cubicBezTo>
                        <a:pt x="9319" y="15687"/>
                        <a:pt x="9325" y="15687"/>
                        <a:pt x="9331" y="15684"/>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1554;p44">
                  <a:extLst>
                    <a:ext uri="{FF2B5EF4-FFF2-40B4-BE49-F238E27FC236}">
                      <a16:creationId xmlns:a16="http://schemas.microsoft.com/office/drawing/2014/main" id="{CFED4431-ABAD-4CBF-8093-CBBDFBD516E2}"/>
                    </a:ext>
                  </a:extLst>
                </p:cNvPr>
                <p:cNvSpPr/>
                <p:nvPr/>
              </p:nvSpPr>
              <p:spPr>
                <a:xfrm>
                  <a:off x="-1407380" y="900760"/>
                  <a:ext cx="188062" cy="108398"/>
                </a:xfrm>
                <a:custGeom>
                  <a:avLst/>
                  <a:gdLst/>
                  <a:ahLst/>
                  <a:cxnLst/>
                  <a:rect l="l" t="t" r="r" b="b"/>
                  <a:pathLst>
                    <a:path w="2271" h="1309" extrusionOk="0">
                      <a:moveTo>
                        <a:pt x="0" y="1"/>
                      </a:moveTo>
                      <a:lnTo>
                        <a:pt x="2264" y="1308"/>
                      </a:lnTo>
                      <a:lnTo>
                        <a:pt x="2271" y="1308"/>
                      </a:lnTo>
                      <a:lnTo>
                        <a:pt x="0" y="1"/>
                      </a:ln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1555;p44">
                  <a:extLst>
                    <a:ext uri="{FF2B5EF4-FFF2-40B4-BE49-F238E27FC236}">
                      <a16:creationId xmlns:a16="http://schemas.microsoft.com/office/drawing/2014/main" id="{F4662D64-61DB-4D7A-8A2E-3B399C908B75}"/>
                    </a:ext>
                  </a:extLst>
                </p:cNvPr>
                <p:cNvSpPr/>
                <p:nvPr/>
              </p:nvSpPr>
              <p:spPr>
                <a:xfrm>
                  <a:off x="-535958" y="1536503"/>
                  <a:ext cx="1242" cy="5383"/>
                </a:xfrm>
                <a:custGeom>
                  <a:avLst/>
                  <a:gdLst/>
                  <a:ahLst/>
                  <a:cxnLst/>
                  <a:rect l="l" t="t" r="r" b="b"/>
                  <a:pathLst>
                    <a:path w="15" h="65" extrusionOk="0">
                      <a:moveTo>
                        <a:pt x="14" y="0"/>
                      </a:moveTo>
                      <a:cubicBezTo>
                        <a:pt x="14" y="21"/>
                        <a:pt x="7" y="43"/>
                        <a:pt x="1" y="64"/>
                      </a:cubicBezTo>
                      <a:lnTo>
                        <a:pt x="14" y="64"/>
                      </a:lnTo>
                      <a:lnTo>
                        <a:pt x="14" y="0"/>
                      </a:ln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1556;p44">
                  <a:extLst>
                    <a:ext uri="{FF2B5EF4-FFF2-40B4-BE49-F238E27FC236}">
                      <a16:creationId xmlns:a16="http://schemas.microsoft.com/office/drawing/2014/main" id="{ACAD057A-AAE5-4911-8B3A-257C521D5E90}"/>
                    </a:ext>
                  </a:extLst>
                </p:cNvPr>
                <p:cNvSpPr/>
                <p:nvPr/>
              </p:nvSpPr>
              <p:spPr>
                <a:xfrm>
                  <a:off x="-2073513" y="1331048"/>
                  <a:ext cx="1538775" cy="577600"/>
                </a:xfrm>
                <a:custGeom>
                  <a:avLst/>
                  <a:gdLst/>
                  <a:ahLst/>
                  <a:cxnLst/>
                  <a:rect l="l" t="t" r="r" b="b"/>
                  <a:pathLst>
                    <a:path w="18582" h="6975" extrusionOk="0">
                      <a:moveTo>
                        <a:pt x="7" y="1"/>
                      </a:moveTo>
                      <a:lnTo>
                        <a:pt x="7" y="252"/>
                      </a:lnTo>
                      <a:cubicBezTo>
                        <a:pt x="0" y="302"/>
                        <a:pt x="36" y="352"/>
                        <a:pt x="102" y="396"/>
                      </a:cubicBezTo>
                      <a:lnTo>
                        <a:pt x="11401" y="6916"/>
                      </a:lnTo>
                      <a:cubicBezTo>
                        <a:pt x="11466" y="6955"/>
                        <a:pt x="11552" y="6975"/>
                        <a:pt x="11640" y="6975"/>
                      </a:cubicBezTo>
                      <a:cubicBezTo>
                        <a:pt x="11727" y="6975"/>
                        <a:pt x="11815" y="6955"/>
                        <a:pt x="11883" y="6916"/>
                      </a:cubicBezTo>
                      <a:lnTo>
                        <a:pt x="18481" y="3078"/>
                      </a:lnTo>
                      <a:cubicBezTo>
                        <a:pt x="18552" y="3042"/>
                        <a:pt x="18581" y="2992"/>
                        <a:pt x="18581" y="2940"/>
                      </a:cubicBezTo>
                      <a:lnTo>
                        <a:pt x="18581" y="2545"/>
                      </a:lnTo>
                      <a:lnTo>
                        <a:pt x="18568" y="2545"/>
                      </a:lnTo>
                      <a:cubicBezTo>
                        <a:pt x="18545" y="2574"/>
                        <a:pt x="18524" y="2595"/>
                        <a:pt x="18488" y="2618"/>
                      </a:cubicBezTo>
                      <a:lnTo>
                        <a:pt x="11883" y="6665"/>
                      </a:lnTo>
                      <a:cubicBezTo>
                        <a:pt x="11818" y="6700"/>
                        <a:pt x="11730" y="6718"/>
                        <a:pt x="11642" y="6718"/>
                      </a:cubicBezTo>
                      <a:cubicBezTo>
                        <a:pt x="11554" y="6718"/>
                        <a:pt x="11466" y="6700"/>
                        <a:pt x="11401" y="6665"/>
                      </a:cubicBezTo>
                      <a:lnTo>
                        <a:pt x="109" y="137"/>
                      </a:lnTo>
                      <a:cubicBezTo>
                        <a:pt x="93" y="130"/>
                        <a:pt x="80" y="123"/>
                        <a:pt x="73" y="116"/>
                      </a:cubicBezTo>
                      <a:cubicBezTo>
                        <a:pt x="66" y="109"/>
                        <a:pt x="59" y="109"/>
                        <a:pt x="59" y="102"/>
                      </a:cubicBezTo>
                      <a:cubicBezTo>
                        <a:pt x="50" y="102"/>
                        <a:pt x="50" y="94"/>
                        <a:pt x="43" y="94"/>
                      </a:cubicBezTo>
                      <a:cubicBezTo>
                        <a:pt x="16" y="66"/>
                        <a:pt x="7" y="30"/>
                        <a:pt x="7"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 name="Google Shape;1557;p44">
                  <a:extLst>
                    <a:ext uri="{FF2B5EF4-FFF2-40B4-BE49-F238E27FC236}">
                      <a16:creationId xmlns:a16="http://schemas.microsoft.com/office/drawing/2014/main" id="{DFF9029F-7F4F-4DC1-A95D-65AADAE59AC0}"/>
                    </a:ext>
                  </a:extLst>
                </p:cNvPr>
                <p:cNvSpPr/>
                <p:nvPr/>
              </p:nvSpPr>
              <p:spPr>
                <a:xfrm>
                  <a:off x="-2072933" y="980094"/>
                  <a:ext cx="1537036" cy="907266"/>
                </a:xfrm>
                <a:custGeom>
                  <a:avLst/>
                  <a:gdLst/>
                  <a:ahLst/>
                  <a:cxnLst/>
                  <a:rect l="l" t="t" r="r" b="b"/>
                  <a:pathLst>
                    <a:path w="18561" h="10956" extrusionOk="0">
                      <a:moveTo>
                        <a:pt x="6729" y="518"/>
                      </a:moveTo>
                      <a:cubicBezTo>
                        <a:pt x="6775" y="518"/>
                        <a:pt x="6822" y="527"/>
                        <a:pt x="6857" y="545"/>
                      </a:cubicBezTo>
                      <a:lnTo>
                        <a:pt x="7225" y="761"/>
                      </a:lnTo>
                      <a:cubicBezTo>
                        <a:pt x="7297" y="804"/>
                        <a:pt x="7297" y="868"/>
                        <a:pt x="7225" y="911"/>
                      </a:cubicBezTo>
                      <a:lnTo>
                        <a:pt x="7175" y="940"/>
                      </a:lnTo>
                      <a:cubicBezTo>
                        <a:pt x="7139" y="962"/>
                        <a:pt x="7092" y="972"/>
                        <a:pt x="7045" y="972"/>
                      </a:cubicBezTo>
                      <a:cubicBezTo>
                        <a:pt x="6998" y="972"/>
                        <a:pt x="6951" y="962"/>
                        <a:pt x="6916" y="940"/>
                      </a:cubicBezTo>
                      <a:lnTo>
                        <a:pt x="6549" y="731"/>
                      </a:lnTo>
                      <a:cubicBezTo>
                        <a:pt x="6478" y="688"/>
                        <a:pt x="6478" y="616"/>
                        <a:pt x="6549" y="573"/>
                      </a:cubicBezTo>
                      <a:lnTo>
                        <a:pt x="6599" y="545"/>
                      </a:lnTo>
                      <a:cubicBezTo>
                        <a:pt x="6635" y="527"/>
                        <a:pt x="6682" y="518"/>
                        <a:pt x="6729" y="518"/>
                      </a:cubicBezTo>
                      <a:close/>
                      <a:moveTo>
                        <a:pt x="6294" y="769"/>
                      </a:moveTo>
                      <a:cubicBezTo>
                        <a:pt x="6342" y="769"/>
                        <a:pt x="6391" y="778"/>
                        <a:pt x="6426" y="795"/>
                      </a:cubicBezTo>
                      <a:lnTo>
                        <a:pt x="6794" y="1011"/>
                      </a:lnTo>
                      <a:cubicBezTo>
                        <a:pt x="6866" y="1054"/>
                        <a:pt x="6866" y="1120"/>
                        <a:pt x="6794" y="1163"/>
                      </a:cubicBezTo>
                      <a:lnTo>
                        <a:pt x="6492" y="1335"/>
                      </a:lnTo>
                      <a:cubicBezTo>
                        <a:pt x="6455" y="1357"/>
                        <a:pt x="6409" y="1368"/>
                        <a:pt x="6362" y="1368"/>
                      </a:cubicBezTo>
                      <a:cubicBezTo>
                        <a:pt x="6316" y="1368"/>
                        <a:pt x="6269" y="1357"/>
                        <a:pt x="6233" y="1335"/>
                      </a:cubicBezTo>
                      <a:lnTo>
                        <a:pt x="5865" y="1126"/>
                      </a:lnTo>
                      <a:cubicBezTo>
                        <a:pt x="5795" y="1083"/>
                        <a:pt x="5795" y="1011"/>
                        <a:pt x="5865" y="976"/>
                      </a:cubicBezTo>
                      <a:lnTo>
                        <a:pt x="6160" y="795"/>
                      </a:lnTo>
                      <a:cubicBezTo>
                        <a:pt x="6197" y="778"/>
                        <a:pt x="6245" y="769"/>
                        <a:pt x="6294" y="769"/>
                      </a:cubicBezTo>
                      <a:close/>
                      <a:moveTo>
                        <a:pt x="7473" y="944"/>
                      </a:moveTo>
                      <a:cubicBezTo>
                        <a:pt x="7521" y="944"/>
                        <a:pt x="7570" y="955"/>
                        <a:pt x="7606" y="976"/>
                      </a:cubicBezTo>
                      <a:lnTo>
                        <a:pt x="7944" y="1170"/>
                      </a:lnTo>
                      <a:cubicBezTo>
                        <a:pt x="8015" y="1213"/>
                        <a:pt x="8015" y="1285"/>
                        <a:pt x="7944" y="1321"/>
                      </a:cubicBezTo>
                      <a:lnTo>
                        <a:pt x="7892" y="1349"/>
                      </a:lnTo>
                      <a:cubicBezTo>
                        <a:pt x="7857" y="1371"/>
                        <a:pt x="7811" y="1381"/>
                        <a:pt x="7764" y="1381"/>
                      </a:cubicBezTo>
                      <a:cubicBezTo>
                        <a:pt x="7717" y="1381"/>
                        <a:pt x="7670" y="1371"/>
                        <a:pt x="7634" y="1349"/>
                      </a:cubicBezTo>
                      <a:lnTo>
                        <a:pt x="7297" y="1156"/>
                      </a:lnTo>
                      <a:cubicBezTo>
                        <a:pt x="7225" y="1120"/>
                        <a:pt x="7225" y="1047"/>
                        <a:pt x="7297" y="1004"/>
                      </a:cubicBezTo>
                      <a:lnTo>
                        <a:pt x="7340" y="976"/>
                      </a:lnTo>
                      <a:cubicBezTo>
                        <a:pt x="7376" y="955"/>
                        <a:pt x="7424" y="944"/>
                        <a:pt x="7473" y="944"/>
                      </a:cubicBezTo>
                      <a:close/>
                      <a:moveTo>
                        <a:pt x="8192" y="1360"/>
                      </a:moveTo>
                      <a:cubicBezTo>
                        <a:pt x="8240" y="1360"/>
                        <a:pt x="8288" y="1371"/>
                        <a:pt x="8324" y="1392"/>
                      </a:cubicBezTo>
                      <a:lnTo>
                        <a:pt x="8619" y="1565"/>
                      </a:lnTo>
                      <a:cubicBezTo>
                        <a:pt x="8691" y="1608"/>
                        <a:pt x="8691" y="1673"/>
                        <a:pt x="8619" y="1716"/>
                      </a:cubicBezTo>
                      <a:lnTo>
                        <a:pt x="8576" y="1744"/>
                      </a:lnTo>
                      <a:cubicBezTo>
                        <a:pt x="8540" y="1766"/>
                        <a:pt x="8492" y="1776"/>
                        <a:pt x="8443" y="1776"/>
                      </a:cubicBezTo>
                      <a:cubicBezTo>
                        <a:pt x="8395" y="1776"/>
                        <a:pt x="8346" y="1766"/>
                        <a:pt x="8310" y="1744"/>
                      </a:cubicBezTo>
                      <a:lnTo>
                        <a:pt x="8008" y="1572"/>
                      </a:lnTo>
                      <a:cubicBezTo>
                        <a:pt x="7936" y="1528"/>
                        <a:pt x="7936" y="1465"/>
                        <a:pt x="8008" y="1421"/>
                      </a:cubicBezTo>
                      <a:lnTo>
                        <a:pt x="8058" y="1392"/>
                      </a:lnTo>
                      <a:cubicBezTo>
                        <a:pt x="8094" y="1371"/>
                        <a:pt x="8143" y="1360"/>
                        <a:pt x="8192" y="1360"/>
                      </a:cubicBezTo>
                      <a:close/>
                      <a:moveTo>
                        <a:pt x="7041" y="1194"/>
                      </a:moveTo>
                      <a:cubicBezTo>
                        <a:pt x="7090" y="1194"/>
                        <a:pt x="7139" y="1205"/>
                        <a:pt x="7175" y="1226"/>
                      </a:cubicBezTo>
                      <a:lnTo>
                        <a:pt x="7513" y="1421"/>
                      </a:lnTo>
                      <a:cubicBezTo>
                        <a:pt x="7584" y="1465"/>
                        <a:pt x="7584" y="1537"/>
                        <a:pt x="7513" y="1572"/>
                      </a:cubicBezTo>
                      <a:lnTo>
                        <a:pt x="7211" y="1753"/>
                      </a:lnTo>
                      <a:cubicBezTo>
                        <a:pt x="7175" y="1770"/>
                        <a:pt x="7128" y="1779"/>
                        <a:pt x="7081" y="1779"/>
                      </a:cubicBezTo>
                      <a:cubicBezTo>
                        <a:pt x="7034" y="1779"/>
                        <a:pt x="6988" y="1770"/>
                        <a:pt x="6952" y="1753"/>
                      </a:cubicBezTo>
                      <a:lnTo>
                        <a:pt x="6614" y="1558"/>
                      </a:lnTo>
                      <a:cubicBezTo>
                        <a:pt x="6542" y="1515"/>
                        <a:pt x="6542" y="1442"/>
                        <a:pt x="6614" y="1399"/>
                      </a:cubicBezTo>
                      <a:lnTo>
                        <a:pt x="6909" y="1226"/>
                      </a:lnTo>
                      <a:cubicBezTo>
                        <a:pt x="6945" y="1205"/>
                        <a:pt x="6993" y="1194"/>
                        <a:pt x="7041" y="1194"/>
                      </a:cubicBezTo>
                      <a:close/>
                      <a:moveTo>
                        <a:pt x="5618" y="1160"/>
                      </a:moveTo>
                      <a:cubicBezTo>
                        <a:pt x="5667" y="1160"/>
                        <a:pt x="5715" y="1170"/>
                        <a:pt x="5752" y="1192"/>
                      </a:cubicBezTo>
                      <a:lnTo>
                        <a:pt x="6297" y="1508"/>
                      </a:lnTo>
                      <a:cubicBezTo>
                        <a:pt x="6369" y="1551"/>
                        <a:pt x="6369" y="1615"/>
                        <a:pt x="6297" y="1658"/>
                      </a:cubicBezTo>
                      <a:lnTo>
                        <a:pt x="5967" y="1853"/>
                      </a:lnTo>
                      <a:cubicBezTo>
                        <a:pt x="5928" y="1874"/>
                        <a:pt x="5879" y="1885"/>
                        <a:pt x="5831" y="1885"/>
                      </a:cubicBezTo>
                      <a:cubicBezTo>
                        <a:pt x="5784" y="1885"/>
                        <a:pt x="5737" y="1874"/>
                        <a:pt x="5702" y="1853"/>
                      </a:cubicBezTo>
                      <a:lnTo>
                        <a:pt x="5155" y="1537"/>
                      </a:lnTo>
                      <a:cubicBezTo>
                        <a:pt x="5082" y="1501"/>
                        <a:pt x="5082" y="1428"/>
                        <a:pt x="5155" y="1385"/>
                      </a:cubicBezTo>
                      <a:lnTo>
                        <a:pt x="5486" y="1192"/>
                      </a:lnTo>
                      <a:cubicBezTo>
                        <a:pt x="5521" y="1170"/>
                        <a:pt x="5570" y="1160"/>
                        <a:pt x="5618" y="1160"/>
                      </a:cubicBezTo>
                      <a:close/>
                      <a:moveTo>
                        <a:pt x="7758" y="1612"/>
                      </a:moveTo>
                      <a:cubicBezTo>
                        <a:pt x="7805" y="1612"/>
                        <a:pt x="7854" y="1622"/>
                        <a:pt x="7892" y="1644"/>
                      </a:cubicBezTo>
                      <a:lnTo>
                        <a:pt x="8187" y="1816"/>
                      </a:lnTo>
                      <a:cubicBezTo>
                        <a:pt x="8260" y="1860"/>
                        <a:pt x="8260" y="1925"/>
                        <a:pt x="8187" y="1968"/>
                      </a:cubicBezTo>
                      <a:lnTo>
                        <a:pt x="7892" y="2141"/>
                      </a:lnTo>
                      <a:cubicBezTo>
                        <a:pt x="7857" y="2162"/>
                        <a:pt x="7809" y="2173"/>
                        <a:pt x="7760" y="2173"/>
                      </a:cubicBezTo>
                      <a:cubicBezTo>
                        <a:pt x="7712" y="2173"/>
                        <a:pt x="7663" y="2162"/>
                        <a:pt x="7627" y="2141"/>
                      </a:cubicBezTo>
                      <a:lnTo>
                        <a:pt x="7325" y="1968"/>
                      </a:lnTo>
                      <a:cubicBezTo>
                        <a:pt x="7254" y="1925"/>
                        <a:pt x="7254" y="1860"/>
                        <a:pt x="7325" y="1816"/>
                      </a:cubicBezTo>
                      <a:lnTo>
                        <a:pt x="7627" y="1644"/>
                      </a:lnTo>
                      <a:cubicBezTo>
                        <a:pt x="7663" y="1622"/>
                        <a:pt x="7710" y="1612"/>
                        <a:pt x="7758" y="1612"/>
                      </a:cubicBezTo>
                      <a:close/>
                      <a:moveTo>
                        <a:pt x="8870" y="1748"/>
                      </a:moveTo>
                      <a:cubicBezTo>
                        <a:pt x="8917" y="1748"/>
                        <a:pt x="8964" y="1759"/>
                        <a:pt x="9000" y="1780"/>
                      </a:cubicBezTo>
                      <a:lnTo>
                        <a:pt x="9309" y="1960"/>
                      </a:lnTo>
                      <a:cubicBezTo>
                        <a:pt x="9381" y="2003"/>
                        <a:pt x="9388" y="2075"/>
                        <a:pt x="9309" y="2118"/>
                      </a:cubicBezTo>
                      <a:lnTo>
                        <a:pt x="9266" y="2141"/>
                      </a:lnTo>
                      <a:cubicBezTo>
                        <a:pt x="9230" y="2162"/>
                        <a:pt x="9182" y="2173"/>
                        <a:pt x="9133" y="2173"/>
                      </a:cubicBezTo>
                      <a:cubicBezTo>
                        <a:pt x="9085" y="2173"/>
                        <a:pt x="9036" y="2162"/>
                        <a:pt x="9000" y="2141"/>
                      </a:cubicBezTo>
                      <a:lnTo>
                        <a:pt x="8691" y="1960"/>
                      </a:lnTo>
                      <a:cubicBezTo>
                        <a:pt x="8619" y="1925"/>
                        <a:pt x="8619" y="1853"/>
                        <a:pt x="8691" y="1810"/>
                      </a:cubicBezTo>
                      <a:lnTo>
                        <a:pt x="8734" y="1780"/>
                      </a:lnTo>
                      <a:cubicBezTo>
                        <a:pt x="8774" y="1759"/>
                        <a:pt x="8822" y="1748"/>
                        <a:pt x="8870" y="1748"/>
                      </a:cubicBezTo>
                      <a:close/>
                      <a:moveTo>
                        <a:pt x="6546" y="1696"/>
                      </a:moveTo>
                      <a:cubicBezTo>
                        <a:pt x="6594" y="1696"/>
                        <a:pt x="6643" y="1705"/>
                        <a:pt x="6678" y="1723"/>
                      </a:cubicBezTo>
                      <a:lnTo>
                        <a:pt x="7016" y="1925"/>
                      </a:lnTo>
                      <a:cubicBezTo>
                        <a:pt x="7089" y="1960"/>
                        <a:pt x="7089" y="2032"/>
                        <a:pt x="7016" y="2075"/>
                      </a:cubicBezTo>
                      <a:lnTo>
                        <a:pt x="6678" y="2270"/>
                      </a:lnTo>
                      <a:cubicBezTo>
                        <a:pt x="6643" y="2292"/>
                        <a:pt x="6596" y="2303"/>
                        <a:pt x="6549" y="2303"/>
                      </a:cubicBezTo>
                      <a:cubicBezTo>
                        <a:pt x="6502" y="2303"/>
                        <a:pt x="6455" y="2292"/>
                        <a:pt x="6419" y="2270"/>
                      </a:cubicBezTo>
                      <a:lnTo>
                        <a:pt x="6081" y="2075"/>
                      </a:lnTo>
                      <a:cubicBezTo>
                        <a:pt x="6010" y="2032"/>
                        <a:pt x="6010" y="1960"/>
                        <a:pt x="6081" y="1925"/>
                      </a:cubicBezTo>
                      <a:lnTo>
                        <a:pt x="6412" y="1723"/>
                      </a:lnTo>
                      <a:cubicBezTo>
                        <a:pt x="6449" y="1705"/>
                        <a:pt x="6497" y="1696"/>
                        <a:pt x="6546" y="1696"/>
                      </a:cubicBezTo>
                      <a:close/>
                      <a:moveTo>
                        <a:pt x="4907" y="1575"/>
                      </a:moveTo>
                      <a:cubicBezTo>
                        <a:pt x="4955" y="1575"/>
                        <a:pt x="5004" y="1586"/>
                        <a:pt x="5039" y="1608"/>
                      </a:cubicBezTo>
                      <a:lnTo>
                        <a:pt x="5822" y="2061"/>
                      </a:lnTo>
                      <a:cubicBezTo>
                        <a:pt x="5895" y="2105"/>
                        <a:pt x="5895" y="2168"/>
                        <a:pt x="5822" y="2212"/>
                      </a:cubicBezTo>
                      <a:lnTo>
                        <a:pt x="5529" y="2384"/>
                      </a:lnTo>
                      <a:cubicBezTo>
                        <a:pt x="5493" y="2406"/>
                        <a:pt x="5446" y="2416"/>
                        <a:pt x="5399" y="2416"/>
                      </a:cubicBezTo>
                      <a:cubicBezTo>
                        <a:pt x="5352" y="2416"/>
                        <a:pt x="5306" y="2406"/>
                        <a:pt x="5270" y="2384"/>
                      </a:cubicBezTo>
                      <a:lnTo>
                        <a:pt x="4478" y="1932"/>
                      </a:lnTo>
                      <a:cubicBezTo>
                        <a:pt x="4408" y="1889"/>
                        <a:pt x="4408" y="1816"/>
                        <a:pt x="4478" y="1780"/>
                      </a:cubicBezTo>
                      <a:lnTo>
                        <a:pt x="4773" y="1608"/>
                      </a:lnTo>
                      <a:cubicBezTo>
                        <a:pt x="4810" y="1586"/>
                        <a:pt x="4858" y="1575"/>
                        <a:pt x="4907" y="1575"/>
                      </a:cubicBezTo>
                      <a:close/>
                      <a:moveTo>
                        <a:pt x="8436" y="2005"/>
                      </a:moveTo>
                      <a:cubicBezTo>
                        <a:pt x="8484" y="2005"/>
                        <a:pt x="8532" y="2014"/>
                        <a:pt x="8569" y="2032"/>
                      </a:cubicBezTo>
                      <a:lnTo>
                        <a:pt x="8878" y="2212"/>
                      </a:lnTo>
                      <a:cubicBezTo>
                        <a:pt x="8950" y="2255"/>
                        <a:pt x="8950" y="2327"/>
                        <a:pt x="8878" y="2363"/>
                      </a:cubicBezTo>
                      <a:lnTo>
                        <a:pt x="8583" y="2543"/>
                      </a:lnTo>
                      <a:cubicBezTo>
                        <a:pt x="8547" y="2561"/>
                        <a:pt x="8499" y="2570"/>
                        <a:pt x="8450" y="2570"/>
                      </a:cubicBezTo>
                      <a:cubicBezTo>
                        <a:pt x="8402" y="2570"/>
                        <a:pt x="8353" y="2561"/>
                        <a:pt x="8317" y="2543"/>
                      </a:cubicBezTo>
                      <a:lnTo>
                        <a:pt x="8008" y="2363"/>
                      </a:lnTo>
                      <a:cubicBezTo>
                        <a:pt x="7936" y="2320"/>
                        <a:pt x="7936" y="2248"/>
                        <a:pt x="8008" y="2205"/>
                      </a:cubicBezTo>
                      <a:lnTo>
                        <a:pt x="8303" y="2032"/>
                      </a:lnTo>
                      <a:cubicBezTo>
                        <a:pt x="8339" y="2014"/>
                        <a:pt x="8388" y="2005"/>
                        <a:pt x="8436" y="2005"/>
                      </a:cubicBezTo>
                      <a:close/>
                      <a:moveTo>
                        <a:pt x="9561" y="2152"/>
                      </a:moveTo>
                      <a:cubicBezTo>
                        <a:pt x="9607" y="2152"/>
                        <a:pt x="9654" y="2162"/>
                        <a:pt x="9690" y="2184"/>
                      </a:cubicBezTo>
                      <a:lnTo>
                        <a:pt x="9999" y="2356"/>
                      </a:lnTo>
                      <a:cubicBezTo>
                        <a:pt x="10071" y="2400"/>
                        <a:pt x="10071" y="2470"/>
                        <a:pt x="9999" y="2513"/>
                      </a:cubicBezTo>
                      <a:lnTo>
                        <a:pt x="9949" y="2543"/>
                      </a:lnTo>
                      <a:cubicBezTo>
                        <a:pt x="9913" y="2561"/>
                        <a:pt x="9866" y="2570"/>
                        <a:pt x="9819" y="2570"/>
                      </a:cubicBezTo>
                      <a:cubicBezTo>
                        <a:pt x="9773" y="2570"/>
                        <a:pt x="9726" y="2561"/>
                        <a:pt x="9690" y="2543"/>
                      </a:cubicBezTo>
                      <a:lnTo>
                        <a:pt x="9381" y="2363"/>
                      </a:lnTo>
                      <a:cubicBezTo>
                        <a:pt x="9309" y="2320"/>
                        <a:pt x="9309" y="2255"/>
                        <a:pt x="9381" y="2212"/>
                      </a:cubicBezTo>
                      <a:lnTo>
                        <a:pt x="9431" y="2184"/>
                      </a:lnTo>
                      <a:cubicBezTo>
                        <a:pt x="9468" y="2162"/>
                        <a:pt x="9514" y="2152"/>
                        <a:pt x="9561" y="2152"/>
                      </a:cubicBezTo>
                      <a:close/>
                      <a:moveTo>
                        <a:pt x="7261" y="2108"/>
                      </a:moveTo>
                      <a:cubicBezTo>
                        <a:pt x="7309" y="2108"/>
                        <a:pt x="7358" y="2119"/>
                        <a:pt x="7397" y="2141"/>
                      </a:cubicBezTo>
                      <a:lnTo>
                        <a:pt x="7692" y="2313"/>
                      </a:lnTo>
                      <a:cubicBezTo>
                        <a:pt x="7763" y="2356"/>
                        <a:pt x="7763" y="2420"/>
                        <a:pt x="7692" y="2463"/>
                      </a:cubicBezTo>
                      <a:lnTo>
                        <a:pt x="7361" y="2658"/>
                      </a:lnTo>
                      <a:cubicBezTo>
                        <a:pt x="7325" y="2680"/>
                        <a:pt x="7277" y="2691"/>
                        <a:pt x="7228" y="2691"/>
                      </a:cubicBezTo>
                      <a:cubicBezTo>
                        <a:pt x="7180" y="2691"/>
                        <a:pt x="7132" y="2680"/>
                        <a:pt x="7095" y="2658"/>
                      </a:cubicBezTo>
                      <a:lnTo>
                        <a:pt x="6800" y="2486"/>
                      </a:lnTo>
                      <a:cubicBezTo>
                        <a:pt x="6721" y="2443"/>
                        <a:pt x="6721" y="2377"/>
                        <a:pt x="6794" y="2334"/>
                      </a:cubicBezTo>
                      <a:lnTo>
                        <a:pt x="7132" y="2141"/>
                      </a:lnTo>
                      <a:cubicBezTo>
                        <a:pt x="7167" y="2119"/>
                        <a:pt x="7214" y="2108"/>
                        <a:pt x="7261" y="2108"/>
                      </a:cubicBezTo>
                      <a:close/>
                      <a:moveTo>
                        <a:pt x="6075" y="2250"/>
                      </a:moveTo>
                      <a:cubicBezTo>
                        <a:pt x="6122" y="2250"/>
                        <a:pt x="6168" y="2259"/>
                        <a:pt x="6204" y="2277"/>
                      </a:cubicBezTo>
                      <a:lnTo>
                        <a:pt x="6542" y="2470"/>
                      </a:lnTo>
                      <a:cubicBezTo>
                        <a:pt x="6614" y="2513"/>
                        <a:pt x="6614" y="2586"/>
                        <a:pt x="6542" y="2629"/>
                      </a:cubicBezTo>
                      <a:lnTo>
                        <a:pt x="6247" y="2802"/>
                      </a:lnTo>
                      <a:cubicBezTo>
                        <a:pt x="6211" y="2820"/>
                        <a:pt x="6163" y="2829"/>
                        <a:pt x="6115" y="2829"/>
                      </a:cubicBezTo>
                      <a:cubicBezTo>
                        <a:pt x="6066" y="2829"/>
                        <a:pt x="6017" y="2820"/>
                        <a:pt x="5981" y="2802"/>
                      </a:cubicBezTo>
                      <a:lnTo>
                        <a:pt x="5650" y="2600"/>
                      </a:lnTo>
                      <a:cubicBezTo>
                        <a:pt x="5572" y="2563"/>
                        <a:pt x="5572" y="2493"/>
                        <a:pt x="5643" y="2450"/>
                      </a:cubicBezTo>
                      <a:lnTo>
                        <a:pt x="5945" y="2277"/>
                      </a:lnTo>
                      <a:cubicBezTo>
                        <a:pt x="5981" y="2259"/>
                        <a:pt x="6028" y="2250"/>
                        <a:pt x="6075" y="2250"/>
                      </a:cubicBezTo>
                      <a:close/>
                      <a:moveTo>
                        <a:pt x="9126" y="2402"/>
                      </a:moveTo>
                      <a:cubicBezTo>
                        <a:pt x="9174" y="2402"/>
                        <a:pt x="9223" y="2413"/>
                        <a:pt x="9259" y="2434"/>
                      </a:cubicBezTo>
                      <a:lnTo>
                        <a:pt x="9568" y="2607"/>
                      </a:lnTo>
                      <a:cubicBezTo>
                        <a:pt x="9640" y="2650"/>
                        <a:pt x="9640" y="2722"/>
                        <a:pt x="9568" y="2765"/>
                      </a:cubicBezTo>
                      <a:lnTo>
                        <a:pt x="9266" y="2938"/>
                      </a:lnTo>
                      <a:cubicBezTo>
                        <a:pt x="9230" y="2959"/>
                        <a:pt x="9184" y="2970"/>
                        <a:pt x="9137" y="2970"/>
                      </a:cubicBezTo>
                      <a:cubicBezTo>
                        <a:pt x="9090" y="2970"/>
                        <a:pt x="9043" y="2959"/>
                        <a:pt x="9007" y="2938"/>
                      </a:cubicBezTo>
                      <a:lnTo>
                        <a:pt x="8698" y="2758"/>
                      </a:lnTo>
                      <a:cubicBezTo>
                        <a:pt x="8626" y="2715"/>
                        <a:pt x="8626" y="2650"/>
                        <a:pt x="8698" y="2607"/>
                      </a:cubicBezTo>
                      <a:lnTo>
                        <a:pt x="8993" y="2434"/>
                      </a:lnTo>
                      <a:cubicBezTo>
                        <a:pt x="9029" y="2413"/>
                        <a:pt x="9078" y="2402"/>
                        <a:pt x="9126" y="2402"/>
                      </a:cubicBezTo>
                      <a:close/>
                      <a:moveTo>
                        <a:pt x="4235" y="1964"/>
                      </a:moveTo>
                      <a:cubicBezTo>
                        <a:pt x="4281" y="1964"/>
                        <a:pt x="4328" y="1974"/>
                        <a:pt x="4365" y="1996"/>
                      </a:cubicBezTo>
                      <a:lnTo>
                        <a:pt x="5443" y="2622"/>
                      </a:lnTo>
                      <a:cubicBezTo>
                        <a:pt x="5514" y="2658"/>
                        <a:pt x="5514" y="2729"/>
                        <a:pt x="5443" y="2772"/>
                      </a:cubicBezTo>
                      <a:lnTo>
                        <a:pt x="5132" y="2952"/>
                      </a:lnTo>
                      <a:cubicBezTo>
                        <a:pt x="5097" y="2973"/>
                        <a:pt x="5050" y="2984"/>
                        <a:pt x="5003" y="2984"/>
                      </a:cubicBezTo>
                      <a:cubicBezTo>
                        <a:pt x="4955" y="2984"/>
                        <a:pt x="4906" y="2973"/>
                        <a:pt x="4867" y="2952"/>
                      </a:cubicBezTo>
                      <a:lnTo>
                        <a:pt x="3795" y="2327"/>
                      </a:lnTo>
                      <a:cubicBezTo>
                        <a:pt x="3725" y="2284"/>
                        <a:pt x="3725" y="2218"/>
                        <a:pt x="3795" y="2175"/>
                      </a:cubicBezTo>
                      <a:lnTo>
                        <a:pt x="4106" y="1996"/>
                      </a:lnTo>
                      <a:cubicBezTo>
                        <a:pt x="4141" y="1974"/>
                        <a:pt x="4188" y="1964"/>
                        <a:pt x="4235" y="1964"/>
                      </a:cubicBezTo>
                      <a:close/>
                      <a:moveTo>
                        <a:pt x="10247" y="2547"/>
                      </a:moveTo>
                      <a:cubicBezTo>
                        <a:pt x="10296" y="2547"/>
                        <a:pt x="10344" y="2557"/>
                        <a:pt x="10380" y="2579"/>
                      </a:cubicBezTo>
                      <a:lnTo>
                        <a:pt x="10718" y="2772"/>
                      </a:lnTo>
                      <a:cubicBezTo>
                        <a:pt x="10791" y="2815"/>
                        <a:pt x="10791" y="2881"/>
                        <a:pt x="10718" y="2924"/>
                      </a:cubicBezTo>
                      <a:lnTo>
                        <a:pt x="10668" y="2952"/>
                      </a:lnTo>
                      <a:cubicBezTo>
                        <a:pt x="10632" y="2973"/>
                        <a:pt x="10583" y="2984"/>
                        <a:pt x="10535" y="2984"/>
                      </a:cubicBezTo>
                      <a:cubicBezTo>
                        <a:pt x="10486" y="2984"/>
                        <a:pt x="10438" y="2973"/>
                        <a:pt x="10403" y="2952"/>
                      </a:cubicBezTo>
                      <a:lnTo>
                        <a:pt x="10064" y="2758"/>
                      </a:lnTo>
                      <a:cubicBezTo>
                        <a:pt x="9992" y="2715"/>
                        <a:pt x="9992" y="2650"/>
                        <a:pt x="10064" y="2607"/>
                      </a:cubicBezTo>
                      <a:lnTo>
                        <a:pt x="10114" y="2579"/>
                      </a:lnTo>
                      <a:cubicBezTo>
                        <a:pt x="10151" y="2557"/>
                        <a:pt x="10199" y="2547"/>
                        <a:pt x="10247" y="2547"/>
                      </a:cubicBezTo>
                      <a:close/>
                      <a:moveTo>
                        <a:pt x="3548" y="2367"/>
                      </a:moveTo>
                      <a:cubicBezTo>
                        <a:pt x="3597" y="2367"/>
                        <a:pt x="3645" y="2378"/>
                        <a:pt x="3681" y="2400"/>
                      </a:cubicBezTo>
                      <a:lnTo>
                        <a:pt x="4170" y="2679"/>
                      </a:lnTo>
                      <a:cubicBezTo>
                        <a:pt x="4242" y="2722"/>
                        <a:pt x="4242" y="2788"/>
                        <a:pt x="4170" y="2831"/>
                      </a:cubicBezTo>
                      <a:lnTo>
                        <a:pt x="3861" y="3010"/>
                      </a:lnTo>
                      <a:cubicBezTo>
                        <a:pt x="3825" y="3032"/>
                        <a:pt x="3776" y="3043"/>
                        <a:pt x="3727" y="3043"/>
                      </a:cubicBezTo>
                      <a:cubicBezTo>
                        <a:pt x="3679" y="3043"/>
                        <a:pt x="3631" y="3032"/>
                        <a:pt x="3595" y="3010"/>
                      </a:cubicBezTo>
                      <a:lnTo>
                        <a:pt x="3105" y="2729"/>
                      </a:lnTo>
                      <a:cubicBezTo>
                        <a:pt x="3035" y="2686"/>
                        <a:pt x="3035" y="2615"/>
                        <a:pt x="3105" y="2572"/>
                      </a:cubicBezTo>
                      <a:lnTo>
                        <a:pt x="3416" y="2400"/>
                      </a:lnTo>
                      <a:cubicBezTo>
                        <a:pt x="3451" y="2378"/>
                        <a:pt x="3499" y="2367"/>
                        <a:pt x="3548" y="2367"/>
                      </a:cubicBezTo>
                      <a:close/>
                      <a:moveTo>
                        <a:pt x="7940" y="2504"/>
                      </a:moveTo>
                      <a:cubicBezTo>
                        <a:pt x="7989" y="2504"/>
                        <a:pt x="8037" y="2514"/>
                        <a:pt x="8074" y="2536"/>
                      </a:cubicBezTo>
                      <a:lnTo>
                        <a:pt x="8382" y="2708"/>
                      </a:lnTo>
                      <a:cubicBezTo>
                        <a:pt x="8453" y="2751"/>
                        <a:pt x="8453" y="2822"/>
                        <a:pt x="8382" y="2865"/>
                      </a:cubicBezTo>
                      <a:lnTo>
                        <a:pt x="8051" y="3060"/>
                      </a:lnTo>
                      <a:cubicBezTo>
                        <a:pt x="8015" y="3082"/>
                        <a:pt x="7967" y="3093"/>
                        <a:pt x="7918" y="3093"/>
                      </a:cubicBezTo>
                      <a:cubicBezTo>
                        <a:pt x="7870" y="3093"/>
                        <a:pt x="7822" y="3082"/>
                        <a:pt x="7786" y="3060"/>
                      </a:cubicBezTo>
                      <a:lnTo>
                        <a:pt x="7477" y="2881"/>
                      </a:lnTo>
                      <a:cubicBezTo>
                        <a:pt x="7404" y="2838"/>
                        <a:pt x="7404" y="2765"/>
                        <a:pt x="7477" y="2729"/>
                      </a:cubicBezTo>
                      <a:lnTo>
                        <a:pt x="7806" y="2536"/>
                      </a:lnTo>
                      <a:cubicBezTo>
                        <a:pt x="7842" y="2514"/>
                        <a:pt x="7891" y="2504"/>
                        <a:pt x="7940" y="2504"/>
                      </a:cubicBezTo>
                      <a:close/>
                      <a:moveTo>
                        <a:pt x="6789" y="2660"/>
                      </a:moveTo>
                      <a:cubicBezTo>
                        <a:pt x="6838" y="2660"/>
                        <a:pt x="6887" y="2671"/>
                        <a:pt x="6923" y="2693"/>
                      </a:cubicBezTo>
                      <a:lnTo>
                        <a:pt x="7218" y="2865"/>
                      </a:lnTo>
                      <a:cubicBezTo>
                        <a:pt x="7297" y="2908"/>
                        <a:pt x="7297" y="2974"/>
                        <a:pt x="7225" y="3017"/>
                      </a:cubicBezTo>
                      <a:lnTo>
                        <a:pt x="6923" y="3190"/>
                      </a:lnTo>
                      <a:cubicBezTo>
                        <a:pt x="6887" y="3211"/>
                        <a:pt x="6840" y="3222"/>
                        <a:pt x="6794" y="3222"/>
                      </a:cubicBezTo>
                      <a:cubicBezTo>
                        <a:pt x="6747" y="3222"/>
                        <a:pt x="6700" y="3211"/>
                        <a:pt x="6664" y="3190"/>
                      </a:cubicBezTo>
                      <a:lnTo>
                        <a:pt x="6362" y="3017"/>
                      </a:lnTo>
                      <a:cubicBezTo>
                        <a:pt x="6290" y="2974"/>
                        <a:pt x="6290" y="2908"/>
                        <a:pt x="6362" y="2865"/>
                      </a:cubicBezTo>
                      <a:lnTo>
                        <a:pt x="6657" y="2693"/>
                      </a:lnTo>
                      <a:cubicBezTo>
                        <a:pt x="6693" y="2671"/>
                        <a:pt x="6741" y="2660"/>
                        <a:pt x="6789" y="2660"/>
                      </a:cubicBezTo>
                      <a:close/>
                      <a:moveTo>
                        <a:pt x="10963" y="2962"/>
                      </a:moveTo>
                      <a:cubicBezTo>
                        <a:pt x="11011" y="2962"/>
                        <a:pt x="11060" y="2973"/>
                        <a:pt x="11099" y="2995"/>
                      </a:cubicBezTo>
                      <a:lnTo>
                        <a:pt x="11394" y="3160"/>
                      </a:lnTo>
                      <a:cubicBezTo>
                        <a:pt x="11465" y="3203"/>
                        <a:pt x="11465" y="3276"/>
                        <a:pt x="11394" y="3319"/>
                      </a:cubicBezTo>
                      <a:lnTo>
                        <a:pt x="11343" y="3348"/>
                      </a:lnTo>
                      <a:cubicBezTo>
                        <a:pt x="11307" y="3366"/>
                        <a:pt x="11261" y="3374"/>
                        <a:pt x="11214" y="3374"/>
                      </a:cubicBezTo>
                      <a:cubicBezTo>
                        <a:pt x="11167" y="3374"/>
                        <a:pt x="11120" y="3366"/>
                        <a:pt x="11084" y="3348"/>
                      </a:cubicBezTo>
                      <a:lnTo>
                        <a:pt x="10782" y="3176"/>
                      </a:lnTo>
                      <a:cubicBezTo>
                        <a:pt x="10711" y="3133"/>
                        <a:pt x="10711" y="3060"/>
                        <a:pt x="10782" y="3017"/>
                      </a:cubicBezTo>
                      <a:lnTo>
                        <a:pt x="10834" y="2995"/>
                      </a:lnTo>
                      <a:cubicBezTo>
                        <a:pt x="10869" y="2973"/>
                        <a:pt x="10916" y="2962"/>
                        <a:pt x="10963" y="2962"/>
                      </a:cubicBezTo>
                      <a:close/>
                      <a:moveTo>
                        <a:pt x="9813" y="2799"/>
                      </a:moveTo>
                      <a:cubicBezTo>
                        <a:pt x="9861" y="2799"/>
                        <a:pt x="9909" y="2809"/>
                        <a:pt x="9949" y="2831"/>
                      </a:cubicBezTo>
                      <a:lnTo>
                        <a:pt x="10280" y="3024"/>
                      </a:lnTo>
                      <a:cubicBezTo>
                        <a:pt x="10359" y="3067"/>
                        <a:pt x="10359" y="3133"/>
                        <a:pt x="10287" y="3176"/>
                      </a:cubicBezTo>
                      <a:lnTo>
                        <a:pt x="9985" y="3348"/>
                      </a:lnTo>
                      <a:cubicBezTo>
                        <a:pt x="9949" y="3370"/>
                        <a:pt x="9900" y="3381"/>
                        <a:pt x="9852" y="3381"/>
                      </a:cubicBezTo>
                      <a:cubicBezTo>
                        <a:pt x="9803" y="3381"/>
                        <a:pt x="9755" y="3370"/>
                        <a:pt x="9719" y="3348"/>
                      </a:cubicBezTo>
                      <a:lnTo>
                        <a:pt x="9388" y="3153"/>
                      </a:lnTo>
                      <a:cubicBezTo>
                        <a:pt x="9309" y="3117"/>
                        <a:pt x="9309" y="3046"/>
                        <a:pt x="9381" y="3003"/>
                      </a:cubicBezTo>
                      <a:lnTo>
                        <a:pt x="9683" y="2831"/>
                      </a:lnTo>
                      <a:cubicBezTo>
                        <a:pt x="9719" y="2809"/>
                        <a:pt x="9766" y="2799"/>
                        <a:pt x="9813" y="2799"/>
                      </a:cubicBezTo>
                      <a:close/>
                      <a:moveTo>
                        <a:pt x="5690" y="2805"/>
                      </a:moveTo>
                      <a:cubicBezTo>
                        <a:pt x="5739" y="2805"/>
                        <a:pt x="5787" y="2816"/>
                        <a:pt x="5822" y="2838"/>
                      </a:cubicBezTo>
                      <a:lnTo>
                        <a:pt x="6160" y="3031"/>
                      </a:lnTo>
                      <a:cubicBezTo>
                        <a:pt x="6233" y="3074"/>
                        <a:pt x="6233" y="3147"/>
                        <a:pt x="6160" y="3183"/>
                      </a:cubicBezTo>
                      <a:lnTo>
                        <a:pt x="5852" y="3362"/>
                      </a:lnTo>
                      <a:cubicBezTo>
                        <a:pt x="5815" y="3384"/>
                        <a:pt x="5767" y="3395"/>
                        <a:pt x="5719" y="3395"/>
                      </a:cubicBezTo>
                      <a:cubicBezTo>
                        <a:pt x="5671" y="3395"/>
                        <a:pt x="5622" y="3384"/>
                        <a:pt x="5586" y="3362"/>
                      </a:cubicBezTo>
                      <a:lnTo>
                        <a:pt x="5248" y="3167"/>
                      </a:lnTo>
                      <a:cubicBezTo>
                        <a:pt x="5175" y="3124"/>
                        <a:pt x="5175" y="3060"/>
                        <a:pt x="5248" y="3017"/>
                      </a:cubicBezTo>
                      <a:lnTo>
                        <a:pt x="5557" y="2838"/>
                      </a:lnTo>
                      <a:cubicBezTo>
                        <a:pt x="5593" y="2816"/>
                        <a:pt x="5642" y="2805"/>
                        <a:pt x="5690" y="2805"/>
                      </a:cubicBezTo>
                      <a:close/>
                      <a:moveTo>
                        <a:pt x="4415" y="2868"/>
                      </a:moveTo>
                      <a:cubicBezTo>
                        <a:pt x="4463" y="2868"/>
                        <a:pt x="4511" y="2877"/>
                        <a:pt x="4551" y="2895"/>
                      </a:cubicBezTo>
                      <a:lnTo>
                        <a:pt x="4882" y="3090"/>
                      </a:lnTo>
                      <a:cubicBezTo>
                        <a:pt x="4953" y="3133"/>
                        <a:pt x="4960" y="3203"/>
                        <a:pt x="4882" y="3247"/>
                      </a:cubicBezTo>
                      <a:lnTo>
                        <a:pt x="4580" y="3426"/>
                      </a:lnTo>
                      <a:cubicBezTo>
                        <a:pt x="4544" y="3444"/>
                        <a:pt x="4495" y="3453"/>
                        <a:pt x="4447" y="3453"/>
                      </a:cubicBezTo>
                      <a:cubicBezTo>
                        <a:pt x="4398" y="3453"/>
                        <a:pt x="4349" y="3444"/>
                        <a:pt x="4313" y="3426"/>
                      </a:cubicBezTo>
                      <a:lnTo>
                        <a:pt x="3976" y="3233"/>
                      </a:lnTo>
                      <a:cubicBezTo>
                        <a:pt x="3904" y="3190"/>
                        <a:pt x="3904" y="3117"/>
                        <a:pt x="3976" y="3074"/>
                      </a:cubicBezTo>
                      <a:lnTo>
                        <a:pt x="4285" y="2895"/>
                      </a:lnTo>
                      <a:cubicBezTo>
                        <a:pt x="4321" y="2877"/>
                        <a:pt x="4367" y="2868"/>
                        <a:pt x="4415" y="2868"/>
                      </a:cubicBezTo>
                      <a:close/>
                      <a:moveTo>
                        <a:pt x="8634" y="2899"/>
                      </a:moveTo>
                      <a:cubicBezTo>
                        <a:pt x="8680" y="2899"/>
                        <a:pt x="8727" y="2909"/>
                        <a:pt x="8764" y="2931"/>
                      </a:cubicBezTo>
                      <a:lnTo>
                        <a:pt x="9072" y="3110"/>
                      </a:lnTo>
                      <a:cubicBezTo>
                        <a:pt x="9143" y="3147"/>
                        <a:pt x="9143" y="3219"/>
                        <a:pt x="9072" y="3262"/>
                      </a:cubicBezTo>
                      <a:lnTo>
                        <a:pt x="8734" y="3455"/>
                      </a:lnTo>
                      <a:cubicBezTo>
                        <a:pt x="8698" y="3477"/>
                        <a:pt x="8652" y="3488"/>
                        <a:pt x="8605" y="3488"/>
                      </a:cubicBezTo>
                      <a:cubicBezTo>
                        <a:pt x="8558" y="3488"/>
                        <a:pt x="8512" y="3477"/>
                        <a:pt x="8476" y="3455"/>
                      </a:cubicBezTo>
                      <a:lnTo>
                        <a:pt x="8167" y="3276"/>
                      </a:lnTo>
                      <a:cubicBezTo>
                        <a:pt x="8094" y="3233"/>
                        <a:pt x="8094" y="3167"/>
                        <a:pt x="8167" y="3124"/>
                      </a:cubicBezTo>
                      <a:lnTo>
                        <a:pt x="8505" y="2931"/>
                      </a:lnTo>
                      <a:cubicBezTo>
                        <a:pt x="8540" y="2909"/>
                        <a:pt x="8587" y="2899"/>
                        <a:pt x="8634" y="2899"/>
                      </a:cubicBezTo>
                      <a:close/>
                      <a:moveTo>
                        <a:pt x="7469" y="3055"/>
                      </a:moveTo>
                      <a:cubicBezTo>
                        <a:pt x="7516" y="3055"/>
                        <a:pt x="7563" y="3064"/>
                        <a:pt x="7599" y="3081"/>
                      </a:cubicBezTo>
                      <a:lnTo>
                        <a:pt x="7915" y="3262"/>
                      </a:lnTo>
                      <a:cubicBezTo>
                        <a:pt x="7987" y="3305"/>
                        <a:pt x="7987" y="3376"/>
                        <a:pt x="7915" y="3419"/>
                      </a:cubicBezTo>
                      <a:lnTo>
                        <a:pt x="7620" y="3592"/>
                      </a:lnTo>
                      <a:cubicBezTo>
                        <a:pt x="7580" y="3610"/>
                        <a:pt x="7532" y="3619"/>
                        <a:pt x="7484" y="3619"/>
                      </a:cubicBezTo>
                      <a:cubicBezTo>
                        <a:pt x="7437" y="3619"/>
                        <a:pt x="7390" y="3610"/>
                        <a:pt x="7354" y="3592"/>
                      </a:cubicBezTo>
                      <a:lnTo>
                        <a:pt x="7045" y="3412"/>
                      </a:lnTo>
                      <a:cubicBezTo>
                        <a:pt x="6973" y="3369"/>
                        <a:pt x="6966" y="3297"/>
                        <a:pt x="7045" y="3253"/>
                      </a:cubicBezTo>
                      <a:lnTo>
                        <a:pt x="7340" y="3081"/>
                      </a:lnTo>
                      <a:cubicBezTo>
                        <a:pt x="7376" y="3064"/>
                        <a:pt x="7422" y="3055"/>
                        <a:pt x="7469" y="3055"/>
                      </a:cubicBezTo>
                      <a:close/>
                      <a:moveTo>
                        <a:pt x="10531" y="3214"/>
                      </a:moveTo>
                      <a:cubicBezTo>
                        <a:pt x="10578" y="3214"/>
                        <a:pt x="10625" y="3225"/>
                        <a:pt x="10661" y="3247"/>
                      </a:cubicBezTo>
                      <a:lnTo>
                        <a:pt x="10963" y="3419"/>
                      </a:lnTo>
                      <a:cubicBezTo>
                        <a:pt x="11034" y="3455"/>
                        <a:pt x="11034" y="3528"/>
                        <a:pt x="10963" y="3571"/>
                      </a:cubicBezTo>
                      <a:lnTo>
                        <a:pt x="10661" y="3743"/>
                      </a:lnTo>
                      <a:cubicBezTo>
                        <a:pt x="10625" y="3765"/>
                        <a:pt x="10578" y="3776"/>
                        <a:pt x="10531" y="3776"/>
                      </a:cubicBezTo>
                      <a:cubicBezTo>
                        <a:pt x="10484" y="3776"/>
                        <a:pt x="10438" y="3765"/>
                        <a:pt x="10403" y="3743"/>
                      </a:cubicBezTo>
                      <a:lnTo>
                        <a:pt x="10101" y="3571"/>
                      </a:lnTo>
                      <a:cubicBezTo>
                        <a:pt x="10028" y="3528"/>
                        <a:pt x="10028" y="3462"/>
                        <a:pt x="10101" y="3419"/>
                      </a:cubicBezTo>
                      <a:lnTo>
                        <a:pt x="10403" y="3247"/>
                      </a:lnTo>
                      <a:cubicBezTo>
                        <a:pt x="10438" y="3225"/>
                        <a:pt x="10484" y="3214"/>
                        <a:pt x="10531" y="3214"/>
                      </a:cubicBezTo>
                      <a:close/>
                      <a:moveTo>
                        <a:pt x="11642" y="3351"/>
                      </a:moveTo>
                      <a:cubicBezTo>
                        <a:pt x="11690" y="3351"/>
                        <a:pt x="11739" y="3361"/>
                        <a:pt x="11774" y="3383"/>
                      </a:cubicBezTo>
                      <a:lnTo>
                        <a:pt x="12085" y="3564"/>
                      </a:lnTo>
                      <a:cubicBezTo>
                        <a:pt x="12155" y="3607"/>
                        <a:pt x="12155" y="3671"/>
                        <a:pt x="12085" y="3714"/>
                      </a:cubicBezTo>
                      <a:lnTo>
                        <a:pt x="12033" y="3743"/>
                      </a:lnTo>
                      <a:cubicBezTo>
                        <a:pt x="11997" y="3765"/>
                        <a:pt x="11951" y="3776"/>
                        <a:pt x="11904" y="3776"/>
                      </a:cubicBezTo>
                      <a:cubicBezTo>
                        <a:pt x="11857" y="3776"/>
                        <a:pt x="11810" y="3765"/>
                        <a:pt x="11774" y="3743"/>
                      </a:cubicBezTo>
                      <a:lnTo>
                        <a:pt x="11465" y="3564"/>
                      </a:lnTo>
                      <a:cubicBezTo>
                        <a:pt x="11394" y="3521"/>
                        <a:pt x="11386" y="3455"/>
                        <a:pt x="11458" y="3412"/>
                      </a:cubicBezTo>
                      <a:lnTo>
                        <a:pt x="11508" y="3383"/>
                      </a:lnTo>
                      <a:cubicBezTo>
                        <a:pt x="11545" y="3361"/>
                        <a:pt x="11593" y="3351"/>
                        <a:pt x="11642" y="3351"/>
                      </a:cubicBezTo>
                      <a:close/>
                      <a:moveTo>
                        <a:pt x="6406" y="3221"/>
                      </a:moveTo>
                      <a:cubicBezTo>
                        <a:pt x="6454" y="3221"/>
                        <a:pt x="6502" y="3232"/>
                        <a:pt x="6542" y="3253"/>
                      </a:cubicBezTo>
                      <a:lnTo>
                        <a:pt x="6837" y="3426"/>
                      </a:lnTo>
                      <a:cubicBezTo>
                        <a:pt x="6909" y="3469"/>
                        <a:pt x="6909" y="3535"/>
                        <a:pt x="6837" y="3578"/>
                      </a:cubicBezTo>
                      <a:lnTo>
                        <a:pt x="6528" y="3757"/>
                      </a:lnTo>
                      <a:cubicBezTo>
                        <a:pt x="6492" y="3779"/>
                        <a:pt x="6445" y="3790"/>
                        <a:pt x="6398" y="3790"/>
                      </a:cubicBezTo>
                      <a:cubicBezTo>
                        <a:pt x="6351" y="3790"/>
                        <a:pt x="6305" y="3779"/>
                        <a:pt x="6269" y="3757"/>
                      </a:cubicBezTo>
                      <a:lnTo>
                        <a:pt x="5967" y="3585"/>
                      </a:lnTo>
                      <a:cubicBezTo>
                        <a:pt x="5895" y="3542"/>
                        <a:pt x="5895" y="3478"/>
                        <a:pt x="5967" y="3435"/>
                      </a:cubicBezTo>
                      <a:lnTo>
                        <a:pt x="6276" y="3253"/>
                      </a:lnTo>
                      <a:cubicBezTo>
                        <a:pt x="6312" y="3232"/>
                        <a:pt x="6359" y="3221"/>
                        <a:pt x="6406" y="3221"/>
                      </a:cubicBezTo>
                      <a:close/>
                      <a:moveTo>
                        <a:pt x="5133" y="3280"/>
                      </a:moveTo>
                      <a:cubicBezTo>
                        <a:pt x="5180" y="3280"/>
                        <a:pt x="5226" y="3291"/>
                        <a:pt x="5262" y="3312"/>
                      </a:cubicBezTo>
                      <a:lnTo>
                        <a:pt x="5564" y="3485"/>
                      </a:lnTo>
                      <a:cubicBezTo>
                        <a:pt x="5636" y="3528"/>
                        <a:pt x="5636" y="3592"/>
                        <a:pt x="5564" y="3635"/>
                      </a:cubicBezTo>
                      <a:lnTo>
                        <a:pt x="5255" y="3814"/>
                      </a:lnTo>
                      <a:cubicBezTo>
                        <a:pt x="5219" y="3836"/>
                        <a:pt x="5173" y="3847"/>
                        <a:pt x="5125" y="3847"/>
                      </a:cubicBezTo>
                      <a:cubicBezTo>
                        <a:pt x="5078" y="3847"/>
                        <a:pt x="5029" y="3836"/>
                        <a:pt x="4989" y="3814"/>
                      </a:cubicBezTo>
                      <a:lnTo>
                        <a:pt x="4694" y="3642"/>
                      </a:lnTo>
                      <a:cubicBezTo>
                        <a:pt x="4623" y="3599"/>
                        <a:pt x="4623" y="3535"/>
                        <a:pt x="4694" y="3492"/>
                      </a:cubicBezTo>
                      <a:lnTo>
                        <a:pt x="5003" y="3312"/>
                      </a:lnTo>
                      <a:cubicBezTo>
                        <a:pt x="5039" y="3291"/>
                        <a:pt x="5086" y="3280"/>
                        <a:pt x="5133" y="3280"/>
                      </a:cubicBezTo>
                      <a:close/>
                      <a:moveTo>
                        <a:pt x="9320" y="3294"/>
                      </a:moveTo>
                      <a:cubicBezTo>
                        <a:pt x="9369" y="3294"/>
                        <a:pt x="9417" y="3304"/>
                        <a:pt x="9454" y="3326"/>
                      </a:cubicBezTo>
                      <a:lnTo>
                        <a:pt x="9790" y="3521"/>
                      </a:lnTo>
                      <a:cubicBezTo>
                        <a:pt x="9863" y="3564"/>
                        <a:pt x="9863" y="3635"/>
                        <a:pt x="9790" y="3671"/>
                      </a:cubicBezTo>
                      <a:lnTo>
                        <a:pt x="9454" y="3873"/>
                      </a:lnTo>
                      <a:cubicBezTo>
                        <a:pt x="9417" y="3891"/>
                        <a:pt x="9370" y="3900"/>
                        <a:pt x="9323" y="3900"/>
                      </a:cubicBezTo>
                      <a:cubicBezTo>
                        <a:pt x="9275" y="3900"/>
                        <a:pt x="9226" y="3891"/>
                        <a:pt x="9186" y="3873"/>
                      </a:cubicBezTo>
                      <a:lnTo>
                        <a:pt x="8857" y="3671"/>
                      </a:lnTo>
                      <a:cubicBezTo>
                        <a:pt x="8784" y="3635"/>
                        <a:pt x="8777" y="3564"/>
                        <a:pt x="8857" y="3521"/>
                      </a:cubicBezTo>
                      <a:lnTo>
                        <a:pt x="9186" y="3326"/>
                      </a:lnTo>
                      <a:cubicBezTo>
                        <a:pt x="9223" y="3304"/>
                        <a:pt x="9271" y="3294"/>
                        <a:pt x="9320" y="3294"/>
                      </a:cubicBezTo>
                      <a:close/>
                      <a:moveTo>
                        <a:pt x="8159" y="3452"/>
                      </a:moveTo>
                      <a:cubicBezTo>
                        <a:pt x="8206" y="3452"/>
                        <a:pt x="8253" y="3463"/>
                        <a:pt x="8289" y="3485"/>
                      </a:cubicBezTo>
                      <a:lnTo>
                        <a:pt x="8598" y="3664"/>
                      </a:lnTo>
                      <a:cubicBezTo>
                        <a:pt x="8669" y="3700"/>
                        <a:pt x="8669" y="3771"/>
                        <a:pt x="8598" y="3814"/>
                      </a:cubicBezTo>
                      <a:lnTo>
                        <a:pt x="8303" y="3987"/>
                      </a:lnTo>
                      <a:cubicBezTo>
                        <a:pt x="8267" y="4008"/>
                        <a:pt x="8220" y="4019"/>
                        <a:pt x="8173" y="4019"/>
                      </a:cubicBezTo>
                      <a:cubicBezTo>
                        <a:pt x="8125" y="4019"/>
                        <a:pt x="8077" y="4008"/>
                        <a:pt x="8037" y="3987"/>
                      </a:cubicBezTo>
                      <a:lnTo>
                        <a:pt x="7735" y="3807"/>
                      </a:lnTo>
                      <a:cubicBezTo>
                        <a:pt x="7663" y="3764"/>
                        <a:pt x="7663" y="3700"/>
                        <a:pt x="7735" y="3657"/>
                      </a:cubicBezTo>
                      <a:lnTo>
                        <a:pt x="8030" y="3485"/>
                      </a:lnTo>
                      <a:cubicBezTo>
                        <a:pt x="8066" y="3463"/>
                        <a:pt x="8112" y="3452"/>
                        <a:pt x="8159" y="3452"/>
                      </a:cubicBezTo>
                      <a:close/>
                      <a:moveTo>
                        <a:pt x="12332" y="3754"/>
                      </a:moveTo>
                      <a:cubicBezTo>
                        <a:pt x="12380" y="3754"/>
                        <a:pt x="12429" y="3765"/>
                        <a:pt x="12464" y="3787"/>
                      </a:cubicBezTo>
                      <a:lnTo>
                        <a:pt x="12723" y="3930"/>
                      </a:lnTo>
                      <a:cubicBezTo>
                        <a:pt x="12795" y="3973"/>
                        <a:pt x="12802" y="4045"/>
                        <a:pt x="12723" y="4088"/>
                      </a:cubicBezTo>
                      <a:lnTo>
                        <a:pt x="12680" y="4116"/>
                      </a:lnTo>
                      <a:cubicBezTo>
                        <a:pt x="12643" y="4135"/>
                        <a:pt x="12592" y="4146"/>
                        <a:pt x="12541" y="4146"/>
                      </a:cubicBezTo>
                      <a:cubicBezTo>
                        <a:pt x="12495" y="4146"/>
                        <a:pt x="12449" y="4137"/>
                        <a:pt x="12414" y="4116"/>
                      </a:cubicBezTo>
                      <a:lnTo>
                        <a:pt x="12155" y="3966"/>
                      </a:lnTo>
                      <a:cubicBezTo>
                        <a:pt x="12085" y="3923"/>
                        <a:pt x="12085" y="3850"/>
                        <a:pt x="12155" y="3814"/>
                      </a:cubicBezTo>
                      <a:lnTo>
                        <a:pt x="12198" y="3787"/>
                      </a:lnTo>
                      <a:cubicBezTo>
                        <a:pt x="12235" y="3765"/>
                        <a:pt x="12283" y="3754"/>
                        <a:pt x="12332" y="3754"/>
                      </a:cubicBezTo>
                      <a:close/>
                      <a:moveTo>
                        <a:pt x="11211" y="3602"/>
                      </a:moveTo>
                      <a:cubicBezTo>
                        <a:pt x="11259" y="3602"/>
                        <a:pt x="11307" y="3613"/>
                        <a:pt x="11343" y="3635"/>
                      </a:cubicBezTo>
                      <a:lnTo>
                        <a:pt x="11653" y="3814"/>
                      </a:lnTo>
                      <a:cubicBezTo>
                        <a:pt x="11724" y="3857"/>
                        <a:pt x="11724" y="3923"/>
                        <a:pt x="11653" y="3966"/>
                      </a:cubicBezTo>
                      <a:lnTo>
                        <a:pt x="11358" y="4138"/>
                      </a:lnTo>
                      <a:cubicBezTo>
                        <a:pt x="11322" y="4160"/>
                        <a:pt x="11273" y="4171"/>
                        <a:pt x="11225" y="4171"/>
                      </a:cubicBezTo>
                      <a:cubicBezTo>
                        <a:pt x="11176" y="4171"/>
                        <a:pt x="11128" y="4160"/>
                        <a:pt x="11093" y="4138"/>
                      </a:cubicBezTo>
                      <a:lnTo>
                        <a:pt x="10782" y="3959"/>
                      </a:lnTo>
                      <a:cubicBezTo>
                        <a:pt x="10711" y="3923"/>
                        <a:pt x="10704" y="3850"/>
                        <a:pt x="10782" y="3807"/>
                      </a:cubicBezTo>
                      <a:lnTo>
                        <a:pt x="11077" y="3635"/>
                      </a:lnTo>
                      <a:cubicBezTo>
                        <a:pt x="11113" y="3613"/>
                        <a:pt x="11162" y="3602"/>
                        <a:pt x="11211" y="3602"/>
                      </a:cubicBezTo>
                      <a:close/>
                      <a:moveTo>
                        <a:pt x="7084" y="3609"/>
                      </a:moveTo>
                      <a:cubicBezTo>
                        <a:pt x="7133" y="3609"/>
                        <a:pt x="7182" y="3620"/>
                        <a:pt x="7218" y="3642"/>
                      </a:cubicBezTo>
                      <a:lnTo>
                        <a:pt x="7527" y="3823"/>
                      </a:lnTo>
                      <a:cubicBezTo>
                        <a:pt x="7599" y="3866"/>
                        <a:pt x="7599" y="3937"/>
                        <a:pt x="7527" y="3973"/>
                      </a:cubicBezTo>
                      <a:lnTo>
                        <a:pt x="7218" y="4152"/>
                      </a:lnTo>
                      <a:cubicBezTo>
                        <a:pt x="7182" y="4174"/>
                        <a:pt x="7135" y="4185"/>
                        <a:pt x="7088" y="4185"/>
                      </a:cubicBezTo>
                      <a:cubicBezTo>
                        <a:pt x="7041" y="4185"/>
                        <a:pt x="6995" y="4174"/>
                        <a:pt x="6959" y="4152"/>
                      </a:cubicBezTo>
                      <a:lnTo>
                        <a:pt x="6642" y="3973"/>
                      </a:lnTo>
                      <a:cubicBezTo>
                        <a:pt x="6571" y="3937"/>
                        <a:pt x="6571" y="3866"/>
                        <a:pt x="6642" y="3823"/>
                      </a:cubicBezTo>
                      <a:lnTo>
                        <a:pt x="6952" y="3642"/>
                      </a:lnTo>
                      <a:cubicBezTo>
                        <a:pt x="6988" y="3620"/>
                        <a:pt x="7036" y="3609"/>
                        <a:pt x="7084" y="3609"/>
                      </a:cubicBezTo>
                      <a:close/>
                      <a:moveTo>
                        <a:pt x="5806" y="3674"/>
                      </a:moveTo>
                      <a:cubicBezTo>
                        <a:pt x="5857" y="3674"/>
                        <a:pt x="5908" y="3685"/>
                        <a:pt x="5945" y="3707"/>
                      </a:cubicBezTo>
                      <a:lnTo>
                        <a:pt x="6254" y="3887"/>
                      </a:lnTo>
                      <a:cubicBezTo>
                        <a:pt x="6326" y="3923"/>
                        <a:pt x="6326" y="3995"/>
                        <a:pt x="6254" y="4038"/>
                      </a:cubicBezTo>
                      <a:lnTo>
                        <a:pt x="5945" y="4218"/>
                      </a:lnTo>
                      <a:cubicBezTo>
                        <a:pt x="5909" y="4236"/>
                        <a:pt x="5863" y="4245"/>
                        <a:pt x="5816" y="4245"/>
                      </a:cubicBezTo>
                      <a:cubicBezTo>
                        <a:pt x="5769" y="4245"/>
                        <a:pt x="5722" y="4236"/>
                        <a:pt x="5686" y="4218"/>
                      </a:cubicBezTo>
                      <a:lnTo>
                        <a:pt x="5370" y="4038"/>
                      </a:lnTo>
                      <a:cubicBezTo>
                        <a:pt x="5298" y="3995"/>
                        <a:pt x="5298" y="3923"/>
                        <a:pt x="5370" y="3880"/>
                      </a:cubicBezTo>
                      <a:lnTo>
                        <a:pt x="5679" y="3700"/>
                      </a:lnTo>
                      <a:cubicBezTo>
                        <a:pt x="5714" y="3683"/>
                        <a:pt x="5760" y="3674"/>
                        <a:pt x="5806" y="3674"/>
                      </a:cubicBezTo>
                      <a:close/>
                      <a:moveTo>
                        <a:pt x="10035" y="3711"/>
                      </a:moveTo>
                      <a:cubicBezTo>
                        <a:pt x="10082" y="3711"/>
                        <a:pt x="10128" y="3722"/>
                        <a:pt x="10164" y="3743"/>
                      </a:cubicBezTo>
                      <a:lnTo>
                        <a:pt x="10466" y="3916"/>
                      </a:lnTo>
                      <a:cubicBezTo>
                        <a:pt x="10539" y="3959"/>
                        <a:pt x="10539" y="4023"/>
                        <a:pt x="10466" y="4066"/>
                      </a:cubicBezTo>
                      <a:lnTo>
                        <a:pt x="10128" y="4261"/>
                      </a:lnTo>
                      <a:cubicBezTo>
                        <a:pt x="10093" y="4283"/>
                        <a:pt x="10046" y="4293"/>
                        <a:pt x="9999" y="4293"/>
                      </a:cubicBezTo>
                      <a:cubicBezTo>
                        <a:pt x="9953" y="4293"/>
                        <a:pt x="9906" y="4283"/>
                        <a:pt x="9869" y="4261"/>
                      </a:cubicBezTo>
                      <a:lnTo>
                        <a:pt x="9568" y="4088"/>
                      </a:lnTo>
                      <a:cubicBezTo>
                        <a:pt x="9497" y="4045"/>
                        <a:pt x="9497" y="3980"/>
                        <a:pt x="9568" y="3937"/>
                      </a:cubicBezTo>
                      <a:lnTo>
                        <a:pt x="9906" y="3743"/>
                      </a:lnTo>
                      <a:cubicBezTo>
                        <a:pt x="9942" y="3722"/>
                        <a:pt x="9988" y="3711"/>
                        <a:pt x="10035" y="3711"/>
                      </a:cubicBezTo>
                      <a:close/>
                      <a:moveTo>
                        <a:pt x="8846" y="3847"/>
                      </a:moveTo>
                      <a:cubicBezTo>
                        <a:pt x="8894" y="3847"/>
                        <a:pt x="8943" y="3858"/>
                        <a:pt x="8979" y="3880"/>
                      </a:cubicBezTo>
                      <a:lnTo>
                        <a:pt x="9316" y="4073"/>
                      </a:lnTo>
                      <a:cubicBezTo>
                        <a:pt x="9388" y="4116"/>
                        <a:pt x="9388" y="4189"/>
                        <a:pt x="9316" y="4225"/>
                      </a:cubicBezTo>
                      <a:lnTo>
                        <a:pt x="9022" y="4397"/>
                      </a:lnTo>
                      <a:cubicBezTo>
                        <a:pt x="8986" y="4419"/>
                        <a:pt x="8937" y="4430"/>
                        <a:pt x="8889" y="4430"/>
                      </a:cubicBezTo>
                      <a:cubicBezTo>
                        <a:pt x="8840" y="4430"/>
                        <a:pt x="8791" y="4419"/>
                        <a:pt x="8755" y="4397"/>
                      </a:cubicBezTo>
                      <a:lnTo>
                        <a:pt x="8419" y="4202"/>
                      </a:lnTo>
                      <a:cubicBezTo>
                        <a:pt x="8346" y="4159"/>
                        <a:pt x="8346" y="4095"/>
                        <a:pt x="8419" y="4052"/>
                      </a:cubicBezTo>
                      <a:lnTo>
                        <a:pt x="8712" y="3880"/>
                      </a:lnTo>
                      <a:cubicBezTo>
                        <a:pt x="8748" y="3858"/>
                        <a:pt x="8797" y="3847"/>
                        <a:pt x="8846" y="3847"/>
                      </a:cubicBezTo>
                      <a:close/>
                      <a:moveTo>
                        <a:pt x="11901" y="4006"/>
                      </a:moveTo>
                      <a:cubicBezTo>
                        <a:pt x="11949" y="4006"/>
                        <a:pt x="11997" y="4017"/>
                        <a:pt x="12033" y="4038"/>
                      </a:cubicBezTo>
                      <a:lnTo>
                        <a:pt x="12292" y="4182"/>
                      </a:lnTo>
                      <a:cubicBezTo>
                        <a:pt x="12364" y="4225"/>
                        <a:pt x="12364" y="4297"/>
                        <a:pt x="12292" y="4340"/>
                      </a:cubicBezTo>
                      <a:lnTo>
                        <a:pt x="11998" y="4513"/>
                      </a:lnTo>
                      <a:cubicBezTo>
                        <a:pt x="11962" y="4534"/>
                        <a:pt x="11913" y="4545"/>
                        <a:pt x="11865" y="4545"/>
                      </a:cubicBezTo>
                      <a:cubicBezTo>
                        <a:pt x="11816" y="4545"/>
                        <a:pt x="11767" y="4534"/>
                        <a:pt x="11731" y="4513"/>
                      </a:cubicBezTo>
                      <a:lnTo>
                        <a:pt x="11472" y="4361"/>
                      </a:lnTo>
                      <a:cubicBezTo>
                        <a:pt x="11401" y="4318"/>
                        <a:pt x="11401" y="4245"/>
                        <a:pt x="11472" y="4211"/>
                      </a:cubicBezTo>
                      <a:lnTo>
                        <a:pt x="11767" y="4038"/>
                      </a:lnTo>
                      <a:cubicBezTo>
                        <a:pt x="11803" y="4017"/>
                        <a:pt x="11852" y="4006"/>
                        <a:pt x="11901" y="4006"/>
                      </a:cubicBezTo>
                      <a:close/>
                      <a:moveTo>
                        <a:pt x="12975" y="4120"/>
                      </a:moveTo>
                      <a:cubicBezTo>
                        <a:pt x="13022" y="4120"/>
                        <a:pt x="13069" y="4131"/>
                        <a:pt x="13104" y="4152"/>
                      </a:cubicBezTo>
                      <a:lnTo>
                        <a:pt x="13442" y="4347"/>
                      </a:lnTo>
                      <a:cubicBezTo>
                        <a:pt x="13515" y="4390"/>
                        <a:pt x="13515" y="4454"/>
                        <a:pt x="13442" y="4497"/>
                      </a:cubicBezTo>
                      <a:lnTo>
                        <a:pt x="13392" y="4527"/>
                      </a:lnTo>
                      <a:cubicBezTo>
                        <a:pt x="13356" y="4548"/>
                        <a:pt x="13309" y="4559"/>
                        <a:pt x="13263" y="4559"/>
                      </a:cubicBezTo>
                      <a:cubicBezTo>
                        <a:pt x="13216" y="4559"/>
                        <a:pt x="13170" y="4548"/>
                        <a:pt x="13133" y="4527"/>
                      </a:cubicBezTo>
                      <a:lnTo>
                        <a:pt x="12795" y="4332"/>
                      </a:lnTo>
                      <a:cubicBezTo>
                        <a:pt x="12723" y="4289"/>
                        <a:pt x="12723" y="4225"/>
                        <a:pt x="12795" y="4182"/>
                      </a:cubicBezTo>
                      <a:lnTo>
                        <a:pt x="12845" y="4152"/>
                      </a:lnTo>
                      <a:cubicBezTo>
                        <a:pt x="12882" y="4131"/>
                        <a:pt x="12929" y="4120"/>
                        <a:pt x="12975" y="4120"/>
                      </a:cubicBezTo>
                      <a:close/>
                      <a:moveTo>
                        <a:pt x="7777" y="4013"/>
                      </a:moveTo>
                      <a:cubicBezTo>
                        <a:pt x="7825" y="4013"/>
                        <a:pt x="7872" y="4024"/>
                        <a:pt x="7908" y="4045"/>
                      </a:cubicBezTo>
                      <a:lnTo>
                        <a:pt x="8217" y="4218"/>
                      </a:lnTo>
                      <a:cubicBezTo>
                        <a:pt x="8289" y="4261"/>
                        <a:pt x="8289" y="4332"/>
                        <a:pt x="8217" y="4375"/>
                      </a:cubicBezTo>
                      <a:lnTo>
                        <a:pt x="7908" y="4556"/>
                      </a:lnTo>
                      <a:cubicBezTo>
                        <a:pt x="7872" y="4573"/>
                        <a:pt x="7823" y="4582"/>
                        <a:pt x="7775" y="4582"/>
                      </a:cubicBezTo>
                      <a:cubicBezTo>
                        <a:pt x="7726" y="4582"/>
                        <a:pt x="7678" y="4573"/>
                        <a:pt x="7642" y="4556"/>
                      </a:cubicBezTo>
                      <a:lnTo>
                        <a:pt x="7340" y="4375"/>
                      </a:lnTo>
                      <a:cubicBezTo>
                        <a:pt x="7268" y="4332"/>
                        <a:pt x="7261" y="4268"/>
                        <a:pt x="7340" y="4225"/>
                      </a:cubicBezTo>
                      <a:lnTo>
                        <a:pt x="7642" y="4045"/>
                      </a:lnTo>
                      <a:cubicBezTo>
                        <a:pt x="7681" y="4024"/>
                        <a:pt x="7729" y="4013"/>
                        <a:pt x="7777" y="4013"/>
                      </a:cubicBezTo>
                      <a:close/>
                      <a:moveTo>
                        <a:pt x="6503" y="4070"/>
                      </a:moveTo>
                      <a:cubicBezTo>
                        <a:pt x="6551" y="4070"/>
                        <a:pt x="6600" y="4081"/>
                        <a:pt x="6635" y="4102"/>
                      </a:cubicBezTo>
                      <a:lnTo>
                        <a:pt x="6937" y="4282"/>
                      </a:lnTo>
                      <a:cubicBezTo>
                        <a:pt x="7009" y="4318"/>
                        <a:pt x="7016" y="4390"/>
                        <a:pt x="6944" y="4433"/>
                      </a:cubicBezTo>
                      <a:lnTo>
                        <a:pt x="6635" y="4613"/>
                      </a:lnTo>
                      <a:cubicBezTo>
                        <a:pt x="6600" y="4634"/>
                        <a:pt x="6551" y="4645"/>
                        <a:pt x="6503" y="4645"/>
                      </a:cubicBezTo>
                      <a:cubicBezTo>
                        <a:pt x="6454" y="4645"/>
                        <a:pt x="6405" y="4634"/>
                        <a:pt x="6369" y="4613"/>
                      </a:cubicBezTo>
                      <a:lnTo>
                        <a:pt x="6067" y="4433"/>
                      </a:lnTo>
                      <a:cubicBezTo>
                        <a:pt x="5988" y="4390"/>
                        <a:pt x="5988" y="4325"/>
                        <a:pt x="6060" y="4282"/>
                      </a:cubicBezTo>
                      <a:lnTo>
                        <a:pt x="6369" y="4102"/>
                      </a:lnTo>
                      <a:cubicBezTo>
                        <a:pt x="6405" y="4081"/>
                        <a:pt x="6454" y="4070"/>
                        <a:pt x="6503" y="4070"/>
                      </a:cubicBezTo>
                      <a:close/>
                      <a:moveTo>
                        <a:pt x="10714" y="4099"/>
                      </a:moveTo>
                      <a:cubicBezTo>
                        <a:pt x="10763" y="4099"/>
                        <a:pt x="10811" y="4110"/>
                        <a:pt x="10848" y="4132"/>
                      </a:cubicBezTo>
                      <a:lnTo>
                        <a:pt x="11156" y="4311"/>
                      </a:lnTo>
                      <a:cubicBezTo>
                        <a:pt x="11229" y="4354"/>
                        <a:pt x="11229" y="4427"/>
                        <a:pt x="11156" y="4461"/>
                      </a:cubicBezTo>
                      <a:lnTo>
                        <a:pt x="10825" y="4656"/>
                      </a:lnTo>
                      <a:cubicBezTo>
                        <a:pt x="10790" y="4678"/>
                        <a:pt x="10742" y="4688"/>
                        <a:pt x="10693" y="4688"/>
                      </a:cubicBezTo>
                      <a:cubicBezTo>
                        <a:pt x="10644" y="4688"/>
                        <a:pt x="10596" y="4678"/>
                        <a:pt x="10560" y="4656"/>
                      </a:cubicBezTo>
                      <a:lnTo>
                        <a:pt x="10251" y="4484"/>
                      </a:lnTo>
                      <a:cubicBezTo>
                        <a:pt x="10178" y="4440"/>
                        <a:pt x="10178" y="4368"/>
                        <a:pt x="10251" y="4325"/>
                      </a:cubicBezTo>
                      <a:lnTo>
                        <a:pt x="10582" y="4132"/>
                      </a:lnTo>
                      <a:cubicBezTo>
                        <a:pt x="10617" y="4110"/>
                        <a:pt x="10666" y="4099"/>
                        <a:pt x="10714" y="4099"/>
                      </a:cubicBezTo>
                      <a:close/>
                      <a:moveTo>
                        <a:pt x="9565" y="4265"/>
                      </a:moveTo>
                      <a:cubicBezTo>
                        <a:pt x="9613" y="4265"/>
                        <a:pt x="9662" y="4276"/>
                        <a:pt x="9697" y="4297"/>
                      </a:cubicBezTo>
                      <a:lnTo>
                        <a:pt x="9992" y="4470"/>
                      </a:lnTo>
                      <a:cubicBezTo>
                        <a:pt x="10064" y="4504"/>
                        <a:pt x="10064" y="4577"/>
                        <a:pt x="9992" y="4620"/>
                      </a:cubicBezTo>
                      <a:lnTo>
                        <a:pt x="9697" y="4792"/>
                      </a:lnTo>
                      <a:cubicBezTo>
                        <a:pt x="9662" y="4814"/>
                        <a:pt x="9615" y="4825"/>
                        <a:pt x="9568" y="4825"/>
                      </a:cubicBezTo>
                      <a:cubicBezTo>
                        <a:pt x="9521" y="4825"/>
                        <a:pt x="9474" y="4814"/>
                        <a:pt x="9438" y="4792"/>
                      </a:cubicBezTo>
                      <a:lnTo>
                        <a:pt x="9136" y="4620"/>
                      </a:lnTo>
                      <a:cubicBezTo>
                        <a:pt x="9066" y="4577"/>
                        <a:pt x="9066" y="4504"/>
                        <a:pt x="9136" y="4470"/>
                      </a:cubicBezTo>
                      <a:lnTo>
                        <a:pt x="9431" y="4297"/>
                      </a:lnTo>
                      <a:cubicBezTo>
                        <a:pt x="9468" y="4276"/>
                        <a:pt x="9516" y="4265"/>
                        <a:pt x="9565" y="4265"/>
                      </a:cubicBezTo>
                      <a:close/>
                      <a:moveTo>
                        <a:pt x="12541" y="4372"/>
                      </a:moveTo>
                      <a:cubicBezTo>
                        <a:pt x="12589" y="4372"/>
                        <a:pt x="12637" y="4383"/>
                        <a:pt x="12673" y="4404"/>
                      </a:cubicBezTo>
                      <a:lnTo>
                        <a:pt x="13011" y="4599"/>
                      </a:lnTo>
                      <a:cubicBezTo>
                        <a:pt x="13083" y="4642"/>
                        <a:pt x="13083" y="4713"/>
                        <a:pt x="13011" y="4749"/>
                      </a:cubicBezTo>
                      <a:lnTo>
                        <a:pt x="12709" y="4922"/>
                      </a:lnTo>
                      <a:cubicBezTo>
                        <a:pt x="12673" y="4943"/>
                        <a:pt x="12626" y="4954"/>
                        <a:pt x="12580" y="4954"/>
                      </a:cubicBezTo>
                      <a:cubicBezTo>
                        <a:pt x="12533" y="4954"/>
                        <a:pt x="12486" y="4943"/>
                        <a:pt x="12450" y="4922"/>
                      </a:cubicBezTo>
                      <a:lnTo>
                        <a:pt x="12112" y="4728"/>
                      </a:lnTo>
                      <a:cubicBezTo>
                        <a:pt x="12041" y="4692"/>
                        <a:pt x="12041" y="4620"/>
                        <a:pt x="12112" y="4577"/>
                      </a:cubicBezTo>
                      <a:lnTo>
                        <a:pt x="12407" y="4404"/>
                      </a:lnTo>
                      <a:cubicBezTo>
                        <a:pt x="12443" y="4383"/>
                        <a:pt x="12492" y="4372"/>
                        <a:pt x="12541" y="4372"/>
                      </a:cubicBezTo>
                      <a:close/>
                      <a:moveTo>
                        <a:pt x="13690" y="4537"/>
                      </a:moveTo>
                      <a:cubicBezTo>
                        <a:pt x="13738" y="4537"/>
                        <a:pt x="13787" y="4548"/>
                        <a:pt x="13823" y="4570"/>
                      </a:cubicBezTo>
                      <a:lnTo>
                        <a:pt x="14118" y="4742"/>
                      </a:lnTo>
                      <a:cubicBezTo>
                        <a:pt x="14198" y="4778"/>
                        <a:pt x="14198" y="4849"/>
                        <a:pt x="14125" y="4892"/>
                      </a:cubicBezTo>
                      <a:lnTo>
                        <a:pt x="14075" y="4922"/>
                      </a:lnTo>
                      <a:cubicBezTo>
                        <a:pt x="14039" y="4943"/>
                        <a:pt x="13990" y="4954"/>
                        <a:pt x="13942" y="4954"/>
                      </a:cubicBezTo>
                      <a:cubicBezTo>
                        <a:pt x="13893" y="4954"/>
                        <a:pt x="13845" y="4943"/>
                        <a:pt x="13810" y="4922"/>
                      </a:cubicBezTo>
                      <a:lnTo>
                        <a:pt x="13515" y="4749"/>
                      </a:lnTo>
                      <a:cubicBezTo>
                        <a:pt x="13442" y="4706"/>
                        <a:pt x="13442" y="4634"/>
                        <a:pt x="13515" y="4599"/>
                      </a:cubicBezTo>
                      <a:lnTo>
                        <a:pt x="13558" y="4570"/>
                      </a:lnTo>
                      <a:cubicBezTo>
                        <a:pt x="13593" y="4548"/>
                        <a:pt x="13641" y="4537"/>
                        <a:pt x="13690" y="4537"/>
                      </a:cubicBezTo>
                      <a:close/>
                      <a:moveTo>
                        <a:pt x="8462" y="4408"/>
                      </a:moveTo>
                      <a:cubicBezTo>
                        <a:pt x="8510" y="4408"/>
                        <a:pt x="8558" y="4419"/>
                        <a:pt x="8598" y="4440"/>
                      </a:cubicBezTo>
                      <a:lnTo>
                        <a:pt x="8928" y="4634"/>
                      </a:lnTo>
                      <a:cubicBezTo>
                        <a:pt x="9007" y="4677"/>
                        <a:pt x="9007" y="4742"/>
                        <a:pt x="8936" y="4785"/>
                      </a:cubicBezTo>
                      <a:lnTo>
                        <a:pt x="8626" y="4965"/>
                      </a:lnTo>
                      <a:cubicBezTo>
                        <a:pt x="8590" y="4986"/>
                        <a:pt x="8542" y="4997"/>
                        <a:pt x="8493" y="4997"/>
                      </a:cubicBezTo>
                      <a:cubicBezTo>
                        <a:pt x="8445" y="4997"/>
                        <a:pt x="8396" y="4986"/>
                        <a:pt x="8360" y="4965"/>
                      </a:cubicBezTo>
                      <a:lnTo>
                        <a:pt x="8022" y="4772"/>
                      </a:lnTo>
                      <a:cubicBezTo>
                        <a:pt x="7951" y="4728"/>
                        <a:pt x="7951" y="4663"/>
                        <a:pt x="8022" y="4620"/>
                      </a:cubicBezTo>
                      <a:lnTo>
                        <a:pt x="8332" y="4440"/>
                      </a:lnTo>
                      <a:cubicBezTo>
                        <a:pt x="8368" y="4419"/>
                        <a:pt x="8414" y="4408"/>
                        <a:pt x="8462" y="4408"/>
                      </a:cubicBezTo>
                      <a:close/>
                      <a:moveTo>
                        <a:pt x="11404" y="4501"/>
                      </a:moveTo>
                      <a:cubicBezTo>
                        <a:pt x="11453" y="4501"/>
                        <a:pt x="11501" y="4512"/>
                        <a:pt x="11538" y="4534"/>
                      </a:cubicBezTo>
                      <a:lnTo>
                        <a:pt x="11796" y="4685"/>
                      </a:lnTo>
                      <a:cubicBezTo>
                        <a:pt x="11869" y="4728"/>
                        <a:pt x="11869" y="4792"/>
                        <a:pt x="11796" y="4835"/>
                      </a:cubicBezTo>
                      <a:lnTo>
                        <a:pt x="11465" y="5030"/>
                      </a:lnTo>
                      <a:cubicBezTo>
                        <a:pt x="11430" y="5052"/>
                        <a:pt x="11382" y="5063"/>
                        <a:pt x="11333" y="5063"/>
                      </a:cubicBezTo>
                      <a:cubicBezTo>
                        <a:pt x="11284" y="5063"/>
                        <a:pt x="11236" y="5052"/>
                        <a:pt x="11200" y="5030"/>
                      </a:cubicBezTo>
                      <a:lnTo>
                        <a:pt x="10941" y="4879"/>
                      </a:lnTo>
                      <a:cubicBezTo>
                        <a:pt x="10868" y="4835"/>
                        <a:pt x="10868" y="4772"/>
                        <a:pt x="10941" y="4728"/>
                      </a:cubicBezTo>
                      <a:lnTo>
                        <a:pt x="11272" y="4534"/>
                      </a:lnTo>
                      <a:cubicBezTo>
                        <a:pt x="11307" y="4512"/>
                        <a:pt x="11356" y="4501"/>
                        <a:pt x="11404" y="4501"/>
                      </a:cubicBezTo>
                      <a:close/>
                      <a:moveTo>
                        <a:pt x="10243" y="4653"/>
                      </a:moveTo>
                      <a:cubicBezTo>
                        <a:pt x="10290" y="4653"/>
                        <a:pt x="10337" y="4664"/>
                        <a:pt x="10373" y="4685"/>
                      </a:cubicBezTo>
                      <a:lnTo>
                        <a:pt x="10682" y="4865"/>
                      </a:lnTo>
                      <a:cubicBezTo>
                        <a:pt x="10754" y="4908"/>
                        <a:pt x="10761" y="4979"/>
                        <a:pt x="10689" y="5015"/>
                      </a:cubicBezTo>
                      <a:lnTo>
                        <a:pt x="10387" y="5187"/>
                      </a:lnTo>
                      <a:cubicBezTo>
                        <a:pt x="10352" y="5209"/>
                        <a:pt x="10305" y="5220"/>
                        <a:pt x="10258" y="5220"/>
                      </a:cubicBezTo>
                      <a:cubicBezTo>
                        <a:pt x="10211" y="5220"/>
                        <a:pt x="10164" y="5209"/>
                        <a:pt x="10128" y="5187"/>
                      </a:cubicBezTo>
                      <a:lnTo>
                        <a:pt x="9813" y="5008"/>
                      </a:lnTo>
                      <a:cubicBezTo>
                        <a:pt x="9740" y="4972"/>
                        <a:pt x="9740" y="4901"/>
                        <a:pt x="9813" y="4858"/>
                      </a:cubicBezTo>
                      <a:lnTo>
                        <a:pt x="10108" y="4685"/>
                      </a:lnTo>
                      <a:cubicBezTo>
                        <a:pt x="10147" y="4664"/>
                        <a:pt x="10196" y="4653"/>
                        <a:pt x="10243" y="4653"/>
                      </a:cubicBezTo>
                      <a:close/>
                      <a:moveTo>
                        <a:pt x="13259" y="4789"/>
                      </a:moveTo>
                      <a:cubicBezTo>
                        <a:pt x="13307" y="4789"/>
                        <a:pt x="13356" y="4800"/>
                        <a:pt x="13392" y="4822"/>
                      </a:cubicBezTo>
                      <a:lnTo>
                        <a:pt x="13687" y="4994"/>
                      </a:lnTo>
                      <a:cubicBezTo>
                        <a:pt x="13758" y="5030"/>
                        <a:pt x="13758" y="5101"/>
                        <a:pt x="13687" y="5144"/>
                      </a:cubicBezTo>
                      <a:lnTo>
                        <a:pt x="13392" y="5317"/>
                      </a:lnTo>
                      <a:cubicBezTo>
                        <a:pt x="13356" y="5338"/>
                        <a:pt x="13307" y="5349"/>
                        <a:pt x="13259" y="5349"/>
                      </a:cubicBezTo>
                      <a:cubicBezTo>
                        <a:pt x="13210" y="5349"/>
                        <a:pt x="13162" y="5338"/>
                        <a:pt x="13126" y="5317"/>
                      </a:cubicBezTo>
                      <a:lnTo>
                        <a:pt x="12831" y="5144"/>
                      </a:lnTo>
                      <a:cubicBezTo>
                        <a:pt x="12759" y="5101"/>
                        <a:pt x="12759" y="5037"/>
                        <a:pt x="12831" y="4994"/>
                      </a:cubicBezTo>
                      <a:lnTo>
                        <a:pt x="13126" y="4822"/>
                      </a:lnTo>
                      <a:cubicBezTo>
                        <a:pt x="13162" y="4800"/>
                        <a:pt x="13210" y="4789"/>
                        <a:pt x="13259" y="4789"/>
                      </a:cubicBezTo>
                      <a:close/>
                      <a:moveTo>
                        <a:pt x="14370" y="4926"/>
                      </a:moveTo>
                      <a:cubicBezTo>
                        <a:pt x="14416" y="4926"/>
                        <a:pt x="14463" y="4936"/>
                        <a:pt x="14500" y="4958"/>
                      </a:cubicBezTo>
                      <a:lnTo>
                        <a:pt x="14815" y="5137"/>
                      </a:lnTo>
                      <a:cubicBezTo>
                        <a:pt x="14888" y="5180"/>
                        <a:pt x="14888" y="5246"/>
                        <a:pt x="14815" y="5289"/>
                      </a:cubicBezTo>
                      <a:lnTo>
                        <a:pt x="14765" y="5317"/>
                      </a:lnTo>
                      <a:cubicBezTo>
                        <a:pt x="14729" y="5338"/>
                        <a:pt x="14680" y="5349"/>
                        <a:pt x="14632" y="5349"/>
                      </a:cubicBezTo>
                      <a:cubicBezTo>
                        <a:pt x="14583" y="5349"/>
                        <a:pt x="14535" y="5338"/>
                        <a:pt x="14500" y="5317"/>
                      </a:cubicBezTo>
                      <a:lnTo>
                        <a:pt x="14189" y="5137"/>
                      </a:lnTo>
                      <a:cubicBezTo>
                        <a:pt x="14118" y="5094"/>
                        <a:pt x="14118" y="5030"/>
                        <a:pt x="14189" y="4987"/>
                      </a:cubicBezTo>
                      <a:lnTo>
                        <a:pt x="14241" y="4958"/>
                      </a:lnTo>
                      <a:cubicBezTo>
                        <a:pt x="14276" y="4936"/>
                        <a:pt x="14323" y="4926"/>
                        <a:pt x="14370" y="4926"/>
                      </a:cubicBezTo>
                      <a:close/>
                      <a:moveTo>
                        <a:pt x="9180" y="4823"/>
                      </a:moveTo>
                      <a:cubicBezTo>
                        <a:pt x="9227" y="4823"/>
                        <a:pt x="9273" y="4832"/>
                        <a:pt x="9309" y="4849"/>
                      </a:cubicBezTo>
                      <a:lnTo>
                        <a:pt x="9611" y="5022"/>
                      </a:lnTo>
                      <a:cubicBezTo>
                        <a:pt x="9683" y="5065"/>
                        <a:pt x="9683" y="5137"/>
                        <a:pt x="9611" y="5180"/>
                      </a:cubicBezTo>
                      <a:lnTo>
                        <a:pt x="9302" y="5360"/>
                      </a:lnTo>
                      <a:cubicBezTo>
                        <a:pt x="9266" y="5378"/>
                        <a:pt x="9219" y="5387"/>
                        <a:pt x="9172" y="5387"/>
                      </a:cubicBezTo>
                      <a:cubicBezTo>
                        <a:pt x="9124" y="5387"/>
                        <a:pt x="9076" y="5378"/>
                        <a:pt x="9036" y="5360"/>
                      </a:cubicBezTo>
                      <a:lnTo>
                        <a:pt x="8741" y="5187"/>
                      </a:lnTo>
                      <a:cubicBezTo>
                        <a:pt x="8669" y="5144"/>
                        <a:pt x="8669" y="5073"/>
                        <a:pt x="8741" y="5030"/>
                      </a:cubicBezTo>
                      <a:lnTo>
                        <a:pt x="9050" y="4849"/>
                      </a:lnTo>
                      <a:cubicBezTo>
                        <a:pt x="9086" y="4832"/>
                        <a:pt x="9133" y="4823"/>
                        <a:pt x="9180" y="4823"/>
                      </a:cubicBezTo>
                      <a:close/>
                      <a:moveTo>
                        <a:pt x="12047" y="4869"/>
                      </a:moveTo>
                      <a:cubicBezTo>
                        <a:pt x="12094" y="4869"/>
                        <a:pt x="12141" y="4879"/>
                        <a:pt x="12178" y="4901"/>
                      </a:cubicBezTo>
                      <a:lnTo>
                        <a:pt x="12516" y="5094"/>
                      </a:lnTo>
                      <a:cubicBezTo>
                        <a:pt x="12587" y="5137"/>
                        <a:pt x="12587" y="5210"/>
                        <a:pt x="12516" y="5253"/>
                      </a:cubicBezTo>
                      <a:lnTo>
                        <a:pt x="12185" y="5446"/>
                      </a:lnTo>
                      <a:cubicBezTo>
                        <a:pt x="12145" y="5464"/>
                        <a:pt x="12096" y="5473"/>
                        <a:pt x="12048" y="5473"/>
                      </a:cubicBezTo>
                      <a:cubicBezTo>
                        <a:pt x="12001" y="5473"/>
                        <a:pt x="11954" y="5464"/>
                        <a:pt x="11919" y="5446"/>
                      </a:cubicBezTo>
                      <a:lnTo>
                        <a:pt x="11581" y="5253"/>
                      </a:lnTo>
                      <a:cubicBezTo>
                        <a:pt x="11508" y="5210"/>
                        <a:pt x="11508" y="5137"/>
                        <a:pt x="11581" y="5094"/>
                      </a:cubicBezTo>
                      <a:lnTo>
                        <a:pt x="11912" y="4901"/>
                      </a:lnTo>
                      <a:cubicBezTo>
                        <a:pt x="11951" y="4879"/>
                        <a:pt x="11999" y="4869"/>
                        <a:pt x="12047" y="4869"/>
                      </a:cubicBezTo>
                      <a:close/>
                      <a:moveTo>
                        <a:pt x="10934" y="5055"/>
                      </a:moveTo>
                      <a:cubicBezTo>
                        <a:pt x="10980" y="5055"/>
                        <a:pt x="11027" y="5066"/>
                        <a:pt x="11063" y="5087"/>
                      </a:cubicBezTo>
                      <a:lnTo>
                        <a:pt x="11329" y="5237"/>
                      </a:lnTo>
                      <a:cubicBezTo>
                        <a:pt x="11401" y="5274"/>
                        <a:pt x="11401" y="5346"/>
                        <a:pt x="11329" y="5389"/>
                      </a:cubicBezTo>
                      <a:lnTo>
                        <a:pt x="11034" y="5562"/>
                      </a:lnTo>
                      <a:cubicBezTo>
                        <a:pt x="10994" y="5583"/>
                        <a:pt x="10946" y="5594"/>
                        <a:pt x="10898" y="5594"/>
                      </a:cubicBezTo>
                      <a:cubicBezTo>
                        <a:pt x="10851" y="5594"/>
                        <a:pt x="10804" y="5583"/>
                        <a:pt x="10768" y="5562"/>
                      </a:cubicBezTo>
                      <a:lnTo>
                        <a:pt x="10509" y="5410"/>
                      </a:lnTo>
                      <a:cubicBezTo>
                        <a:pt x="10430" y="5367"/>
                        <a:pt x="10430" y="5296"/>
                        <a:pt x="10503" y="5260"/>
                      </a:cubicBezTo>
                      <a:lnTo>
                        <a:pt x="10804" y="5087"/>
                      </a:lnTo>
                      <a:cubicBezTo>
                        <a:pt x="10841" y="5066"/>
                        <a:pt x="10887" y="5055"/>
                        <a:pt x="10934" y="5055"/>
                      </a:cubicBezTo>
                      <a:close/>
                      <a:moveTo>
                        <a:pt x="13937" y="5177"/>
                      </a:moveTo>
                      <a:cubicBezTo>
                        <a:pt x="13985" y="5177"/>
                        <a:pt x="14032" y="5188"/>
                        <a:pt x="14068" y="5210"/>
                      </a:cubicBezTo>
                      <a:lnTo>
                        <a:pt x="14377" y="5389"/>
                      </a:lnTo>
                      <a:cubicBezTo>
                        <a:pt x="14448" y="5432"/>
                        <a:pt x="14457" y="5496"/>
                        <a:pt x="14377" y="5539"/>
                      </a:cubicBezTo>
                      <a:lnTo>
                        <a:pt x="14082" y="5712"/>
                      </a:lnTo>
                      <a:cubicBezTo>
                        <a:pt x="14046" y="5733"/>
                        <a:pt x="13999" y="5744"/>
                        <a:pt x="13952" y="5744"/>
                      </a:cubicBezTo>
                      <a:cubicBezTo>
                        <a:pt x="13905" y="5744"/>
                        <a:pt x="13856" y="5733"/>
                        <a:pt x="13817" y="5712"/>
                      </a:cubicBezTo>
                      <a:lnTo>
                        <a:pt x="13508" y="5532"/>
                      </a:lnTo>
                      <a:cubicBezTo>
                        <a:pt x="13435" y="5496"/>
                        <a:pt x="13435" y="5425"/>
                        <a:pt x="13508" y="5382"/>
                      </a:cubicBezTo>
                      <a:lnTo>
                        <a:pt x="13801" y="5210"/>
                      </a:lnTo>
                      <a:cubicBezTo>
                        <a:pt x="13841" y="5188"/>
                        <a:pt x="13889" y="5177"/>
                        <a:pt x="13937" y="5177"/>
                      </a:cubicBezTo>
                      <a:close/>
                      <a:moveTo>
                        <a:pt x="15061" y="5328"/>
                      </a:moveTo>
                      <a:cubicBezTo>
                        <a:pt x="15108" y="5328"/>
                        <a:pt x="15157" y="5338"/>
                        <a:pt x="15197" y="5360"/>
                      </a:cubicBezTo>
                      <a:lnTo>
                        <a:pt x="15512" y="5548"/>
                      </a:lnTo>
                      <a:cubicBezTo>
                        <a:pt x="15592" y="5582"/>
                        <a:pt x="15592" y="5655"/>
                        <a:pt x="15519" y="5698"/>
                      </a:cubicBezTo>
                      <a:lnTo>
                        <a:pt x="15469" y="5727"/>
                      </a:lnTo>
                      <a:cubicBezTo>
                        <a:pt x="15433" y="5749"/>
                        <a:pt x="15385" y="5760"/>
                        <a:pt x="15336" y="5760"/>
                      </a:cubicBezTo>
                      <a:cubicBezTo>
                        <a:pt x="15288" y="5760"/>
                        <a:pt x="15240" y="5749"/>
                        <a:pt x="15204" y="5727"/>
                      </a:cubicBezTo>
                      <a:lnTo>
                        <a:pt x="14879" y="5539"/>
                      </a:lnTo>
                      <a:cubicBezTo>
                        <a:pt x="14808" y="5496"/>
                        <a:pt x="14808" y="5425"/>
                        <a:pt x="14879" y="5389"/>
                      </a:cubicBezTo>
                      <a:lnTo>
                        <a:pt x="14931" y="5360"/>
                      </a:lnTo>
                      <a:cubicBezTo>
                        <a:pt x="14966" y="5338"/>
                        <a:pt x="15013" y="5328"/>
                        <a:pt x="15061" y="5328"/>
                      </a:cubicBezTo>
                      <a:close/>
                      <a:moveTo>
                        <a:pt x="9859" y="5214"/>
                      </a:moveTo>
                      <a:cubicBezTo>
                        <a:pt x="9907" y="5214"/>
                        <a:pt x="9956" y="5224"/>
                        <a:pt x="9992" y="5246"/>
                      </a:cubicBezTo>
                      <a:lnTo>
                        <a:pt x="10301" y="5425"/>
                      </a:lnTo>
                      <a:cubicBezTo>
                        <a:pt x="10373" y="5469"/>
                        <a:pt x="10373" y="5532"/>
                        <a:pt x="10301" y="5575"/>
                      </a:cubicBezTo>
                      <a:lnTo>
                        <a:pt x="9992" y="5755"/>
                      </a:lnTo>
                      <a:cubicBezTo>
                        <a:pt x="9956" y="5776"/>
                        <a:pt x="9909" y="5787"/>
                        <a:pt x="9863" y="5787"/>
                      </a:cubicBezTo>
                      <a:cubicBezTo>
                        <a:pt x="9816" y="5787"/>
                        <a:pt x="9769" y="5776"/>
                        <a:pt x="9733" y="5755"/>
                      </a:cubicBezTo>
                      <a:lnTo>
                        <a:pt x="9417" y="5575"/>
                      </a:lnTo>
                      <a:cubicBezTo>
                        <a:pt x="9345" y="5532"/>
                        <a:pt x="9345" y="5469"/>
                        <a:pt x="9417" y="5425"/>
                      </a:cubicBezTo>
                      <a:lnTo>
                        <a:pt x="9726" y="5246"/>
                      </a:lnTo>
                      <a:cubicBezTo>
                        <a:pt x="9763" y="5224"/>
                        <a:pt x="9811" y="5214"/>
                        <a:pt x="9859" y="5214"/>
                      </a:cubicBezTo>
                      <a:close/>
                      <a:moveTo>
                        <a:pt x="12763" y="5284"/>
                      </a:moveTo>
                      <a:cubicBezTo>
                        <a:pt x="12812" y="5284"/>
                        <a:pt x="12860" y="5295"/>
                        <a:pt x="12895" y="5317"/>
                      </a:cubicBezTo>
                      <a:lnTo>
                        <a:pt x="13190" y="5489"/>
                      </a:lnTo>
                      <a:cubicBezTo>
                        <a:pt x="13263" y="5532"/>
                        <a:pt x="13263" y="5598"/>
                        <a:pt x="13190" y="5641"/>
                      </a:cubicBezTo>
                      <a:lnTo>
                        <a:pt x="12861" y="5834"/>
                      </a:lnTo>
                      <a:cubicBezTo>
                        <a:pt x="12825" y="5856"/>
                        <a:pt x="12776" y="5867"/>
                        <a:pt x="12727" y="5867"/>
                      </a:cubicBezTo>
                      <a:cubicBezTo>
                        <a:pt x="12678" y="5867"/>
                        <a:pt x="12630" y="5856"/>
                        <a:pt x="12593" y="5834"/>
                      </a:cubicBezTo>
                      <a:lnTo>
                        <a:pt x="12300" y="5662"/>
                      </a:lnTo>
                      <a:cubicBezTo>
                        <a:pt x="12228" y="5619"/>
                        <a:pt x="12228" y="5555"/>
                        <a:pt x="12300" y="5512"/>
                      </a:cubicBezTo>
                      <a:lnTo>
                        <a:pt x="12630" y="5317"/>
                      </a:lnTo>
                      <a:cubicBezTo>
                        <a:pt x="12666" y="5295"/>
                        <a:pt x="12715" y="5284"/>
                        <a:pt x="12763" y="5284"/>
                      </a:cubicBezTo>
                      <a:close/>
                      <a:moveTo>
                        <a:pt x="11573" y="5421"/>
                      </a:moveTo>
                      <a:cubicBezTo>
                        <a:pt x="11620" y="5421"/>
                        <a:pt x="11667" y="5431"/>
                        <a:pt x="11703" y="5453"/>
                      </a:cubicBezTo>
                      <a:lnTo>
                        <a:pt x="12041" y="5648"/>
                      </a:lnTo>
                      <a:cubicBezTo>
                        <a:pt x="12112" y="5691"/>
                        <a:pt x="12112" y="5764"/>
                        <a:pt x="12041" y="5798"/>
                      </a:cubicBezTo>
                      <a:lnTo>
                        <a:pt x="11746" y="5971"/>
                      </a:lnTo>
                      <a:cubicBezTo>
                        <a:pt x="11710" y="5992"/>
                        <a:pt x="11663" y="6003"/>
                        <a:pt x="11616" y="6003"/>
                      </a:cubicBezTo>
                      <a:cubicBezTo>
                        <a:pt x="11570" y="6003"/>
                        <a:pt x="11523" y="5992"/>
                        <a:pt x="11488" y="5971"/>
                      </a:cubicBezTo>
                      <a:lnTo>
                        <a:pt x="11149" y="5777"/>
                      </a:lnTo>
                      <a:cubicBezTo>
                        <a:pt x="11077" y="5741"/>
                        <a:pt x="11077" y="5669"/>
                        <a:pt x="11149" y="5626"/>
                      </a:cubicBezTo>
                      <a:lnTo>
                        <a:pt x="11444" y="5453"/>
                      </a:lnTo>
                      <a:cubicBezTo>
                        <a:pt x="11480" y="5431"/>
                        <a:pt x="11526" y="5421"/>
                        <a:pt x="11573" y="5421"/>
                      </a:cubicBezTo>
                      <a:close/>
                      <a:moveTo>
                        <a:pt x="14628" y="5579"/>
                      </a:moveTo>
                      <a:cubicBezTo>
                        <a:pt x="14675" y="5579"/>
                        <a:pt x="14722" y="5590"/>
                        <a:pt x="14758" y="5612"/>
                      </a:cubicBezTo>
                      <a:lnTo>
                        <a:pt x="15081" y="5798"/>
                      </a:lnTo>
                      <a:cubicBezTo>
                        <a:pt x="15153" y="5834"/>
                        <a:pt x="15153" y="5907"/>
                        <a:pt x="15081" y="5950"/>
                      </a:cubicBezTo>
                      <a:lnTo>
                        <a:pt x="14786" y="6122"/>
                      </a:lnTo>
                      <a:cubicBezTo>
                        <a:pt x="14751" y="6144"/>
                        <a:pt x="14702" y="6155"/>
                        <a:pt x="14654" y="6155"/>
                      </a:cubicBezTo>
                      <a:cubicBezTo>
                        <a:pt x="14605" y="6155"/>
                        <a:pt x="14557" y="6144"/>
                        <a:pt x="14520" y="6122"/>
                      </a:cubicBezTo>
                      <a:lnTo>
                        <a:pt x="14198" y="5936"/>
                      </a:lnTo>
                      <a:cubicBezTo>
                        <a:pt x="14125" y="5893"/>
                        <a:pt x="14125" y="5827"/>
                        <a:pt x="14198" y="5784"/>
                      </a:cubicBezTo>
                      <a:lnTo>
                        <a:pt x="14500" y="5612"/>
                      </a:lnTo>
                      <a:cubicBezTo>
                        <a:pt x="14535" y="5590"/>
                        <a:pt x="14582" y="5579"/>
                        <a:pt x="14628" y="5579"/>
                      </a:cubicBezTo>
                      <a:close/>
                      <a:moveTo>
                        <a:pt x="10549" y="5616"/>
                      </a:moveTo>
                      <a:cubicBezTo>
                        <a:pt x="10597" y="5616"/>
                        <a:pt x="10646" y="5626"/>
                        <a:pt x="10682" y="5648"/>
                      </a:cubicBezTo>
                      <a:lnTo>
                        <a:pt x="10941" y="5791"/>
                      </a:lnTo>
                      <a:cubicBezTo>
                        <a:pt x="11013" y="5834"/>
                        <a:pt x="11013" y="5907"/>
                        <a:pt x="10941" y="5950"/>
                      </a:cubicBezTo>
                      <a:lnTo>
                        <a:pt x="10632" y="6129"/>
                      </a:lnTo>
                      <a:cubicBezTo>
                        <a:pt x="10596" y="6147"/>
                        <a:pt x="10549" y="6156"/>
                        <a:pt x="10503" y="6156"/>
                      </a:cubicBezTo>
                      <a:cubicBezTo>
                        <a:pt x="10456" y="6156"/>
                        <a:pt x="10409" y="6147"/>
                        <a:pt x="10373" y="6129"/>
                      </a:cubicBezTo>
                      <a:lnTo>
                        <a:pt x="10108" y="5979"/>
                      </a:lnTo>
                      <a:cubicBezTo>
                        <a:pt x="10035" y="5936"/>
                        <a:pt x="10035" y="5864"/>
                        <a:pt x="10108" y="5820"/>
                      </a:cubicBezTo>
                      <a:lnTo>
                        <a:pt x="10416" y="5648"/>
                      </a:lnTo>
                      <a:cubicBezTo>
                        <a:pt x="10453" y="5626"/>
                        <a:pt x="10501" y="5616"/>
                        <a:pt x="10549" y="5616"/>
                      </a:cubicBezTo>
                      <a:close/>
                      <a:moveTo>
                        <a:pt x="15764" y="5731"/>
                      </a:moveTo>
                      <a:cubicBezTo>
                        <a:pt x="15811" y="5731"/>
                        <a:pt x="15857" y="5742"/>
                        <a:pt x="15894" y="5764"/>
                      </a:cubicBezTo>
                      <a:lnTo>
                        <a:pt x="16232" y="5957"/>
                      </a:lnTo>
                      <a:cubicBezTo>
                        <a:pt x="16302" y="6000"/>
                        <a:pt x="16302" y="6072"/>
                        <a:pt x="16232" y="6109"/>
                      </a:cubicBezTo>
                      <a:lnTo>
                        <a:pt x="16189" y="6136"/>
                      </a:lnTo>
                      <a:cubicBezTo>
                        <a:pt x="16149" y="6158"/>
                        <a:pt x="16100" y="6169"/>
                        <a:pt x="16052" y="6169"/>
                      </a:cubicBezTo>
                      <a:cubicBezTo>
                        <a:pt x="16005" y="6169"/>
                        <a:pt x="15958" y="6158"/>
                        <a:pt x="15923" y="6136"/>
                      </a:cubicBezTo>
                      <a:lnTo>
                        <a:pt x="15585" y="5943"/>
                      </a:lnTo>
                      <a:cubicBezTo>
                        <a:pt x="15512" y="5900"/>
                        <a:pt x="15512" y="5834"/>
                        <a:pt x="15585" y="5791"/>
                      </a:cubicBezTo>
                      <a:lnTo>
                        <a:pt x="15635" y="5764"/>
                      </a:lnTo>
                      <a:cubicBezTo>
                        <a:pt x="15671" y="5742"/>
                        <a:pt x="15718" y="5731"/>
                        <a:pt x="15764" y="5731"/>
                      </a:cubicBezTo>
                      <a:close/>
                      <a:moveTo>
                        <a:pt x="13442" y="5678"/>
                      </a:moveTo>
                      <a:cubicBezTo>
                        <a:pt x="13489" y="5678"/>
                        <a:pt x="13535" y="5687"/>
                        <a:pt x="13572" y="5705"/>
                      </a:cubicBezTo>
                      <a:lnTo>
                        <a:pt x="13880" y="5884"/>
                      </a:lnTo>
                      <a:cubicBezTo>
                        <a:pt x="13960" y="5927"/>
                        <a:pt x="13960" y="6000"/>
                        <a:pt x="13887" y="6043"/>
                      </a:cubicBezTo>
                      <a:lnTo>
                        <a:pt x="13551" y="6238"/>
                      </a:lnTo>
                      <a:cubicBezTo>
                        <a:pt x="13515" y="6255"/>
                        <a:pt x="13468" y="6264"/>
                        <a:pt x="13420" y="6264"/>
                      </a:cubicBezTo>
                      <a:cubicBezTo>
                        <a:pt x="13372" y="6264"/>
                        <a:pt x="13323" y="6255"/>
                        <a:pt x="13283" y="6238"/>
                      </a:cubicBezTo>
                      <a:lnTo>
                        <a:pt x="12975" y="6057"/>
                      </a:lnTo>
                      <a:cubicBezTo>
                        <a:pt x="12904" y="6014"/>
                        <a:pt x="12904" y="5943"/>
                        <a:pt x="12975" y="5900"/>
                      </a:cubicBezTo>
                      <a:lnTo>
                        <a:pt x="13313" y="5705"/>
                      </a:lnTo>
                      <a:cubicBezTo>
                        <a:pt x="13349" y="5687"/>
                        <a:pt x="13396" y="5678"/>
                        <a:pt x="13442" y="5678"/>
                      </a:cubicBezTo>
                      <a:close/>
                      <a:moveTo>
                        <a:pt x="12292" y="5838"/>
                      </a:moveTo>
                      <a:cubicBezTo>
                        <a:pt x="12339" y="5838"/>
                        <a:pt x="12386" y="5849"/>
                        <a:pt x="12421" y="5870"/>
                      </a:cubicBezTo>
                      <a:lnTo>
                        <a:pt x="12723" y="6043"/>
                      </a:lnTo>
                      <a:cubicBezTo>
                        <a:pt x="12795" y="6086"/>
                        <a:pt x="12795" y="6152"/>
                        <a:pt x="12723" y="6195"/>
                      </a:cubicBezTo>
                      <a:lnTo>
                        <a:pt x="12430" y="6367"/>
                      </a:lnTo>
                      <a:cubicBezTo>
                        <a:pt x="12393" y="6389"/>
                        <a:pt x="12345" y="6400"/>
                        <a:pt x="12296" y="6400"/>
                      </a:cubicBezTo>
                      <a:cubicBezTo>
                        <a:pt x="12247" y="6400"/>
                        <a:pt x="12198" y="6389"/>
                        <a:pt x="12162" y="6367"/>
                      </a:cubicBezTo>
                      <a:lnTo>
                        <a:pt x="11869" y="6195"/>
                      </a:lnTo>
                      <a:cubicBezTo>
                        <a:pt x="11790" y="6152"/>
                        <a:pt x="11790" y="6086"/>
                        <a:pt x="11860" y="6043"/>
                      </a:cubicBezTo>
                      <a:lnTo>
                        <a:pt x="12162" y="5870"/>
                      </a:lnTo>
                      <a:cubicBezTo>
                        <a:pt x="12198" y="5849"/>
                        <a:pt x="12245" y="5838"/>
                        <a:pt x="12292" y="5838"/>
                      </a:cubicBezTo>
                      <a:close/>
                      <a:moveTo>
                        <a:pt x="16483" y="6147"/>
                      </a:moveTo>
                      <a:cubicBezTo>
                        <a:pt x="16530" y="6147"/>
                        <a:pt x="16577" y="6158"/>
                        <a:pt x="16613" y="6179"/>
                      </a:cubicBezTo>
                      <a:lnTo>
                        <a:pt x="16915" y="6352"/>
                      </a:lnTo>
                      <a:cubicBezTo>
                        <a:pt x="16986" y="6388"/>
                        <a:pt x="16986" y="6460"/>
                        <a:pt x="16915" y="6504"/>
                      </a:cubicBezTo>
                      <a:lnTo>
                        <a:pt x="16863" y="6531"/>
                      </a:lnTo>
                      <a:cubicBezTo>
                        <a:pt x="16828" y="6553"/>
                        <a:pt x="16779" y="6564"/>
                        <a:pt x="16731" y="6564"/>
                      </a:cubicBezTo>
                      <a:cubicBezTo>
                        <a:pt x="16682" y="6564"/>
                        <a:pt x="16634" y="6553"/>
                        <a:pt x="16597" y="6531"/>
                      </a:cubicBezTo>
                      <a:lnTo>
                        <a:pt x="16302" y="6359"/>
                      </a:lnTo>
                      <a:cubicBezTo>
                        <a:pt x="16232" y="6316"/>
                        <a:pt x="16232" y="6252"/>
                        <a:pt x="16302" y="6209"/>
                      </a:cubicBezTo>
                      <a:lnTo>
                        <a:pt x="16354" y="6179"/>
                      </a:lnTo>
                      <a:cubicBezTo>
                        <a:pt x="16390" y="6158"/>
                        <a:pt x="16436" y="6147"/>
                        <a:pt x="16483" y="6147"/>
                      </a:cubicBezTo>
                      <a:close/>
                      <a:moveTo>
                        <a:pt x="11192" y="5981"/>
                      </a:moveTo>
                      <a:cubicBezTo>
                        <a:pt x="11239" y="5981"/>
                        <a:pt x="11286" y="5992"/>
                        <a:pt x="11322" y="6014"/>
                      </a:cubicBezTo>
                      <a:lnTo>
                        <a:pt x="11660" y="6209"/>
                      </a:lnTo>
                      <a:cubicBezTo>
                        <a:pt x="11731" y="6252"/>
                        <a:pt x="11731" y="6316"/>
                        <a:pt x="11660" y="6359"/>
                      </a:cubicBezTo>
                      <a:lnTo>
                        <a:pt x="11351" y="6540"/>
                      </a:lnTo>
                      <a:cubicBezTo>
                        <a:pt x="11315" y="6561"/>
                        <a:pt x="11268" y="6572"/>
                        <a:pt x="11220" y="6572"/>
                      </a:cubicBezTo>
                      <a:cubicBezTo>
                        <a:pt x="11172" y="6572"/>
                        <a:pt x="11124" y="6561"/>
                        <a:pt x="11084" y="6540"/>
                      </a:cubicBezTo>
                      <a:lnTo>
                        <a:pt x="10754" y="6345"/>
                      </a:lnTo>
                      <a:cubicBezTo>
                        <a:pt x="10682" y="6302"/>
                        <a:pt x="10675" y="6238"/>
                        <a:pt x="10754" y="6195"/>
                      </a:cubicBezTo>
                      <a:lnTo>
                        <a:pt x="11056" y="6014"/>
                      </a:lnTo>
                      <a:cubicBezTo>
                        <a:pt x="11096" y="5992"/>
                        <a:pt x="11144" y="5981"/>
                        <a:pt x="11192" y="5981"/>
                      </a:cubicBezTo>
                      <a:close/>
                      <a:moveTo>
                        <a:pt x="14132" y="6076"/>
                      </a:moveTo>
                      <a:cubicBezTo>
                        <a:pt x="14179" y="6076"/>
                        <a:pt x="14225" y="6087"/>
                        <a:pt x="14262" y="6109"/>
                      </a:cubicBezTo>
                      <a:lnTo>
                        <a:pt x="14586" y="6295"/>
                      </a:lnTo>
                      <a:cubicBezTo>
                        <a:pt x="14657" y="6338"/>
                        <a:pt x="14664" y="6402"/>
                        <a:pt x="14586" y="6445"/>
                      </a:cubicBezTo>
                      <a:lnTo>
                        <a:pt x="14255" y="6640"/>
                      </a:lnTo>
                      <a:cubicBezTo>
                        <a:pt x="14218" y="6661"/>
                        <a:pt x="14170" y="6672"/>
                        <a:pt x="14121" y="6672"/>
                      </a:cubicBezTo>
                      <a:cubicBezTo>
                        <a:pt x="14073" y="6672"/>
                        <a:pt x="14024" y="6661"/>
                        <a:pt x="13989" y="6640"/>
                      </a:cubicBezTo>
                      <a:lnTo>
                        <a:pt x="13665" y="6454"/>
                      </a:lnTo>
                      <a:cubicBezTo>
                        <a:pt x="13594" y="6410"/>
                        <a:pt x="13594" y="6345"/>
                        <a:pt x="13665" y="6302"/>
                      </a:cubicBezTo>
                      <a:lnTo>
                        <a:pt x="14003" y="6109"/>
                      </a:lnTo>
                      <a:cubicBezTo>
                        <a:pt x="14039" y="6087"/>
                        <a:pt x="14086" y="6076"/>
                        <a:pt x="14132" y="6076"/>
                      </a:cubicBezTo>
                      <a:close/>
                      <a:moveTo>
                        <a:pt x="12972" y="6226"/>
                      </a:moveTo>
                      <a:cubicBezTo>
                        <a:pt x="13020" y="6226"/>
                        <a:pt x="13069" y="6237"/>
                        <a:pt x="13104" y="6259"/>
                      </a:cubicBezTo>
                      <a:lnTo>
                        <a:pt x="13413" y="6438"/>
                      </a:lnTo>
                      <a:cubicBezTo>
                        <a:pt x="13485" y="6481"/>
                        <a:pt x="13485" y="6554"/>
                        <a:pt x="13413" y="6590"/>
                      </a:cubicBezTo>
                      <a:lnTo>
                        <a:pt x="13120" y="6762"/>
                      </a:lnTo>
                      <a:cubicBezTo>
                        <a:pt x="13083" y="6784"/>
                        <a:pt x="13035" y="6795"/>
                        <a:pt x="12986" y="6795"/>
                      </a:cubicBezTo>
                      <a:cubicBezTo>
                        <a:pt x="12937" y="6795"/>
                        <a:pt x="12888" y="6784"/>
                        <a:pt x="12852" y="6762"/>
                      </a:cubicBezTo>
                      <a:lnTo>
                        <a:pt x="12543" y="6583"/>
                      </a:lnTo>
                      <a:cubicBezTo>
                        <a:pt x="12473" y="6547"/>
                        <a:pt x="12473" y="6474"/>
                        <a:pt x="12543" y="6431"/>
                      </a:cubicBezTo>
                      <a:lnTo>
                        <a:pt x="12838" y="6259"/>
                      </a:lnTo>
                      <a:cubicBezTo>
                        <a:pt x="12875" y="6237"/>
                        <a:pt x="12923" y="6226"/>
                        <a:pt x="12972" y="6226"/>
                      </a:cubicBezTo>
                      <a:close/>
                      <a:moveTo>
                        <a:pt x="15333" y="5981"/>
                      </a:moveTo>
                      <a:cubicBezTo>
                        <a:pt x="15379" y="5981"/>
                        <a:pt x="15426" y="5992"/>
                        <a:pt x="15462" y="6014"/>
                      </a:cubicBezTo>
                      <a:lnTo>
                        <a:pt x="16475" y="6604"/>
                      </a:lnTo>
                      <a:cubicBezTo>
                        <a:pt x="16547" y="6647"/>
                        <a:pt x="16554" y="6712"/>
                        <a:pt x="16475" y="6755"/>
                      </a:cubicBezTo>
                      <a:lnTo>
                        <a:pt x="16182" y="6928"/>
                      </a:lnTo>
                      <a:cubicBezTo>
                        <a:pt x="16145" y="6950"/>
                        <a:pt x="16097" y="6960"/>
                        <a:pt x="16048" y="6960"/>
                      </a:cubicBezTo>
                      <a:cubicBezTo>
                        <a:pt x="15999" y="6960"/>
                        <a:pt x="15950" y="6950"/>
                        <a:pt x="15914" y="6928"/>
                      </a:cubicBezTo>
                      <a:lnTo>
                        <a:pt x="14902" y="6338"/>
                      </a:lnTo>
                      <a:cubicBezTo>
                        <a:pt x="14829" y="6302"/>
                        <a:pt x="14829" y="6229"/>
                        <a:pt x="14902" y="6186"/>
                      </a:cubicBezTo>
                      <a:lnTo>
                        <a:pt x="15204" y="6014"/>
                      </a:lnTo>
                      <a:cubicBezTo>
                        <a:pt x="15240" y="5992"/>
                        <a:pt x="15286" y="5981"/>
                        <a:pt x="15333" y="5981"/>
                      </a:cubicBezTo>
                      <a:close/>
                      <a:moveTo>
                        <a:pt x="11908" y="6399"/>
                      </a:moveTo>
                      <a:cubicBezTo>
                        <a:pt x="11956" y="6399"/>
                        <a:pt x="12005" y="6410"/>
                        <a:pt x="12041" y="6431"/>
                      </a:cubicBezTo>
                      <a:lnTo>
                        <a:pt x="12335" y="6604"/>
                      </a:lnTo>
                      <a:cubicBezTo>
                        <a:pt x="12407" y="6640"/>
                        <a:pt x="12407" y="6712"/>
                        <a:pt x="12335" y="6755"/>
                      </a:cubicBezTo>
                      <a:lnTo>
                        <a:pt x="12026" y="6935"/>
                      </a:lnTo>
                      <a:cubicBezTo>
                        <a:pt x="11992" y="6956"/>
                        <a:pt x="11948" y="6965"/>
                        <a:pt x="11903" y="6965"/>
                      </a:cubicBezTo>
                      <a:cubicBezTo>
                        <a:pt x="11854" y="6965"/>
                        <a:pt x="11805" y="6954"/>
                        <a:pt x="11767" y="6935"/>
                      </a:cubicBezTo>
                      <a:lnTo>
                        <a:pt x="11465" y="6762"/>
                      </a:lnTo>
                      <a:cubicBezTo>
                        <a:pt x="11394" y="6719"/>
                        <a:pt x="11394" y="6647"/>
                        <a:pt x="11465" y="6611"/>
                      </a:cubicBezTo>
                      <a:lnTo>
                        <a:pt x="11774" y="6431"/>
                      </a:lnTo>
                      <a:cubicBezTo>
                        <a:pt x="11810" y="6410"/>
                        <a:pt x="11859" y="6399"/>
                        <a:pt x="11908" y="6399"/>
                      </a:cubicBezTo>
                      <a:close/>
                      <a:moveTo>
                        <a:pt x="7189" y="4465"/>
                      </a:moveTo>
                      <a:cubicBezTo>
                        <a:pt x="7235" y="4465"/>
                        <a:pt x="7282" y="4476"/>
                        <a:pt x="7318" y="4497"/>
                      </a:cubicBezTo>
                      <a:lnTo>
                        <a:pt x="10970" y="6611"/>
                      </a:lnTo>
                      <a:cubicBezTo>
                        <a:pt x="11049" y="6647"/>
                        <a:pt x="11049" y="6719"/>
                        <a:pt x="10977" y="6762"/>
                      </a:cubicBezTo>
                      <a:lnTo>
                        <a:pt x="10668" y="6942"/>
                      </a:lnTo>
                      <a:cubicBezTo>
                        <a:pt x="10632" y="6960"/>
                        <a:pt x="10583" y="6969"/>
                        <a:pt x="10535" y="6969"/>
                      </a:cubicBezTo>
                      <a:cubicBezTo>
                        <a:pt x="10486" y="6969"/>
                        <a:pt x="10438" y="6960"/>
                        <a:pt x="10403" y="6942"/>
                      </a:cubicBezTo>
                      <a:lnTo>
                        <a:pt x="6750" y="4829"/>
                      </a:lnTo>
                      <a:cubicBezTo>
                        <a:pt x="6678" y="4785"/>
                        <a:pt x="6678" y="4720"/>
                        <a:pt x="6750" y="4677"/>
                      </a:cubicBezTo>
                      <a:lnTo>
                        <a:pt x="7059" y="4497"/>
                      </a:lnTo>
                      <a:cubicBezTo>
                        <a:pt x="7095" y="4476"/>
                        <a:pt x="7142" y="4465"/>
                        <a:pt x="7189" y="4465"/>
                      </a:cubicBezTo>
                      <a:close/>
                      <a:moveTo>
                        <a:pt x="17160" y="6535"/>
                      </a:moveTo>
                      <a:cubicBezTo>
                        <a:pt x="17207" y="6535"/>
                        <a:pt x="17256" y="6546"/>
                        <a:pt x="17294" y="6567"/>
                      </a:cubicBezTo>
                      <a:lnTo>
                        <a:pt x="17662" y="6783"/>
                      </a:lnTo>
                      <a:cubicBezTo>
                        <a:pt x="17734" y="6826"/>
                        <a:pt x="17734" y="6892"/>
                        <a:pt x="17662" y="6935"/>
                      </a:cubicBezTo>
                      <a:lnTo>
                        <a:pt x="17612" y="6962"/>
                      </a:lnTo>
                      <a:cubicBezTo>
                        <a:pt x="17576" y="6984"/>
                        <a:pt x="17529" y="6995"/>
                        <a:pt x="17482" y="6995"/>
                      </a:cubicBezTo>
                      <a:cubicBezTo>
                        <a:pt x="17435" y="6995"/>
                        <a:pt x="17388" y="6984"/>
                        <a:pt x="17353" y="6962"/>
                      </a:cubicBezTo>
                      <a:lnTo>
                        <a:pt x="16979" y="6747"/>
                      </a:lnTo>
                      <a:cubicBezTo>
                        <a:pt x="16906" y="6712"/>
                        <a:pt x="16906" y="6640"/>
                        <a:pt x="16979" y="6597"/>
                      </a:cubicBezTo>
                      <a:lnTo>
                        <a:pt x="17029" y="6567"/>
                      </a:lnTo>
                      <a:cubicBezTo>
                        <a:pt x="17065" y="6546"/>
                        <a:pt x="17112" y="6535"/>
                        <a:pt x="17160" y="6535"/>
                      </a:cubicBezTo>
                      <a:close/>
                      <a:moveTo>
                        <a:pt x="11221" y="6794"/>
                      </a:moveTo>
                      <a:cubicBezTo>
                        <a:pt x="11268" y="6794"/>
                        <a:pt x="11315" y="6805"/>
                        <a:pt x="11351" y="6826"/>
                      </a:cubicBezTo>
                      <a:lnTo>
                        <a:pt x="11653" y="6999"/>
                      </a:lnTo>
                      <a:cubicBezTo>
                        <a:pt x="11724" y="7042"/>
                        <a:pt x="11724" y="7107"/>
                        <a:pt x="11653" y="7151"/>
                      </a:cubicBezTo>
                      <a:lnTo>
                        <a:pt x="11343" y="7330"/>
                      </a:lnTo>
                      <a:cubicBezTo>
                        <a:pt x="11307" y="7351"/>
                        <a:pt x="11261" y="7362"/>
                        <a:pt x="11213" y="7362"/>
                      </a:cubicBezTo>
                      <a:cubicBezTo>
                        <a:pt x="11165" y="7362"/>
                        <a:pt x="11117" y="7351"/>
                        <a:pt x="11077" y="7330"/>
                      </a:cubicBezTo>
                      <a:lnTo>
                        <a:pt x="10782" y="7157"/>
                      </a:lnTo>
                      <a:cubicBezTo>
                        <a:pt x="10711" y="7114"/>
                        <a:pt x="10711" y="7049"/>
                        <a:pt x="10782" y="7006"/>
                      </a:cubicBezTo>
                      <a:lnTo>
                        <a:pt x="11093" y="6826"/>
                      </a:lnTo>
                      <a:cubicBezTo>
                        <a:pt x="11128" y="6805"/>
                        <a:pt x="11175" y="6794"/>
                        <a:pt x="11221" y="6794"/>
                      </a:cubicBezTo>
                      <a:close/>
                      <a:moveTo>
                        <a:pt x="14837" y="6483"/>
                      </a:moveTo>
                      <a:cubicBezTo>
                        <a:pt x="14884" y="6483"/>
                        <a:pt x="14930" y="6492"/>
                        <a:pt x="14965" y="6511"/>
                      </a:cubicBezTo>
                      <a:lnTo>
                        <a:pt x="15800" y="6992"/>
                      </a:lnTo>
                      <a:cubicBezTo>
                        <a:pt x="15871" y="7035"/>
                        <a:pt x="15871" y="7107"/>
                        <a:pt x="15800" y="7151"/>
                      </a:cubicBezTo>
                      <a:lnTo>
                        <a:pt x="15469" y="7344"/>
                      </a:lnTo>
                      <a:cubicBezTo>
                        <a:pt x="15433" y="7362"/>
                        <a:pt x="15385" y="7371"/>
                        <a:pt x="15336" y="7371"/>
                      </a:cubicBezTo>
                      <a:cubicBezTo>
                        <a:pt x="15288" y="7371"/>
                        <a:pt x="15240" y="7362"/>
                        <a:pt x="15204" y="7344"/>
                      </a:cubicBezTo>
                      <a:lnTo>
                        <a:pt x="14370" y="6862"/>
                      </a:lnTo>
                      <a:cubicBezTo>
                        <a:pt x="14298" y="6819"/>
                        <a:pt x="14298" y="6747"/>
                        <a:pt x="14370" y="6704"/>
                      </a:cubicBezTo>
                      <a:lnTo>
                        <a:pt x="14707" y="6511"/>
                      </a:lnTo>
                      <a:cubicBezTo>
                        <a:pt x="14743" y="6492"/>
                        <a:pt x="14790" y="6483"/>
                        <a:pt x="14837" y="6483"/>
                      </a:cubicBezTo>
                      <a:close/>
                      <a:moveTo>
                        <a:pt x="16727" y="6787"/>
                      </a:moveTo>
                      <a:cubicBezTo>
                        <a:pt x="16774" y="6787"/>
                        <a:pt x="16821" y="6798"/>
                        <a:pt x="16856" y="6819"/>
                      </a:cubicBezTo>
                      <a:lnTo>
                        <a:pt x="17231" y="7035"/>
                      </a:lnTo>
                      <a:cubicBezTo>
                        <a:pt x="17303" y="7078"/>
                        <a:pt x="17303" y="7144"/>
                        <a:pt x="17231" y="7187"/>
                      </a:cubicBezTo>
                      <a:lnTo>
                        <a:pt x="16929" y="7359"/>
                      </a:lnTo>
                      <a:cubicBezTo>
                        <a:pt x="16892" y="7381"/>
                        <a:pt x="16846" y="7392"/>
                        <a:pt x="16799" y="7392"/>
                      </a:cubicBezTo>
                      <a:cubicBezTo>
                        <a:pt x="16753" y="7392"/>
                        <a:pt x="16706" y="7381"/>
                        <a:pt x="16670" y="7359"/>
                      </a:cubicBezTo>
                      <a:lnTo>
                        <a:pt x="16296" y="7151"/>
                      </a:lnTo>
                      <a:cubicBezTo>
                        <a:pt x="16225" y="7107"/>
                        <a:pt x="16225" y="7035"/>
                        <a:pt x="16296" y="6992"/>
                      </a:cubicBezTo>
                      <a:lnTo>
                        <a:pt x="16597" y="6819"/>
                      </a:lnTo>
                      <a:cubicBezTo>
                        <a:pt x="16634" y="6798"/>
                        <a:pt x="16681" y="6787"/>
                        <a:pt x="16727" y="6787"/>
                      </a:cubicBezTo>
                      <a:close/>
                      <a:moveTo>
                        <a:pt x="11901" y="7189"/>
                      </a:moveTo>
                      <a:cubicBezTo>
                        <a:pt x="11949" y="7189"/>
                        <a:pt x="11997" y="7200"/>
                        <a:pt x="12033" y="7221"/>
                      </a:cubicBezTo>
                      <a:lnTo>
                        <a:pt x="12300" y="7373"/>
                      </a:lnTo>
                      <a:cubicBezTo>
                        <a:pt x="12371" y="7416"/>
                        <a:pt x="12371" y="7480"/>
                        <a:pt x="12300" y="7523"/>
                      </a:cubicBezTo>
                      <a:lnTo>
                        <a:pt x="11990" y="7704"/>
                      </a:lnTo>
                      <a:cubicBezTo>
                        <a:pt x="11954" y="7726"/>
                        <a:pt x="11908" y="7737"/>
                        <a:pt x="11861" y="7737"/>
                      </a:cubicBezTo>
                      <a:cubicBezTo>
                        <a:pt x="11814" y="7737"/>
                        <a:pt x="11767" y="7726"/>
                        <a:pt x="11731" y="7704"/>
                      </a:cubicBezTo>
                      <a:lnTo>
                        <a:pt x="11458" y="7552"/>
                      </a:lnTo>
                      <a:cubicBezTo>
                        <a:pt x="11386" y="7509"/>
                        <a:pt x="11386" y="7437"/>
                        <a:pt x="11458" y="7394"/>
                      </a:cubicBezTo>
                      <a:lnTo>
                        <a:pt x="11767" y="7221"/>
                      </a:lnTo>
                      <a:cubicBezTo>
                        <a:pt x="11803" y="7200"/>
                        <a:pt x="11852" y="7189"/>
                        <a:pt x="11901" y="7189"/>
                      </a:cubicBezTo>
                      <a:close/>
                      <a:moveTo>
                        <a:pt x="12587" y="6787"/>
                      </a:moveTo>
                      <a:cubicBezTo>
                        <a:pt x="12634" y="6787"/>
                        <a:pt x="12681" y="6798"/>
                        <a:pt x="12716" y="6819"/>
                      </a:cubicBezTo>
                      <a:lnTo>
                        <a:pt x="13701" y="7387"/>
                      </a:lnTo>
                      <a:cubicBezTo>
                        <a:pt x="13773" y="7430"/>
                        <a:pt x="13780" y="7502"/>
                        <a:pt x="13708" y="7546"/>
                      </a:cubicBezTo>
                      <a:lnTo>
                        <a:pt x="13399" y="7718"/>
                      </a:lnTo>
                      <a:cubicBezTo>
                        <a:pt x="13363" y="7740"/>
                        <a:pt x="13315" y="7750"/>
                        <a:pt x="13266" y="7750"/>
                      </a:cubicBezTo>
                      <a:cubicBezTo>
                        <a:pt x="13218" y="7750"/>
                        <a:pt x="13170" y="7740"/>
                        <a:pt x="13133" y="7718"/>
                      </a:cubicBezTo>
                      <a:lnTo>
                        <a:pt x="12148" y="7151"/>
                      </a:lnTo>
                      <a:cubicBezTo>
                        <a:pt x="12076" y="7107"/>
                        <a:pt x="12076" y="7042"/>
                        <a:pt x="12148" y="6999"/>
                      </a:cubicBezTo>
                      <a:lnTo>
                        <a:pt x="12457" y="6819"/>
                      </a:lnTo>
                      <a:cubicBezTo>
                        <a:pt x="12493" y="6798"/>
                        <a:pt x="12540" y="6787"/>
                        <a:pt x="12587" y="6787"/>
                      </a:cubicBezTo>
                      <a:close/>
                      <a:moveTo>
                        <a:pt x="13662" y="6628"/>
                      </a:moveTo>
                      <a:cubicBezTo>
                        <a:pt x="13710" y="6628"/>
                        <a:pt x="13759" y="6639"/>
                        <a:pt x="13794" y="6661"/>
                      </a:cubicBezTo>
                      <a:lnTo>
                        <a:pt x="15088" y="7409"/>
                      </a:lnTo>
                      <a:cubicBezTo>
                        <a:pt x="15160" y="7452"/>
                        <a:pt x="15160" y="7516"/>
                        <a:pt x="15088" y="7559"/>
                      </a:cubicBezTo>
                      <a:lnTo>
                        <a:pt x="14793" y="7732"/>
                      </a:lnTo>
                      <a:cubicBezTo>
                        <a:pt x="14758" y="7753"/>
                        <a:pt x="14711" y="7764"/>
                        <a:pt x="14663" y="7764"/>
                      </a:cubicBezTo>
                      <a:cubicBezTo>
                        <a:pt x="14616" y="7764"/>
                        <a:pt x="14567" y="7753"/>
                        <a:pt x="14527" y="7732"/>
                      </a:cubicBezTo>
                      <a:lnTo>
                        <a:pt x="13233" y="6985"/>
                      </a:lnTo>
                      <a:cubicBezTo>
                        <a:pt x="13163" y="6942"/>
                        <a:pt x="13163" y="6876"/>
                        <a:pt x="13233" y="6833"/>
                      </a:cubicBezTo>
                      <a:lnTo>
                        <a:pt x="13528" y="6661"/>
                      </a:lnTo>
                      <a:cubicBezTo>
                        <a:pt x="13565" y="6639"/>
                        <a:pt x="13613" y="6628"/>
                        <a:pt x="13662" y="6628"/>
                      </a:cubicBezTo>
                      <a:close/>
                      <a:moveTo>
                        <a:pt x="16052" y="7182"/>
                      </a:moveTo>
                      <a:cubicBezTo>
                        <a:pt x="16098" y="7182"/>
                        <a:pt x="16145" y="7193"/>
                        <a:pt x="16182" y="7214"/>
                      </a:cubicBezTo>
                      <a:lnTo>
                        <a:pt x="16554" y="7430"/>
                      </a:lnTo>
                      <a:cubicBezTo>
                        <a:pt x="16627" y="7466"/>
                        <a:pt x="16627" y="7539"/>
                        <a:pt x="16554" y="7582"/>
                      </a:cubicBezTo>
                      <a:lnTo>
                        <a:pt x="16216" y="7775"/>
                      </a:lnTo>
                      <a:cubicBezTo>
                        <a:pt x="16181" y="7797"/>
                        <a:pt x="16134" y="7807"/>
                        <a:pt x="16087" y="7807"/>
                      </a:cubicBezTo>
                      <a:cubicBezTo>
                        <a:pt x="16039" y="7807"/>
                        <a:pt x="15990" y="7797"/>
                        <a:pt x="15950" y="7775"/>
                      </a:cubicBezTo>
                      <a:lnTo>
                        <a:pt x="15585" y="7559"/>
                      </a:lnTo>
                      <a:cubicBezTo>
                        <a:pt x="15512" y="7516"/>
                        <a:pt x="15512" y="7452"/>
                        <a:pt x="15585" y="7409"/>
                      </a:cubicBezTo>
                      <a:lnTo>
                        <a:pt x="15923" y="7214"/>
                      </a:lnTo>
                      <a:cubicBezTo>
                        <a:pt x="15958" y="7193"/>
                        <a:pt x="16005" y="7182"/>
                        <a:pt x="16052" y="7182"/>
                      </a:cubicBezTo>
                      <a:close/>
                      <a:moveTo>
                        <a:pt x="12547" y="7563"/>
                      </a:moveTo>
                      <a:cubicBezTo>
                        <a:pt x="12596" y="7563"/>
                        <a:pt x="12644" y="7574"/>
                        <a:pt x="12680" y="7596"/>
                      </a:cubicBezTo>
                      <a:lnTo>
                        <a:pt x="13018" y="7791"/>
                      </a:lnTo>
                      <a:cubicBezTo>
                        <a:pt x="13090" y="7834"/>
                        <a:pt x="13090" y="7897"/>
                        <a:pt x="13018" y="7941"/>
                      </a:cubicBezTo>
                      <a:lnTo>
                        <a:pt x="12709" y="8120"/>
                      </a:lnTo>
                      <a:cubicBezTo>
                        <a:pt x="12673" y="8142"/>
                        <a:pt x="12626" y="8152"/>
                        <a:pt x="12580" y="8152"/>
                      </a:cubicBezTo>
                      <a:cubicBezTo>
                        <a:pt x="12533" y="8152"/>
                        <a:pt x="12486" y="8142"/>
                        <a:pt x="12450" y="8120"/>
                      </a:cubicBezTo>
                      <a:lnTo>
                        <a:pt x="12105" y="7927"/>
                      </a:lnTo>
                      <a:cubicBezTo>
                        <a:pt x="12033" y="7884"/>
                        <a:pt x="12033" y="7811"/>
                        <a:pt x="12105" y="7768"/>
                      </a:cubicBezTo>
                      <a:lnTo>
                        <a:pt x="12414" y="7596"/>
                      </a:lnTo>
                      <a:cubicBezTo>
                        <a:pt x="12450" y="7574"/>
                        <a:pt x="12499" y="7563"/>
                        <a:pt x="12547" y="7563"/>
                      </a:cubicBezTo>
                      <a:close/>
                      <a:moveTo>
                        <a:pt x="13953" y="7577"/>
                      </a:moveTo>
                      <a:cubicBezTo>
                        <a:pt x="13999" y="7577"/>
                        <a:pt x="14046" y="7588"/>
                        <a:pt x="14082" y="7609"/>
                      </a:cubicBezTo>
                      <a:lnTo>
                        <a:pt x="14413" y="7797"/>
                      </a:lnTo>
                      <a:cubicBezTo>
                        <a:pt x="14484" y="7841"/>
                        <a:pt x="14491" y="7911"/>
                        <a:pt x="14420" y="7954"/>
                      </a:cubicBezTo>
                      <a:lnTo>
                        <a:pt x="14112" y="8136"/>
                      </a:lnTo>
                      <a:cubicBezTo>
                        <a:pt x="14072" y="8153"/>
                        <a:pt x="14023" y="8161"/>
                        <a:pt x="13975" y="8161"/>
                      </a:cubicBezTo>
                      <a:cubicBezTo>
                        <a:pt x="13927" y="8161"/>
                        <a:pt x="13880" y="8153"/>
                        <a:pt x="13844" y="8136"/>
                      </a:cubicBezTo>
                      <a:lnTo>
                        <a:pt x="13515" y="7941"/>
                      </a:lnTo>
                      <a:cubicBezTo>
                        <a:pt x="13442" y="7897"/>
                        <a:pt x="13442" y="7834"/>
                        <a:pt x="13515" y="7791"/>
                      </a:cubicBezTo>
                      <a:lnTo>
                        <a:pt x="13823" y="7609"/>
                      </a:lnTo>
                      <a:cubicBezTo>
                        <a:pt x="13860" y="7588"/>
                        <a:pt x="13906" y="7577"/>
                        <a:pt x="13953" y="7577"/>
                      </a:cubicBezTo>
                      <a:close/>
                      <a:moveTo>
                        <a:pt x="15336" y="7599"/>
                      </a:moveTo>
                      <a:cubicBezTo>
                        <a:pt x="15385" y="7599"/>
                        <a:pt x="15433" y="7610"/>
                        <a:pt x="15469" y="7632"/>
                      </a:cubicBezTo>
                      <a:lnTo>
                        <a:pt x="15837" y="7841"/>
                      </a:lnTo>
                      <a:cubicBezTo>
                        <a:pt x="15914" y="7884"/>
                        <a:pt x="15914" y="7954"/>
                        <a:pt x="15844" y="7991"/>
                      </a:cubicBezTo>
                      <a:lnTo>
                        <a:pt x="15542" y="8163"/>
                      </a:lnTo>
                      <a:cubicBezTo>
                        <a:pt x="15505" y="8185"/>
                        <a:pt x="15458" y="8196"/>
                        <a:pt x="15412" y="8196"/>
                      </a:cubicBezTo>
                      <a:cubicBezTo>
                        <a:pt x="15365" y="8196"/>
                        <a:pt x="15318" y="8185"/>
                        <a:pt x="15283" y="8163"/>
                      </a:cubicBezTo>
                      <a:lnTo>
                        <a:pt x="14909" y="7954"/>
                      </a:lnTo>
                      <a:cubicBezTo>
                        <a:pt x="14836" y="7911"/>
                        <a:pt x="14836" y="7841"/>
                        <a:pt x="14909" y="7797"/>
                      </a:cubicBezTo>
                      <a:lnTo>
                        <a:pt x="15204" y="7632"/>
                      </a:lnTo>
                      <a:cubicBezTo>
                        <a:pt x="15240" y="7610"/>
                        <a:pt x="15288" y="7599"/>
                        <a:pt x="15336" y="7599"/>
                      </a:cubicBezTo>
                      <a:close/>
                      <a:moveTo>
                        <a:pt x="13266" y="7974"/>
                      </a:moveTo>
                      <a:cubicBezTo>
                        <a:pt x="13315" y="7974"/>
                        <a:pt x="13363" y="7985"/>
                        <a:pt x="13399" y="8006"/>
                      </a:cubicBezTo>
                      <a:lnTo>
                        <a:pt x="13730" y="8199"/>
                      </a:lnTo>
                      <a:cubicBezTo>
                        <a:pt x="13801" y="8243"/>
                        <a:pt x="13801" y="8308"/>
                        <a:pt x="13730" y="8351"/>
                      </a:cubicBezTo>
                      <a:lnTo>
                        <a:pt x="13421" y="8531"/>
                      </a:lnTo>
                      <a:cubicBezTo>
                        <a:pt x="13385" y="8552"/>
                        <a:pt x="13338" y="8563"/>
                        <a:pt x="13291" y="8563"/>
                      </a:cubicBezTo>
                      <a:cubicBezTo>
                        <a:pt x="13245" y="8563"/>
                        <a:pt x="13198" y="8552"/>
                        <a:pt x="13163" y="8531"/>
                      </a:cubicBezTo>
                      <a:lnTo>
                        <a:pt x="12831" y="8336"/>
                      </a:lnTo>
                      <a:cubicBezTo>
                        <a:pt x="12752" y="8299"/>
                        <a:pt x="12752" y="8229"/>
                        <a:pt x="12825" y="8186"/>
                      </a:cubicBezTo>
                      <a:lnTo>
                        <a:pt x="13133" y="8006"/>
                      </a:lnTo>
                      <a:cubicBezTo>
                        <a:pt x="13170" y="7985"/>
                        <a:pt x="13218" y="7974"/>
                        <a:pt x="13266" y="7974"/>
                      </a:cubicBezTo>
                      <a:close/>
                      <a:moveTo>
                        <a:pt x="14664" y="7988"/>
                      </a:moveTo>
                      <a:cubicBezTo>
                        <a:pt x="14711" y="7988"/>
                        <a:pt x="14758" y="7998"/>
                        <a:pt x="14793" y="8020"/>
                      </a:cubicBezTo>
                      <a:lnTo>
                        <a:pt x="15167" y="8236"/>
                      </a:lnTo>
                      <a:cubicBezTo>
                        <a:pt x="15240" y="8279"/>
                        <a:pt x="15240" y="8343"/>
                        <a:pt x="15167" y="8386"/>
                      </a:cubicBezTo>
                      <a:lnTo>
                        <a:pt x="14858" y="8567"/>
                      </a:lnTo>
                      <a:cubicBezTo>
                        <a:pt x="14822" y="8588"/>
                        <a:pt x="14774" y="8599"/>
                        <a:pt x="14725" y="8599"/>
                      </a:cubicBezTo>
                      <a:cubicBezTo>
                        <a:pt x="14676" y="8599"/>
                        <a:pt x="14628" y="8588"/>
                        <a:pt x="14593" y="8567"/>
                      </a:cubicBezTo>
                      <a:lnTo>
                        <a:pt x="14225" y="8351"/>
                      </a:lnTo>
                      <a:cubicBezTo>
                        <a:pt x="14155" y="8308"/>
                        <a:pt x="14155" y="8243"/>
                        <a:pt x="14225" y="8199"/>
                      </a:cubicBezTo>
                      <a:lnTo>
                        <a:pt x="14534" y="8020"/>
                      </a:lnTo>
                      <a:cubicBezTo>
                        <a:pt x="14570" y="7998"/>
                        <a:pt x="14617" y="7988"/>
                        <a:pt x="14664" y="7988"/>
                      </a:cubicBezTo>
                      <a:close/>
                      <a:moveTo>
                        <a:pt x="5938" y="4634"/>
                      </a:moveTo>
                      <a:cubicBezTo>
                        <a:pt x="5974" y="4634"/>
                        <a:pt x="6010" y="4641"/>
                        <a:pt x="6038" y="4656"/>
                      </a:cubicBezTo>
                      <a:lnTo>
                        <a:pt x="10566" y="7273"/>
                      </a:lnTo>
                      <a:cubicBezTo>
                        <a:pt x="10618" y="7308"/>
                        <a:pt x="10625" y="7359"/>
                        <a:pt x="10566" y="7387"/>
                      </a:cubicBezTo>
                      <a:lnTo>
                        <a:pt x="9100" y="8236"/>
                      </a:lnTo>
                      <a:lnTo>
                        <a:pt x="8439" y="8624"/>
                      </a:lnTo>
                      <a:cubicBezTo>
                        <a:pt x="8414" y="8638"/>
                        <a:pt x="8380" y="8646"/>
                        <a:pt x="8345" y="8646"/>
                      </a:cubicBezTo>
                      <a:cubicBezTo>
                        <a:pt x="8310" y="8646"/>
                        <a:pt x="8275" y="8638"/>
                        <a:pt x="8246" y="8624"/>
                      </a:cubicBezTo>
                      <a:lnTo>
                        <a:pt x="5809" y="7214"/>
                      </a:lnTo>
                      <a:lnTo>
                        <a:pt x="3718" y="6007"/>
                      </a:lnTo>
                      <a:cubicBezTo>
                        <a:pt x="3659" y="5979"/>
                        <a:pt x="3659" y="5927"/>
                        <a:pt x="3718" y="5893"/>
                      </a:cubicBezTo>
                      <a:lnTo>
                        <a:pt x="4378" y="5512"/>
                      </a:lnTo>
                      <a:lnTo>
                        <a:pt x="5838" y="4656"/>
                      </a:lnTo>
                      <a:cubicBezTo>
                        <a:pt x="5866" y="4641"/>
                        <a:pt x="5902" y="4634"/>
                        <a:pt x="5938" y="4634"/>
                      </a:cubicBezTo>
                      <a:close/>
                      <a:moveTo>
                        <a:pt x="13978" y="8388"/>
                      </a:moveTo>
                      <a:cubicBezTo>
                        <a:pt x="14027" y="8388"/>
                        <a:pt x="14075" y="8397"/>
                        <a:pt x="14112" y="8415"/>
                      </a:cubicBezTo>
                      <a:lnTo>
                        <a:pt x="14477" y="8631"/>
                      </a:lnTo>
                      <a:cubicBezTo>
                        <a:pt x="14550" y="8674"/>
                        <a:pt x="14550" y="8746"/>
                        <a:pt x="14477" y="8782"/>
                      </a:cubicBezTo>
                      <a:lnTo>
                        <a:pt x="14175" y="8962"/>
                      </a:lnTo>
                      <a:cubicBezTo>
                        <a:pt x="14139" y="8983"/>
                        <a:pt x="14091" y="8994"/>
                        <a:pt x="14043" y="8994"/>
                      </a:cubicBezTo>
                      <a:cubicBezTo>
                        <a:pt x="13994" y="8994"/>
                        <a:pt x="13946" y="8983"/>
                        <a:pt x="13910" y="8962"/>
                      </a:cubicBezTo>
                      <a:lnTo>
                        <a:pt x="13542" y="8753"/>
                      </a:lnTo>
                      <a:cubicBezTo>
                        <a:pt x="13465" y="8710"/>
                        <a:pt x="13465" y="8638"/>
                        <a:pt x="13535" y="8594"/>
                      </a:cubicBezTo>
                      <a:lnTo>
                        <a:pt x="13844" y="8415"/>
                      </a:lnTo>
                      <a:cubicBezTo>
                        <a:pt x="13880" y="8397"/>
                        <a:pt x="13929" y="8388"/>
                        <a:pt x="13978" y="8388"/>
                      </a:cubicBezTo>
                      <a:close/>
                      <a:moveTo>
                        <a:pt x="6931" y="1"/>
                      </a:moveTo>
                      <a:cubicBezTo>
                        <a:pt x="6848" y="1"/>
                        <a:pt x="6763" y="21"/>
                        <a:pt x="6700" y="55"/>
                      </a:cubicBezTo>
                      <a:lnTo>
                        <a:pt x="95" y="4102"/>
                      </a:lnTo>
                      <a:cubicBezTo>
                        <a:pt x="29" y="4138"/>
                        <a:pt x="0" y="4189"/>
                        <a:pt x="0" y="4239"/>
                      </a:cubicBezTo>
                      <a:cubicBezTo>
                        <a:pt x="0" y="4268"/>
                        <a:pt x="9" y="4304"/>
                        <a:pt x="36" y="4332"/>
                      </a:cubicBezTo>
                      <a:cubicBezTo>
                        <a:pt x="43" y="4332"/>
                        <a:pt x="43" y="4340"/>
                        <a:pt x="52" y="4340"/>
                      </a:cubicBezTo>
                      <a:cubicBezTo>
                        <a:pt x="52" y="4347"/>
                        <a:pt x="59" y="4347"/>
                        <a:pt x="66" y="4354"/>
                      </a:cubicBezTo>
                      <a:cubicBezTo>
                        <a:pt x="73" y="4361"/>
                        <a:pt x="86" y="4368"/>
                        <a:pt x="102" y="4375"/>
                      </a:cubicBezTo>
                      <a:lnTo>
                        <a:pt x="11394" y="10903"/>
                      </a:lnTo>
                      <a:cubicBezTo>
                        <a:pt x="11459" y="10938"/>
                        <a:pt x="11547" y="10956"/>
                        <a:pt x="11635" y="10956"/>
                      </a:cubicBezTo>
                      <a:cubicBezTo>
                        <a:pt x="11723" y="10956"/>
                        <a:pt x="11811" y="10938"/>
                        <a:pt x="11876" y="10903"/>
                      </a:cubicBezTo>
                      <a:lnTo>
                        <a:pt x="18481" y="6856"/>
                      </a:lnTo>
                      <a:cubicBezTo>
                        <a:pt x="18517" y="6833"/>
                        <a:pt x="18538" y="6812"/>
                        <a:pt x="18561" y="6783"/>
                      </a:cubicBezTo>
                      <a:cubicBezTo>
                        <a:pt x="18524" y="6783"/>
                        <a:pt x="18488" y="6776"/>
                        <a:pt x="18452" y="6755"/>
                      </a:cubicBezTo>
                      <a:lnTo>
                        <a:pt x="7152" y="228"/>
                      </a:lnTo>
                      <a:cubicBezTo>
                        <a:pt x="7073" y="185"/>
                        <a:pt x="7023" y="98"/>
                        <a:pt x="6995" y="5"/>
                      </a:cubicBezTo>
                      <a:cubicBezTo>
                        <a:pt x="6974" y="2"/>
                        <a:pt x="6953" y="1"/>
                        <a:pt x="6931"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 name="Google Shape;1558;p44">
                  <a:extLst>
                    <a:ext uri="{FF2B5EF4-FFF2-40B4-BE49-F238E27FC236}">
                      <a16:creationId xmlns:a16="http://schemas.microsoft.com/office/drawing/2014/main" id="{4A3092AF-C422-4A84-A9C1-ED49FE0F8F7C}"/>
                    </a:ext>
                  </a:extLst>
                </p:cNvPr>
                <p:cNvSpPr/>
                <p:nvPr/>
              </p:nvSpPr>
              <p:spPr>
                <a:xfrm>
                  <a:off x="-1495573" y="245308"/>
                  <a:ext cx="1155531" cy="1296556"/>
                </a:xfrm>
                <a:custGeom>
                  <a:avLst/>
                  <a:gdLst/>
                  <a:ahLst/>
                  <a:cxnLst/>
                  <a:rect l="l" t="t" r="r" b="b"/>
                  <a:pathLst>
                    <a:path w="13954" h="15657" extrusionOk="0">
                      <a:moveTo>
                        <a:pt x="2383" y="510"/>
                      </a:moveTo>
                      <a:cubicBezTo>
                        <a:pt x="2394" y="510"/>
                        <a:pt x="2405" y="513"/>
                        <a:pt x="2416" y="518"/>
                      </a:cubicBezTo>
                      <a:lnTo>
                        <a:pt x="13557" y="6951"/>
                      </a:lnTo>
                      <a:cubicBezTo>
                        <a:pt x="13600" y="6980"/>
                        <a:pt x="13623" y="7046"/>
                        <a:pt x="13609" y="7103"/>
                      </a:cubicBezTo>
                      <a:lnTo>
                        <a:pt x="11739" y="14585"/>
                      </a:lnTo>
                      <a:cubicBezTo>
                        <a:pt x="11728" y="14629"/>
                        <a:pt x="11702" y="14651"/>
                        <a:pt x="11668" y="14651"/>
                      </a:cubicBezTo>
                      <a:cubicBezTo>
                        <a:pt x="11657" y="14651"/>
                        <a:pt x="11644" y="14649"/>
                        <a:pt x="11632" y="14643"/>
                      </a:cubicBezTo>
                      <a:lnTo>
                        <a:pt x="498" y="8211"/>
                      </a:lnTo>
                      <a:cubicBezTo>
                        <a:pt x="446" y="8188"/>
                        <a:pt x="425" y="8116"/>
                        <a:pt x="439" y="8059"/>
                      </a:cubicBezTo>
                      <a:lnTo>
                        <a:pt x="2309" y="577"/>
                      </a:lnTo>
                      <a:cubicBezTo>
                        <a:pt x="2320" y="533"/>
                        <a:pt x="2350" y="510"/>
                        <a:pt x="2383" y="510"/>
                      </a:cubicBezTo>
                      <a:close/>
                      <a:moveTo>
                        <a:pt x="2309" y="1"/>
                      </a:moveTo>
                      <a:cubicBezTo>
                        <a:pt x="2230" y="23"/>
                        <a:pt x="2157" y="87"/>
                        <a:pt x="2128" y="196"/>
                      </a:cubicBezTo>
                      <a:lnTo>
                        <a:pt x="15" y="8656"/>
                      </a:lnTo>
                      <a:cubicBezTo>
                        <a:pt x="1" y="8728"/>
                        <a:pt x="1" y="8806"/>
                        <a:pt x="23" y="8878"/>
                      </a:cubicBezTo>
                      <a:cubicBezTo>
                        <a:pt x="51" y="8971"/>
                        <a:pt x="101" y="9058"/>
                        <a:pt x="180" y="9101"/>
                      </a:cubicBezTo>
                      <a:lnTo>
                        <a:pt x="11480" y="15628"/>
                      </a:lnTo>
                      <a:cubicBezTo>
                        <a:pt x="11516" y="15649"/>
                        <a:pt x="11552" y="15656"/>
                        <a:pt x="11589" y="15656"/>
                      </a:cubicBezTo>
                      <a:cubicBezTo>
                        <a:pt x="11595" y="15635"/>
                        <a:pt x="11602" y="15613"/>
                        <a:pt x="11602" y="15592"/>
                      </a:cubicBezTo>
                      <a:lnTo>
                        <a:pt x="11602" y="15656"/>
                      </a:lnTo>
                      <a:cubicBezTo>
                        <a:pt x="11609" y="15656"/>
                        <a:pt x="11616" y="15649"/>
                        <a:pt x="11616" y="15649"/>
                      </a:cubicBezTo>
                      <a:cubicBezTo>
                        <a:pt x="11632" y="15649"/>
                        <a:pt x="11639" y="15649"/>
                        <a:pt x="11646" y="15642"/>
                      </a:cubicBezTo>
                      <a:cubicBezTo>
                        <a:pt x="11659" y="15642"/>
                        <a:pt x="11668" y="15635"/>
                        <a:pt x="11675" y="15628"/>
                      </a:cubicBezTo>
                      <a:cubicBezTo>
                        <a:pt x="11682" y="15628"/>
                        <a:pt x="11689" y="15628"/>
                        <a:pt x="11689" y="15620"/>
                      </a:cubicBezTo>
                      <a:cubicBezTo>
                        <a:pt x="11696" y="15620"/>
                        <a:pt x="11696" y="15613"/>
                        <a:pt x="11702" y="15613"/>
                      </a:cubicBezTo>
                      <a:cubicBezTo>
                        <a:pt x="11725" y="15599"/>
                        <a:pt x="11739" y="15577"/>
                        <a:pt x="11754" y="15556"/>
                      </a:cubicBezTo>
                      <a:cubicBezTo>
                        <a:pt x="11761" y="15549"/>
                        <a:pt x="11761" y="15542"/>
                        <a:pt x="11768" y="15534"/>
                      </a:cubicBezTo>
                      <a:cubicBezTo>
                        <a:pt x="11775" y="15520"/>
                        <a:pt x="11775" y="15513"/>
                        <a:pt x="11782" y="15506"/>
                      </a:cubicBezTo>
                      <a:lnTo>
                        <a:pt x="11782" y="15499"/>
                      </a:lnTo>
                      <a:cubicBezTo>
                        <a:pt x="11782" y="15499"/>
                        <a:pt x="11782" y="15490"/>
                        <a:pt x="11789" y="15484"/>
                      </a:cubicBezTo>
                      <a:cubicBezTo>
                        <a:pt x="11789" y="15477"/>
                        <a:pt x="11789" y="15470"/>
                        <a:pt x="11797" y="15456"/>
                      </a:cubicBezTo>
                      <a:lnTo>
                        <a:pt x="13911" y="6994"/>
                      </a:lnTo>
                      <a:cubicBezTo>
                        <a:pt x="13954" y="6830"/>
                        <a:pt x="13874" y="6629"/>
                        <a:pt x="13745" y="6549"/>
                      </a:cubicBezTo>
                      <a:lnTo>
                        <a:pt x="2445" y="30"/>
                      </a:lnTo>
                      <a:cubicBezTo>
                        <a:pt x="2430" y="23"/>
                        <a:pt x="2409" y="16"/>
                        <a:pt x="2395" y="8"/>
                      </a:cubicBezTo>
                      <a:cubicBezTo>
                        <a:pt x="2373" y="1"/>
                        <a:pt x="2359" y="1"/>
                        <a:pt x="2344" y="1"/>
                      </a:cubicBezTo>
                      <a:close/>
                    </a:path>
                  </a:pathLst>
                </a:custGeom>
                <a:solidFill>
                  <a:schemeClr val="lt1"/>
                </a:solid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 name="Google Shape;1559;p44">
                  <a:extLst>
                    <a:ext uri="{FF2B5EF4-FFF2-40B4-BE49-F238E27FC236}">
                      <a16:creationId xmlns:a16="http://schemas.microsoft.com/office/drawing/2014/main" id="{1F382920-2D56-488E-8248-E130008D78AC}"/>
                    </a:ext>
                  </a:extLst>
                </p:cNvPr>
                <p:cNvSpPr/>
                <p:nvPr/>
              </p:nvSpPr>
              <p:spPr>
                <a:xfrm>
                  <a:off x="-1460379" y="287542"/>
                  <a:ext cx="1092926" cy="1171099"/>
                </a:xfrm>
                <a:custGeom>
                  <a:avLst/>
                  <a:gdLst/>
                  <a:ahLst/>
                  <a:cxnLst/>
                  <a:rect l="l" t="t" r="r" b="b"/>
                  <a:pathLst>
                    <a:path w="13198" h="14142" extrusionOk="0">
                      <a:moveTo>
                        <a:pt x="5263" y="4953"/>
                      </a:moveTo>
                      <a:cubicBezTo>
                        <a:pt x="5384" y="4953"/>
                        <a:pt x="5513" y="4987"/>
                        <a:pt x="5643" y="5061"/>
                      </a:cubicBezTo>
                      <a:lnTo>
                        <a:pt x="7310" y="6025"/>
                      </a:lnTo>
                      <a:cubicBezTo>
                        <a:pt x="7784" y="6298"/>
                        <a:pt x="8095" y="7010"/>
                        <a:pt x="7993" y="7606"/>
                      </a:cubicBezTo>
                      <a:lnTo>
                        <a:pt x="7950" y="7844"/>
                      </a:lnTo>
                      <a:cubicBezTo>
                        <a:pt x="7877" y="8277"/>
                        <a:pt x="7611" y="8532"/>
                        <a:pt x="7287" y="8532"/>
                      </a:cubicBezTo>
                      <a:cubicBezTo>
                        <a:pt x="7164" y="8532"/>
                        <a:pt x="7033" y="8495"/>
                        <a:pt x="6901" y="8418"/>
                      </a:cubicBezTo>
                      <a:lnTo>
                        <a:pt x="5233" y="7456"/>
                      </a:lnTo>
                      <a:cubicBezTo>
                        <a:pt x="4758" y="7183"/>
                        <a:pt x="4449" y="6477"/>
                        <a:pt x="4550" y="5881"/>
                      </a:cubicBezTo>
                      <a:lnTo>
                        <a:pt x="4593" y="5637"/>
                      </a:lnTo>
                      <a:cubicBezTo>
                        <a:pt x="4667" y="5207"/>
                        <a:pt x="4936" y="4953"/>
                        <a:pt x="5263" y="4953"/>
                      </a:cubicBezTo>
                      <a:close/>
                      <a:moveTo>
                        <a:pt x="645" y="7298"/>
                      </a:moveTo>
                      <a:cubicBezTo>
                        <a:pt x="650" y="7298"/>
                        <a:pt x="656" y="7300"/>
                        <a:pt x="661" y="7304"/>
                      </a:cubicBezTo>
                      <a:lnTo>
                        <a:pt x="10710" y="13105"/>
                      </a:lnTo>
                      <a:cubicBezTo>
                        <a:pt x="10732" y="13119"/>
                        <a:pt x="10746" y="13148"/>
                        <a:pt x="10739" y="13178"/>
                      </a:cubicBezTo>
                      <a:cubicBezTo>
                        <a:pt x="10734" y="13198"/>
                        <a:pt x="10721" y="13211"/>
                        <a:pt x="10706" y="13211"/>
                      </a:cubicBezTo>
                      <a:cubicBezTo>
                        <a:pt x="10701" y="13211"/>
                        <a:pt x="10695" y="13210"/>
                        <a:pt x="10689" y="13205"/>
                      </a:cubicBezTo>
                      <a:lnTo>
                        <a:pt x="2911" y="8713"/>
                      </a:lnTo>
                      <a:lnTo>
                        <a:pt x="2904" y="8713"/>
                      </a:lnTo>
                      <a:lnTo>
                        <a:pt x="640" y="7406"/>
                      </a:lnTo>
                      <a:cubicBezTo>
                        <a:pt x="618" y="7390"/>
                        <a:pt x="604" y="7362"/>
                        <a:pt x="611" y="7333"/>
                      </a:cubicBezTo>
                      <a:cubicBezTo>
                        <a:pt x="616" y="7312"/>
                        <a:pt x="630" y="7298"/>
                        <a:pt x="645" y="7298"/>
                      </a:cubicBezTo>
                      <a:close/>
                      <a:moveTo>
                        <a:pt x="1958" y="0"/>
                      </a:moveTo>
                      <a:cubicBezTo>
                        <a:pt x="1925" y="0"/>
                        <a:pt x="1895" y="23"/>
                        <a:pt x="1884" y="67"/>
                      </a:cubicBezTo>
                      <a:lnTo>
                        <a:pt x="14" y="7549"/>
                      </a:lnTo>
                      <a:cubicBezTo>
                        <a:pt x="0" y="7606"/>
                        <a:pt x="21" y="7678"/>
                        <a:pt x="73" y="7701"/>
                      </a:cubicBezTo>
                      <a:lnTo>
                        <a:pt x="11207" y="14133"/>
                      </a:lnTo>
                      <a:cubicBezTo>
                        <a:pt x="11219" y="14139"/>
                        <a:pt x="11232" y="14141"/>
                        <a:pt x="11243" y="14141"/>
                      </a:cubicBezTo>
                      <a:cubicBezTo>
                        <a:pt x="11277" y="14141"/>
                        <a:pt x="11303" y="14119"/>
                        <a:pt x="11314" y="14075"/>
                      </a:cubicBezTo>
                      <a:lnTo>
                        <a:pt x="13184" y="6593"/>
                      </a:lnTo>
                      <a:cubicBezTo>
                        <a:pt x="13198" y="6536"/>
                        <a:pt x="13175" y="6470"/>
                        <a:pt x="13132" y="6441"/>
                      </a:cubicBezTo>
                      <a:lnTo>
                        <a:pt x="1991" y="8"/>
                      </a:lnTo>
                      <a:cubicBezTo>
                        <a:pt x="1980" y="3"/>
                        <a:pt x="1969" y="0"/>
                        <a:pt x="1958" y="0"/>
                      </a:cubicBezTo>
                      <a:close/>
                    </a:path>
                  </a:pathLst>
                </a:custGeom>
                <a:solidFill>
                  <a:schemeClr val="accent1"/>
                </a:solid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 name="Google Shape;1560;p44">
                  <a:extLst>
                    <a:ext uri="{FF2B5EF4-FFF2-40B4-BE49-F238E27FC236}">
                      <a16:creationId xmlns:a16="http://schemas.microsoft.com/office/drawing/2014/main" id="{444C5FA4-52D9-448F-82AC-7B74C7684531}"/>
                    </a:ext>
                  </a:extLst>
                </p:cNvPr>
                <p:cNvSpPr/>
                <p:nvPr/>
              </p:nvSpPr>
              <p:spPr>
                <a:xfrm>
                  <a:off x="-1410361" y="891900"/>
                  <a:ext cx="194603" cy="117342"/>
                </a:xfrm>
                <a:custGeom>
                  <a:avLst/>
                  <a:gdLst/>
                  <a:ahLst/>
                  <a:cxnLst/>
                  <a:rect l="l" t="t" r="r" b="b"/>
                  <a:pathLst>
                    <a:path w="2350" h="1417" extrusionOk="0">
                      <a:moveTo>
                        <a:pt x="41" y="0"/>
                      </a:moveTo>
                      <a:cubicBezTo>
                        <a:pt x="26" y="0"/>
                        <a:pt x="12" y="14"/>
                        <a:pt x="7" y="35"/>
                      </a:cubicBezTo>
                      <a:cubicBezTo>
                        <a:pt x="0" y="64"/>
                        <a:pt x="14" y="92"/>
                        <a:pt x="36" y="108"/>
                      </a:cubicBezTo>
                      <a:lnTo>
                        <a:pt x="2307" y="1415"/>
                      </a:lnTo>
                      <a:cubicBezTo>
                        <a:pt x="2311" y="1416"/>
                        <a:pt x="2314" y="1417"/>
                        <a:pt x="2318" y="1417"/>
                      </a:cubicBezTo>
                      <a:cubicBezTo>
                        <a:pt x="2334" y="1417"/>
                        <a:pt x="2344" y="1404"/>
                        <a:pt x="2350" y="1386"/>
                      </a:cubicBezTo>
                      <a:cubicBezTo>
                        <a:pt x="2350" y="1358"/>
                        <a:pt x="2336" y="1322"/>
                        <a:pt x="2315" y="1315"/>
                      </a:cubicBezTo>
                      <a:lnTo>
                        <a:pt x="57" y="6"/>
                      </a:lnTo>
                      <a:cubicBezTo>
                        <a:pt x="52" y="2"/>
                        <a:pt x="46" y="0"/>
                        <a:pt x="41" y="0"/>
                      </a:cubicBezTo>
                      <a:close/>
                    </a:path>
                  </a:pathLst>
                </a:custGeom>
                <a:solidFill>
                  <a:schemeClr val="lt1"/>
                </a:solidFill>
                <a:ln w="9525" cap="flat" cmpd="sng">
                  <a:solidFill>
                    <a:schemeClr val="lt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8" name="Google Shape;1561;p44">
                  <a:extLst>
                    <a:ext uri="{FF2B5EF4-FFF2-40B4-BE49-F238E27FC236}">
                      <a16:creationId xmlns:a16="http://schemas.microsoft.com/office/drawing/2014/main" id="{91F6555D-6785-4842-BDA4-67FA046EFD37}"/>
                    </a:ext>
                  </a:extLst>
                </p:cNvPr>
                <p:cNvSpPr/>
                <p:nvPr/>
              </p:nvSpPr>
              <p:spPr>
                <a:xfrm>
                  <a:off x="-1076549" y="1606396"/>
                  <a:ext cx="87696" cy="48858"/>
                </a:xfrm>
                <a:custGeom>
                  <a:avLst/>
                  <a:gdLst/>
                  <a:ahLst/>
                  <a:cxnLst/>
                  <a:rect l="l" t="t" r="r" b="b"/>
                  <a:pathLst>
                    <a:path w="1059" h="590" extrusionOk="0">
                      <a:moveTo>
                        <a:pt x="515" y="0"/>
                      </a:moveTo>
                      <a:cubicBezTo>
                        <a:pt x="467" y="0"/>
                        <a:pt x="418" y="11"/>
                        <a:pt x="382" y="33"/>
                      </a:cubicBezTo>
                      <a:lnTo>
                        <a:pt x="73" y="205"/>
                      </a:lnTo>
                      <a:cubicBezTo>
                        <a:pt x="1" y="248"/>
                        <a:pt x="1" y="321"/>
                        <a:pt x="73" y="364"/>
                      </a:cubicBezTo>
                      <a:lnTo>
                        <a:pt x="418" y="557"/>
                      </a:lnTo>
                      <a:cubicBezTo>
                        <a:pt x="454" y="579"/>
                        <a:pt x="501" y="589"/>
                        <a:pt x="548" y="589"/>
                      </a:cubicBezTo>
                      <a:cubicBezTo>
                        <a:pt x="594" y="589"/>
                        <a:pt x="641" y="579"/>
                        <a:pt x="677" y="557"/>
                      </a:cubicBezTo>
                      <a:lnTo>
                        <a:pt x="986" y="378"/>
                      </a:lnTo>
                      <a:cubicBezTo>
                        <a:pt x="1058" y="334"/>
                        <a:pt x="1058" y="271"/>
                        <a:pt x="986" y="228"/>
                      </a:cubicBezTo>
                      <a:lnTo>
                        <a:pt x="648" y="33"/>
                      </a:lnTo>
                      <a:cubicBezTo>
                        <a:pt x="612" y="11"/>
                        <a:pt x="564" y="0"/>
                        <a:pt x="515"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9" name="Google Shape;1562;p44">
                  <a:extLst>
                    <a:ext uri="{FF2B5EF4-FFF2-40B4-BE49-F238E27FC236}">
                      <a16:creationId xmlns:a16="http://schemas.microsoft.com/office/drawing/2014/main" id="{A675991C-EA89-4628-8DA3-D040A3D1A0A6}"/>
                    </a:ext>
                  </a:extLst>
                </p:cNvPr>
                <p:cNvSpPr/>
                <p:nvPr/>
              </p:nvSpPr>
              <p:spPr>
                <a:xfrm>
                  <a:off x="-959785" y="1607556"/>
                  <a:ext cx="86950" cy="48444"/>
                </a:xfrm>
                <a:custGeom>
                  <a:avLst/>
                  <a:gdLst/>
                  <a:ahLst/>
                  <a:cxnLst/>
                  <a:rect l="l" t="t" r="r" b="b"/>
                  <a:pathLst>
                    <a:path w="1050" h="585" extrusionOk="0">
                      <a:moveTo>
                        <a:pt x="511" y="0"/>
                      </a:moveTo>
                      <a:cubicBezTo>
                        <a:pt x="464" y="0"/>
                        <a:pt x="418" y="11"/>
                        <a:pt x="381" y="32"/>
                      </a:cubicBezTo>
                      <a:lnTo>
                        <a:pt x="73" y="214"/>
                      </a:lnTo>
                      <a:cubicBezTo>
                        <a:pt x="0" y="257"/>
                        <a:pt x="0" y="320"/>
                        <a:pt x="73" y="364"/>
                      </a:cubicBezTo>
                      <a:lnTo>
                        <a:pt x="402" y="559"/>
                      </a:lnTo>
                      <a:cubicBezTo>
                        <a:pt x="438" y="576"/>
                        <a:pt x="485" y="584"/>
                        <a:pt x="533" y="584"/>
                      </a:cubicBezTo>
                      <a:cubicBezTo>
                        <a:pt x="581" y="584"/>
                        <a:pt x="630" y="576"/>
                        <a:pt x="670" y="559"/>
                      </a:cubicBezTo>
                      <a:lnTo>
                        <a:pt x="978" y="377"/>
                      </a:lnTo>
                      <a:cubicBezTo>
                        <a:pt x="1049" y="334"/>
                        <a:pt x="1042" y="264"/>
                        <a:pt x="971" y="220"/>
                      </a:cubicBezTo>
                      <a:lnTo>
                        <a:pt x="640" y="32"/>
                      </a:lnTo>
                      <a:cubicBezTo>
                        <a:pt x="604" y="11"/>
                        <a:pt x="557" y="0"/>
                        <a:pt x="511"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0" name="Google Shape;1563;p44">
                  <a:extLst>
                    <a:ext uri="{FF2B5EF4-FFF2-40B4-BE49-F238E27FC236}">
                      <a16:creationId xmlns:a16="http://schemas.microsoft.com/office/drawing/2014/main" id="{BC4791BE-5F7D-4AF7-9287-0570CB123DA7}"/>
                    </a:ext>
                  </a:extLst>
                </p:cNvPr>
                <p:cNvSpPr/>
                <p:nvPr/>
              </p:nvSpPr>
              <p:spPr>
                <a:xfrm>
                  <a:off x="-1016925" y="1640349"/>
                  <a:ext cx="86868" cy="48858"/>
                </a:xfrm>
                <a:custGeom>
                  <a:avLst/>
                  <a:gdLst/>
                  <a:ahLst/>
                  <a:cxnLst/>
                  <a:rect l="l" t="t" r="r" b="b"/>
                  <a:pathLst>
                    <a:path w="1049" h="590" extrusionOk="0">
                      <a:moveTo>
                        <a:pt x="514" y="1"/>
                      </a:moveTo>
                      <a:cubicBezTo>
                        <a:pt x="466" y="1"/>
                        <a:pt x="418" y="12"/>
                        <a:pt x="381" y="33"/>
                      </a:cubicBezTo>
                      <a:lnTo>
                        <a:pt x="73" y="213"/>
                      </a:lnTo>
                      <a:cubicBezTo>
                        <a:pt x="0" y="256"/>
                        <a:pt x="0" y="326"/>
                        <a:pt x="79" y="363"/>
                      </a:cubicBezTo>
                      <a:lnTo>
                        <a:pt x="411" y="558"/>
                      </a:lnTo>
                      <a:cubicBezTo>
                        <a:pt x="446" y="579"/>
                        <a:pt x="493" y="590"/>
                        <a:pt x="539" y="590"/>
                      </a:cubicBezTo>
                      <a:cubicBezTo>
                        <a:pt x="586" y="590"/>
                        <a:pt x="633" y="579"/>
                        <a:pt x="669" y="558"/>
                      </a:cubicBezTo>
                      <a:lnTo>
                        <a:pt x="978" y="378"/>
                      </a:lnTo>
                      <a:cubicBezTo>
                        <a:pt x="1049" y="335"/>
                        <a:pt x="1049" y="270"/>
                        <a:pt x="978" y="226"/>
                      </a:cubicBezTo>
                      <a:lnTo>
                        <a:pt x="647" y="33"/>
                      </a:lnTo>
                      <a:cubicBezTo>
                        <a:pt x="611" y="12"/>
                        <a:pt x="563" y="1"/>
                        <a:pt x="514"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1" name="Google Shape;1564;p44">
                  <a:extLst>
                    <a:ext uri="{FF2B5EF4-FFF2-40B4-BE49-F238E27FC236}">
                      <a16:creationId xmlns:a16="http://schemas.microsoft.com/office/drawing/2014/main" id="{764B3F83-C822-40E1-B423-30A85FD3D50C}"/>
                    </a:ext>
                  </a:extLst>
                </p:cNvPr>
                <p:cNvSpPr/>
                <p:nvPr/>
              </p:nvSpPr>
              <p:spPr>
                <a:xfrm>
                  <a:off x="-1072988" y="1542052"/>
                  <a:ext cx="141274" cy="79912"/>
                </a:xfrm>
                <a:custGeom>
                  <a:avLst/>
                  <a:gdLst/>
                  <a:ahLst/>
                  <a:cxnLst/>
                  <a:rect l="l" t="t" r="r" b="b"/>
                  <a:pathLst>
                    <a:path w="1706" h="965" extrusionOk="0">
                      <a:moveTo>
                        <a:pt x="512" y="1"/>
                      </a:moveTo>
                      <a:cubicBezTo>
                        <a:pt x="465" y="1"/>
                        <a:pt x="418" y="12"/>
                        <a:pt x="382" y="33"/>
                      </a:cubicBezTo>
                      <a:lnTo>
                        <a:pt x="73" y="213"/>
                      </a:lnTo>
                      <a:cubicBezTo>
                        <a:pt x="1" y="256"/>
                        <a:pt x="1" y="321"/>
                        <a:pt x="73" y="365"/>
                      </a:cubicBezTo>
                      <a:lnTo>
                        <a:pt x="1058" y="932"/>
                      </a:lnTo>
                      <a:cubicBezTo>
                        <a:pt x="1095" y="954"/>
                        <a:pt x="1143" y="964"/>
                        <a:pt x="1191" y="964"/>
                      </a:cubicBezTo>
                      <a:cubicBezTo>
                        <a:pt x="1240" y="964"/>
                        <a:pt x="1288" y="954"/>
                        <a:pt x="1324" y="932"/>
                      </a:cubicBezTo>
                      <a:lnTo>
                        <a:pt x="1633" y="760"/>
                      </a:lnTo>
                      <a:cubicBezTo>
                        <a:pt x="1705" y="716"/>
                        <a:pt x="1698" y="644"/>
                        <a:pt x="1626" y="601"/>
                      </a:cubicBezTo>
                      <a:lnTo>
                        <a:pt x="641" y="33"/>
                      </a:lnTo>
                      <a:cubicBezTo>
                        <a:pt x="606" y="12"/>
                        <a:pt x="559" y="1"/>
                        <a:pt x="512"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2" name="Google Shape;1565;p44">
                  <a:extLst>
                    <a:ext uri="{FF2B5EF4-FFF2-40B4-BE49-F238E27FC236}">
                      <a16:creationId xmlns:a16="http://schemas.microsoft.com/office/drawing/2014/main" id="{AE3382F5-24C0-4B77-BD16-A523ACF73436}"/>
                    </a:ext>
                  </a:extLst>
                </p:cNvPr>
                <p:cNvSpPr/>
                <p:nvPr/>
              </p:nvSpPr>
              <p:spPr>
                <a:xfrm>
                  <a:off x="-1129383" y="1509921"/>
                  <a:ext cx="83969" cy="46953"/>
                </a:xfrm>
                <a:custGeom>
                  <a:avLst/>
                  <a:gdLst/>
                  <a:ahLst/>
                  <a:cxnLst/>
                  <a:rect l="l" t="t" r="r" b="b"/>
                  <a:pathLst>
                    <a:path w="1014" h="567" extrusionOk="0">
                      <a:moveTo>
                        <a:pt x="514" y="1"/>
                      </a:moveTo>
                      <a:cubicBezTo>
                        <a:pt x="465" y="1"/>
                        <a:pt x="416" y="12"/>
                        <a:pt x="380" y="33"/>
                      </a:cubicBezTo>
                      <a:lnTo>
                        <a:pt x="71" y="213"/>
                      </a:lnTo>
                      <a:cubicBezTo>
                        <a:pt x="0" y="249"/>
                        <a:pt x="0" y="321"/>
                        <a:pt x="71" y="364"/>
                      </a:cubicBezTo>
                      <a:lnTo>
                        <a:pt x="373" y="537"/>
                      </a:lnTo>
                      <a:cubicBezTo>
                        <a:pt x="411" y="556"/>
                        <a:pt x="460" y="567"/>
                        <a:pt x="509" y="567"/>
                      </a:cubicBezTo>
                      <a:cubicBezTo>
                        <a:pt x="554" y="567"/>
                        <a:pt x="598" y="558"/>
                        <a:pt x="632" y="537"/>
                      </a:cubicBezTo>
                      <a:lnTo>
                        <a:pt x="941" y="357"/>
                      </a:lnTo>
                      <a:cubicBezTo>
                        <a:pt x="1013" y="314"/>
                        <a:pt x="1013" y="242"/>
                        <a:pt x="941" y="206"/>
                      </a:cubicBezTo>
                      <a:lnTo>
                        <a:pt x="647" y="33"/>
                      </a:lnTo>
                      <a:cubicBezTo>
                        <a:pt x="611" y="12"/>
                        <a:pt x="562" y="1"/>
                        <a:pt x="514"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3" name="Google Shape;1566;p44">
                  <a:extLst>
                    <a:ext uri="{FF2B5EF4-FFF2-40B4-BE49-F238E27FC236}">
                      <a16:creationId xmlns:a16="http://schemas.microsoft.com/office/drawing/2014/main" id="{48E5ED8D-D7D0-49A1-9DE8-A30D2623A65B}"/>
                    </a:ext>
                  </a:extLst>
                </p:cNvPr>
                <p:cNvSpPr/>
                <p:nvPr/>
              </p:nvSpPr>
              <p:spPr>
                <a:xfrm>
                  <a:off x="-1060401" y="1417669"/>
                  <a:ext cx="85791" cy="48278"/>
                </a:xfrm>
                <a:custGeom>
                  <a:avLst/>
                  <a:gdLst/>
                  <a:ahLst/>
                  <a:cxnLst/>
                  <a:rect l="l" t="t" r="r" b="b"/>
                  <a:pathLst>
                    <a:path w="1036" h="583" extrusionOk="0">
                      <a:moveTo>
                        <a:pt x="536" y="0"/>
                      </a:moveTo>
                      <a:cubicBezTo>
                        <a:pt x="488" y="0"/>
                        <a:pt x="439" y="11"/>
                        <a:pt x="403" y="33"/>
                      </a:cubicBezTo>
                      <a:lnTo>
                        <a:pt x="73" y="228"/>
                      </a:lnTo>
                      <a:cubicBezTo>
                        <a:pt x="1" y="271"/>
                        <a:pt x="1" y="335"/>
                        <a:pt x="73" y="378"/>
                      </a:cubicBezTo>
                      <a:lnTo>
                        <a:pt x="366" y="550"/>
                      </a:lnTo>
                      <a:cubicBezTo>
                        <a:pt x="403" y="572"/>
                        <a:pt x="451" y="583"/>
                        <a:pt x="500" y="583"/>
                      </a:cubicBezTo>
                      <a:cubicBezTo>
                        <a:pt x="549" y="583"/>
                        <a:pt x="598" y="572"/>
                        <a:pt x="634" y="550"/>
                      </a:cubicBezTo>
                      <a:lnTo>
                        <a:pt x="963" y="357"/>
                      </a:lnTo>
                      <a:cubicBezTo>
                        <a:pt x="1036" y="314"/>
                        <a:pt x="1036" y="248"/>
                        <a:pt x="963" y="205"/>
                      </a:cubicBezTo>
                      <a:lnTo>
                        <a:pt x="668" y="33"/>
                      </a:lnTo>
                      <a:cubicBezTo>
                        <a:pt x="633" y="11"/>
                        <a:pt x="585" y="0"/>
                        <a:pt x="536"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4" name="Google Shape;1567;p44">
                  <a:extLst>
                    <a:ext uri="{FF2B5EF4-FFF2-40B4-BE49-F238E27FC236}">
                      <a16:creationId xmlns:a16="http://schemas.microsoft.com/office/drawing/2014/main" id="{128198C8-C2B4-4649-8533-FF574D55EF62}"/>
                    </a:ext>
                  </a:extLst>
                </p:cNvPr>
                <p:cNvSpPr/>
                <p:nvPr/>
              </p:nvSpPr>
              <p:spPr>
                <a:xfrm>
                  <a:off x="-1004420" y="1450214"/>
                  <a:ext cx="87530" cy="48609"/>
                </a:xfrm>
                <a:custGeom>
                  <a:avLst/>
                  <a:gdLst/>
                  <a:ahLst/>
                  <a:cxnLst/>
                  <a:rect l="l" t="t" r="r" b="b"/>
                  <a:pathLst>
                    <a:path w="1057" h="587" extrusionOk="0">
                      <a:moveTo>
                        <a:pt x="539" y="1"/>
                      </a:moveTo>
                      <a:cubicBezTo>
                        <a:pt x="493" y="1"/>
                        <a:pt x="446" y="10"/>
                        <a:pt x="410" y="28"/>
                      </a:cubicBezTo>
                      <a:lnTo>
                        <a:pt x="72" y="223"/>
                      </a:lnTo>
                      <a:cubicBezTo>
                        <a:pt x="1" y="266"/>
                        <a:pt x="1" y="337"/>
                        <a:pt x="72" y="380"/>
                      </a:cubicBezTo>
                      <a:lnTo>
                        <a:pt x="380" y="561"/>
                      </a:lnTo>
                      <a:cubicBezTo>
                        <a:pt x="420" y="578"/>
                        <a:pt x="469" y="587"/>
                        <a:pt x="517" y="587"/>
                      </a:cubicBezTo>
                      <a:cubicBezTo>
                        <a:pt x="565" y="587"/>
                        <a:pt x="612" y="578"/>
                        <a:pt x="648" y="561"/>
                      </a:cubicBezTo>
                      <a:lnTo>
                        <a:pt x="984" y="366"/>
                      </a:lnTo>
                      <a:cubicBezTo>
                        <a:pt x="1057" y="323"/>
                        <a:pt x="1057" y="250"/>
                        <a:pt x="977" y="207"/>
                      </a:cubicBezTo>
                      <a:lnTo>
                        <a:pt x="669" y="28"/>
                      </a:lnTo>
                      <a:cubicBezTo>
                        <a:pt x="632" y="10"/>
                        <a:pt x="586" y="1"/>
                        <a:pt x="539"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5" name="Google Shape;1568;p44">
                  <a:extLst>
                    <a:ext uri="{FF2B5EF4-FFF2-40B4-BE49-F238E27FC236}">
                      <a16:creationId xmlns:a16="http://schemas.microsoft.com/office/drawing/2014/main" id="{BE26E260-6894-416C-9A75-38C93278DB5F}"/>
                    </a:ext>
                  </a:extLst>
                </p:cNvPr>
                <p:cNvSpPr/>
                <p:nvPr/>
              </p:nvSpPr>
              <p:spPr>
                <a:xfrm>
                  <a:off x="-1072243" y="1290968"/>
                  <a:ext cx="59540" cy="32462"/>
                </a:xfrm>
                <a:custGeom>
                  <a:avLst/>
                  <a:gdLst/>
                  <a:ahLst/>
                  <a:cxnLst/>
                  <a:rect l="l" t="t" r="r" b="b"/>
                  <a:pathLst>
                    <a:path w="719" h="392" extrusionOk="0">
                      <a:moveTo>
                        <a:pt x="248" y="0"/>
                      </a:moveTo>
                      <a:cubicBezTo>
                        <a:pt x="199" y="0"/>
                        <a:pt x="151" y="11"/>
                        <a:pt x="114" y="33"/>
                      </a:cubicBezTo>
                      <a:lnTo>
                        <a:pt x="71" y="60"/>
                      </a:lnTo>
                      <a:cubicBezTo>
                        <a:pt x="1" y="96"/>
                        <a:pt x="1" y="169"/>
                        <a:pt x="71" y="212"/>
                      </a:cubicBezTo>
                      <a:lnTo>
                        <a:pt x="330" y="362"/>
                      </a:lnTo>
                      <a:cubicBezTo>
                        <a:pt x="365" y="383"/>
                        <a:pt x="411" y="392"/>
                        <a:pt x="457" y="392"/>
                      </a:cubicBezTo>
                      <a:cubicBezTo>
                        <a:pt x="508" y="392"/>
                        <a:pt x="559" y="381"/>
                        <a:pt x="596" y="362"/>
                      </a:cubicBezTo>
                      <a:lnTo>
                        <a:pt x="639" y="334"/>
                      </a:lnTo>
                      <a:cubicBezTo>
                        <a:pt x="718" y="291"/>
                        <a:pt x="711" y="219"/>
                        <a:pt x="639" y="176"/>
                      </a:cubicBezTo>
                      <a:lnTo>
                        <a:pt x="380" y="33"/>
                      </a:lnTo>
                      <a:cubicBezTo>
                        <a:pt x="345" y="11"/>
                        <a:pt x="296" y="0"/>
                        <a:pt x="248"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6" name="Google Shape;1569;p44">
                  <a:extLst>
                    <a:ext uri="{FF2B5EF4-FFF2-40B4-BE49-F238E27FC236}">
                      <a16:creationId xmlns:a16="http://schemas.microsoft.com/office/drawing/2014/main" id="{CCE94F41-7D4D-45BC-8B09-663F8AE14D0C}"/>
                    </a:ext>
                  </a:extLst>
                </p:cNvPr>
                <p:cNvSpPr/>
                <p:nvPr/>
              </p:nvSpPr>
              <p:spPr>
                <a:xfrm>
                  <a:off x="-1019409" y="1321194"/>
                  <a:ext cx="65668" cy="36436"/>
                </a:xfrm>
                <a:custGeom>
                  <a:avLst/>
                  <a:gdLst/>
                  <a:ahLst/>
                  <a:cxnLst/>
                  <a:rect l="l" t="t" r="r" b="b"/>
                  <a:pathLst>
                    <a:path w="793" h="440" extrusionOk="0">
                      <a:moveTo>
                        <a:pt x="253" y="1"/>
                      </a:moveTo>
                      <a:cubicBezTo>
                        <a:pt x="207" y="1"/>
                        <a:pt x="160" y="12"/>
                        <a:pt x="123" y="33"/>
                      </a:cubicBezTo>
                      <a:lnTo>
                        <a:pt x="73" y="63"/>
                      </a:lnTo>
                      <a:cubicBezTo>
                        <a:pt x="1" y="106"/>
                        <a:pt x="1" y="170"/>
                        <a:pt x="73" y="213"/>
                      </a:cubicBezTo>
                      <a:lnTo>
                        <a:pt x="411" y="408"/>
                      </a:lnTo>
                      <a:cubicBezTo>
                        <a:pt x="448" y="429"/>
                        <a:pt x="494" y="440"/>
                        <a:pt x="541" y="440"/>
                      </a:cubicBezTo>
                      <a:cubicBezTo>
                        <a:pt x="587" y="440"/>
                        <a:pt x="634" y="429"/>
                        <a:pt x="670" y="408"/>
                      </a:cubicBezTo>
                      <a:lnTo>
                        <a:pt x="720" y="378"/>
                      </a:lnTo>
                      <a:cubicBezTo>
                        <a:pt x="793" y="335"/>
                        <a:pt x="793" y="271"/>
                        <a:pt x="720" y="228"/>
                      </a:cubicBezTo>
                      <a:lnTo>
                        <a:pt x="382" y="33"/>
                      </a:lnTo>
                      <a:cubicBezTo>
                        <a:pt x="347" y="12"/>
                        <a:pt x="300" y="1"/>
                        <a:pt x="253"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7" name="Google Shape;1570;p44">
                  <a:extLst>
                    <a:ext uri="{FF2B5EF4-FFF2-40B4-BE49-F238E27FC236}">
                      <a16:creationId xmlns:a16="http://schemas.microsoft.com/office/drawing/2014/main" id="{14977876-20F2-4C9A-B5BF-4CE29B71E6F3}"/>
                    </a:ext>
                  </a:extLst>
                </p:cNvPr>
                <p:cNvSpPr/>
                <p:nvPr/>
              </p:nvSpPr>
              <p:spPr>
                <a:xfrm>
                  <a:off x="-1075804" y="1342062"/>
                  <a:ext cx="86371" cy="48361"/>
                </a:xfrm>
                <a:custGeom>
                  <a:avLst/>
                  <a:gdLst/>
                  <a:ahLst/>
                  <a:cxnLst/>
                  <a:rect l="l" t="t" r="r" b="b"/>
                  <a:pathLst>
                    <a:path w="1043" h="584" extrusionOk="0">
                      <a:moveTo>
                        <a:pt x="500" y="1"/>
                      </a:moveTo>
                      <a:cubicBezTo>
                        <a:pt x="451" y="1"/>
                        <a:pt x="402" y="12"/>
                        <a:pt x="366" y="33"/>
                      </a:cubicBezTo>
                      <a:lnTo>
                        <a:pt x="71" y="206"/>
                      </a:lnTo>
                      <a:cubicBezTo>
                        <a:pt x="0" y="249"/>
                        <a:pt x="0" y="321"/>
                        <a:pt x="71" y="357"/>
                      </a:cubicBezTo>
                      <a:lnTo>
                        <a:pt x="409" y="551"/>
                      </a:lnTo>
                      <a:cubicBezTo>
                        <a:pt x="445" y="572"/>
                        <a:pt x="492" y="583"/>
                        <a:pt x="539" y="583"/>
                      </a:cubicBezTo>
                      <a:cubicBezTo>
                        <a:pt x="585" y="583"/>
                        <a:pt x="632" y="572"/>
                        <a:pt x="668" y="551"/>
                      </a:cubicBezTo>
                      <a:lnTo>
                        <a:pt x="970" y="378"/>
                      </a:lnTo>
                      <a:cubicBezTo>
                        <a:pt x="1042" y="342"/>
                        <a:pt x="1042" y="271"/>
                        <a:pt x="970" y="228"/>
                      </a:cubicBezTo>
                      <a:lnTo>
                        <a:pt x="632" y="33"/>
                      </a:lnTo>
                      <a:cubicBezTo>
                        <a:pt x="596" y="12"/>
                        <a:pt x="548" y="1"/>
                        <a:pt x="500"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8" name="Google Shape;1571;p44">
                  <a:extLst>
                    <a:ext uri="{FF2B5EF4-FFF2-40B4-BE49-F238E27FC236}">
                      <a16:creationId xmlns:a16="http://schemas.microsoft.com/office/drawing/2014/main" id="{65251DCF-89A8-4E15-861A-15C55F3A4F39}"/>
                    </a:ext>
                  </a:extLst>
                </p:cNvPr>
                <p:cNvSpPr/>
                <p:nvPr/>
              </p:nvSpPr>
              <p:spPr>
                <a:xfrm>
                  <a:off x="-1242503" y="1246250"/>
                  <a:ext cx="83307" cy="46539"/>
                </a:xfrm>
                <a:custGeom>
                  <a:avLst/>
                  <a:gdLst/>
                  <a:ahLst/>
                  <a:cxnLst/>
                  <a:rect l="l" t="t" r="r" b="b"/>
                  <a:pathLst>
                    <a:path w="1006" h="562" extrusionOk="0">
                      <a:moveTo>
                        <a:pt x="503" y="0"/>
                      </a:moveTo>
                      <a:cubicBezTo>
                        <a:pt x="456" y="0"/>
                        <a:pt x="410" y="11"/>
                        <a:pt x="375" y="33"/>
                      </a:cubicBezTo>
                      <a:lnTo>
                        <a:pt x="73" y="205"/>
                      </a:lnTo>
                      <a:cubicBezTo>
                        <a:pt x="0" y="248"/>
                        <a:pt x="0" y="314"/>
                        <a:pt x="73" y="357"/>
                      </a:cubicBezTo>
                      <a:lnTo>
                        <a:pt x="375" y="529"/>
                      </a:lnTo>
                      <a:cubicBezTo>
                        <a:pt x="410" y="551"/>
                        <a:pt x="456" y="562"/>
                        <a:pt x="503" y="562"/>
                      </a:cubicBezTo>
                      <a:cubicBezTo>
                        <a:pt x="550" y="562"/>
                        <a:pt x="597" y="551"/>
                        <a:pt x="633" y="529"/>
                      </a:cubicBezTo>
                      <a:lnTo>
                        <a:pt x="935" y="357"/>
                      </a:lnTo>
                      <a:cubicBezTo>
                        <a:pt x="1006" y="314"/>
                        <a:pt x="1006" y="241"/>
                        <a:pt x="935" y="205"/>
                      </a:cubicBezTo>
                      <a:lnTo>
                        <a:pt x="633" y="33"/>
                      </a:lnTo>
                      <a:cubicBezTo>
                        <a:pt x="597" y="11"/>
                        <a:pt x="550" y="0"/>
                        <a:pt x="503"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9" name="Google Shape;1572;p44">
                  <a:extLst>
                    <a:ext uri="{FF2B5EF4-FFF2-40B4-BE49-F238E27FC236}">
                      <a16:creationId xmlns:a16="http://schemas.microsoft.com/office/drawing/2014/main" id="{E2DE214A-1515-4CD9-ABF1-A93F4E3FC1AC}"/>
                    </a:ext>
                  </a:extLst>
                </p:cNvPr>
                <p:cNvSpPr/>
                <p:nvPr/>
              </p:nvSpPr>
              <p:spPr>
                <a:xfrm>
                  <a:off x="-1186522" y="1278380"/>
                  <a:ext cx="84466" cy="47119"/>
                </a:xfrm>
                <a:custGeom>
                  <a:avLst/>
                  <a:gdLst/>
                  <a:ahLst/>
                  <a:cxnLst/>
                  <a:rect l="l" t="t" r="r" b="b"/>
                  <a:pathLst>
                    <a:path w="1020" h="569" extrusionOk="0">
                      <a:moveTo>
                        <a:pt x="507" y="0"/>
                      </a:moveTo>
                      <a:cubicBezTo>
                        <a:pt x="458" y="0"/>
                        <a:pt x="409" y="11"/>
                        <a:pt x="373" y="33"/>
                      </a:cubicBezTo>
                      <a:lnTo>
                        <a:pt x="78" y="205"/>
                      </a:lnTo>
                      <a:cubicBezTo>
                        <a:pt x="0" y="248"/>
                        <a:pt x="7" y="321"/>
                        <a:pt x="78" y="357"/>
                      </a:cubicBezTo>
                      <a:lnTo>
                        <a:pt x="389" y="536"/>
                      </a:lnTo>
                      <a:cubicBezTo>
                        <a:pt x="424" y="558"/>
                        <a:pt x="472" y="569"/>
                        <a:pt x="521" y="569"/>
                      </a:cubicBezTo>
                      <a:cubicBezTo>
                        <a:pt x="569" y="569"/>
                        <a:pt x="618" y="558"/>
                        <a:pt x="654" y="536"/>
                      </a:cubicBezTo>
                      <a:lnTo>
                        <a:pt x="949" y="364"/>
                      </a:lnTo>
                      <a:cubicBezTo>
                        <a:pt x="1020" y="321"/>
                        <a:pt x="1020" y="255"/>
                        <a:pt x="949" y="212"/>
                      </a:cubicBezTo>
                      <a:lnTo>
                        <a:pt x="639" y="33"/>
                      </a:lnTo>
                      <a:cubicBezTo>
                        <a:pt x="603" y="11"/>
                        <a:pt x="555" y="0"/>
                        <a:pt x="507"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0" name="Google Shape;1573;p44">
                  <a:extLst>
                    <a:ext uri="{FF2B5EF4-FFF2-40B4-BE49-F238E27FC236}">
                      <a16:creationId xmlns:a16="http://schemas.microsoft.com/office/drawing/2014/main" id="{D73B5761-CEDB-43B3-A33C-C6F184F3116A}"/>
                    </a:ext>
                  </a:extLst>
                </p:cNvPr>
                <p:cNvSpPr/>
                <p:nvPr/>
              </p:nvSpPr>
              <p:spPr>
                <a:xfrm>
                  <a:off x="-1516359" y="1154660"/>
                  <a:ext cx="86371" cy="48278"/>
                </a:xfrm>
                <a:custGeom>
                  <a:avLst/>
                  <a:gdLst/>
                  <a:ahLst/>
                  <a:cxnLst/>
                  <a:rect l="l" t="t" r="r" b="b"/>
                  <a:pathLst>
                    <a:path w="1043" h="583" extrusionOk="0">
                      <a:moveTo>
                        <a:pt x="540" y="0"/>
                      </a:moveTo>
                      <a:cubicBezTo>
                        <a:pt x="493" y="0"/>
                        <a:pt x="446" y="11"/>
                        <a:pt x="411" y="33"/>
                      </a:cubicBezTo>
                      <a:lnTo>
                        <a:pt x="73" y="226"/>
                      </a:lnTo>
                      <a:cubicBezTo>
                        <a:pt x="0" y="269"/>
                        <a:pt x="0" y="335"/>
                        <a:pt x="79" y="378"/>
                      </a:cubicBezTo>
                      <a:lnTo>
                        <a:pt x="374" y="550"/>
                      </a:lnTo>
                      <a:cubicBezTo>
                        <a:pt x="411" y="572"/>
                        <a:pt x="459" y="583"/>
                        <a:pt x="507" y="583"/>
                      </a:cubicBezTo>
                      <a:cubicBezTo>
                        <a:pt x="556" y="583"/>
                        <a:pt x="604" y="572"/>
                        <a:pt x="640" y="550"/>
                      </a:cubicBezTo>
                      <a:lnTo>
                        <a:pt x="971" y="355"/>
                      </a:lnTo>
                      <a:cubicBezTo>
                        <a:pt x="1042" y="312"/>
                        <a:pt x="1042" y="248"/>
                        <a:pt x="971" y="205"/>
                      </a:cubicBezTo>
                      <a:lnTo>
                        <a:pt x="676" y="33"/>
                      </a:lnTo>
                      <a:cubicBezTo>
                        <a:pt x="637" y="11"/>
                        <a:pt x="588" y="0"/>
                        <a:pt x="54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1" name="Google Shape;1574;p44">
                  <a:extLst>
                    <a:ext uri="{FF2B5EF4-FFF2-40B4-BE49-F238E27FC236}">
                      <a16:creationId xmlns:a16="http://schemas.microsoft.com/office/drawing/2014/main" id="{C6C6ADFC-D39E-4E11-9918-2CD93DC3B948}"/>
                    </a:ext>
                  </a:extLst>
                </p:cNvPr>
                <p:cNvSpPr/>
                <p:nvPr/>
              </p:nvSpPr>
              <p:spPr>
                <a:xfrm>
                  <a:off x="-1472221" y="1113503"/>
                  <a:ext cx="83307" cy="46622"/>
                </a:xfrm>
                <a:custGeom>
                  <a:avLst/>
                  <a:gdLst/>
                  <a:ahLst/>
                  <a:cxnLst/>
                  <a:rect l="l" t="t" r="r" b="b"/>
                  <a:pathLst>
                    <a:path w="1006" h="563" extrusionOk="0">
                      <a:moveTo>
                        <a:pt x="504" y="1"/>
                      </a:moveTo>
                      <a:cubicBezTo>
                        <a:pt x="456" y="1"/>
                        <a:pt x="409" y="11"/>
                        <a:pt x="373" y="33"/>
                      </a:cubicBezTo>
                      <a:lnTo>
                        <a:pt x="71" y="205"/>
                      </a:lnTo>
                      <a:cubicBezTo>
                        <a:pt x="0" y="249"/>
                        <a:pt x="0" y="314"/>
                        <a:pt x="71" y="357"/>
                      </a:cubicBezTo>
                      <a:lnTo>
                        <a:pt x="373" y="530"/>
                      </a:lnTo>
                      <a:cubicBezTo>
                        <a:pt x="409" y="551"/>
                        <a:pt x="458" y="562"/>
                        <a:pt x="506" y="562"/>
                      </a:cubicBezTo>
                      <a:cubicBezTo>
                        <a:pt x="555" y="562"/>
                        <a:pt x="603" y="551"/>
                        <a:pt x="638" y="530"/>
                      </a:cubicBezTo>
                      <a:lnTo>
                        <a:pt x="933" y="357"/>
                      </a:lnTo>
                      <a:cubicBezTo>
                        <a:pt x="1006" y="314"/>
                        <a:pt x="1006" y="249"/>
                        <a:pt x="933" y="205"/>
                      </a:cubicBezTo>
                      <a:lnTo>
                        <a:pt x="638" y="33"/>
                      </a:lnTo>
                      <a:cubicBezTo>
                        <a:pt x="600" y="11"/>
                        <a:pt x="551" y="1"/>
                        <a:pt x="504"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2" name="Google Shape;1575;p44">
                  <a:extLst>
                    <a:ext uri="{FF2B5EF4-FFF2-40B4-BE49-F238E27FC236}">
                      <a16:creationId xmlns:a16="http://schemas.microsoft.com/office/drawing/2014/main" id="{97EC1054-DB22-4874-A71D-267F18BBAFAC}"/>
                    </a:ext>
                  </a:extLst>
                </p:cNvPr>
                <p:cNvSpPr/>
                <p:nvPr/>
              </p:nvSpPr>
              <p:spPr>
                <a:xfrm>
                  <a:off x="-1415826" y="1092634"/>
                  <a:ext cx="62687" cy="34615"/>
                </a:xfrm>
                <a:custGeom>
                  <a:avLst/>
                  <a:gdLst/>
                  <a:ahLst/>
                  <a:cxnLst/>
                  <a:rect l="l" t="t" r="r" b="b"/>
                  <a:pathLst>
                    <a:path w="757" h="418" extrusionOk="0">
                      <a:moveTo>
                        <a:pt x="257" y="1"/>
                      </a:moveTo>
                      <a:cubicBezTo>
                        <a:pt x="208" y="1"/>
                        <a:pt x="159" y="12"/>
                        <a:pt x="123" y="33"/>
                      </a:cubicBezTo>
                      <a:lnTo>
                        <a:pt x="73" y="62"/>
                      </a:lnTo>
                      <a:cubicBezTo>
                        <a:pt x="1" y="106"/>
                        <a:pt x="1" y="169"/>
                        <a:pt x="73" y="213"/>
                      </a:cubicBezTo>
                      <a:lnTo>
                        <a:pt x="375" y="385"/>
                      </a:lnTo>
                      <a:cubicBezTo>
                        <a:pt x="411" y="407"/>
                        <a:pt x="460" y="417"/>
                        <a:pt x="508" y="417"/>
                      </a:cubicBezTo>
                      <a:cubicBezTo>
                        <a:pt x="557" y="417"/>
                        <a:pt x="605" y="407"/>
                        <a:pt x="641" y="385"/>
                      </a:cubicBezTo>
                      <a:lnTo>
                        <a:pt x="684" y="357"/>
                      </a:lnTo>
                      <a:cubicBezTo>
                        <a:pt x="756" y="314"/>
                        <a:pt x="756" y="249"/>
                        <a:pt x="684" y="206"/>
                      </a:cubicBezTo>
                      <a:lnTo>
                        <a:pt x="389" y="33"/>
                      </a:lnTo>
                      <a:cubicBezTo>
                        <a:pt x="353" y="12"/>
                        <a:pt x="305" y="1"/>
                        <a:pt x="257"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3" name="Google Shape;1576;p44">
                  <a:extLst>
                    <a:ext uri="{FF2B5EF4-FFF2-40B4-BE49-F238E27FC236}">
                      <a16:creationId xmlns:a16="http://schemas.microsoft.com/office/drawing/2014/main" id="{0D82F66A-4275-4DC1-893B-FEFAE59BF878}"/>
                    </a:ext>
                  </a:extLst>
                </p:cNvPr>
                <p:cNvSpPr/>
                <p:nvPr/>
              </p:nvSpPr>
              <p:spPr>
                <a:xfrm>
                  <a:off x="-1359266" y="1124765"/>
                  <a:ext cx="63847" cy="35360"/>
                </a:xfrm>
                <a:custGeom>
                  <a:avLst/>
                  <a:gdLst/>
                  <a:ahLst/>
                  <a:cxnLst/>
                  <a:rect l="l" t="t" r="r" b="b"/>
                  <a:pathLst>
                    <a:path w="771" h="427" extrusionOk="0">
                      <a:moveTo>
                        <a:pt x="252" y="1"/>
                      </a:moveTo>
                      <a:cubicBezTo>
                        <a:pt x="204" y="1"/>
                        <a:pt x="156" y="12"/>
                        <a:pt x="116" y="33"/>
                      </a:cubicBezTo>
                      <a:lnTo>
                        <a:pt x="73" y="63"/>
                      </a:lnTo>
                      <a:cubicBezTo>
                        <a:pt x="1" y="106"/>
                        <a:pt x="1" y="178"/>
                        <a:pt x="73" y="213"/>
                      </a:cubicBezTo>
                      <a:lnTo>
                        <a:pt x="382" y="394"/>
                      </a:lnTo>
                      <a:cubicBezTo>
                        <a:pt x="418" y="415"/>
                        <a:pt x="467" y="426"/>
                        <a:pt x="515" y="426"/>
                      </a:cubicBezTo>
                      <a:cubicBezTo>
                        <a:pt x="564" y="426"/>
                        <a:pt x="612" y="415"/>
                        <a:pt x="648" y="394"/>
                      </a:cubicBezTo>
                      <a:lnTo>
                        <a:pt x="691" y="371"/>
                      </a:lnTo>
                      <a:cubicBezTo>
                        <a:pt x="770" y="328"/>
                        <a:pt x="763" y="256"/>
                        <a:pt x="691" y="213"/>
                      </a:cubicBezTo>
                      <a:lnTo>
                        <a:pt x="382" y="33"/>
                      </a:lnTo>
                      <a:cubicBezTo>
                        <a:pt x="346" y="12"/>
                        <a:pt x="299" y="1"/>
                        <a:pt x="252"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4" name="Google Shape;1577;p44">
                  <a:extLst>
                    <a:ext uri="{FF2B5EF4-FFF2-40B4-BE49-F238E27FC236}">
                      <a16:creationId xmlns:a16="http://schemas.microsoft.com/office/drawing/2014/main" id="{55BA99BA-A612-4DB6-9A89-314029A8FD6E}"/>
                    </a:ext>
                  </a:extLst>
                </p:cNvPr>
                <p:cNvSpPr/>
                <p:nvPr/>
              </p:nvSpPr>
              <p:spPr>
                <a:xfrm>
                  <a:off x="-1185943" y="1225381"/>
                  <a:ext cx="62522" cy="34201"/>
                </a:xfrm>
                <a:custGeom>
                  <a:avLst/>
                  <a:gdLst/>
                  <a:ahLst/>
                  <a:cxnLst/>
                  <a:rect l="l" t="t" r="r" b="b"/>
                  <a:pathLst>
                    <a:path w="755" h="413" extrusionOk="0">
                      <a:moveTo>
                        <a:pt x="252" y="0"/>
                      </a:moveTo>
                      <a:cubicBezTo>
                        <a:pt x="205" y="0"/>
                        <a:pt x="158" y="11"/>
                        <a:pt x="123" y="33"/>
                      </a:cubicBezTo>
                      <a:lnTo>
                        <a:pt x="71" y="55"/>
                      </a:lnTo>
                      <a:cubicBezTo>
                        <a:pt x="0" y="98"/>
                        <a:pt x="0" y="171"/>
                        <a:pt x="71" y="214"/>
                      </a:cubicBezTo>
                      <a:lnTo>
                        <a:pt x="373" y="386"/>
                      </a:lnTo>
                      <a:cubicBezTo>
                        <a:pt x="409" y="404"/>
                        <a:pt x="456" y="412"/>
                        <a:pt x="503" y="412"/>
                      </a:cubicBezTo>
                      <a:cubicBezTo>
                        <a:pt x="550" y="412"/>
                        <a:pt x="596" y="404"/>
                        <a:pt x="632" y="386"/>
                      </a:cubicBezTo>
                      <a:lnTo>
                        <a:pt x="683" y="357"/>
                      </a:lnTo>
                      <a:cubicBezTo>
                        <a:pt x="754" y="314"/>
                        <a:pt x="754" y="241"/>
                        <a:pt x="683" y="198"/>
                      </a:cubicBezTo>
                      <a:lnTo>
                        <a:pt x="388" y="33"/>
                      </a:lnTo>
                      <a:cubicBezTo>
                        <a:pt x="349" y="11"/>
                        <a:pt x="300" y="0"/>
                        <a:pt x="252"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5" name="Google Shape;1578;p44">
                  <a:extLst>
                    <a:ext uri="{FF2B5EF4-FFF2-40B4-BE49-F238E27FC236}">
                      <a16:creationId xmlns:a16="http://schemas.microsoft.com/office/drawing/2014/main" id="{77A5D44A-18C1-4246-B3DB-1B074AFE446B}"/>
                    </a:ext>
                  </a:extLst>
                </p:cNvPr>
                <p:cNvSpPr/>
                <p:nvPr/>
              </p:nvSpPr>
              <p:spPr>
                <a:xfrm>
                  <a:off x="-1302127" y="1158221"/>
                  <a:ext cx="63267" cy="34697"/>
                </a:xfrm>
                <a:custGeom>
                  <a:avLst/>
                  <a:gdLst/>
                  <a:ahLst/>
                  <a:cxnLst/>
                  <a:rect l="l" t="t" r="r" b="b"/>
                  <a:pathLst>
                    <a:path w="764" h="419" extrusionOk="0">
                      <a:moveTo>
                        <a:pt x="253" y="1"/>
                      </a:moveTo>
                      <a:cubicBezTo>
                        <a:pt x="206" y="1"/>
                        <a:pt x="160" y="11"/>
                        <a:pt x="123" y="33"/>
                      </a:cubicBezTo>
                      <a:lnTo>
                        <a:pt x="73" y="61"/>
                      </a:lnTo>
                      <a:cubicBezTo>
                        <a:pt x="1" y="104"/>
                        <a:pt x="1" y="169"/>
                        <a:pt x="73" y="212"/>
                      </a:cubicBezTo>
                      <a:lnTo>
                        <a:pt x="382" y="392"/>
                      </a:lnTo>
                      <a:cubicBezTo>
                        <a:pt x="418" y="410"/>
                        <a:pt x="465" y="419"/>
                        <a:pt x="511" y="419"/>
                      </a:cubicBezTo>
                      <a:cubicBezTo>
                        <a:pt x="558" y="419"/>
                        <a:pt x="605" y="410"/>
                        <a:pt x="641" y="392"/>
                      </a:cubicBezTo>
                      <a:lnTo>
                        <a:pt x="691" y="362"/>
                      </a:lnTo>
                      <a:cubicBezTo>
                        <a:pt x="763" y="319"/>
                        <a:pt x="763" y="249"/>
                        <a:pt x="691" y="205"/>
                      </a:cubicBezTo>
                      <a:lnTo>
                        <a:pt x="382" y="33"/>
                      </a:lnTo>
                      <a:cubicBezTo>
                        <a:pt x="346" y="11"/>
                        <a:pt x="299" y="1"/>
                        <a:pt x="253"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6" name="Google Shape;1579;p44">
                  <a:extLst>
                    <a:ext uri="{FF2B5EF4-FFF2-40B4-BE49-F238E27FC236}">
                      <a16:creationId xmlns:a16="http://schemas.microsoft.com/office/drawing/2014/main" id="{328FBC17-C2B9-4A18-BD9E-C47095A11E13}"/>
                    </a:ext>
                  </a:extLst>
                </p:cNvPr>
                <p:cNvSpPr/>
                <p:nvPr/>
              </p:nvSpPr>
              <p:spPr>
                <a:xfrm>
                  <a:off x="-1415826" y="1146048"/>
                  <a:ext cx="84052" cy="46870"/>
                </a:xfrm>
                <a:custGeom>
                  <a:avLst/>
                  <a:gdLst/>
                  <a:ahLst/>
                  <a:cxnLst/>
                  <a:rect l="l" t="t" r="r" b="b"/>
                  <a:pathLst>
                    <a:path w="1015" h="566" extrusionOk="0">
                      <a:moveTo>
                        <a:pt x="501" y="1"/>
                      </a:moveTo>
                      <a:cubicBezTo>
                        <a:pt x="453" y="1"/>
                        <a:pt x="404" y="10"/>
                        <a:pt x="368" y="28"/>
                      </a:cubicBezTo>
                      <a:lnTo>
                        <a:pt x="73" y="201"/>
                      </a:lnTo>
                      <a:cubicBezTo>
                        <a:pt x="1" y="244"/>
                        <a:pt x="1" y="316"/>
                        <a:pt x="73" y="359"/>
                      </a:cubicBezTo>
                      <a:lnTo>
                        <a:pt x="382" y="539"/>
                      </a:lnTo>
                      <a:cubicBezTo>
                        <a:pt x="418" y="557"/>
                        <a:pt x="467" y="566"/>
                        <a:pt x="515" y="566"/>
                      </a:cubicBezTo>
                      <a:cubicBezTo>
                        <a:pt x="564" y="566"/>
                        <a:pt x="612" y="557"/>
                        <a:pt x="648" y="539"/>
                      </a:cubicBezTo>
                      <a:lnTo>
                        <a:pt x="943" y="359"/>
                      </a:lnTo>
                      <a:cubicBezTo>
                        <a:pt x="1015" y="323"/>
                        <a:pt x="1015" y="251"/>
                        <a:pt x="943" y="208"/>
                      </a:cubicBezTo>
                      <a:lnTo>
                        <a:pt x="634" y="28"/>
                      </a:lnTo>
                      <a:cubicBezTo>
                        <a:pt x="597" y="10"/>
                        <a:pt x="549" y="1"/>
                        <a:pt x="501"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7" name="Google Shape;1580;p44">
                  <a:extLst>
                    <a:ext uri="{FF2B5EF4-FFF2-40B4-BE49-F238E27FC236}">
                      <a16:creationId xmlns:a16="http://schemas.microsoft.com/office/drawing/2014/main" id="{85B3F227-A59C-4B7B-809A-80A26B1DBBD5}"/>
                    </a:ext>
                  </a:extLst>
                </p:cNvPr>
                <p:cNvSpPr/>
                <p:nvPr/>
              </p:nvSpPr>
              <p:spPr>
                <a:xfrm>
                  <a:off x="-1358687" y="1178924"/>
                  <a:ext cx="84135" cy="47202"/>
                </a:xfrm>
                <a:custGeom>
                  <a:avLst/>
                  <a:gdLst/>
                  <a:ahLst/>
                  <a:cxnLst/>
                  <a:rect l="l" t="t" r="r" b="b"/>
                  <a:pathLst>
                    <a:path w="1016" h="570" extrusionOk="0">
                      <a:moveTo>
                        <a:pt x="501" y="1"/>
                      </a:moveTo>
                      <a:cubicBezTo>
                        <a:pt x="453" y="1"/>
                        <a:pt x="404" y="12"/>
                        <a:pt x="368" y="33"/>
                      </a:cubicBezTo>
                      <a:lnTo>
                        <a:pt x="73" y="206"/>
                      </a:lnTo>
                      <a:cubicBezTo>
                        <a:pt x="1" y="249"/>
                        <a:pt x="1" y="314"/>
                        <a:pt x="73" y="357"/>
                      </a:cubicBezTo>
                      <a:lnTo>
                        <a:pt x="382" y="537"/>
                      </a:lnTo>
                      <a:cubicBezTo>
                        <a:pt x="418" y="558"/>
                        <a:pt x="465" y="569"/>
                        <a:pt x="512" y="569"/>
                      </a:cubicBezTo>
                      <a:cubicBezTo>
                        <a:pt x="559" y="569"/>
                        <a:pt x="605" y="558"/>
                        <a:pt x="641" y="537"/>
                      </a:cubicBezTo>
                      <a:lnTo>
                        <a:pt x="943" y="364"/>
                      </a:lnTo>
                      <a:cubicBezTo>
                        <a:pt x="1015" y="321"/>
                        <a:pt x="1015" y="249"/>
                        <a:pt x="943" y="206"/>
                      </a:cubicBezTo>
                      <a:lnTo>
                        <a:pt x="634" y="33"/>
                      </a:lnTo>
                      <a:cubicBezTo>
                        <a:pt x="598" y="12"/>
                        <a:pt x="549" y="1"/>
                        <a:pt x="501"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8" name="Google Shape;1581;p44">
                  <a:extLst>
                    <a:ext uri="{FF2B5EF4-FFF2-40B4-BE49-F238E27FC236}">
                      <a16:creationId xmlns:a16="http://schemas.microsoft.com/office/drawing/2014/main" id="{63A594B8-2471-40AE-B1AD-1E9CDC00A290}"/>
                    </a:ext>
                  </a:extLst>
                </p:cNvPr>
                <p:cNvSpPr/>
                <p:nvPr/>
              </p:nvSpPr>
              <p:spPr>
                <a:xfrm>
                  <a:off x="-1245567" y="1190932"/>
                  <a:ext cx="66248" cy="36271"/>
                </a:xfrm>
                <a:custGeom>
                  <a:avLst/>
                  <a:gdLst/>
                  <a:ahLst/>
                  <a:cxnLst/>
                  <a:rect l="l" t="t" r="r" b="b"/>
                  <a:pathLst>
                    <a:path w="800" h="438" extrusionOk="0">
                      <a:moveTo>
                        <a:pt x="256" y="1"/>
                      </a:moveTo>
                      <a:cubicBezTo>
                        <a:pt x="208" y="1"/>
                        <a:pt x="160" y="11"/>
                        <a:pt x="123" y="33"/>
                      </a:cubicBezTo>
                      <a:lnTo>
                        <a:pt x="73" y="61"/>
                      </a:lnTo>
                      <a:cubicBezTo>
                        <a:pt x="1" y="104"/>
                        <a:pt x="1" y="169"/>
                        <a:pt x="73" y="212"/>
                      </a:cubicBezTo>
                      <a:lnTo>
                        <a:pt x="412" y="406"/>
                      </a:lnTo>
                      <a:cubicBezTo>
                        <a:pt x="447" y="427"/>
                        <a:pt x="495" y="438"/>
                        <a:pt x="544" y="438"/>
                      </a:cubicBezTo>
                      <a:cubicBezTo>
                        <a:pt x="592" y="438"/>
                        <a:pt x="641" y="427"/>
                        <a:pt x="677" y="406"/>
                      </a:cubicBezTo>
                      <a:lnTo>
                        <a:pt x="727" y="378"/>
                      </a:lnTo>
                      <a:cubicBezTo>
                        <a:pt x="800" y="335"/>
                        <a:pt x="800" y="269"/>
                        <a:pt x="727" y="226"/>
                      </a:cubicBezTo>
                      <a:lnTo>
                        <a:pt x="389" y="33"/>
                      </a:lnTo>
                      <a:cubicBezTo>
                        <a:pt x="353" y="11"/>
                        <a:pt x="305" y="1"/>
                        <a:pt x="256"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9" name="Google Shape;1582;p44">
                  <a:extLst>
                    <a:ext uri="{FF2B5EF4-FFF2-40B4-BE49-F238E27FC236}">
                      <a16:creationId xmlns:a16="http://schemas.microsoft.com/office/drawing/2014/main" id="{3F346CE4-91E6-42C3-AC76-1F706D3971CF}"/>
                    </a:ext>
                  </a:extLst>
                </p:cNvPr>
                <p:cNvSpPr/>
                <p:nvPr/>
              </p:nvSpPr>
              <p:spPr>
                <a:xfrm>
                  <a:off x="-1302127" y="1211800"/>
                  <a:ext cx="87116" cy="48278"/>
                </a:xfrm>
                <a:custGeom>
                  <a:avLst/>
                  <a:gdLst/>
                  <a:ahLst/>
                  <a:cxnLst/>
                  <a:rect l="l" t="t" r="r" b="b"/>
                  <a:pathLst>
                    <a:path w="1052" h="583" extrusionOk="0">
                      <a:moveTo>
                        <a:pt x="505" y="1"/>
                      </a:moveTo>
                      <a:cubicBezTo>
                        <a:pt x="458" y="1"/>
                        <a:pt x="411" y="11"/>
                        <a:pt x="375" y="33"/>
                      </a:cubicBezTo>
                      <a:lnTo>
                        <a:pt x="73" y="205"/>
                      </a:lnTo>
                      <a:cubicBezTo>
                        <a:pt x="1" y="248"/>
                        <a:pt x="1" y="319"/>
                        <a:pt x="80" y="355"/>
                      </a:cubicBezTo>
                      <a:lnTo>
                        <a:pt x="411" y="550"/>
                      </a:lnTo>
                      <a:cubicBezTo>
                        <a:pt x="447" y="572"/>
                        <a:pt x="495" y="583"/>
                        <a:pt x="544" y="583"/>
                      </a:cubicBezTo>
                      <a:cubicBezTo>
                        <a:pt x="592" y="583"/>
                        <a:pt x="641" y="572"/>
                        <a:pt x="677" y="550"/>
                      </a:cubicBezTo>
                      <a:lnTo>
                        <a:pt x="979" y="378"/>
                      </a:lnTo>
                      <a:cubicBezTo>
                        <a:pt x="1051" y="335"/>
                        <a:pt x="1051" y="269"/>
                        <a:pt x="972" y="226"/>
                      </a:cubicBezTo>
                      <a:lnTo>
                        <a:pt x="641" y="33"/>
                      </a:lnTo>
                      <a:cubicBezTo>
                        <a:pt x="601" y="11"/>
                        <a:pt x="553" y="1"/>
                        <a:pt x="505"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0" name="Google Shape;1583;p44">
                  <a:extLst>
                    <a:ext uri="{FF2B5EF4-FFF2-40B4-BE49-F238E27FC236}">
                      <a16:creationId xmlns:a16="http://schemas.microsoft.com/office/drawing/2014/main" id="{4A1F1846-C4B7-49DA-AEA3-02A7A55C226E}"/>
                    </a:ext>
                  </a:extLst>
                </p:cNvPr>
                <p:cNvSpPr/>
                <p:nvPr/>
              </p:nvSpPr>
              <p:spPr>
                <a:xfrm>
                  <a:off x="-1611509" y="1166337"/>
                  <a:ext cx="86371" cy="48030"/>
                </a:xfrm>
                <a:custGeom>
                  <a:avLst/>
                  <a:gdLst/>
                  <a:ahLst/>
                  <a:cxnLst/>
                  <a:rect l="l" t="t" r="r" b="b"/>
                  <a:pathLst>
                    <a:path w="1043" h="580" extrusionOk="0">
                      <a:moveTo>
                        <a:pt x="503" y="1"/>
                      </a:moveTo>
                      <a:cubicBezTo>
                        <a:pt x="456" y="1"/>
                        <a:pt x="409" y="10"/>
                        <a:pt x="373" y="28"/>
                      </a:cubicBezTo>
                      <a:lnTo>
                        <a:pt x="71" y="201"/>
                      </a:lnTo>
                      <a:cubicBezTo>
                        <a:pt x="0" y="244"/>
                        <a:pt x="0" y="314"/>
                        <a:pt x="78" y="351"/>
                      </a:cubicBezTo>
                      <a:lnTo>
                        <a:pt x="409" y="553"/>
                      </a:lnTo>
                      <a:cubicBezTo>
                        <a:pt x="445" y="571"/>
                        <a:pt x="494" y="580"/>
                        <a:pt x="543" y="580"/>
                      </a:cubicBezTo>
                      <a:cubicBezTo>
                        <a:pt x="591" y="580"/>
                        <a:pt x="639" y="571"/>
                        <a:pt x="675" y="553"/>
                      </a:cubicBezTo>
                      <a:lnTo>
                        <a:pt x="970" y="380"/>
                      </a:lnTo>
                      <a:cubicBezTo>
                        <a:pt x="1042" y="337"/>
                        <a:pt x="1042" y="264"/>
                        <a:pt x="970" y="221"/>
                      </a:cubicBezTo>
                      <a:lnTo>
                        <a:pt x="632" y="28"/>
                      </a:lnTo>
                      <a:cubicBezTo>
                        <a:pt x="596" y="10"/>
                        <a:pt x="550" y="1"/>
                        <a:pt x="503"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1" name="Google Shape;1584;p44">
                  <a:extLst>
                    <a:ext uri="{FF2B5EF4-FFF2-40B4-BE49-F238E27FC236}">
                      <a16:creationId xmlns:a16="http://schemas.microsoft.com/office/drawing/2014/main" id="{827EA838-47D8-421E-999F-70CAAB4E59EB}"/>
                    </a:ext>
                  </a:extLst>
                </p:cNvPr>
                <p:cNvSpPr/>
                <p:nvPr/>
              </p:nvSpPr>
              <p:spPr>
                <a:xfrm>
                  <a:off x="-1552134" y="1200372"/>
                  <a:ext cx="83555" cy="46622"/>
                </a:xfrm>
                <a:custGeom>
                  <a:avLst/>
                  <a:gdLst/>
                  <a:ahLst/>
                  <a:cxnLst/>
                  <a:rect l="l" t="t" r="r" b="b"/>
                  <a:pathLst>
                    <a:path w="1009" h="563" extrusionOk="0">
                      <a:moveTo>
                        <a:pt x="500" y="0"/>
                      </a:moveTo>
                      <a:cubicBezTo>
                        <a:pt x="452" y="0"/>
                        <a:pt x="404" y="11"/>
                        <a:pt x="368" y="33"/>
                      </a:cubicBezTo>
                      <a:lnTo>
                        <a:pt x="73" y="205"/>
                      </a:lnTo>
                      <a:cubicBezTo>
                        <a:pt x="1" y="248"/>
                        <a:pt x="1" y="314"/>
                        <a:pt x="73" y="357"/>
                      </a:cubicBezTo>
                      <a:lnTo>
                        <a:pt x="375" y="530"/>
                      </a:lnTo>
                      <a:cubicBezTo>
                        <a:pt x="411" y="551"/>
                        <a:pt x="458" y="562"/>
                        <a:pt x="505" y="562"/>
                      </a:cubicBezTo>
                      <a:cubicBezTo>
                        <a:pt x="551" y="562"/>
                        <a:pt x="598" y="551"/>
                        <a:pt x="634" y="530"/>
                      </a:cubicBezTo>
                      <a:lnTo>
                        <a:pt x="936" y="357"/>
                      </a:lnTo>
                      <a:cubicBezTo>
                        <a:pt x="1008" y="314"/>
                        <a:pt x="1008" y="248"/>
                        <a:pt x="929" y="205"/>
                      </a:cubicBezTo>
                      <a:lnTo>
                        <a:pt x="634" y="33"/>
                      </a:lnTo>
                      <a:cubicBezTo>
                        <a:pt x="598" y="11"/>
                        <a:pt x="549" y="0"/>
                        <a:pt x="50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2" name="Google Shape;1585;p44">
                  <a:extLst>
                    <a:ext uri="{FF2B5EF4-FFF2-40B4-BE49-F238E27FC236}">
                      <a16:creationId xmlns:a16="http://schemas.microsoft.com/office/drawing/2014/main" id="{AC4C042D-0C53-4EB5-91A9-5624A02C8C00}"/>
                    </a:ext>
                  </a:extLst>
                </p:cNvPr>
                <p:cNvSpPr/>
                <p:nvPr/>
              </p:nvSpPr>
              <p:spPr>
                <a:xfrm>
                  <a:off x="-1459799" y="1187371"/>
                  <a:ext cx="86950" cy="48858"/>
                </a:xfrm>
                <a:custGeom>
                  <a:avLst/>
                  <a:gdLst/>
                  <a:ahLst/>
                  <a:cxnLst/>
                  <a:rect l="l" t="t" r="r" b="b"/>
                  <a:pathLst>
                    <a:path w="1050" h="590" extrusionOk="0">
                      <a:moveTo>
                        <a:pt x="536" y="1"/>
                      </a:moveTo>
                      <a:cubicBezTo>
                        <a:pt x="487" y="1"/>
                        <a:pt x="438" y="11"/>
                        <a:pt x="402" y="33"/>
                      </a:cubicBezTo>
                      <a:lnTo>
                        <a:pt x="73" y="226"/>
                      </a:lnTo>
                      <a:cubicBezTo>
                        <a:pt x="0" y="262"/>
                        <a:pt x="0" y="335"/>
                        <a:pt x="73" y="378"/>
                      </a:cubicBezTo>
                      <a:lnTo>
                        <a:pt x="382" y="557"/>
                      </a:lnTo>
                      <a:cubicBezTo>
                        <a:pt x="418" y="579"/>
                        <a:pt x="466" y="590"/>
                        <a:pt x="514" y="590"/>
                      </a:cubicBezTo>
                      <a:cubicBezTo>
                        <a:pt x="563" y="590"/>
                        <a:pt x="611" y="579"/>
                        <a:pt x="647" y="557"/>
                      </a:cubicBezTo>
                      <a:lnTo>
                        <a:pt x="978" y="362"/>
                      </a:lnTo>
                      <a:cubicBezTo>
                        <a:pt x="1049" y="319"/>
                        <a:pt x="1049" y="248"/>
                        <a:pt x="978" y="205"/>
                      </a:cubicBezTo>
                      <a:lnTo>
                        <a:pt x="670" y="33"/>
                      </a:lnTo>
                      <a:cubicBezTo>
                        <a:pt x="633" y="11"/>
                        <a:pt x="585" y="1"/>
                        <a:pt x="536"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3" name="Google Shape;1586;p44">
                  <a:extLst>
                    <a:ext uri="{FF2B5EF4-FFF2-40B4-BE49-F238E27FC236}">
                      <a16:creationId xmlns:a16="http://schemas.microsoft.com/office/drawing/2014/main" id="{B48BD17B-F7F2-4A6B-9BE9-430B147BE8A1}"/>
                    </a:ext>
                  </a:extLst>
                </p:cNvPr>
                <p:cNvSpPr/>
                <p:nvPr/>
              </p:nvSpPr>
              <p:spPr>
                <a:xfrm>
                  <a:off x="-1402659" y="1220081"/>
                  <a:ext cx="86950" cy="48858"/>
                </a:xfrm>
                <a:custGeom>
                  <a:avLst/>
                  <a:gdLst/>
                  <a:ahLst/>
                  <a:cxnLst/>
                  <a:rect l="l" t="t" r="r" b="b"/>
                  <a:pathLst>
                    <a:path w="1050" h="590" extrusionOk="0">
                      <a:moveTo>
                        <a:pt x="540" y="1"/>
                      </a:moveTo>
                      <a:cubicBezTo>
                        <a:pt x="493" y="1"/>
                        <a:pt x="446" y="11"/>
                        <a:pt x="411" y="33"/>
                      </a:cubicBezTo>
                      <a:lnTo>
                        <a:pt x="73" y="226"/>
                      </a:lnTo>
                      <a:cubicBezTo>
                        <a:pt x="0" y="269"/>
                        <a:pt x="0" y="335"/>
                        <a:pt x="73" y="378"/>
                      </a:cubicBezTo>
                      <a:lnTo>
                        <a:pt x="382" y="557"/>
                      </a:lnTo>
                      <a:cubicBezTo>
                        <a:pt x="418" y="579"/>
                        <a:pt x="464" y="590"/>
                        <a:pt x="511" y="590"/>
                      </a:cubicBezTo>
                      <a:cubicBezTo>
                        <a:pt x="558" y="590"/>
                        <a:pt x="604" y="579"/>
                        <a:pt x="640" y="557"/>
                      </a:cubicBezTo>
                      <a:lnTo>
                        <a:pt x="978" y="364"/>
                      </a:lnTo>
                      <a:cubicBezTo>
                        <a:pt x="1049" y="321"/>
                        <a:pt x="1049" y="249"/>
                        <a:pt x="978" y="212"/>
                      </a:cubicBezTo>
                      <a:lnTo>
                        <a:pt x="670" y="33"/>
                      </a:lnTo>
                      <a:cubicBezTo>
                        <a:pt x="633" y="11"/>
                        <a:pt x="586" y="1"/>
                        <a:pt x="540"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4" name="Google Shape;1587;p44">
                  <a:extLst>
                    <a:ext uri="{FF2B5EF4-FFF2-40B4-BE49-F238E27FC236}">
                      <a16:creationId xmlns:a16="http://schemas.microsoft.com/office/drawing/2014/main" id="{003E681E-4C00-472C-AA42-F23D48336C6F}"/>
                    </a:ext>
                  </a:extLst>
                </p:cNvPr>
                <p:cNvSpPr/>
                <p:nvPr/>
              </p:nvSpPr>
              <p:spPr>
                <a:xfrm>
                  <a:off x="-1346099" y="1252792"/>
                  <a:ext cx="89932" cy="50266"/>
                </a:xfrm>
                <a:custGeom>
                  <a:avLst/>
                  <a:gdLst/>
                  <a:ahLst/>
                  <a:cxnLst/>
                  <a:rect l="l" t="t" r="r" b="b"/>
                  <a:pathLst>
                    <a:path w="1086" h="607" extrusionOk="0">
                      <a:moveTo>
                        <a:pt x="543" y="1"/>
                      </a:moveTo>
                      <a:cubicBezTo>
                        <a:pt x="494" y="1"/>
                        <a:pt x="446" y="11"/>
                        <a:pt x="409" y="33"/>
                      </a:cubicBezTo>
                      <a:lnTo>
                        <a:pt x="80" y="228"/>
                      </a:lnTo>
                      <a:cubicBezTo>
                        <a:pt x="0" y="271"/>
                        <a:pt x="7" y="342"/>
                        <a:pt x="80" y="378"/>
                      </a:cubicBezTo>
                      <a:lnTo>
                        <a:pt x="409" y="580"/>
                      </a:lnTo>
                      <a:cubicBezTo>
                        <a:pt x="449" y="598"/>
                        <a:pt x="498" y="607"/>
                        <a:pt x="546" y="607"/>
                      </a:cubicBezTo>
                      <a:cubicBezTo>
                        <a:pt x="593" y="607"/>
                        <a:pt x="640" y="598"/>
                        <a:pt x="677" y="580"/>
                      </a:cubicBezTo>
                      <a:lnTo>
                        <a:pt x="1013" y="378"/>
                      </a:lnTo>
                      <a:cubicBezTo>
                        <a:pt x="1086" y="342"/>
                        <a:pt x="1086" y="271"/>
                        <a:pt x="1013" y="228"/>
                      </a:cubicBezTo>
                      <a:lnTo>
                        <a:pt x="677" y="33"/>
                      </a:lnTo>
                      <a:cubicBezTo>
                        <a:pt x="640" y="11"/>
                        <a:pt x="592" y="1"/>
                        <a:pt x="543"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5" name="Google Shape;1588;p44">
                  <a:extLst>
                    <a:ext uri="{FF2B5EF4-FFF2-40B4-BE49-F238E27FC236}">
                      <a16:creationId xmlns:a16="http://schemas.microsoft.com/office/drawing/2014/main" id="{381F7737-8AC8-4693-855A-A07A14D2DEC3}"/>
                    </a:ext>
                  </a:extLst>
                </p:cNvPr>
                <p:cNvSpPr/>
                <p:nvPr/>
              </p:nvSpPr>
              <p:spPr>
                <a:xfrm>
                  <a:off x="-1438351" y="1265959"/>
                  <a:ext cx="83307" cy="47036"/>
                </a:xfrm>
                <a:custGeom>
                  <a:avLst/>
                  <a:gdLst/>
                  <a:ahLst/>
                  <a:cxnLst/>
                  <a:rect l="l" t="t" r="r" b="b"/>
                  <a:pathLst>
                    <a:path w="1006" h="568" extrusionOk="0">
                      <a:moveTo>
                        <a:pt x="496" y="0"/>
                      </a:moveTo>
                      <a:cubicBezTo>
                        <a:pt x="449" y="0"/>
                        <a:pt x="403" y="11"/>
                        <a:pt x="367" y="33"/>
                      </a:cubicBezTo>
                      <a:lnTo>
                        <a:pt x="72" y="205"/>
                      </a:lnTo>
                      <a:cubicBezTo>
                        <a:pt x="0" y="248"/>
                        <a:pt x="0" y="312"/>
                        <a:pt x="72" y="355"/>
                      </a:cubicBezTo>
                      <a:lnTo>
                        <a:pt x="374" y="535"/>
                      </a:lnTo>
                      <a:cubicBezTo>
                        <a:pt x="414" y="556"/>
                        <a:pt x="462" y="567"/>
                        <a:pt x="510" y="567"/>
                      </a:cubicBezTo>
                      <a:cubicBezTo>
                        <a:pt x="557" y="567"/>
                        <a:pt x="604" y="556"/>
                        <a:pt x="640" y="535"/>
                      </a:cubicBezTo>
                      <a:lnTo>
                        <a:pt x="935" y="362"/>
                      </a:lnTo>
                      <a:cubicBezTo>
                        <a:pt x="1006" y="319"/>
                        <a:pt x="1006" y="248"/>
                        <a:pt x="935" y="212"/>
                      </a:cubicBezTo>
                      <a:lnTo>
                        <a:pt x="626" y="33"/>
                      </a:lnTo>
                      <a:cubicBezTo>
                        <a:pt x="590" y="11"/>
                        <a:pt x="543" y="0"/>
                        <a:pt x="496"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6" name="Google Shape;1589;p44">
                  <a:extLst>
                    <a:ext uri="{FF2B5EF4-FFF2-40B4-BE49-F238E27FC236}">
                      <a16:creationId xmlns:a16="http://schemas.microsoft.com/office/drawing/2014/main" id="{AEFBE403-9EA0-4E96-A476-FBFEB8C6EE1F}"/>
                    </a:ext>
                  </a:extLst>
                </p:cNvPr>
                <p:cNvSpPr/>
                <p:nvPr/>
              </p:nvSpPr>
              <p:spPr>
                <a:xfrm>
                  <a:off x="-1286558" y="1287407"/>
                  <a:ext cx="86371" cy="48278"/>
                </a:xfrm>
                <a:custGeom>
                  <a:avLst/>
                  <a:gdLst/>
                  <a:ahLst/>
                  <a:cxnLst/>
                  <a:rect l="l" t="t" r="r" b="b"/>
                  <a:pathLst>
                    <a:path w="1043" h="583" extrusionOk="0">
                      <a:moveTo>
                        <a:pt x="539" y="0"/>
                      </a:moveTo>
                      <a:cubicBezTo>
                        <a:pt x="492" y="0"/>
                        <a:pt x="446" y="11"/>
                        <a:pt x="410" y="32"/>
                      </a:cubicBezTo>
                      <a:lnTo>
                        <a:pt x="72" y="226"/>
                      </a:lnTo>
                      <a:cubicBezTo>
                        <a:pt x="1" y="269"/>
                        <a:pt x="1" y="334"/>
                        <a:pt x="72" y="377"/>
                      </a:cubicBezTo>
                      <a:lnTo>
                        <a:pt x="373" y="550"/>
                      </a:lnTo>
                      <a:cubicBezTo>
                        <a:pt x="410" y="572"/>
                        <a:pt x="457" y="582"/>
                        <a:pt x="503" y="582"/>
                      </a:cubicBezTo>
                      <a:cubicBezTo>
                        <a:pt x="550" y="582"/>
                        <a:pt x="597" y="572"/>
                        <a:pt x="632" y="550"/>
                      </a:cubicBezTo>
                      <a:lnTo>
                        <a:pt x="970" y="355"/>
                      </a:lnTo>
                      <a:cubicBezTo>
                        <a:pt x="1043" y="312"/>
                        <a:pt x="1043" y="248"/>
                        <a:pt x="970" y="205"/>
                      </a:cubicBezTo>
                      <a:lnTo>
                        <a:pt x="668" y="32"/>
                      </a:lnTo>
                      <a:cubicBezTo>
                        <a:pt x="632" y="11"/>
                        <a:pt x="586" y="0"/>
                        <a:pt x="539"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7" name="Google Shape;1590;p44">
                  <a:extLst>
                    <a:ext uri="{FF2B5EF4-FFF2-40B4-BE49-F238E27FC236}">
                      <a16:creationId xmlns:a16="http://schemas.microsoft.com/office/drawing/2014/main" id="{016660C5-9275-423D-879C-CA913F0FAEFA}"/>
                    </a:ext>
                  </a:extLst>
                </p:cNvPr>
                <p:cNvSpPr/>
                <p:nvPr/>
              </p:nvSpPr>
              <p:spPr>
                <a:xfrm>
                  <a:off x="-1381791" y="1298669"/>
                  <a:ext cx="86371" cy="48278"/>
                </a:xfrm>
                <a:custGeom>
                  <a:avLst/>
                  <a:gdLst/>
                  <a:ahLst/>
                  <a:cxnLst/>
                  <a:rect l="l" t="t" r="r" b="b"/>
                  <a:pathLst>
                    <a:path w="1043" h="583" extrusionOk="0">
                      <a:moveTo>
                        <a:pt x="500" y="0"/>
                      </a:moveTo>
                      <a:cubicBezTo>
                        <a:pt x="451" y="0"/>
                        <a:pt x="402" y="11"/>
                        <a:pt x="366" y="33"/>
                      </a:cubicBezTo>
                      <a:lnTo>
                        <a:pt x="73" y="205"/>
                      </a:lnTo>
                      <a:cubicBezTo>
                        <a:pt x="0" y="248"/>
                        <a:pt x="0" y="312"/>
                        <a:pt x="73" y="355"/>
                      </a:cubicBezTo>
                      <a:lnTo>
                        <a:pt x="409" y="550"/>
                      </a:lnTo>
                      <a:cubicBezTo>
                        <a:pt x="445" y="572"/>
                        <a:pt x="494" y="583"/>
                        <a:pt x="543" y="583"/>
                      </a:cubicBezTo>
                      <a:cubicBezTo>
                        <a:pt x="591" y="583"/>
                        <a:pt x="640" y="572"/>
                        <a:pt x="676" y="550"/>
                      </a:cubicBezTo>
                      <a:lnTo>
                        <a:pt x="970" y="378"/>
                      </a:lnTo>
                      <a:cubicBezTo>
                        <a:pt x="1042" y="342"/>
                        <a:pt x="1042" y="269"/>
                        <a:pt x="970" y="226"/>
                      </a:cubicBezTo>
                      <a:lnTo>
                        <a:pt x="633" y="33"/>
                      </a:lnTo>
                      <a:cubicBezTo>
                        <a:pt x="597" y="11"/>
                        <a:pt x="548" y="0"/>
                        <a:pt x="50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8" name="Google Shape;1591;p44">
                  <a:extLst>
                    <a:ext uri="{FF2B5EF4-FFF2-40B4-BE49-F238E27FC236}">
                      <a16:creationId xmlns:a16="http://schemas.microsoft.com/office/drawing/2014/main" id="{FF82C2A5-D6CC-4D11-8033-1CB96511D5AD}"/>
                    </a:ext>
                  </a:extLst>
                </p:cNvPr>
                <p:cNvSpPr/>
                <p:nvPr/>
              </p:nvSpPr>
              <p:spPr>
                <a:xfrm>
                  <a:off x="-1471641" y="1312333"/>
                  <a:ext cx="85211" cy="47202"/>
                </a:xfrm>
                <a:custGeom>
                  <a:avLst/>
                  <a:gdLst/>
                  <a:ahLst/>
                  <a:cxnLst/>
                  <a:rect l="l" t="t" r="r" b="b"/>
                  <a:pathLst>
                    <a:path w="1029" h="570" extrusionOk="0">
                      <a:moveTo>
                        <a:pt x="516" y="1"/>
                      </a:moveTo>
                      <a:cubicBezTo>
                        <a:pt x="468" y="1"/>
                        <a:pt x="420" y="12"/>
                        <a:pt x="381" y="33"/>
                      </a:cubicBezTo>
                      <a:lnTo>
                        <a:pt x="79" y="213"/>
                      </a:lnTo>
                      <a:cubicBezTo>
                        <a:pt x="0" y="256"/>
                        <a:pt x="7" y="320"/>
                        <a:pt x="79" y="363"/>
                      </a:cubicBezTo>
                      <a:lnTo>
                        <a:pt x="381" y="544"/>
                      </a:lnTo>
                      <a:cubicBezTo>
                        <a:pt x="417" y="561"/>
                        <a:pt x="465" y="570"/>
                        <a:pt x="514" y="570"/>
                      </a:cubicBezTo>
                      <a:cubicBezTo>
                        <a:pt x="562" y="570"/>
                        <a:pt x="611" y="561"/>
                        <a:pt x="647" y="544"/>
                      </a:cubicBezTo>
                      <a:lnTo>
                        <a:pt x="956" y="363"/>
                      </a:lnTo>
                      <a:cubicBezTo>
                        <a:pt x="1028" y="320"/>
                        <a:pt x="1028" y="249"/>
                        <a:pt x="956" y="206"/>
                      </a:cubicBezTo>
                      <a:lnTo>
                        <a:pt x="647" y="33"/>
                      </a:lnTo>
                      <a:cubicBezTo>
                        <a:pt x="611" y="12"/>
                        <a:pt x="564" y="1"/>
                        <a:pt x="516"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9" name="Google Shape;1592;p44">
                  <a:extLst>
                    <a:ext uri="{FF2B5EF4-FFF2-40B4-BE49-F238E27FC236}">
                      <a16:creationId xmlns:a16="http://schemas.microsoft.com/office/drawing/2014/main" id="{EB04A1FF-DB05-4DC0-BAA4-8FAF81AF7A37}"/>
                    </a:ext>
                  </a:extLst>
                </p:cNvPr>
                <p:cNvSpPr/>
                <p:nvPr/>
              </p:nvSpPr>
              <p:spPr>
                <a:xfrm>
                  <a:off x="-1577142" y="1317053"/>
                  <a:ext cx="85294" cy="47781"/>
                </a:xfrm>
                <a:custGeom>
                  <a:avLst/>
                  <a:gdLst/>
                  <a:ahLst/>
                  <a:cxnLst/>
                  <a:rect l="l" t="t" r="r" b="b"/>
                  <a:pathLst>
                    <a:path w="1030" h="577" extrusionOk="0">
                      <a:moveTo>
                        <a:pt x="516" y="1"/>
                      </a:moveTo>
                      <a:cubicBezTo>
                        <a:pt x="467" y="1"/>
                        <a:pt x="418" y="12"/>
                        <a:pt x="382" y="33"/>
                      </a:cubicBezTo>
                      <a:lnTo>
                        <a:pt x="73" y="213"/>
                      </a:lnTo>
                      <a:cubicBezTo>
                        <a:pt x="1" y="256"/>
                        <a:pt x="1" y="321"/>
                        <a:pt x="80" y="364"/>
                      </a:cubicBezTo>
                      <a:lnTo>
                        <a:pt x="382" y="544"/>
                      </a:lnTo>
                      <a:cubicBezTo>
                        <a:pt x="418" y="565"/>
                        <a:pt x="467" y="576"/>
                        <a:pt x="516" y="576"/>
                      </a:cubicBezTo>
                      <a:cubicBezTo>
                        <a:pt x="564" y="576"/>
                        <a:pt x="613" y="565"/>
                        <a:pt x="648" y="544"/>
                      </a:cubicBezTo>
                      <a:lnTo>
                        <a:pt x="957" y="364"/>
                      </a:lnTo>
                      <a:cubicBezTo>
                        <a:pt x="1029" y="321"/>
                        <a:pt x="1022" y="249"/>
                        <a:pt x="950" y="213"/>
                      </a:cubicBezTo>
                      <a:lnTo>
                        <a:pt x="648" y="33"/>
                      </a:lnTo>
                      <a:cubicBezTo>
                        <a:pt x="613" y="12"/>
                        <a:pt x="564" y="1"/>
                        <a:pt x="516"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0" name="Google Shape;1593;p44">
                  <a:extLst>
                    <a:ext uri="{FF2B5EF4-FFF2-40B4-BE49-F238E27FC236}">
                      <a16:creationId xmlns:a16="http://schemas.microsoft.com/office/drawing/2014/main" id="{D4E2A68D-96BF-49C5-85D3-EE1615273636}"/>
                    </a:ext>
                  </a:extLst>
                </p:cNvPr>
                <p:cNvSpPr/>
                <p:nvPr/>
              </p:nvSpPr>
              <p:spPr>
                <a:xfrm>
                  <a:off x="-1230081" y="1319538"/>
                  <a:ext cx="87033" cy="48858"/>
                </a:xfrm>
                <a:custGeom>
                  <a:avLst/>
                  <a:gdLst/>
                  <a:ahLst/>
                  <a:cxnLst/>
                  <a:rect l="l" t="t" r="r" b="b"/>
                  <a:pathLst>
                    <a:path w="1051" h="590" extrusionOk="0">
                      <a:moveTo>
                        <a:pt x="536" y="0"/>
                      </a:moveTo>
                      <a:cubicBezTo>
                        <a:pt x="488" y="0"/>
                        <a:pt x="439" y="11"/>
                        <a:pt x="404" y="33"/>
                      </a:cubicBezTo>
                      <a:lnTo>
                        <a:pt x="73" y="226"/>
                      </a:lnTo>
                      <a:cubicBezTo>
                        <a:pt x="0" y="269"/>
                        <a:pt x="0" y="341"/>
                        <a:pt x="73" y="385"/>
                      </a:cubicBezTo>
                      <a:lnTo>
                        <a:pt x="382" y="557"/>
                      </a:lnTo>
                      <a:cubicBezTo>
                        <a:pt x="418" y="579"/>
                        <a:pt x="466" y="589"/>
                        <a:pt x="515" y="589"/>
                      </a:cubicBezTo>
                      <a:cubicBezTo>
                        <a:pt x="564" y="589"/>
                        <a:pt x="612" y="579"/>
                        <a:pt x="647" y="557"/>
                      </a:cubicBezTo>
                      <a:lnTo>
                        <a:pt x="978" y="362"/>
                      </a:lnTo>
                      <a:cubicBezTo>
                        <a:pt x="1051" y="328"/>
                        <a:pt x="1051" y="255"/>
                        <a:pt x="978" y="212"/>
                      </a:cubicBezTo>
                      <a:lnTo>
                        <a:pt x="670" y="33"/>
                      </a:lnTo>
                      <a:cubicBezTo>
                        <a:pt x="633" y="11"/>
                        <a:pt x="585" y="0"/>
                        <a:pt x="536"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1" name="Google Shape;1594;p44">
                  <a:extLst>
                    <a:ext uri="{FF2B5EF4-FFF2-40B4-BE49-F238E27FC236}">
                      <a16:creationId xmlns:a16="http://schemas.microsoft.com/office/drawing/2014/main" id="{3AD86408-F501-45D5-945C-A0B97F78197D}"/>
                    </a:ext>
                  </a:extLst>
                </p:cNvPr>
                <p:cNvSpPr/>
                <p:nvPr/>
              </p:nvSpPr>
              <p:spPr>
                <a:xfrm>
                  <a:off x="-1322250" y="1333202"/>
                  <a:ext cx="82810" cy="46456"/>
                </a:xfrm>
                <a:custGeom>
                  <a:avLst/>
                  <a:gdLst/>
                  <a:ahLst/>
                  <a:cxnLst/>
                  <a:rect l="l" t="t" r="r" b="b"/>
                  <a:pathLst>
                    <a:path w="1000" h="561" extrusionOk="0">
                      <a:moveTo>
                        <a:pt x="500" y="1"/>
                      </a:moveTo>
                      <a:cubicBezTo>
                        <a:pt x="451" y="1"/>
                        <a:pt x="403" y="12"/>
                        <a:pt x="366" y="33"/>
                      </a:cubicBezTo>
                      <a:lnTo>
                        <a:pt x="71" y="206"/>
                      </a:lnTo>
                      <a:cubicBezTo>
                        <a:pt x="1" y="240"/>
                        <a:pt x="1" y="313"/>
                        <a:pt x="71" y="356"/>
                      </a:cubicBezTo>
                      <a:lnTo>
                        <a:pt x="373" y="528"/>
                      </a:lnTo>
                      <a:cubicBezTo>
                        <a:pt x="409" y="550"/>
                        <a:pt x="456" y="561"/>
                        <a:pt x="503" y="561"/>
                      </a:cubicBezTo>
                      <a:cubicBezTo>
                        <a:pt x="550" y="561"/>
                        <a:pt x="597" y="550"/>
                        <a:pt x="632" y="528"/>
                      </a:cubicBezTo>
                      <a:lnTo>
                        <a:pt x="927" y="356"/>
                      </a:lnTo>
                      <a:cubicBezTo>
                        <a:pt x="999" y="313"/>
                        <a:pt x="999" y="240"/>
                        <a:pt x="927" y="206"/>
                      </a:cubicBezTo>
                      <a:lnTo>
                        <a:pt x="632" y="33"/>
                      </a:lnTo>
                      <a:cubicBezTo>
                        <a:pt x="597" y="12"/>
                        <a:pt x="548" y="1"/>
                        <a:pt x="500"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2" name="Google Shape;1595;p44">
                  <a:extLst>
                    <a:ext uri="{FF2B5EF4-FFF2-40B4-BE49-F238E27FC236}">
                      <a16:creationId xmlns:a16="http://schemas.microsoft.com/office/drawing/2014/main" id="{59538333-B95D-45F1-81BA-35BD5EBD4958}"/>
                    </a:ext>
                  </a:extLst>
                </p:cNvPr>
                <p:cNvSpPr/>
                <p:nvPr/>
              </p:nvSpPr>
              <p:spPr>
                <a:xfrm>
                  <a:off x="-1414501" y="1345126"/>
                  <a:ext cx="87447" cy="48858"/>
                </a:xfrm>
                <a:custGeom>
                  <a:avLst/>
                  <a:gdLst/>
                  <a:ahLst/>
                  <a:cxnLst/>
                  <a:rect l="l" t="t" r="r" b="b"/>
                  <a:pathLst>
                    <a:path w="1056" h="590" extrusionOk="0">
                      <a:moveTo>
                        <a:pt x="511" y="0"/>
                      </a:moveTo>
                      <a:cubicBezTo>
                        <a:pt x="463" y="0"/>
                        <a:pt x="417" y="11"/>
                        <a:pt x="381" y="32"/>
                      </a:cubicBezTo>
                      <a:lnTo>
                        <a:pt x="71" y="212"/>
                      </a:lnTo>
                      <a:cubicBezTo>
                        <a:pt x="0" y="255"/>
                        <a:pt x="0" y="320"/>
                        <a:pt x="71" y="364"/>
                      </a:cubicBezTo>
                      <a:lnTo>
                        <a:pt x="409" y="557"/>
                      </a:lnTo>
                      <a:cubicBezTo>
                        <a:pt x="445" y="578"/>
                        <a:pt x="494" y="589"/>
                        <a:pt x="542" y="589"/>
                      </a:cubicBezTo>
                      <a:cubicBezTo>
                        <a:pt x="591" y="589"/>
                        <a:pt x="639" y="578"/>
                        <a:pt x="675" y="557"/>
                      </a:cubicBezTo>
                      <a:lnTo>
                        <a:pt x="985" y="377"/>
                      </a:lnTo>
                      <a:cubicBezTo>
                        <a:pt x="1056" y="334"/>
                        <a:pt x="1056" y="269"/>
                        <a:pt x="977" y="226"/>
                      </a:cubicBezTo>
                      <a:lnTo>
                        <a:pt x="647" y="32"/>
                      </a:lnTo>
                      <a:cubicBezTo>
                        <a:pt x="607" y="11"/>
                        <a:pt x="559" y="0"/>
                        <a:pt x="511"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3" name="Google Shape;1596;p44">
                  <a:extLst>
                    <a:ext uri="{FF2B5EF4-FFF2-40B4-BE49-F238E27FC236}">
                      <a16:creationId xmlns:a16="http://schemas.microsoft.com/office/drawing/2014/main" id="{B3E152F4-CE3C-44C6-9579-665466C4FFAB}"/>
                    </a:ext>
                  </a:extLst>
                </p:cNvPr>
                <p:cNvSpPr/>
                <p:nvPr/>
              </p:nvSpPr>
              <p:spPr>
                <a:xfrm>
                  <a:off x="-1172941" y="1352828"/>
                  <a:ext cx="82893" cy="46539"/>
                </a:xfrm>
                <a:custGeom>
                  <a:avLst/>
                  <a:gdLst/>
                  <a:ahLst/>
                  <a:cxnLst/>
                  <a:rect l="l" t="t" r="r" b="b"/>
                  <a:pathLst>
                    <a:path w="1001" h="562" extrusionOk="0">
                      <a:moveTo>
                        <a:pt x="536" y="0"/>
                      </a:moveTo>
                      <a:cubicBezTo>
                        <a:pt x="488" y="0"/>
                        <a:pt x="439" y="11"/>
                        <a:pt x="404" y="33"/>
                      </a:cubicBezTo>
                      <a:lnTo>
                        <a:pt x="73" y="227"/>
                      </a:lnTo>
                      <a:cubicBezTo>
                        <a:pt x="0" y="271"/>
                        <a:pt x="0" y="334"/>
                        <a:pt x="73" y="378"/>
                      </a:cubicBezTo>
                      <a:lnTo>
                        <a:pt x="332" y="529"/>
                      </a:lnTo>
                      <a:cubicBezTo>
                        <a:pt x="368" y="551"/>
                        <a:pt x="416" y="562"/>
                        <a:pt x="465" y="562"/>
                      </a:cubicBezTo>
                      <a:cubicBezTo>
                        <a:pt x="514" y="562"/>
                        <a:pt x="562" y="551"/>
                        <a:pt x="597" y="529"/>
                      </a:cubicBezTo>
                      <a:lnTo>
                        <a:pt x="928" y="334"/>
                      </a:lnTo>
                      <a:cubicBezTo>
                        <a:pt x="1001" y="291"/>
                        <a:pt x="1001" y="227"/>
                        <a:pt x="928" y="184"/>
                      </a:cubicBezTo>
                      <a:lnTo>
                        <a:pt x="670" y="33"/>
                      </a:lnTo>
                      <a:cubicBezTo>
                        <a:pt x="633" y="11"/>
                        <a:pt x="585" y="0"/>
                        <a:pt x="536"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4" name="Google Shape;1597;p44">
                  <a:extLst>
                    <a:ext uri="{FF2B5EF4-FFF2-40B4-BE49-F238E27FC236}">
                      <a16:creationId xmlns:a16="http://schemas.microsoft.com/office/drawing/2014/main" id="{684170EA-6ADD-420D-AAFF-58F3ECA03AB7}"/>
                    </a:ext>
                  </a:extLst>
                </p:cNvPr>
                <p:cNvSpPr/>
                <p:nvPr/>
              </p:nvSpPr>
              <p:spPr>
                <a:xfrm>
                  <a:off x="-1266352" y="1365332"/>
                  <a:ext cx="84632" cy="47036"/>
                </a:xfrm>
                <a:custGeom>
                  <a:avLst/>
                  <a:gdLst/>
                  <a:ahLst/>
                  <a:cxnLst/>
                  <a:rect l="l" t="t" r="r" b="b"/>
                  <a:pathLst>
                    <a:path w="1022" h="568" extrusionOk="0">
                      <a:moveTo>
                        <a:pt x="503" y="1"/>
                      </a:moveTo>
                      <a:cubicBezTo>
                        <a:pt x="456" y="1"/>
                        <a:pt x="407" y="12"/>
                        <a:pt x="368" y="33"/>
                      </a:cubicBezTo>
                      <a:lnTo>
                        <a:pt x="73" y="206"/>
                      </a:lnTo>
                      <a:cubicBezTo>
                        <a:pt x="0" y="249"/>
                        <a:pt x="0" y="320"/>
                        <a:pt x="73" y="356"/>
                      </a:cubicBezTo>
                      <a:lnTo>
                        <a:pt x="388" y="535"/>
                      </a:lnTo>
                      <a:cubicBezTo>
                        <a:pt x="424" y="557"/>
                        <a:pt x="471" y="568"/>
                        <a:pt x="518" y="568"/>
                      </a:cubicBezTo>
                      <a:cubicBezTo>
                        <a:pt x="565" y="568"/>
                        <a:pt x="612" y="557"/>
                        <a:pt x="647" y="535"/>
                      </a:cubicBezTo>
                      <a:lnTo>
                        <a:pt x="949" y="363"/>
                      </a:lnTo>
                      <a:cubicBezTo>
                        <a:pt x="1021" y="327"/>
                        <a:pt x="1014" y="256"/>
                        <a:pt x="942" y="213"/>
                      </a:cubicBezTo>
                      <a:lnTo>
                        <a:pt x="633" y="33"/>
                      </a:lnTo>
                      <a:cubicBezTo>
                        <a:pt x="597" y="12"/>
                        <a:pt x="550" y="1"/>
                        <a:pt x="503"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5" name="Google Shape;1598;p44">
                  <a:extLst>
                    <a:ext uri="{FF2B5EF4-FFF2-40B4-BE49-F238E27FC236}">
                      <a16:creationId xmlns:a16="http://schemas.microsoft.com/office/drawing/2014/main" id="{B1DD768C-1BF4-4C0C-A485-9844488C926F}"/>
                    </a:ext>
                  </a:extLst>
                </p:cNvPr>
                <p:cNvSpPr/>
                <p:nvPr/>
              </p:nvSpPr>
              <p:spPr>
                <a:xfrm>
                  <a:off x="-1355126" y="1379493"/>
                  <a:ext cx="84135" cy="46788"/>
                </a:xfrm>
                <a:custGeom>
                  <a:avLst/>
                  <a:gdLst/>
                  <a:ahLst/>
                  <a:cxnLst/>
                  <a:rect l="l" t="t" r="r" b="b"/>
                  <a:pathLst>
                    <a:path w="1016" h="565" extrusionOk="0">
                      <a:moveTo>
                        <a:pt x="512" y="0"/>
                      </a:moveTo>
                      <a:cubicBezTo>
                        <a:pt x="465" y="0"/>
                        <a:pt x="418" y="9"/>
                        <a:pt x="382" y="26"/>
                      </a:cubicBezTo>
                      <a:lnTo>
                        <a:pt x="73" y="207"/>
                      </a:lnTo>
                      <a:cubicBezTo>
                        <a:pt x="1" y="250"/>
                        <a:pt x="1" y="321"/>
                        <a:pt x="73" y="364"/>
                      </a:cubicBezTo>
                      <a:lnTo>
                        <a:pt x="368" y="537"/>
                      </a:lnTo>
                      <a:cubicBezTo>
                        <a:pt x="408" y="555"/>
                        <a:pt x="456" y="564"/>
                        <a:pt x="504" y="564"/>
                      </a:cubicBezTo>
                      <a:cubicBezTo>
                        <a:pt x="551" y="564"/>
                        <a:pt x="598" y="555"/>
                        <a:pt x="634" y="537"/>
                      </a:cubicBezTo>
                      <a:lnTo>
                        <a:pt x="943" y="357"/>
                      </a:lnTo>
                      <a:cubicBezTo>
                        <a:pt x="1015" y="314"/>
                        <a:pt x="1015" y="242"/>
                        <a:pt x="943" y="199"/>
                      </a:cubicBezTo>
                      <a:lnTo>
                        <a:pt x="641" y="26"/>
                      </a:lnTo>
                      <a:cubicBezTo>
                        <a:pt x="605" y="9"/>
                        <a:pt x="559" y="0"/>
                        <a:pt x="512"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6" name="Google Shape;1599;p44">
                  <a:extLst>
                    <a:ext uri="{FF2B5EF4-FFF2-40B4-BE49-F238E27FC236}">
                      <a16:creationId xmlns:a16="http://schemas.microsoft.com/office/drawing/2014/main" id="{25F29ECF-8544-4542-B3B3-1B6FF583EC33}"/>
                    </a:ext>
                  </a:extLst>
                </p:cNvPr>
                <p:cNvSpPr/>
                <p:nvPr/>
              </p:nvSpPr>
              <p:spPr>
                <a:xfrm>
                  <a:off x="-1119942" y="1383220"/>
                  <a:ext cx="89352" cy="50183"/>
                </a:xfrm>
                <a:custGeom>
                  <a:avLst/>
                  <a:gdLst/>
                  <a:ahLst/>
                  <a:cxnLst/>
                  <a:rect l="l" t="t" r="r" b="b"/>
                  <a:pathLst>
                    <a:path w="1079" h="606" extrusionOk="0">
                      <a:moveTo>
                        <a:pt x="539" y="1"/>
                      </a:moveTo>
                      <a:cubicBezTo>
                        <a:pt x="491" y="1"/>
                        <a:pt x="443" y="11"/>
                        <a:pt x="404" y="33"/>
                      </a:cubicBezTo>
                      <a:lnTo>
                        <a:pt x="73" y="226"/>
                      </a:lnTo>
                      <a:cubicBezTo>
                        <a:pt x="0" y="269"/>
                        <a:pt x="0" y="342"/>
                        <a:pt x="73" y="385"/>
                      </a:cubicBezTo>
                      <a:lnTo>
                        <a:pt x="411" y="578"/>
                      </a:lnTo>
                      <a:cubicBezTo>
                        <a:pt x="446" y="596"/>
                        <a:pt x="493" y="605"/>
                        <a:pt x="540" y="605"/>
                      </a:cubicBezTo>
                      <a:cubicBezTo>
                        <a:pt x="588" y="605"/>
                        <a:pt x="637" y="596"/>
                        <a:pt x="677" y="578"/>
                      </a:cubicBezTo>
                      <a:lnTo>
                        <a:pt x="1008" y="385"/>
                      </a:lnTo>
                      <a:cubicBezTo>
                        <a:pt x="1079" y="342"/>
                        <a:pt x="1079" y="269"/>
                        <a:pt x="1008" y="226"/>
                      </a:cubicBezTo>
                      <a:lnTo>
                        <a:pt x="670" y="33"/>
                      </a:lnTo>
                      <a:cubicBezTo>
                        <a:pt x="633" y="11"/>
                        <a:pt x="586" y="1"/>
                        <a:pt x="539"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7" name="Google Shape;1600;p44">
                  <a:extLst>
                    <a:ext uri="{FF2B5EF4-FFF2-40B4-BE49-F238E27FC236}">
                      <a16:creationId xmlns:a16="http://schemas.microsoft.com/office/drawing/2014/main" id="{F4B44D82-10AE-4C79-B7D7-123EE9245DA8}"/>
                    </a:ext>
                  </a:extLst>
                </p:cNvPr>
                <p:cNvSpPr/>
                <p:nvPr/>
              </p:nvSpPr>
              <p:spPr>
                <a:xfrm>
                  <a:off x="-1209212" y="1398623"/>
                  <a:ext cx="80491" cy="44800"/>
                </a:xfrm>
                <a:custGeom>
                  <a:avLst/>
                  <a:gdLst/>
                  <a:ahLst/>
                  <a:cxnLst/>
                  <a:rect l="l" t="t" r="r" b="b"/>
                  <a:pathLst>
                    <a:path w="972" h="541" extrusionOk="0">
                      <a:moveTo>
                        <a:pt x="504" y="1"/>
                      </a:moveTo>
                      <a:cubicBezTo>
                        <a:pt x="457" y="1"/>
                        <a:pt x="411" y="12"/>
                        <a:pt x="374" y="33"/>
                      </a:cubicBezTo>
                      <a:lnTo>
                        <a:pt x="73" y="206"/>
                      </a:lnTo>
                      <a:cubicBezTo>
                        <a:pt x="0" y="242"/>
                        <a:pt x="0" y="313"/>
                        <a:pt x="79" y="356"/>
                      </a:cubicBezTo>
                      <a:lnTo>
                        <a:pt x="338" y="508"/>
                      </a:lnTo>
                      <a:cubicBezTo>
                        <a:pt x="374" y="529"/>
                        <a:pt x="421" y="540"/>
                        <a:pt x="468" y="540"/>
                      </a:cubicBezTo>
                      <a:cubicBezTo>
                        <a:pt x="516" y="540"/>
                        <a:pt x="564" y="529"/>
                        <a:pt x="604" y="508"/>
                      </a:cubicBezTo>
                      <a:lnTo>
                        <a:pt x="899" y="335"/>
                      </a:lnTo>
                      <a:cubicBezTo>
                        <a:pt x="971" y="292"/>
                        <a:pt x="971" y="220"/>
                        <a:pt x="899" y="183"/>
                      </a:cubicBezTo>
                      <a:lnTo>
                        <a:pt x="633" y="33"/>
                      </a:lnTo>
                      <a:cubicBezTo>
                        <a:pt x="597" y="12"/>
                        <a:pt x="550" y="1"/>
                        <a:pt x="504"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8" name="Google Shape;1601;p44">
                  <a:extLst>
                    <a:ext uri="{FF2B5EF4-FFF2-40B4-BE49-F238E27FC236}">
                      <a16:creationId xmlns:a16="http://schemas.microsoft.com/office/drawing/2014/main" id="{9BBAF006-9D2E-47B6-86CA-4F82D3A46A92}"/>
                    </a:ext>
                  </a:extLst>
                </p:cNvPr>
                <p:cNvSpPr/>
                <p:nvPr/>
              </p:nvSpPr>
              <p:spPr>
                <a:xfrm>
                  <a:off x="-1299063" y="1411790"/>
                  <a:ext cx="85211" cy="47616"/>
                </a:xfrm>
                <a:custGeom>
                  <a:avLst/>
                  <a:gdLst/>
                  <a:ahLst/>
                  <a:cxnLst/>
                  <a:rect l="l" t="t" r="r" b="b"/>
                  <a:pathLst>
                    <a:path w="1029" h="575" extrusionOk="0">
                      <a:moveTo>
                        <a:pt x="514" y="1"/>
                      </a:moveTo>
                      <a:cubicBezTo>
                        <a:pt x="466" y="1"/>
                        <a:pt x="418" y="11"/>
                        <a:pt x="381" y="33"/>
                      </a:cubicBezTo>
                      <a:lnTo>
                        <a:pt x="72" y="212"/>
                      </a:lnTo>
                      <a:cubicBezTo>
                        <a:pt x="0" y="256"/>
                        <a:pt x="0" y="319"/>
                        <a:pt x="72" y="362"/>
                      </a:cubicBezTo>
                      <a:lnTo>
                        <a:pt x="388" y="542"/>
                      </a:lnTo>
                      <a:cubicBezTo>
                        <a:pt x="424" y="563"/>
                        <a:pt x="471" y="574"/>
                        <a:pt x="518" y="574"/>
                      </a:cubicBezTo>
                      <a:cubicBezTo>
                        <a:pt x="564" y="574"/>
                        <a:pt x="611" y="563"/>
                        <a:pt x="647" y="542"/>
                      </a:cubicBezTo>
                      <a:lnTo>
                        <a:pt x="956" y="362"/>
                      </a:lnTo>
                      <a:cubicBezTo>
                        <a:pt x="1028" y="319"/>
                        <a:pt x="1028" y="256"/>
                        <a:pt x="956" y="212"/>
                      </a:cubicBezTo>
                      <a:lnTo>
                        <a:pt x="647" y="33"/>
                      </a:lnTo>
                      <a:cubicBezTo>
                        <a:pt x="611" y="11"/>
                        <a:pt x="562" y="1"/>
                        <a:pt x="514"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9" name="Google Shape;1602;p44">
                  <a:extLst>
                    <a:ext uri="{FF2B5EF4-FFF2-40B4-BE49-F238E27FC236}">
                      <a16:creationId xmlns:a16="http://schemas.microsoft.com/office/drawing/2014/main" id="{166E4707-1787-4111-A0F4-B2DDDFF5563F}"/>
                    </a:ext>
                  </a:extLst>
                </p:cNvPr>
                <p:cNvSpPr/>
                <p:nvPr/>
              </p:nvSpPr>
              <p:spPr>
                <a:xfrm>
                  <a:off x="-1155634" y="1428931"/>
                  <a:ext cx="85791" cy="48278"/>
                </a:xfrm>
                <a:custGeom>
                  <a:avLst/>
                  <a:gdLst/>
                  <a:ahLst/>
                  <a:cxnLst/>
                  <a:rect l="l" t="t" r="r" b="b"/>
                  <a:pathLst>
                    <a:path w="1036" h="583" extrusionOk="0">
                      <a:moveTo>
                        <a:pt x="496" y="1"/>
                      </a:moveTo>
                      <a:cubicBezTo>
                        <a:pt x="449" y="1"/>
                        <a:pt x="403" y="11"/>
                        <a:pt x="367" y="33"/>
                      </a:cubicBezTo>
                      <a:lnTo>
                        <a:pt x="72" y="206"/>
                      </a:lnTo>
                      <a:cubicBezTo>
                        <a:pt x="0" y="249"/>
                        <a:pt x="0" y="321"/>
                        <a:pt x="72" y="357"/>
                      </a:cubicBezTo>
                      <a:lnTo>
                        <a:pt x="411" y="551"/>
                      </a:lnTo>
                      <a:cubicBezTo>
                        <a:pt x="446" y="572"/>
                        <a:pt x="493" y="583"/>
                        <a:pt x="539" y="583"/>
                      </a:cubicBezTo>
                      <a:cubicBezTo>
                        <a:pt x="586" y="583"/>
                        <a:pt x="633" y="572"/>
                        <a:pt x="669" y="551"/>
                      </a:cubicBezTo>
                      <a:lnTo>
                        <a:pt x="964" y="378"/>
                      </a:lnTo>
                      <a:cubicBezTo>
                        <a:pt x="1035" y="344"/>
                        <a:pt x="1035" y="271"/>
                        <a:pt x="964" y="228"/>
                      </a:cubicBezTo>
                      <a:lnTo>
                        <a:pt x="626" y="33"/>
                      </a:lnTo>
                      <a:cubicBezTo>
                        <a:pt x="590" y="11"/>
                        <a:pt x="543" y="1"/>
                        <a:pt x="496"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0" name="Google Shape;1603;p44">
                  <a:extLst>
                    <a:ext uri="{FF2B5EF4-FFF2-40B4-BE49-F238E27FC236}">
                      <a16:creationId xmlns:a16="http://schemas.microsoft.com/office/drawing/2014/main" id="{4B7AE430-5F46-4738-9D92-225DED9BC764}"/>
                    </a:ext>
                  </a:extLst>
                </p:cNvPr>
                <p:cNvSpPr/>
                <p:nvPr/>
              </p:nvSpPr>
              <p:spPr>
                <a:xfrm>
                  <a:off x="-1241923" y="1445080"/>
                  <a:ext cx="81071" cy="44883"/>
                </a:xfrm>
                <a:custGeom>
                  <a:avLst/>
                  <a:gdLst/>
                  <a:ahLst/>
                  <a:cxnLst/>
                  <a:rect l="l" t="t" r="r" b="b"/>
                  <a:pathLst>
                    <a:path w="979" h="542" extrusionOk="0">
                      <a:moveTo>
                        <a:pt x="514" y="1"/>
                      </a:moveTo>
                      <a:cubicBezTo>
                        <a:pt x="466" y="1"/>
                        <a:pt x="418" y="11"/>
                        <a:pt x="381" y="33"/>
                      </a:cubicBezTo>
                      <a:lnTo>
                        <a:pt x="73" y="205"/>
                      </a:lnTo>
                      <a:cubicBezTo>
                        <a:pt x="0" y="249"/>
                        <a:pt x="0" y="321"/>
                        <a:pt x="73" y="364"/>
                      </a:cubicBezTo>
                      <a:lnTo>
                        <a:pt x="338" y="514"/>
                      </a:lnTo>
                      <a:cubicBezTo>
                        <a:pt x="374" y="532"/>
                        <a:pt x="421" y="541"/>
                        <a:pt x="468" y="541"/>
                      </a:cubicBezTo>
                      <a:cubicBezTo>
                        <a:pt x="514" y="541"/>
                        <a:pt x="561" y="532"/>
                        <a:pt x="597" y="514"/>
                      </a:cubicBezTo>
                      <a:lnTo>
                        <a:pt x="906" y="335"/>
                      </a:lnTo>
                      <a:cubicBezTo>
                        <a:pt x="978" y="292"/>
                        <a:pt x="978" y="219"/>
                        <a:pt x="906" y="176"/>
                      </a:cubicBezTo>
                      <a:lnTo>
                        <a:pt x="647" y="33"/>
                      </a:lnTo>
                      <a:cubicBezTo>
                        <a:pt x="611" y="11"/>
                        <a:pt x="562" y="1"/>
                        <a:pt x="514"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1" name="Google Shape;1604;p44">
                  <a:extLst>
                    <a:ext uri="{FF2B5EF4-FFF2-40B4-BE49-F238E27FC236}">
                      <a16:creationId xmlns:a16="http://schemas.microsoft.com/office/drawing/2014/main" id="{BE6DA759-9C34-4DF0-8D97-6667C7AF59B1}"/>
                    </a:ext>
                  </a:extLst>
                </p:cNvPr>
                <p:cNvSpPr/>
                <p:nvPr/>
              </p:nvSpPr>
              <p:spPr>
                <a:xfrm>
                  <a:off x="-1096672" y="1463547"/>
                  <a:ext cx="83390" cy="46539"/>
                </a:xfrm>
                <a:custGeom>
                  <a:avLst/>
                  <a:gdLst/>
                  <a:ahLst/>
                  <a:cxnLst/>
                  <a:rect l="l" t="t" r="r" b="b"/>
                  <a:pathLst>
                    <a:path w="1007" h="562" extrusionOk="0">
                      <a:moveTo>
                        <a:pt x="503" y="0"/>
                      </a:moveTo>
                      <a:cubicBezTo>
                        <a:pt x="456" y="0"/>
                        <a:pt x="409" y="11"/>
                        <a:pt x="373" y="32"/>
                      </a:cubicBezTo>
                      <a:lnTo>
                        <a:pt x="71" y="205"/>
                      </a:lnTo>
                      <a:cubicBezTo>
                        <a:pt x="1" y="248"/>
                        <a:pt x="1" y="314"/>
                        <a:pt x="80" y="357"/>
                      </a:cubicBezTo>
                      <a:lnTo>
                        <a:pt x="373" y="529"/>
                      </a:lnTo>
                      <a:cubicBezTo>
                        <a:pt x="409" y="551"/>
                        <a:pt x="458" y="562"/>
                        <a:pt x="507" y="562"/>
                      </a:cubicBezTo>
                      <a:cubicBezTo>
                        <a:pt x="556" y="562"/>
                        <a:pt x="604" y="551"/>
                        <a:pt x="641" y="529"/>
                      </a:cubicBezTo>
                      <a:lnTo>
                        <a:pt x="934" y="357"/>
                      </a:lnTo>
                      <a:cubicBezTo>
                        <a:pt x="1006" y="314"/>
                        <a:pt x="1006" y="248"/>
                        <a:pt x="934" y="205"/>
                      </a:cubicBezTo>
                      <a:lnTo>
                        <a:pt x="632" y="32"/>
                      </a:lnTo>
                      <a:cubicBezTo>
                        <a:pt x="597" y="11"/>
                        <a:pt x="550" y="0"/>
                        <a:pt x="503"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2" name="Google Shape;1605;p44">
                  <a:extLst>
                    <a:ext uri="{FF2B5EF4-FFF2-40B4-BE49-F238E27FC236}">
                      <a16:creationId xmlns:a16="http://schemas.microsoft.com/office/drawing/2014/main" id="{0C7F2B4D-7C1F-45A5-9256-14314DE223B6}"/>
                    </a:ext>
                  </a:extLst>
                </p:cNvPr>
                <p:cNvSpPr/>
                <p:nvPr/>
              </p:nvSpPr>
              <p:spPr>
                <a:xfrm>
                  <a:off x="-1188924" y="1475389"/>
                  <a:ext cx="87447" cy="49024"/>
                </a:xfrm>
                <a:custGeom>
                  <a:avLst/>
                  <a:gdLst/>
                  <a:ahLst/>
                  <a:cxnLst/>
                  <a:rect l="l" t="t" r="r" b="b"/>
                  <a:pathLst>
                    <a:path w="1056" h="592" extrusionOk="0">
                      <a:moveTo>
                        <a:pt x="517" y="0"/>
                      </a:moveTo>
                      <a:cubicBezTo>
                        <a:pt x="469" y="0"/>
                        <a:pt x="421" y="11"/>
                        <a:pt x="381" y="33"/>
                      </a:cubicBezTo>
                      <a:lnTo>
                        <a:pt x="79" y="214"/>
                      </a:lnTo>
                      <a:cubicBezTo>
                        <a:pt x="0" y="257"/>
                        <a:pt x="7" y="321"/>
                        <a:pt x="79" y="364"/>
                      </a:cubicBezTo>
                      <a:lnTo>
                        <a:pt x="409" y="559"/>
                      </a:lnTo>
                      <a:cubicBezTo>
                        <a:pt x="449" y="580"/>
                        <a:pt x="497" y="591"/>
                        <a:pt x="545" y="591"/>
                      </a:cubicBezTo>
                      <a:cubicBezTo>
                        <a:pt x="593" y="591"/>
                        <a:pt x="640" y="580"/>
                        <a:pt x="676" y="559"/>
                      </a:cubicBezTo>
                      <a:lnTo>
                        <a:pt x="985" y="378"/>
                      </a:lnTo>
                      <a:cubicBezTo>
                        <a:pt x="1056" y="335"/>
                        <a:pt x="1056" y="271"/>
                        <a:pt x="985" y="228"/>
                      </a:cubicBezTo>
                      <a:lnTo>
                        <a:pt x="647" y="33"/>
                      </a:lnTo>
                      <a:cubicBezTo>
                        <a:pt x="611" y="11"/>
                        <a:pt x="564" y="0"/>
                        <a:pt x="517"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3" name="Google Shape;1606;p44">
                  <a:extLst>
                    <a:ext uri="{FF2B5EF4-FFF2-40B4-BE49-F238E27FC236}">
                      <a16:creationId xmlns:a16="http://schemas.microsoft.com/office/drawing/2014/main" id="{5CDD39BE-7FF1-4773-A8A0-E42288BBE238}"/>
                    </a:ext>
                  </a:extLst>
                </p:cNvPr>
                <p:cNvSpPr/>
                <p:nvPr/>
              </p:nvSpPr>
              <p:spPr>
                <a:xfrm>
                  <a:off x="-1520003" y="1349764"/>
                  <a:ext cx="362128" cy="207439"/>
                </a:xfrm>
                <a:custGeom>
                  <a:avLst/>
                  <a:gdLst/>
                  <a:ahLst/>
                  <a:cxnLst/>
                  <a:rect l="l" t="t" r="r" b="b"/>
                  <a:pathLst>
                    <a:path w="4373" h="2505" extrusionOk="0">
                      <a:moveTo>
                        <a:pt x="512" y="1"/>
                      </a:moveTo>
                      <a:cubicBezTo>
                        <a:pt x="465" y="1"/>
                        <a:pt x="418" y="12"/>
                        <a:pt x="382" y="33"/>
                      </a:cubicBezTo>
                      <a:lnTo>
                        <a:pt x="73" y="213"/>
                      </a:lnTo>
                      <a:cubicBezTo>
                        <a:pt x="1" y="256"/>
                        <a:pt x="1" y="321"/>
                        <a:pt x="73" y="365"/>
                      </a:cubicBezTo>
                      <a:lnTo>
                        <a:pt x="3726" y="2478"/>
                      </a:lnTo>
                      <a:cubicBezTo>
                        <a:pt x="3761" y="2496"/>
                        <a:pt x="3809" y="2505"/>
                        <a:pt x="3858" y="2505"/>
                      </a:cubicBezTo>
                      <a:cubicBezTo>
                        <a:pt x="3906" y="2505"/>
                        <a:pt x="3955" y="2496"/>
                        <a:pt x="3991" y="2478"/>
                      </a:cubicBezTo>
                      <a:lnTo>
                        <a:pt x="4300" y="2298"/>
                      </a:lnTo>
                      <a:cubicBezTo>
                        <a:pt x="4372" y="2255"/>
                        <a:pt x="4372" y="2183"/>
                        <a:pt x="4293" y="2147"/>
                      </a:cubicBezTo>
                      <a:lnTo>
                        <a:pt x="641" y="33"/>
                      </a:lnTo>
                      <a:cubicBezTo>
                        <a:pt x="605" y="12"/>
                        <a:pt x="558" y="1"/>
                        <a:pt x="512"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4" name="Google Shape;1607;p44">
                  <a:extLst>
                    <a:ext uri="{FF2B5EF4-FFF2-40B4-BE49-F238E27FC236}">
                      <a16:creationId xmlns:a16="http://schemas.microsoft.com/office/drawing/2014/main" id="{92BF45A2-339A-4273-B73C-F9B38FD98E2B}"/>
                    </a:ext>
                  </a:extLst>
                </p:cNvPr>
                <p:cNvSpPr/>
                <p:nvPr/>
              </p:nvSpPr>
              <p:spPr>
                <a:xfrm>
                  <a:off x="-1185943" y="1542632"/>
                  <a:ext cx="83887" cy="47202"/>
                </a:xfrm>
                <a:custGeom>
                  <a:avLst/>
                  <a:gdLst/>
                  <a:ahLst/>
                  <a:cxnLst/>
                  <a:rect l="l" t="t" r="r" b="b"/>
                  <a:pathLst>
                    <a:path w="1013" h="570" extrusionOk="0">
                      <a:moveTo>
                        <a:pt x="510" y="1"/>
                      </a:moveTo>
                      <a:cubicBezTo>
                        <a:pt x="464" y="1"/>
                        <a:pt x="417" y="12"/>
                        <a:pt x="382" y="33"/>
                      </a:cubicBezTo>
                      <a:lnTo>
                        <a:pt x="71" y="213"/>
                      </a:lnTo>
                      <a:cubicBezTo>
                        <a:pt x="0" y="256"/>
                        <a:pt x="0" y="321"/>
                        <a:pt x="71" y="364"/>
                      </a:cubicBezTo>
                      <a:lnTo>
                        <a:pt x="366" y="537"/>
                      </a:lnTo>
                      <a:cubicBezTo>
                        <a:pt x="406" y="558"/>
                        <a:pt x="454" y="569"/>
                        <a:pt x="502" y="569"/>
                      </a:cubicBezTo>
                      <a:cubicBezTo>
                        <a:pt x="550" y="569"/>
                        <a:pt x="596" y="558"/>
                        <a:pt x="632" y="537"/>
                      </a:cubicBezTo>
                      <a:lnTo>
                        <a:pt x="942" y="358"/>
                      </a:lnTo>
                      <a:cubicBezTo>
                        <a:pt x="1013" y="314"/>
                        <a:pt x="1013" y="249"/>
                        <a:pt x="942" y="206"/>
                      </a:cubicBezTo>
                      <a:lnTo>
                        <a:pt x="640" y="33"/>
                      </a:lnTo>
                      <a:cubicBezTo>
                        <a:pt x="604" y="12"/>
                        <a:pt x="557" y="1"/>
                        <a:pt x="510"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5" name="Google Shape;1608;p44">
                  <a:extLst>
                    <a:ext uri="{FF2B5EF4-FFF2-40B4-BE49-F238E27FC236}">
                      <a16:creationId xmlns:a16="http://schemas.microsoft.com/office/drawing/2014/main" id="{F4CE9A16-245D-4B9E-9BEC-6F9B9B40DF92}"/>
                    </a:ext>
                  </a:extLst>
                </p:cNvPr>
                <p:cNvSpPr/>
                <p:nvPr/>
              </p:nvSpPr>
              <p:spPr>
                <a:xfrm>
                  <a:off x="-1591966" y="1541224"/>
                  <a:ext cx="272693" cy="154855"/>
                </a:xfrm>
                <a:custGeom>
                  <a:avLst/>
                  <a:gdLst/>
                  <a:ahLst/>
                  <a:cxnLst/>
                  <a:rect l="l" t="t" r="r" b="b"/>
                  <a:pathLst>
                    <a:path w="3293" h="1870" extrusionOk="0">
                      <a:moveTo>
                        <a:pt x="756" y="0"/>
                      </a:moveTo>
                      <a:lnTo>
                        <a:pt x="1" y="438"/>
                      </a:lnTo>
                      <a:lnTo>
                        <a:pt x="2438" y="1848"/>
                      </a:lnTo>
                      <a:cubicBezTo>
                        <a:pt x="2467" y="1862"/>
                        <a:pt x="2502" y="1870"/>
                        <a:pt x="2537" y="1870"/>
                      </a:cubicBezTo>
                      <a:cubicBezTo>
                        <a:pt x="2572" y="1870"/>
                        <a:pt x="2606" y="1862"/>
                        <a:pt x="2631" y="1848"/>
                      </a:cubicBezTo>
                      <a:lnTo>
                        <a:pt x="3292" y="1460"/>
                      </a:lnTo>
                      <a:lnTo>
                        <a:pt x="756" y="0"/>
                      </a:ln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6" name="Google Shape;1609;p44">
                  <a:extLst>
                    <a:ext uri="{FF2B5EF4-FFF2-40B4-BE49-F238E27FC236}">
                      <a16:creationId xmlns:a16="http://schemas.microsoft.com/office/drawing/2014/main" id="{69820290-B85A-4ED3-B096-CF841F4DF61F}"/>
                    </a:ext>
                  </a:extLst>
                </p:cNvPr>
                <p:cNvSpPr/>
                <p:nvPr/>
              </p:nvSpPr>
              <p:spPr>
                <a:xfrm>
                  <a:off x="-1769927" y="1436467"/>
                  <a:ext cx="240646" cy="141108"/>
                </a:xfrm>
                <a:custGeom>
                  <a:avLst/>
                  <a:gdLst/>
                  <a:ahLst/>
                  <a:cxnLst/>
                  <a:rect l="l" t="t" r="r" b="b"/>
                  <a:pathLst>
                    <a:path w="2906" h="1704" extrusionOk="0">
                      <a:moveTo>
                        <a:pt x="719" y="1"/>
                      </a:moveTo>
                      <a:lnTo>
                        <a:pt x="59" y="382"/>
                      </a:lnTo>
                      <a:cubicBezTo>
                        <a:pt x="0" y="416"/>
                        <a:pt x="0" y="468"/>
                        <a:pt x="59" y="496"/>
                      </a:cubicBezTo>
                      <a:lnTo>
                        <a:pt x="2150" y="1703"/>
                      </a:lnTo>
                      <a:lnTo>
                        <a:pt x="2905" y="1265"/>
                      </a:lnTo>
                      <a:lnTo>
                        <a:pt x="719" y="1"/>
                      </a:ln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 name="Google Shape;1610;p44">
                  <a:extLst>
                    <a:ext uri="{FF2B5EF4-FFF2-40B4-BE49-F238E27FC236}">
                      <a16:creationId xmlns:a16="http://schemas.microsoft.com/office/drawing/2014/main" id="{D98505FB-67E0-42E0-8CD0-85073D3B15D9}"/>
                    </a:ext>
                  </a:extLst>
                </p:cNvPr>
                <p:cNvSpPr/>
                <p:nvPr/>
              </p:nvSpPr>
              <p:spPr>
                <a:xfrm>
                  <a:off x="-1710386" y="1363842"/>
                  <a:ext cx="517397" cy="298282"/>
                </a:xfrm>
                <a:custGeom>
                  <a:avLst/>
                  <a:gdLst/>
                  <a:ahLst/>
                  <a:cxnLst/>
                  <a:rect l="l" t="t" r="r" b="b"/>
                  <a:pathLst>
                    <a:path w="6248" h="3602" extrusionOk="0">
                      <a:moveTo>
                        <a:pt x="1560" y="0"/>
                      </a:moveTo>
                      <a:cubicBezTo>
                        <a:pt x="1524" y="0"/>
                        <a:pt x="1488" y="7"/>
                        <a:pt x="1460" y="22"/>
                      </a:cubicBezTo>
                      <a:lnTo>
                        <a:pt x="0" y="878"/>
                      </a:lnTo>
                      <a:lnTo>
                        <a:pt x="2186" y="2142"/>
                      </a:lnTo>
                      <a:lnTo>
                        <a:pt x="4722" y="3602"/>
                      </a:lnTo>
                      <a:lnTo>
                        <a:pt x="6188" y="2753"/>
                      </a:lnTo>
                      <a:cubicBezTo>
                        <a:pt x="6247" y="2725"/>
                        <a:pt x="6240" y="2674"/>
                        <a:pt x="6188" y="2639"/>
                      </a:cubicBezTo>
                      <a:lnTo>
                        <a:pt x="1660" y="22"/>
                      </a:lnTo>
                      <a:cubicBezTo>
                        <a:pt x="1632" y="7"/>
                        <a:pt x="1596" y="0"/>
                        <a:pt x="156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8" name="Google Shape;1611;p44">
                  <a:extLst>
                    <a:ext uri="{FF2B5EF4-FFF2-40B4-BE49-F238E27FC236}">
                      <a16:creationId xmlns:a16="http://schemas.microsoft.com/office/drawing/2014/main" id="{A6BC1397-9A95-4928-98B4-2A5762D30CC4}"/>
                    </a:ext>
                  </a:extLst>
                </p:cNvPr>
                <p:cNvSpPr/>
                <p:nvPr/>
              </p:nvSpPr>
              <p:spPr>
                <a:xfrm>
                  <a:off x="-1130128" y="1575342"/>
                  <a:ext cx="81651" cy="45463"/>
                </a:xfrm>
                <a:custGeom>
                  <a:avLst/>
                  <a:gdLst/>
                  <a:ahLst/>
                  <a:cxnLst/>
                  <a:rect l="l" t="t" r="r" b="b"/>
                  <a:pathLst>
                    <a:path w="986" h="549" extrusionOk="0">
                      <a:moveTo>
                        <a:pt x="516" y="1"/>
                      </a:moveTo>
                      <a:cubicBezTo>
                        <a:pt x="467" y="1"/>
                        <a:pt x="418" y="12"/>
                        <a:pt x="382" y="33"/>
                      </a:cubicBezTo>
                      <a:lnTo>
                        <a:pt x="73" y="206"/>
                      </a:lnTo>
                      <a:cubicBezTo>
                        <a:pt x="1" y="249"/>
                        <a:pt x="1" y="321"/>
                        <a:pt x="73" y="364"/>
                      </a:cubicBezTo>
                      <a:lnTo>
                        <a:pt x="346" y="516"/>
                      </a:lnTo>
                      <a:cubicBezTo>
                        <a:pt x="382" y="538"/>
                        <a:pt x="429" y="549"/>
                        <a:pt x="476" y="549"/>
                      </a:cubicBezTo>
                      <a:cubicBezTo>
                        <a:pt x="523" y="549"/>
                        <a:pt x="569" y="538"/>
                        <a:pt x="605" y="516"/>
                      </a:cubicBezTo>
                      <a:lnTo>
                        <a:pt x="915" y="335"/>
                      </a:lnTo>
                      <a:cubicBezTo>
                        <a:pt x="986" y="292"/>
                        <a:pt x="986" y="228"/>
                        <a:pt x="915" y="185"/>
                      </a:cubicBezTo>
                      <a:lnTo>
                        <a:pt x="648" y="33"/>
                      </a:lnTo>
                      <a:cubicBezTo>
                        <a:pt x="612" y="12"/>
                        <a:pt x="564" y="1"/>
                        <a:pt x="516"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 name="Google Shape;1612;p44">
                  <a:extLst>
                    <a:ext uri="{FF2B5EF4-FFF2-40B4-BE49-F238E27FC236}">
                      <a16:creationId xmlns:a16="http://schemas.microsoft.com/office/drawing/2014/main" id="{965E30B9-8964-4D99-B2AD-A014E5B93CA7}"/>
                    </a:ext>
                  </a:extLst>
                </p:cNvPr>
                <p:cNvSpPr/>
                <p:nvPr/>
              </p:nvSpPr>
              <p:spPr>
                <a:xfrm>
                  <a:off x="-1634282" y="1284260"/>
                  <a:ext cx="85294" cy="47450"/>
                </a:xfrm>
                <a:custGeom>
                  <a:avLst/>
                  <a:gdLst/>
                  <a:ahLst/>
                  <a:cxnLst/>
                  <a:rect l="l" t="t" r="r" b="b"/>
                  <a:pathLst>
                    <a:path w="1030" h="573" extrusionOk="0">
                      <a:moveTo>
                        <a:pt x="509" y="1"/>
                      </a:moveTo>
                      <a:cubicBezTo>
                        <a:pt x="463" y="1"/>
                        <a:pt x="417" y="10"/>
                        <a:pt x="382" y="27"/>
                      </a:cubicBezTo>
                      <a:lnTo>
                        <a:pt x="73" y="207"/>
                      </a:lnTo>
                      <a:cubicBezTo>
                        <a:pt x="1" y="250"/>
                        <a:pt x="1" y="322"/>
                        <a:pt x="73" y="365"/>
                      </a:cubicBezTo>
                      <a:lnTo>
                        <a:pt x="389" y="545"/>
                      </a:lnTo>
                      <a:cubicBezTo>
                        <a:pt x="425" y="563"/>
                        <a:pt x="472" y="572"/>
                        <a:pt x="519" y="572"/>
                      </a:cubicBezTo>
                      <a:cubicBezTo>
                        <a:pt x="566" y="572"/>
                        <a:pt x="612" y="563"/>
                        <a:pt x="648" y="545"/>
                      </a:cubicBezTo>
                      <a:lnTo>
                        <a:pt x="957" y="365"/>
                      </a:lnTo>
                      <a:cubicBezTo>
                        <a:pt x="1029" y="322"/>
                        <a:pt x="1029" y="250"/>
                        <a:pt x="957" y="214"/>
                      </a:cubicBezTo>
                      <a:lnTo>
                        <a:pt x="648" y="34"/>
                      </a:lnTo>
                      <a:cubicBezTo>
                        <a:pt x="611" y="12"/>
                        <a:pt x="560" y="1"/>
                        <a:pt x="509"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0" name="Google Shape;1613;p44">
                  <a:extLst>
                    <a:ext uri="{FF2B5EF4-FFF2-40B4-BE49-F238E27FC236}">
                      <a16:creationId xmlns:a16="http://schemas.microsoft.com/office/drawing/2014/main" id="{DB90B55F-0669-445C-94D8-5577B0FA6BCE}"/>
                    </a:ext>
                  </a:extLst>
                </p:cNvPr>
                <p:cNvSpPr/>
                <p:nvPr/>
              </p:nvSpPr>
              <p:spPr>
                <a:xfrm>
                  <a:off x="-1690097" y="1251632"/>
                  <a:ext cx="83969" cy="47036"/>
                </a:xfrm>
                <a:custGeom>
                  <a:avLst/>
                  <a:gdLst/>
                  <a:ahLst/>
                  <a:cxnLst/>
                  <a:rect l="l" t="t" r="r" b="b"/>
                  <a:pathLst>
                    <a:path w="1014" h="568" extrusionOk="0">
                      <a:moveTo>
                        <a:pt x="510" y="1"/>
                      </a:moveTo>
                      <a:cubicBezTo>
                        <a:pt x="463" y="1"/>
                        <a:pt x="416" y="12"/>
                        <a:pt x="380" y="33"/>
                      </a:cubicBezTo>
                      <a:lnTo>
                        <a:pt x="71" y="213"/>
                      </a:lnTo>
                      <a:cubicBezTo>
                        <a:pt x="0" y="256"/>
                        <a:pt x="0" y="320"/>
                        <a:pt x="71" y="363"/>
                      </a:cubicBezTo>
                      <a:lnTo>
                        <a:pt x="366" y="535"/>
                      </a:lnTo>
                      <a:cubicBezTo>
                        <a:pt x="406" y="557"/>
                        <a:pt x="455" y="568"/>
                        <a:pt x="502" y="568"/>
                      </a:cubicBezTo>
                      <a:cubicBezTo>
                        <a:pt x="550" y="568"/>
                        <a:pt x="596" y="557"/>
                        <a:pt x="632" y="535"/>
                      </a:cubicBezTo>
                      <a:lnTo>
                        <a:pt x="941" y="356"/>
                      </a:lnTo>
                      <a:cubicBezTo>
                        <a:pt x="1013" y="313"/>
                        <a:pt x="1013" y="249"/>
                        <a:pt x="941" y="206"/>
                      </a:cubicBezTo>
                      <a:lnTo>
                        <a:pt x="639" y="33"/>
                      </a:lnTo>
                      <a:cubicBezTo>
                        <a:pt x="603" y="12"/>
                        <a:pt x="557" y="1"/>
                        <a:pt x="510"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1" name="Google Shape;1614;p44">
                  <a:extLst>
                    <a:ext uri="{FF2B5EF4-FFF2-40B4-BE49-F238E27FC236}">
                      <a16:creationId xmlns:a16="http://schemas.microsoft.com/office/drawing/2014/main" id="{785A3257-8069-4FDC-B82E-5B7DE260D9DA}"/>
                    </a:ext>
                  </a:extLst>
                </p:cNvPr>
                <p:cNvSpPr/>
                <p:nvPr/>
              </p:nvSpPr>
              <p:spPr>
                <a:xfrm>
                  <a:off x="-1749638" y="1217514"/>
                  <a:ext cx="87447" cy="48609"/>
                </a:xfrm>
                <a:custGeom>
                  <a:avLst/>
                  <a:gdLst/>
                  <a:ahLst/>
                  <a:cxnLst/>
                  <a:rect l="l" t="t" r="r" b="b"/>
                  <a:pathLst>
                    <a:path w="1056" h="587" extrusionOk="0">
                      <a:moveTo>
                        <a:pt x="511" y="1"/>
                      </a:moveTo>
                      <a:cubicBezTo>
                        <a:pt x="463" y="1"/>
                        <a:pt x="417" y="10"/>
                        <a:pt x="381" y="28"/>
                      </a:cubicBezTo>
                      <a:lnTo>
                        <a:pt x="72" y="207"/>
                      </a:lnTo>
                      <a:cubicBezTo>
                        <a:pt x="0" y="250"/>
                        <a:pt x="0" y="323"/>
                        <a:pt x="72" y="366"/>
                      </a:cubicBezTo>
                      <a:lnTo>
                        <a:pt x="409" y="559"/>
                      </a:lnTo>
                      <a:cubicBezTo>
                        <a:pt x="445" y="577"/>
                        <a:pt x="494" y="586"/>
                        <a:pt x="543" y="586"/>
                      </a:cubicBezTo>
                      <a:cubicBezTo>
                        <a:pt x="591" y="586"/>
                        <a:pt x="640" y="577"/>
                        <a:pt x="676" y="559"/>
                      </a:cubicBezTo>
                      <a:lnTo>
                        <a:pt x="978" y="380"/>
                      </a:lnTo>
                      <a:cubicBezTo>
                        <a:pt x="1056" y="336"/>
                        <a:pt x="1049" y="266"/>
                        <a:pt x="978" y="223"/>
                      </a:cubicBezTo>
                      <a:lnTo>
                        <a:pt x="647" y="28"/>
                      </a:lnTo>
                      <a:cubicBezTo>
                        <a:pt x="607" y="10"/>
                        <a:pt x="559" y="1"/>
                        <a:pt x="511"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2" name="Google Shape;1615;p44">
                  <a:extLst>
                    <a:ext uri="{FF2B5EF4-FFF2-40B4-BE49-F238E27FC236}">
                      <a16:creationId xmlns:a16="http://schemas.microsoft.com/office/drawing/2014/main" id="{425038EB-0432-472E-9808-4B80C6F6D966}"/>
                    </a:ext>
                  </a:extLst>
                </p:cNvPr>
                <p:cNvSpPr/>
                <p:nvPr/>
              </p:nvSpPr>
              <p:spPr>
                <a:xfrm>
                  <a:off x="-844346" y="1609378"/>
                  <a:ext cx="89352" cy="49438"/>
                </a:xfrm>
                <a:custGeom>
                  <a:avLst/>
                  <a:gdLst/>
                  <a:ahLst/>
                  <a:cxnLst/>
                  <a:rect l="l" t="t" r="r" b="b"/>
                  <a:pathLst>
                    <a:path w="1079" h="597" extrusionOk="0">
                      <a:moveTo>
                        <a:pt x="500" y="0"/>
                      </a:moveTo>
                      <a:cubicBezTo>
                        <a:pt x="452" y="0"/>
                        <a:pt x="404" y="11"/>
                        <a:pt x="368" y="33"/>
                      </a:cubicBezTo>
                      <a:lnTo>
                        <a:pt x="73" y="198"/>
                      </a:lnTo>
                      <a:cubicBezTo>
                        <a:pt x="0" y="242"/>
                        <a:pt x="0" y="312"/>
                        <a:pt x="73" y="355"/>
                      </a:cubicBezTo>
                      <a:lnTo>
                        <a:pt x="447" y="564"/>
                      </a:lnTo>
                      <a:cubicBezTo>
                        <a:pt x="482" y="586"/>
                        <a:pt x="529" y="597"/>
                        <a:pt x="576" y="597"/>
                      </a:cubicBezTo>
                      <a:cubicBezTo>
                        <a:pt x="622" y="597"/>
                        <a:pt x="669" y="586"/>
                        <a:pt x="706" y="564"/>
                      </a:cubicBezTo>
                      <a:lnTo>
                        <a:pt x="1008" y="392"/>
                      </a:lnTo>
                      <a:cubicBezTo>
                        <a:pt x="1078" y="355"/>
                        <a:pt x="1078" y="285"/>
                        <a:pt x="1001" y="242"/>
                      </a:cubicBezTo>
                      <a:lnTo>
                        <a:pt x="633" y="33"/>
                      </a:lnTo>
                      <a:cubicBezTo>
                        <a:pt x="597" y="11"/>
                        <a:pt x="549" y="0"/>
                        <a:pt x="50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 name="Google Shape;1616;p44">
                  <a:extLst>
                    <a:ext uri="{FF2B5EF4-FFF2-40B4-BE49-F238E27FC236}">
                      <a16:creationId xmlns:a16="http://schemas.microsoft.com/office/drawing/2014/main" id="{E3595EA5-815C-4685-A29F-0D984932894C}"/>
                    </a:ext>
                  </a:extLst>
                </p:cNvPr>
                <p:cNvSpPr/>
                <p:nvPr/>
              </p:nvSpPr>
              <p:spPr>
                <a:xfrm>
                  <a:off x="-900824" y="1641508"/>
                  <a:ext cx="89932" cy="50763"/>
                </a:xfrm>
                <a:custGeom>
                  <a:avLst/>
                  <a:gdLst/>
                  <a:ahLst/>
                  <a:cxnLst/>
                  <a:rect l="l" t="t" r="r" b="b"/>
                  <a:pathLst>
                    <a:path w="1086" h="613" extrusionOk="0">
                      <a:moveTo>
                        <a:pt x="510" y="1"/>
                      </a:moveTo>
                      <a:cubicBezTo>
                        <a:pt x="463" y="1"/>
                        <a:pt x="416" y="11"/>
                        <a:pt x="380" y="33"/>
                      </a:cubicBezTo>
                      <a:lnTo>
                        <a:pt x="71" y="212"/>
                      </a:lnTo>
                      <a:cubicBezTo>
                        <a:pt x="1" y="256"/>
                        <a:pt x="1" y="321"/>
                        <a:pt x="71" y="364"/>
                      </a:cubicBezTo>
                      <a:lnTo>
                        <a:pt x="439" y="580"/>
                      </a:lnTo>
                      <a:cubicBezTo>
                        <a:pt x="474" y="601"/>
                        <a:pt x="522" y="612"/>
                        <a:pt x="571" y="612"/>
                      </a:cubicBezTo>
                      <a:cubicBezTo>
                        <a:pt x="620" y="612"/>
                        <a:pt x="668" y="601"/>
                        <a:pt x="704" y="580"/>
                      </a:cubicBezTo>
                      <a:lnTo>
                        <a:pt x="1013" y="399"/>
                      </a:lnTo>
                      <a:cubicBezTo>
                        <a:pt x="1086" y="356"/>
                        <a:pt x="1086" y="292"/>
                        <a:pt x="1013" y="249"/>
                      </a:cubicBezTo>
                      <a:lnTo>
                        <a:pt x="639" y="33"/>
                      </a:lnTo>
                      <a:cubicBezTo>
                        <a:pt x="604" y="11"/>
                        <a:pt x="557" y="1"/>
                        <a:pt x="510"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4" name="Google Shape;1617;p44">
                  <a:extLst>
                    <a:ext uri="{FF2B5EF4-FFF2-40B4-BE49-F238E27FC236}">
                      <a16:creationId xmlns:a16="http://schemas.microsoft.com/office/drawing/2014/main" id="{6890F10B-3438-408E-9903-98E2418DCAC6}"/>
                    </a:ext>
                  </a:extLst>
                </p:cNvPr>
                <p:cNvSpPr/>
                <p:nvPr/>
              </p:nvSpPr>
              <p:spPr>
                <a:xfrm>
                  <a:off x="-1528781" y="1278960"/>
                  <a:ext cx="85211" cy="47699"/>
                </a:xfrm>
                <a:custGeom>
                  <a:avLst/>
                  <a:gdLst/>
                  <a:ahLst/>
                  <a:cxnLst/>
                  <a:rect l="l" t="t" r="r" b="b"/>
                  <a:pathLst>
                    <a:path w="1029" h="576" extrusionOk="0">
                      <a:moveTo>
                        <a:pt x="513" y="0"/>
                      </a:moveTo>
                      <a:cubicBezTo>
                        <a:pt x="465" y="0"/>
                        <a:pt x="417" y="11"/>
                        <a:pt x="381" y="33"/>
                      </a:cubicBezTo>
                      <a:lnTo>
                        <a:pt x="71" y="214"/>
                      </a:lnTo>
                      <a:cubicBezTo>
                        <a:pt x="0" y="257"/>
                        <a:pt x="0" y="328"/>
                        <a:pt x="71" y="364"/>
                      </a:cubicBezTo>
                      <a:lnTo>
                        <a:pt x="388" y="543"/>
                      </a:lnTo>
                      <a:cubicBezTo>
                        <a:pt x="424" y="565"/>
                        <a:pt x="470" y="576"/>
                        <a:pt x="517" y="576"/>
                      </a:cubicBezTo>
                      <a:cubicBezTo>
                        <a:pt x="564" y="576"/>
                        <a:pt x="611" y="565"/>
                        <a:pt x="647" y="543"/>
                      </a:cubicBezTo>
                      <a:lnTo>
                        <a:pt x="956" y="364"/>
                      </a:lnTo>
                      <a:cubicBezTo>
                        <a:pt x="1028" y="328"/>
                        <a:pt x="1028" y="257"/>
                        <a:pt x="956" y="214"/>
                      </a:cubicBezTo>
                      <a:lnTo>
                        <a:pt x="647" y="33"/>
                      </a:lnTo>
                      <a:cubicBezTo>
                        <a:pt x="611" y="11"/>
                        <a:pt x="562" y="0"/>
                        <a:pt x="513"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 name="Google Shape;1618;p44">
                  <a:extLst>
                    <a:ext uri="{FF2B5EF4-FFF2-40B4-BE49-F238E27FC236}">
                      <a16:creationId xmlns:a16="http://schemas.microsoft.com/office/drawing/2014/main" id="{09BBDB34-5841-45FC-BC1A-EA142F076055}"/>
                    </a:ext>
                  </a:extLst>
                </p:cNvPr>
                <p:cNvSpPr/>
                <p:nvPr/>
              </p:nvSpPr>
              <p:spPr>
                <a:xfrm>
                  <a:off x="-1474705" y="1058268"/>
                  <a:ext cx="65503" cy="36271"/>
                </a:xfrm>
                <a:custGeom>
                  <a:avLst/>
                  <a:gdLst/>
                  <a:ahLst/>
                  <a:cxnLst/>
                  <a:rect l="l" t="t" r="r" b="b"/>
                  <a:pathLst>
                    <a:path w="791" h="438" extrusionOk="0">
                      <a:moveTo>
                        <a:pt x="249" y="0"/>
                      </a:moveTo>
                      <a:cubicBezTo>
                        <a:pt x="200" y="0"/>
                        <a:pt x="152" y="11"/>
                        <a:pt x="116" y="32"/>
                      </a:cubicBezTo>
                      <a:lnTo>
                        <a:pt x="73" y="60"/>
                      </a:lnTo>
                      <a:cubicBezTo>
                        <a:pt x="1" y="103"/>
                        <a:pt x="1" y="176"/>
                        <a:pt x="73" y="212"/>
                      </a:cubicBezTo>
                      <a:lnTo>
                        <a:pt x="410" y="405"/>
                      </a:lnTo>
                      <a:cubicBezTo>
                        <a:pt x="446" y="427"/>
                        <a:pt x="493" y="437"/>
                        <a:pt x="540" y="437"/>
                      </a:cubicBezTo>
                      <a:cubicBezTo>
                        <a:pt x="587" y="437"/>
                        <a:pt x="633" y="427"/>
                        <a:pt x="668" y="405"/>
                      </a:cubicBezTo>
                      <a:lnTo>
                        <a:pt x="720" y="377"/>
                      </a:lnTo>
                      <a:cubicBezTo>
                        <a:pt x="791" y="341"/>
                        <a:pt x="791" y="269"/>
                        <a:pt x="720" y="226"/>
                      </a:cubicBezTo>
                      <a:lnTo>
                        <a:pt x="382" y="32"/>
                      </a:lnTo>
                      <a:cubicBezTo>
                        <a:pt x="346" y="11"/>
                        <a:pt x="297" y="0"/>
                        <a:pt x="249"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6" name="Google Shape;1619;p44">
                  <a:extLst>
                    <a:ext uri="{FF2B5EF4-FFF2-40B4-BE49-F238E27FC236}">
                      <a16:creationId xmlns:a16="http://schemas.microsoft.com/office/drawing/2014/main" id="{3022A380-E9CA-4BB5-8584-76C8C92EB639}"/>
                    </a:ext>
                  </a:extLst>
                </p:cNvPr>
                <p:cNvSpPr/>
                <p:nvPr/>
              </p:nvSpPr>
              <p:spPr>
                <a:xfrm>
                  <a:off x="-1536565" y="1022907"/>
                  <a:ext cx="67987" cy="37761"/>
                </a:xfrm>
                <a:custGeom>
                  <a:avLst/>
                  <a:gdLst/>
                  <a:ahLst/>
                  <a:cxnLst/>
                  <a:rect l="l" t="t" r="r" b="b"/>
                  <a:pathLst>
                    <a:path w="821" h="456" extrusionOk="0">
                      <a:moveTo>
                        <a:pt x="252" y="1"/>
                      </a:moveTo>
                      <a:cubicBezTo>
                        <a:pt x="205" y="1"/>
                        <a:pt x="158" y="10"/>
                        <a:pt x="122" y="28"/>
                      </a:cubicBezTo>
                      <a:lnTo>
                        <a:pt x="72" y="56"/>
                      </a:lnTo>
                      <a:cubicBezTo>
                        <a:pt x="1" y="99"/>
                        <a:pt x="1" y="171"/>
                        <a:pt x="72" y="214"/>
                      </a:cubicBezTo>
                      <a:lnTo>
                        <a:pt x="439" y="423"/>
                      </a:lnTo>
                      <a:cubicBezTo>
                        <a:pt x="474" y="445"/>
                        <a:pt x="521" y="455"/>
                        <a:pt x="568" y="455"/>
                      </a:cubicBezTo>
                      <a:cubicBezTo>
                        <a:pt x="615" y="455"/>
                        <a:pt x="662" y="445"/>
                        <a:pt x="698" y="423"/>
                      </a:cubicBezTo>
                      <a:lnTo>
                        <a:pt x="748" y="394"/>
                      </a:lnTo>
                      <a:cubicBezTo>
                        <a:pt x="820" y="351"/>
                        <a:pt x="820" y="287"/>
                        <a:pt x="748" y="244"/>
                      </a:cubicBezTo>
                      <a:lnTo>
                        <a:pt x="380" y="28"/>
                      </a:lnTo>
                      <a:cubicBezTo>
                        <a:pt x="345" y="10"/>
                        <a:pt x="298" y="1"/>
                        <a:pt x="252"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 name="Google Shape;1620;p44">
                  <a:extLst>
                    <a:ext uri="{FF2B5EF4-FFF2-40B4-BE49-F238E27FC236}">
                      <a16:creationId xmlns:a16="http://schemas.microsoft.com/office/drawing/2014/main" id="{86693EA5-FA7B-41D0-ADAF-BF4A7D2BB011}"/>
                    </a:ext>
                  </a:extLst>
                </p:cNvPr>
                <p:cNvSpPr/>
                <p:nvPr/>
              </p:nvSpPr>
              <p:spPr>
                <a:xfrm>
                  <a:off x="-1593125" y="1043776"/>
                  <a:ext cx="88855" cy="49603"/>
                </a:xfrm>
                <a:custGeom>
                  <a:avLst/>
                  <a:gdLst/>
                  <a:ahLst/>
                  <a:cxnLst/>
                  <a:rect l="l" t="t" r="r" b="b"/>
                  <a:pathLst>
                    <a:path w="1073" h="599" extrusionOk="0">
                      <a:moveTo>
                        <a:pt x="500" y="0"/>
                      </a:moveTo>
                      <a:cubicBezTo>
                        <a:pt x="451" y="0"/>
                        <a:pt x="403" y="9"/>
                        <a:pt x="366" y="26"/>
                      </a:cubicBezTo>
                      <a:lnTo>
                        <a:pt x="71" y="207"/>
                      </a:lnTo>
                      <a:cubicBezTo>
                        <a:pt x="1" y="242"/>
                        <a:pt x="1" y="314"/>
                        <a:pt x="71" y="357"/>
                      </a:cubicBezTo>
                      <a:lnTo>
                        <a:pt x="439" y="566"/>
                      </a:lnTo>
                      <a:cubicBezTo>
                        <a:pt x="475" y="588"/>
                        <a:pt x="522" y="599"/>
                        <a:pt x="568" y="599"/>
                      </a:cubicBezTo>
                      <a:cubicBezTo>
                        <a:pt x="615" y="599"/>
                        <a:pt x="661" y="588"/>
                        <a:pt x="698" y="566"/>
                      </a:cubicBezTo>
                      <a:lnTo>
                        <a:pt x="1000" y="394"/>
                      </a:lnTo>
                      <a:cubicBezTo>
                        <a:pt x="1072" y="351"/>
                        <a:pt x="1072" y="285"/>
                        <a:pt x="1000" y="242"/>
                      </a:cubicBezTo>
                      <a:lnTo>
                        <a:pt x="632" y="26"/>
                      </a:lnTo>
                      <a:cubicBezTo>
                        <a:pt x="597" y="9"/>
                        <a:pt x="548" y="0"/>
                        <a:pt x="50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8" name="Google Shape;1621;p44">
                  <a:extLst>
                    <a:ext uri="{FF2B5EF4-FFF2-40B4-BE49-F238E27FC236}">
                      <a16:creationId xmlns:a16="http://schemas.microsoft.com/office/drawing/2014/main" id="{D12C8DF1-9D73-42A1-AF51-34032C14978C}"/>
                    </a:ext>
                  </a:extLst>
                </p:cNvPr>
                <p:cNvSpPr/>
                <p:nvPr/>
              </p:nvSpPr>
              <p:spPr>
                <a:xfrm>
                  <a:off x="-1531265" y="1078971"/>
                  <a:ext cx="86371" cy="48444"/>
                </a:xfrm>
                <a:custGeom>
                  <a:avLst/>
                  <a:gdLst/>
                  <a:ahLst/>
                  <a:cxnLst/>
                  <a:rect l="l" t="t" r="r" b="b"/>
                  <a:pathLst>
                    <a:path w="1043" h="585" extrusionOk="0">
                      <a:moveTo>
                        <a:pt x="500" y="0"/>
                      </a:moveTo>
                      <a:cubicBezTo>
                        <a:pt x="452" y="0"/>
                        <a:pt x="404" y="11"/>
                        <a:pt x="368" y="32"/>
                      </a:cubicBezTo>
                      <a:lnTo>
                        <a:pt x="73" y="205"/>
                      </a:lnTo>
                      <a:cubicBezTo>
                        <a:pt x="1" y="248"/>
                        <a:pt x="1" y="321"/>
                        <a:pt x="73" y="364"/>
                      </a:cubicBezTo>
                      <a:lnTo>
                        <a:pt x="411" y="559"/>
                      </a:lnTo>
                      <a:cubicBezTo>
                        <a:pt x="447" y="576"/>
                        <a:pt x="493" y="585"/>
                        <a:pt x="540" y="585"/>
                      </a:cubicBezTo>
                      <a:cubicBezTo>
                        <a:pt x="587" y="585"/>
                        <a:pt x="634" y="576"/>
                        <a:pt x="670" y="559"/>
                      </a:cubicBezTo>
                      <a:lnTo>
                        <a:pt x="972" y="378"/>
                      </a:lnTo>
                      <a:cubicBezTo>
                        <a:pt x="1043" y="343"/>
                        <a:pt x="1043" y="271"/>
                        <a:pt x="972" y="227"/>
                      </a:cubicBezTo>
                      <a:lnTo>
                        <a:pt x="634" y="32"/>
                      </a:lnTo>
                      <a:cubicBezTo>
                        <a:pt x="598" y="11"/>
                        <a:pt x="549" y="0"/>
                        <a:pt x="50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9" name="Google Shape;1622;p44">
                  <a:extLst>
                    <a:ext uri="{FF2B5EF4-FFF2-40B4-BE49-F238E27FC236}">
                      <a16:creationId xmlns:a16="http://schemas.microsoft.com/office/drawing/2014/main" id="{E7362E11-24BD-4096-92D6-E4EC738AF32C}"/>
                    </a:ext>
                  </a:extLst>
                </p:cNvPr>
                <p:cNvSpPr/>
                <p:nvPr/>
              </p:nvSpPr>
              <p:spPr>
                <a:xfrm>
                  <a:off x="-1652087" y="1076072"/>
                  <a:ext cx="106659" cy="60203"/>
                </a:xfrm>
                <a:custGeom>
                  <a:avLst/>
                  <a:gdLst/>
                  <a:ahLst/>
                  <a:cxnLst/>
                  <a:rect l="l" t="t" r="r" b="b"/>
                  <a:pathLst>
                    <a:path w="1288" h="727" extrusionOk="0">
                      <a:moveTo>
                        <a:pt x="536" y="1"/>
                      </a:moveTo>
                      <a:cubicBezTo>
                        <a:pt x="488" y="1"/>
                        <a:pt x="439" y="11"/>
                        <a:pt x="404" y="33"/>
                      </a:cubicBezTo>
                      <a:lnTo>
                        <a:pt x="73" y="226"/>
                      </a:lnTo>
                      <a:cubicBezTo>
                        <a:pt x="0" y="269"/>
                        <a:pt x="0" y="342"/>
                        <a:pt x="73" y="378"/>
                      </a:cubicBezTo>
                      <a:lnTo>
                        <a:pt x="620" y="694"/>
                      </a:lnTo>
                      <a:cubicBezTo>
                        <a:pt x="655" y="715"/>
                        <a:pt x="702" y="726"/>
                        <a:pt x="749" y="726"/>
                      </a:cubicBezTo>
                      <a:cubicBezTo>
                        <a:pt x="797" y="726"/>
                        <a:pt x="846" y="715"/>
                        <a:pt x="885" y="694"/>
                      </a:cubicBezTo>
                      <a:lnTo>
                        <a:pt x="1215" y="499"/>
                      </a:lnTo>
                      <a:cubicBezTo>
                        <a:pt x="1287" y="456"/>
                        <a:pt x="1287" y="392"/>
                        <a:pt x="1215" y="349"/>
                      </a:cubicBezTo>
                      <a:lnTo>
                        <a:pt x="670" y="33"/>
                      </a:lnTo>
                      <a:cubicBezTo>
                        <a:pt x="633" y="11"/>
                        <a:pt x="585" y="1"/>
                        <a:pt x="536"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0" name="Google Shape;1623;p44">
                  <a:extLst>
                    <a:ext uri="{FF2B5EF4-FFF2-40B4-BE49-F238E27FC236}">
                      <a16:creationId xmlns:a16="http://schemas.microsoft.com/office/drawing/2014/main" id="{6C0100C6-2111-4A59-B54F-F892CE5C074E}"/>
                    </a:ext>
                  </a:extLst>
                </p:cNvPr>
                <p:cNvSpPr/>
                <p:nvPr/>
              </p:nvSpPr>
              <p:spPr>
                <a:xfrm>
                  <a:off x="-1575238" y="1120542"/>
                  <a:ext cx="89352" cy="50266"/>
                </a:xfrm>
                <a:custGeom>
                  <a:avLst/>
                  <a:gdLst/>
                  <a:ahLst/>
                  <a:cxnLst/>
                  <a:rect l="l" t="t" r="r" b="b"/>
                  <a:pathLst>
                    <a:path w="1079" h="607" extrusionOk="0">
                      <a:moveTo>
                        <a:pt x="536" y="0"/>
                      </a:moveTo>
                      <a:cubicBezTo>
                        <a:pt x="487" y="0"/>
                        <a:pt x="439" y="9"/>
                        <a:pt x="402" y="27"/>
                      </a:cubicBezTo>
                      <a:lnTo>
                        <a:pt x="71" y="229"/>
                      </a:lnTo>
                      <a:cubicBezTo>
                        <a:pt x="0" y="264"/>
                        <a:pt x="0" y="336"/>
                        <a:pt x="71" y="379"/>
                      </a:cubicBezTo>
                      <a:lnTo>
                        <a:pt x="409" y="574"/>
                      </a:lnTo>
                      <a:cubicBezTo>
                        <a:pt x="445" y="596"/>
                        <a:pt x="492" y="607"/>
                        <a:pt x="539" y="607"/>
                      </a:cubicBezTo>
                      <a:cubicBezTo>
                        <a:pt x="586" y="607"/>
                        <a:pt x="633" y="596"/>
                        <a:pt x="668" y="574"/>
                      </a:cubicBezTo>
                      <a:lnTo>
                        <a:pt x="1006" y="379"/>
                      </a:lnTo>
                      <a:cubicBezTo>
                        <a:pt x="1079" y="336"/>
                        <a:pt x="1079" y="264"/>
                        <a:pt x="1006" y="229"/>
                      </a:cubicBezTo>
                      <a:lnTo>
                        <a:pt x="668" y="27"/>
                      </a:lnTo>
                      <a:cubicBezTo>
                        <a:pt x="633" y="9"/>
                        <a:pt x="584" y="0"/>
                        <a:pt x="536"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 name="Google Shape;1624;p44">
                  <a:extLst>
                    <a:ext uri="{FF2B5EF4-FFF2-40B4-BE49-F238E27FC236}">
                      <a16:creationId xmlns:a16="http://schemas.microsoft.com/office/drawing/2014/main" id="{8A348491-2034-4596-AE1B-9F1058FF4730}"/>
                    </a:ext>
                  </a:extLst>
                </p:cNvPr>
                <p:cNvSpPr/>
                <p:nvPr/>
              </p:nvSpPr>
              <p:spPr>
                <a:xfrm>
                  <a:off x="-1707984" y="1110522"/>
                  <a:ext cx="123221" cy="69726"/>
                </a:xfrm>
                <a:custGeom>
                  <a:avLst/>
                  <a:gdLst/>
                  <a:ahLst/>
                  <a:cxnLst/>
                  <a:rect l="l" t="t" r="r" b="b"/>
                  <a:pathLst>
                    <a:path w="1488" h="842" extrusionOk="0">
                      <a:moveTo>
                        <a:pt x="500" y="0"/>
                      </a:moveTo>
                      <a:cubicBezTo>
                        <a:pt x="451" y="0"/>
                        <a:pt x="403" y="11"/>
                        <a:pt x="366" y="33"/>
                      </a:cubicBezTo>
                      <a:lnTo>
                        <a:pt x="71" y="205"/>
                      </a:lnTo>
                      <a:cubicBezTo>
                        <a:pt x="1" y="241"/>
                        <a:pt x="1" y="314"/>
                        <a:pt x="71" y="357"/>
                      </a:cubicBezTo>
                      <a:lnTo>
                        <a:pt x="863" y="809"/>
                      </a:lnTo>
                      <a:cubicBezTo>
                        <a:pt x="899" y="831"/>
                        <a:pt x="945" y="841"/>
                        <a:pt x="992" y="841"/>
                      </a:cubicBezTo>
                      <a:cubicBezTo>
                        <a:pt x="1039" y="841"/>
                        <a:pt x="1086" y="831"/>
                        <a:pt x="1122" y="809"/>
                      </a:cubicBezTo>
                      <a:lnTo>
                        <a:pt x="1415" y="637"/>
                      </a:lnTo>
                      <a:cubicBezTo>
                        <a:pt x="1488" y="593"/>
                        <a:pt x="1488" y="530"/>
                        <a:pt x="1415" y="486"/>
                      </a:cubicBezTo>
                      <a:lnTo>
                        <a:pt x="632" y="33"/>
                      </a:lnTo>
                      <a:cubicBezTo>
                        <a:pt x="597" y="11"/>
                        <a:pt x="548" y="0"/>
                        <a:pt x="50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 name="Google Shape;1625;p44">
                  <a:extLst>
                    <a:ext uri="{FF2B5EF4-FFF2-40B4-BE49-F238E27FC236}">
                      <a16:creationId xmlns:a16="http://schemas.microsoft.com/office/drawing/2014/main" id="{F81DFFFC-8CCA-4F26-8467-C1A2170EB1C7}"/>
                    </a:ext>
                  </a:extLst>
                </p:cNvPr>
                <p:cNvSpPr/>
                <p:nvPr/>
              </p:nvSpPr>
              <p:spPr>
                <a:xfrm>
                  <a:off x="-1821684" y="1176108"/>
                  <a:ext cx="100117" cy="55980"/>
                </a:xfrm>
                <a:custGeom>
                  <a:avLst/>
                  <a:gdLst/>
                  <a:ahLst/>
                  <a:cxnLst/>
                  <a:rect l="l" t="t" r="r" b="b"/>
                  <a:pathLst>
                    <a:path w="1209" h="676" extrusionOk="0">
                      <a:moveTo>
                        <a:pt x="514" y="0"/>
                      </a:moveTo>
                      <a:cubicBezTo>
                        <a:pt x="465" y="0"/>
                        <a:pt x="417" y="11"/>
                        <a:pt x="382" y="33"/>
                      </a:cubicBezTo>
                      <a:lnTo>
                        <a:pt x="71" y="205"/>
                      </a:lnTo>
                      <a:cubicBezTo>
                        <a:pt x="1" y="248"/>
                        <a:pt x="1" y="319"/>
                        <a:pt x="71" y="362"/>
                      </a:cubicBezTo>
                      <a:lnTo>
                        <a:pt x="561" y="643"/>
                      </a:lnTo>
                      <a:cubicBezTo>
                        <a:pt x="597" y="665"/>
                        <a:pt x="645" y="676"/>
                        <a:pt x="693" y="676"/>
                      </a:cubicBezTo>
                      <a:cubicBezTo>
                        <a:pt x="742" y="676"/>
                        <a:pt x="791" y="665"/>
                        <a:pt x="827" y="643"/>
                      </a:cubicBezTo>
                      <a:lnTo>
                        <a:pt x="1136" y="464"/>
                      </a:lnTo>
                      <a:cubicBezTo>
                        <a:pt x="1208" y="421"/>
                        <a:pt x="1208" y="355"/>
                        <a:pt x="1136" y="312"/>
                      </a:cubicBezTo>
                      <a:lnTo>
                        <a:pt x="647" y="33"/>
                      </a:lnTo>
                      <a:cubicBezTo>
                        <a:pt x="611" y="11"/>
                        <a:pt x="563" y="0"/>
                        <a:pt x="514"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 name="Google Shape;1626;p44">
                  <a:extLst>
                    <a:ext uri="{FF2B5EF4-FFF2-40B4-BE49-F238E27FC236}">
                      <a16:creationId xmlns:a16="http://schemas.microsoft.com/office/drawing/2014/main" id="{6B511D4E-ED39-4F25-B976-323ABF6EFEF8}"/>
                    </a:ext>
                  </a:extLst>
                </p:cNvPr>
                <p:cNvSpPr/>
                <p:nvPr/>
              </p:nvSpPr>
              <p:spPr>
                <a:xfrm>
                  <a:off x="-1764544" y="1142653"/>
                  <a:ext cx="148230" cy="84549"/>
                </a:xfrm>
                <a:custGeom>
                  <a:avLst/>
                  <a:gdLst/>
                  <a:ahLst/>
                  <a:cxnLst/>
                  <a:rect l="l" t="t" r="r" b="b"/>
                  <a:pathLst>
                    <a:path w="1790" h="1021" extrusionOk="0">
                      <a:moveTo>
                        <a:pt x="511" y="1"/>
                      </a:moveTo>
                      <a:cubicBezTo>
                        <a:pt x="464" y="1"/>
                        <a:pt x="417" y="11"/>
                        <a:pt x="382" y="33"/>
                      </a:cubicBezTo>
                      <a:lnTo>
                        <a:pt x="71" y="212"/>
                      </a:lnTo>
                      <a:cubicBezTo>
                        <a:pt x="1" y="255"/>
                        <a:pt x="1" y="321"/>
                        <a:pt x="71" y="364"/>
                      </a:cubicBezTo>
                      <a:lnTo>
                        <a:pt x="1143" y="989"/>
                      </a:lnTo>
                      <a:cubicBezTo>
                        <a:pt x="1182" y="1010"/>
                        <a:pt x="1231" y="1021"/>
                        <a:pt x="1279" y="1021"/>
                      </a:cubicBezTo>
                      <a:cubicBezTo>
                        <a:pt x="1326" y="1021"/>
                        <a:pt x="1373" y="1010"/>
                        <a:pt x="1408" y="989"/>
                      </a:cubicBezTo>
                      <a:lnTo>
                        <a:pt x="1719" y="809"/>
                      </a:lnTo>
                      <a:cubicBezTo>
                        <a:pt x="1790" y="766"/>
                        <a:pt x="1790" y="695"/>
                        <a:pt x="1719" y="659"/>
                      </a:cubicBezTo>
                      <a:lnTo>
                        <a:pt x="641" y="33"/>
                      </a:lnTo>
                      <a:cubicBezTo>
                        <a:pt x="604" y="11"/>
                        <a:pt x="557" y="1"/>
                        <a:pt x="511"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 name="Google Shape;1627;p44">
                  <a:extLst>
                    <a:ext uri="{FF2B5EF4-FFF2-40B4-BE49-F238E27FC236}">
                      <a16:creationId xmlns:a16="http://schemas.microsoft.com/office/drawing/2014/main" id="{5AE4D77A-23BB-44E5-A309-B51C57D7E2C8}"/>
                    </a:ext>
                  </a:extLst>
                </p:cNvPr>
                <p:cNvSpPr/>
                <p:nvPr/>
              </p:nvSpPr>
              <p:spPr>
                <a:xfrm>
                  <a:off x="-1644385" y="1212380"/>
                  <a:ext cx="87613" cy="48858"/>
                </a:xfrm>
                <a:custGeom>
                  <a:avLst/>
                  <a:gdLst/>
                  <a:ahLst/>
                  <a:cxnLst/>
                  <a:rect l="l" t="t" r="r" b="b"/>
                  <a:pathLst>
                    <a:path w="1058" h="590" extrusionOk="0">
                      <a:moveTo>
                        <a:pt x="515" y="0"/>
                      </a:moveTo>
                      <a:cubicBezTo>
                        <a:pt x="467" y="0"/>
                        <a:pt x="418" y="11"/>
                        <a:pt x="382" y="33"/>
                      </a:cubicBezTo>
                      <a:lnTo>
                        <a:pt x="73" y="212"/>
                      </a:lnTo>
                      <a:cubicBezTo>
                        <a:pt x="0" y="255"/>
                        <a:pt x="0" y="319"/>
                        <a:pt x="73" y="362"/>
                      </a:cubicBezTo>
                      <a:lnTo>
                        <a:pt x="411" y="557"/>
                      </a:lnTo>
                      <a:cubicBezTo>
                        <a:pt x="447" y="579"/>
                        <a:pt x="496" y="590"/>
                        <a:pt x="544" y="590"/>
                      </a:cubicBezTo>
                      <a:cubicBezTo>
                        <a:pt x="592" y="590"/>
                        <a:pt x="640" y="579"/>
                        <a:pt x="677" y="557"/>
                      </a:cubicBezTo>
                      <a:lnTo>
                        <a:pt x="985" y="378"/>
                      </a:lnTo>
                      <a:cubicBezTo>
                        <a:pt x="1058" y="342"/>
                        <a:pt x="1058" y="269"/>
                        <a:pt x="985" y="226"/>
                      </a:cubicBezTo>
                      <a:lnTo>
                        <a:pt x="647" y="33"/>
                      </a:lnTo>
                      <a:cubicBezTo>
                        <a:pt x="612" y="11"/>
                        <a:pt x="564" y="0"/>
                        <a:pt x="515"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 name="Google Shape;1628;p44">
                  <a:extLst>
                    <a:ext uri="{FF2B5EF4-FFF2-40B4-BE49-F238E27FC236}">
                      <a16:creationId xmlns:a16="http://schemas.microsoft.com/office/drawing/2014/main" id="{F93BCB00-D1F8-4ED0-B72B-F247880B5E0D}"/>
                    </a:ext>
                  </a:extLst>
                </p:cNvPr>
                <p:cNvSpPr/>
                <p:nvPr/>
              </p:nvSpPr>
              <p:spPr>
                <a:xfrm>
                  <a:off x="-1584844" y="1246829"/>
                  <a:ext cx="84135" cy="47119"/>
                </a:xfrm>
                <a:custGeom>
                  <a:avLst/>
                  <a:gdLst/>
                  <a:ahLst/>
                  <a:cxnLst/>
                  <a:rect l="l" t="t" r="r" b="b"/>
                  <a:pathLst>
                    <a:path w="1016" h="569" extrusionOk="0">
                      <a:moveTo>
                        <a:pt x="512" y="0"/>
                      </a:moveTo>
                      <a:cubicBezTo>
                        <a:pt x="465" y="0"/>
                        <a:pt x="418" y="11"/>
                        <a:pt x="382" y="32"/>
                      </a:cubicBezTo>
                      <a:lnTo>
                        <a:pt x="73" y="214"/>
                      </a:lnTo>
                      <a:cubicBezTo>
                        <a:pt x="1" y="257"/>
                        <a:pt x="1" y="321"/>
                        <a:pt x="73" y="364"/>
                      </a:cubicBezTo>
                      <a:lnTo>
                        <a:pt x="375" y="536"/>
                      </a:lnTo>
                      <a:cubicBezTo>
                        <a:pt x="411" y="558"/>
                        <a:pt x="457" y="569"/>
                        <a:pt x="504" y="569"/>
                      </a:cubicBezTo>
                      <a:cubicBezTo>
                        <a:pt x="551" y="569"/>
                        <a:pt x="598" y="558"/>
                        <a:pt x="634" y="536"/>
                      </a:cubicBezTo>
                      <a:lnTo>
                        <a:pt x="943" y="357"/>
                      </a:lnTo>
                      <a:cubicBezTo>
                        <a:pt x="1015" y="314"/>
                        <a:pt x="1015" y="248"/>
                        <a:pt x="943" y="205"/>
                      </a:cubicBezTo>
                      <a:lnTo>
                        <a:pt x="648" y="32"/>
                      </a:lnTo>
                      <a:cubicBezTo>
                        <a:pt x="608" y="11"/>
                        <a:pt x="560" y="0"/>
                        <a:pt x="512"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6" name="Google Shape;1629;p44">
                  <a:extLst>
                    <a:ext uri="{FF2B5EF4-FFF2-40B4-BE49-F238E27FC236}">
                      <a16:creationId xmlns:a16="http://schemas.microsoft.com/office/drawing/2014/main" id="{995B6B76-8204-46E7-A348-067503649E7F}"/>
                    </a:ext>
                  </a:extLst>
                </p:cNvPr>
                <p:cNvSpPr/>
                <p:nvPr/>
              </p:nvSpPr>
              <p:spPr>
                <a:xfrm>
                  <a:off x="-888982" y="1516960"/>
                  <a:ext cx="130426" cy="73535"/>
                </a:xfrm>
                <a:custGeom>
                  <a:avLst/>
                  <a:gdLst/>
                  <a:ahLst/>
                  <a:cxnLst/>
                  <a:rect l="l" t="t" r="r" b="b"/>
                  <a:pathLst>
                    <a:path w="1575" h="888" extrusionOk="0">
                      <a:moveTo>
                        <a:pt x="540" y="0"/>
                      </a:moveTo>
                      <a:cubicBezTo>
                        <a:pt x="493" y="0"/>
                        <a:pt x="446" y="9"/>
                        <a:pt x="410" y="28"/>
                      </a:cubicBezTo>
                      <a:lnTo>
                        <a:pt x="73" y="221"/>
                      </a:lnTo>
                      <a:cubicBezTo>
                        <a:pt x="1" y="264"/>
                        <a:pt x="1" y="336"/>
                        <a:pt x="73" y="379"/>
                      </a:cubicBezTo>
                      <a:lnTo>
                        <a:pt x="907" y="861"/>
                      </a:lnTo>
                      <a:cubicBezTo>
                        <a:pt x="943" y="879"/>
                        <a:pt x="991" y="888"/>
                        <a:pt x="1039" y="888"/>
                      </a:cubicBezTo>
                      <a:cubicBezTo>
                        <a:pt x="1088" y="888"/>
                        <a:pt x="1136" y="879"/>
                        <a:pt x="1172" y="861"/>
                      </a:cubicBezTo>
                      <a:lnTo>
                        <a:pt x="1503" y="668"/>
                      </a:lnTo>
                      <a:cubicBezTo>
                        <a:pt x="1574" y="624"/>
                        <a:pt x="1574" y="552"/>
                        <a:pt x="1503" y="509"/>
                      </a:cubicBezTo>
                      <a:lnTo>
                        <a:pt x="668" y="28"/>
                      </a:lnTo>
                      <a:cubicBezTo>
                        <a:pt x="633" y="9"/>
                        <a:pt x="587" y="0"/>
                        <a:pt x="54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 name="Google Shape;1630;p44">
                  <a:extLst>
                    <a:ext uri="{FF2B5EF4-FFF2-40B4-BE49-F238E27FC236}">
                      <a16:creationId xmlns:a16="http://schemas.microsoft.com/office/drawing/2014/main" id="{904BB6D3-679B-45B3-AE13-E6D709D6EAA3}"/>
                    </a:ext>
                  </a:extLst>
                </p:cNvPr>
                <p:cNvSpPr/>
                <p:nvPr/>
              </p:nvSpPr>
              <p:spPr>
                <a:xfrm>
                  <a:off x="-947281" y="1483256"/>
                  <a:ext cx="88690" cy="49438"/>
                </a:xfrm>
                <a:custGeom>
                  <a:avLst/>
                  <a:gdLst/>
                  <a:ahLst/>
                  <a:cxnLst/>
                  <a:rect l="l" t="t" r="r" b="b"/>
                  <a:pathLst>
                    <a:path w="1071" h="597" extrusionOk="0">
                      <a:moveTo>
                        <a:pt x="539" y="0"/>
                      </a:moveTo>
                      <a:cubicBezTo>
                        <a:pt x="493" y="0"/>
                        <a:pt x="446" y="11"/>
                        <a:pt x="410" y="33"/>
                      </a:cubicBezTo>
                      <a:lnTo>
                        <a:pt x="72" y="226"/>
                      </a:lnTo>
                      <a:cubicBezTo>
                        <a:pt x="1" y="269"/>
                        <a:pt x="1" y="334"/>
                        <a:pt x="72" y="378"/>
                      </a:cubicBezTo>
                      <a:lnTo>
                        <a:pt x="396" y="564"/>
                      </a:lnTo>
                      <a:cubicBezTo>
                        <a:pt x="431" y="585"/>
                        <a:pt x="480" y="596"/>
                        <a:pt x="528" y="596"/>
                      </a:cubicBezTo>
                      <a:cubicBezTo>
                        <a:pt x="577" y="596"/>
                        <a:pt x="625" y="585"/>
                        <a:pt x="662" y="564"/>
                      </a:cubicBezTo>
                      <a:lnTo>
                        <a:pt x="993" y="369"/>
                      </a:lnTo>
                      <a:cubicBezTo>
                        <a:pt x="1071" y="326"/>
                        <a:pt x="1064" y="262"/>
                        <a:pt x="993" y="219"/>
                      </a:cubicBezTo>
                      <a:lnTo>
                        <a:pt x="669" y="33"/>
                      </a:lnTo>
                      <a:cubicBezTo>
                        <a:pt x="632" y="11"/>
                        <a:pt x="586" y="0"/>
                        <a:pt x="539"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 name="Google Shape;1631;p44">
                  <a:extLst>
                    <a:ext uri="{FF2B5EF4-FFF2-40B4-BE49-F238E27FC236}">
                      <a16:creationId xmlns:a16="http://schemas.microsoft.com/office/drawing/2014/main" id="{89A12AF3-56C6-404A-AF67-252F4F487CDF}"/>
                    </a:ext>
                  </a:extLst>
                </p:cNvPr>
                <p:cNvSpPr/>
                <p:nvPr/>
              </p:nvSpPr>
              <p:spPr>
                <a:xfrm>
                  <a:off x="-982972" y="1528968"/>
                  <a:ext cx="165537" cy="94155"/>
                </a:xfrm>
                <a:custGeom>
                  <a:avLst/>
                  <a:gdLst/>
                  <a:ahLst/>
                  <a:cxnLst/>
                  <a:rect l="l" t="t" r="r" b="b"/>
                  <a:pathLst>
                    <a:path w="1999" h="1137" extrusionOk="0">
                      <a:moveTo>
                        <a:pt x="500" y="0"/>
                      </a:moveTo>
                      <a:cubicBezTo>
                        <a:pt x="451" y="0"/>
                        <a:pt x="403" y="11"/>
                        <a:pt x="366" y="33"/>
                      </a:cubicBezTo>
                      <a:lnTo>
                        <a:pt x="71" y="205"/>
                      </a:lnTo>
                      <a:cubicBezTo>
                        <a:pt x="1" y="248"/>
                        <a:pt x="1" y="314"/>
                        <a:pt x="71" y="357"/>
                      </a:cubicBezTo>
                      <a:lnTo>
                        <a:pt x="1365" y="1104"/>
                      </a:lnTo>
                      <a:cubicBezTo>
                        <a:pt x="1405" y="1125"/>
                        <a:pt x="1454" y="1136"/>
                        <a:pt x="1501" y="1136"/>
                      </a:cubicBezTo>
                      <a:cubicBezTo>
                        <a:pt x="1549" y="1136"/>
                        <a:pt x="1596" y="1125"/>
                        <a:pt x="1631" y="1104"/>
                      </a:cubicBezTo>
                      <a:lnTo>
                        <a:pt x="1926" y="931"/>
                      </a:lnTo>
                      <a:cubicBezTo>
                        <a:pt x="1998" y="888"/>
                        <a:pt x="1998" y="824"/>
                        <a:pt x="1926" y="781"/>
                      </a:cubicBezTo>
                      <a:lnTo>
                        <a:pt x="632" y="33"/>
                      </a:lnTo>
                      <a:cubicBezTo>
                        <a:pt x="597" y="11"/>
                        <a:pt x="548" y="0"/>
                        <a:pt x="50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9" name="Google Shape;1632;p44">
                  <a:extLst>
                    <a:ext uri="{FF2B5EF4-FFF2-40B4-BE49-F238E27FC236}">
                      <a16:creationId xmlns:a16="http://schemas.microsoft.com/office/drawing/2014/main" id="{25A2B1A1-7E22-4667-A225-C8C1542C984A}"/>
                    </a:ext>
                  </a:extLst>
                </p:cNvPr>
                <p:cNvSpPr/>
                <p:nvPr/>
              </p:nvSpPr>
              <p:spPr>
                <a:xfrm>
                  <a:off x="-1040112" y="1495677"/>
                  <a:ext cx="83969" cy="47119"/>
                </a:xfrm>
                <a:custGeom>
                  <a:avLst/>
                  <a:gdLst/>
                  <a:ahLst/>
                  <a:cxnLst/>
                  <a:rect l="l" t="t" r="r" b="b"/>
                  <a:pathLst>
                    <a:path w="1014" h="569" extrusionOk="0">
                      <a:moveTo>
                        <a:pt x="500" y="0"/>
                      </a:moveTo>
                      <a:cubicBezTo>
                        <a:pt x="451" y="0"/>
                        <a:pt x="403" y="11"/>
                        <a:pt x="366" y="33"/>
                      </a:cubicBezTo>
                      <a:lnTo>
                        <a:pt x="71" y="205"/>
                      </a:lnTo>
                      <a:cubicBezTo>
                        <a:pt x="1" y="248"/>
                        <a:pt x="1" y="321"/>
                        <a:pt x="71" y="357"/>
                      </a:cubicBezTo>
                      <a:lnTo>
                        <a:pt x="380" y="536"/>
                      </a:lnTo>
                      <a:cubicBezTo>
                        <a:pt x="416" y="558"/>
                        <a:pt x="465" y="569"/>
                        <a:pt x="514" y="569"/>
                      </a:cubicBezTo>
                      <a:cubicBezTo>
                        <a:pt x="563" y="569"/>
                        <a:pt x="611" y="558"/>
                        <a:pt x="648" y="536"/>
                      </a:cubicBezTo>
                      <a:lnTo>
                        <a:pt x="941" y="364"/>
                      </a:lnTo>
                      <a:cubicBezTo>
                        <a:pt x="1013" y="328"/>
                        <a:pt x="1013" y="255"/>
                        <a:pt x="941" y="212"/>
                      </a:cubicBezTo>
                      <a:lnTo>
                        <a:pt x="632" y="33"/>
                      </a:lnTo>
                      <a:cubicBezTo>
                        <a:pt x="597" y="11"/>
                        <a:pt x="548" y="0"/>
                        <a:pt x="50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 name="Google Shape;1633;p44">
                  <a:extLst>
                    <a:ext uri="{FF2B5EF4-FFF2-40B4-BE49-F238E27FC236}">
                      <a16:creationId xmlns:a16="http://schemas.microsoft.com/office/drawing/2014/main" id="{A285A618-9201-44A6-9EF5-EDF26548F00F}"/>
                    </a:ext>
                  </a:extLst>
                </p:cNvPr>
                <p:cNvSpPr/>
                <p:nvPr/>
              </p:nvSpPr>
              <p:spPr>
                <a:xfrm>
                  <a:off x="-1496070" y="1233083"/>
                  <a:ext cx="84632" cy="46705"/>
                </a:xfrm>
                <a:custGeom>
                  <a:avLst/>
                  <a:gdLst/>
                  <a:ahLst/>
                  <a:cxnLst/>
                  <a:rect l="l" t="t" r="r" b="b"/>
                  <a:pathLst>
                    <a:path w="1022" h="564" extrusionOk="0">
                      <a:moveTo>
                        <a:pt x="503" y="0"/>
                      </a:moveTo>
                      <a:cubicBezTo>
                        <a:pt x="456" y="0"/>
                        <a:pt x="410" y="9"/>
                        <a:pt x="374" y="26"/>
                      </a:cubicBezTo>
                      <a:lnTo>
                        <a:pt x="79" y="198"/>
                      </a:lnTo>
                      <a:cubicBezTo>
                        <a:pt x="0" y="242"/>
                        <a:pt x="7" y="314"/>
                        <a:pt x="79" y="357"/>
                      </a:cubicBezTo>
                      <a:lnTo>
                        <a:pt x="388" y="537"/>
                      </a:lnTo>
                      <a:cubicBezTo>
                        <a:pt x="424" y="555"/>
                        <a:pt x="471" y="564"/>
                        <a:pt x="518" y="564"/>
                      </a:cubicBezTo>
                      <a:cubicBezTo>
                        <a:pt x="566" y="564"/>
                        <a:pt x="614" y="555"/>
                        <a:pt x="654" y="537"/>
                      </a:cubicBezTo>
                      <a:lnTo>
                        <a:pt x="949" y="364"/>
                      </a:lnTo>
                      <a:cubicBezTo>
                        <a:pt x="1021" y="321"/>
                        <a:pt x="1021" y="250"/>
                        <a:pt x="949" y="207"/>
                      </a:cubicBezTo>
                      <a:lnTo>
                        <a:pt x="633" y="26"/>
                      </a:lnTo>
                      <a:cubicBezTo>
                        <a:pt x="597" y="9"/>
                        <a:pt x="550" y="0"/>
                        <a:pt x="503"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1" name="Google Shape;1634;p44">
                  <a:extLst>
                    <a:ext uri="{FF2B5EF4-FFF2-40B4-BE49-F238E27FC236}">
                      <a16:creationId xmlns:a16="http://schemas.microsoft.com/office/drawing/2014/main" id="{F8A66BB3-FEAE-4EF6-94FD-E464B06E8146}"/>
                    </a:ext>
                  </a:extLst>
                </p:cNvPr>
                <p:cNvSpPr/>
                <p:nvPr/>
              </p:nvSpPr>
              <p:spPr>
                <a:xfrm>
                  <a:off x="-729405" y="1542052"/>
                  <a:ext cx="89352" cy="50183"/>
                </a:xfrm>
                <a:custGeom>
                  <a:avLst/>
                  <a:gdLst/>
                  <a:ahLst/>
                  <a:cxnLst/>
                  <a:rect l="l" t="t" r="r" b="b"/>
                  <a:pathLst>
                    <a:path w="1079" h="606" extrusionOk="0">
                      <a:moveTo>
                        <a:pt x="503" y="1"/>
                      </a:moveTo>
                      <a:cubicBezTo>
                        <a:pt x="457" y="1"/>
                        <a:pt x="410" y="12"/>
                        <a:pt x="373" y="33"/>
                      </a:cubicBezTo>
                      <a:lnTo>
                        <a:pt x="72" y="206"/>
                      </a:lnTo>
                      <a:cubicBezTo>
                        <a:pt x="1" y="249"/>
                        <a:pt x="1" y="321"/>
                        <a:pt x="72" y="365"/>
                      </a:cubicBezTo>
                      <a:lnTo>
                        <a:pt x="446" y="573"/>
                      </a:lnTo>
                      <a:cubicBezTo>
                        <a:pt x="482" y="595"/>
                        <a:pt x="529" y="606"/>
                        <a:pt x="575" y="606"/>
                      </a:cubicBezTo>
                      <a:cubicBezTo>
                        <a:pt x="622" y="606"/>
                        <a:pt x="668" y="595"/>
                        <a:pt x="705" y="573"/>
                      </a:cubicBezTo>
                      <a:lnTo>
                        <a:pt x="1007" y="401"/>
                      </a:lnTo>
                      <a:cubicBezTo>
                        <a:pt x="1079" y="358"/>
                        <a:pt x="1079" y="292"/>
                        <a:pt x="1007" y="249"/>
                      </a:cubicBezTo>
                      <a:lnTo>
                        <a:pt x="632" y="33"/>
                      </a:lnTo>
                      <a:cubicBezTo>
                        <a:pt x="597" y="12"/>
                        <a:pt x="550" y="1"/>
                        <a:pt x="503"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2" name="Google Shape;1635;p44">
                  <a:extLst>
                    <a:ext uri="{FF2B5EF4-FFF2-40B4-BE49-F238E27FC236}">
                      <a16:creationId xmlns:a16="http://schemas.microsoft.com/office/drawing/2014/main" id="{9CCA2D69-093B-4EBE-800D-AB689FF58B46}"/>
                    </a:ext>
                  </a:extLst>
                </p:cNvPr>
                <p:cNvSpPr/>
                <p:nvPr/>
              </p:nvSpPr>
              <p:spPr>
                <a:xfrm>
                  <a:off x="-788366" y="1574845"/>
                  <a:ext cx="92333" cy="51839"/>
                </a:xfrm>
                <a:custGeom>
                  <a:avLst/>
                  <a:gdLst/>
                  <a:ahLst/>
                  <a:cxnLst/>
                  <a:rect l="l" t="t" r="r" b="b"/>
                  <a:pathLst>
                    <a:path w="1115" h="626" extrusionOk="0">
                      <a:moveTo>
                        <a:pt x="540" y="0"/>
                      </a:moveTo>
                      <a:cubicBezTo>
                        <a:pt x="493" y="0"/>
                        <a:pt x="446" y="11"/>
                        <a:pt x="411" y="32"/>
                      </a:cubicBezTo>
                      <a:lnTo>
                        <a:pt x="73" y="227"/>
                      </a:lnTo>
                      <a:cubicBezTo>
                        <a:pt x="0" y="270"/>
                        <a:pt x="0" y="334"/>
                        <a:pt x="73" y="377"/>
                      </a:cubicBezTo>
                      <a:lnTo>
                        <a:pt x="438" y="593"/>
                      </a:lnTo>
                      <a:cubicBezTo>
                        <a:pt x="478" y="615"/>
                        <a:pt x="527" y="625"/>
                        <a:pt x="575" y="625"/>
                      </a:cubicBezTo>
                      <a:cubicBezTo>
                        <a:pt x="622" y="625"/>
                        <a:pt x="669" y="615"/>
                        <a:pt x="704" y="593"/>
                      </a:cubicBezTo>
                      <a:lnTo>
                        <a:pt x="1042" y="400"/>
                      </a:lnTo>
                      <a:cubicBezTo>
                        <a:pt x="1115" y="357"/>
                        <a:pt x="1115" y="284"/>
                        <a:pt x="1042" y="248"/>
                      </a:cubicBezTo>
                      <a:lnTo>
                        <a:pt x="670" y="32"/>
                      </a:lnTo>
                      <a:cubicBezTo>
                        <a:pt x="633" y="11"/>
                        <a:pt x="586" y="0"/>
                        <a:pt x="54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3" name="Google Shape;1636;p44">
                  <a:extLst>
                    <a:ext uri="{FF2B5EF4-FFF2-40B4-BE49-F238E27FC236}">
                      <a16:creationId xmlns:a16="http://schemas.microsoft.com/office/drawing/2014/main" id="{90A76D7C-0462-440A-8B42-A75A91241880}"/>
                    </a:ext>
                  </a:extLst>
                </p:cNvPr>
                <p:cNvSpPr/>
                <p:nvPr/>
              </p:nvSpPr>
              <p:spPr>
                <a:xfrm>
                  <a:off x="-1128803" y="1311836"/>
                  <a:ext cx="79746" cy="44717"/>
                </a:xfrm>
                <a:custGeom>
                  <a:avLst/>
                  <a:gdLst/>
                  <a:ahLst/>
                  <a:cxnLst/>
                  <a:rect l="l" t="t" r="r" b="b"/>
                  <a:pathLst>
                    <a:path w="963" h="540" extrusionOk="0">
                      <a:moveTo>
                        <a:pt x="500" y="0"/>
                      </a:moveTo>
                      <a:cubicBezTo>
                        <a:pt x="451" y="0"/>
                        <a:pt x="402" y="11"/>
                        <a:pt x="366" y="32"/>
                      </a:cubicBezTo>
                      <a:lnTo>
                        <a:pt x="71" y="205"/>
                      </a:lnTo>
                      <a:cubicBezTo>
                        <a:pt x="0" y="239"/>
                        <a:pt x="0" y="312"/>
                        <a:pt x="71" y="355"/>
                      </a:cubicBezTo>
                      <a:lnTo>
                        <a:pt x="330" y="507"/>
                      </a:lnTo>
                      <a:cubicBezTo>
                        <a:pt x="366" y="528"/>
                        <a:pt x="415" y="539"/>
                        <a:pt x="464" y="539"/>
                      </a:cubicBezTo>
                      <a:cubicBezTo>
                        <a:pt x="512" y="539"/>
                        <a:pt x="561" y="528"/>
                        <a:pt x="597" y="507"/>
                      </a:cubicBezTo>
                      <a:lnTo>
                        <a:pt x="891" y="334"/>
                      </a:lnTo>
                      <a:cubicBezTo>
                        <a:pt x="963" y="291"/>
                        <a:pt x="963" y="219"/>
                        <a:pt x="891" y="176"/>
                      </a:cubicBezTo>
                      <a:lnTo>
                        <a:pt x="632" y="32"/>
                      </a:lnTo>
                      <a:cubicBezTo>
                        <a:pt x="596" y="11"/>
                        <a:pt x="548" y="0"/>
                        <a:pt x="50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4" name="Google Shape;1637;p44">
                  <a:extLst>
                    <a:ext uri="{FF2B5EF4-FFF2-40B4-BE49-F238E27FC236}">
                      <a16:creationId xmlns:a16="http://schemas.microsoft.com/office/drawing/2014/main" id="{F9CD093A-11FC-4F86-ABDE-D54CDBA72AE5}"/>
                    </a:ext>
                  </a:extLst>
                </p:cNvPr>
                <p:cNvSpPr/>
                <p:nvPr/>
              </p:nvSpPr>
              <p:spPr>
                <a:xfrm>
                  <a:off x="-672927" y="1521266"/>
                  <a:ext cx="68649" cy="38093"/>
                </a:xfrm>
                <a:custGeom>
                  <a:avLst/>
                  <a:gdLst/>
                  <a:ahLst/>
                  <a:cxnLst/>
                  <a:rect l="l" t="t" r="r" b="b"/>
                  <a:pathLst>
                    <a:path w="829" h="460" extrusionOk="0">
                      <a:moveTo>
                        <a:pt x="254" y="0"/>
                      </a:moveTo>
                      <a:cubicBezTo>
                        <a:pt x="206" y="0"/>
                        <a:pt x="159" y="11"/>
                        <a:pt x="123" y="32"/>
                      </a:cubicBezTo>
                      <a:lnTo>
                        <a:pt x="73" y="62"/>
                      </a:lnTo>
                      <a:cubicBezTo>
                        <a:pt x="0" y="105"/>
                        <a:pt x="0" y="177"/>
                        <a:pt x="73" y="212"/>
                      </a:cubicBezTo>
                      <a:lnTo>
                        <a:pt x="447" y="427"/>
                      </a:lnTo>
                      <a:cubicBezTo>
                        <a:pt x="482" y="449"/>
                        <a:pt x="529" y="460"/>
                        <a:pt x="576" y="460"/>
                      </a:cubicBezTo>
                      <a:cubicBezTo>
                        <a:pt x="623" y="460"/>
                        <a:pt x="670" y="449"/>
                        <a:pt x="706" y="427"/>
                      </a:cubicBezTo>
                      <a:lnTo>
                        <a:pt x="756" y="400"/>
                      </a:lnTo>
                      <a:cubicBezTo>
                        <a:pt x="828" y="357"/>
                        <a:pt x="828" y="291"/>
                        <a:pt x="756" y="248"/>
                      </a:cubicBezTo>
                      <a:lnTo>
                        <a:pt x="388" y="32"/>
                      </a:lnTo>
                      <a:cubicBezTo>
                        <a:pt x="350" y="11"/>
                        <a:pt x="301" y="0"/>
                        <a:pt x="254"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5" name="Google Shape;1638;p44">
                  <a:extLst>
                    <a:ext uri="{FF2B5EF4-FFF2-40B4-BE49-F238E27FC236}">
                      <a16:creationId xmlns:a16="http://schemas.microsoft.com/office/drawing/2014/main" id="{00DF4AE6-60A3-4AC9-ABBA-A57B172D5401}"/>
                    </a:ext>
                  </a:extLst>
                </p:cNvPr>
                <p:cNvSpPr/>
                <p:nvPr/>
              </p:nvSpPr>
              <p:spPr>
                <a:xfrm>
                  <a:off x="-788366" y="1454686"/>
                  <a:ext cx="65503" cy="36271"/>
                </a:xfrm>
                <a:custGeom>
                  <a:avLst/>
                  <a:gdLst/>
                  <a:ahLst/>
                  <a:cxnLst/>
                  <a:rect l="l" t="t" r="r" b="b"/>
                  <a:pathLst>
                    <a:path w="791" h="438" extrusionOk="0">
                      <a:moveTo>
                        <a:pt x="252" y="0"/>
                      </a:moveTo>
                      <a:cubicBezTo>
                        <a:pt x="206" y="0"/>
                        <a:pt x="159" y="11"/>
                        <a:pt x="123" y="33"/>
                      </a:cubicBezTo>
                      <a:lnTo>
                        <a:pt x="73" y="60"/>
                      </a:lnTo>
                      <a:cubicBezTo>
                        <a:pt x="0" y="103"/>
                        <a:pt x="0" y="169"/>
                        <a:pt x="73" y="212"/>
                      </a:cubicBezTo>
                      <a:lnTo>
                        <a:pt x="411" y="405"/>
                      </a:lnTo>
                      <a:cubicBezTo>
                        <a:pt x="446" y="427"/>
                        <a:pt x="493" y="438"/>
                        <a:pt x="540" y="438"/>
                      </a:cubicBezTo>
                      <a:cubicBezTo>
                        <a:pt x="588" y="438"/>
                        <a:pt x="637" y="427"/>
                        <a:pt x="677" y="405"/>
                      </a:cubicBezTo>
                      <a:lnTo>
                        <a:pt x="720" y="378"/>
                      </a:lnTo>
                      <a:cubicBezTo>
                        <a:pt x="790" y="341"/>
                        <a:pt x="790" y="269"/>
                        <a:pt x="720" y="226"/>
                      </a:cubicBezTo>
                      <a:lnTo>
                        <a:pt x="382" y="33"/>
                      </a:lnTo>
                      <a:cubicBezTo>
                        <a:pt x="345" y="11"/>
                        <a:pt x="299" y="0"/>
                        <a:pt x="252"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6" name="Google Shape;1639;p44">
                  <a:extLst>
                    <a:ext uri="{FF2B5EF4-FFF2-40B4-BE49-F238E27FC236}">
                      <a16:creationId xmlns:a16="http://schemas.microsoft.com/office/drawing/2014/main" id="{1FEA9989-99FA-481B-A421-942C1C1F1D2A}"/>
                    </a:ext>
                  </a:extLst>
                </p:cNvPr>
                <p:cNvSpPr/>
                <p:nvPr/>
              </p:nvSpPr>
              <p:spPr>
                <a:xfrm>
                  <a:off x="-728825" y="1489053"/>
                  <a:ext cx="62522" cy="34615"/>
                </a:xfrm>
                <a:custGeom>
                  <a:avLst/>
                  <a:gdLst/>
                  <a:ahLst/>
                  <a:cxnLst/>
                  <a:rect l="l" t="t" r="r" b="b"/>
                  <a:pathLst>
                    <a:path w="755" h="418" extrusionOk="0">
                      <a:moveTo>
                        <a:pt x="252" y="1"/>
                      </a:moveTo>
                      <a:cubicBezTo>
                        <a:pt x="205" y="1"/>
                        <a:pt x="159" y="12"/>
                        <a:pt x="123" y="33"/>
                      </a:cubicBezTo>
                      <a:lnTo>
                        <a:pt x="71" y="63"/>
                      </a:lnTo>
                      <a:cubicBezTo>
                        <a:pt x="1" y="106"/>
                        <a:pt x="1" y="170"/>
                        <a:pt x="71" y="213"/>
                      </a:cubicBezTo>
                      <a:lnTo>
                        <a:pt x="366" y="385"/>
                      </a:lnTo>
                      <a:cubicBezTo>
                        <a:pt x="403" y="407"/>
                        <a:pt x="451" y="418"/>
                        <a:pt x="500" y="418"/>
                      </a:cubicBezTo>
                      <a:cubicBezTo>
                        <a:pt x="548" y="418"/>
                        <a:pt x="597" y="407"/>
                        <a:pt x="632" y="385"/>
                      </a:cubicBezTo>
                      <a:lnTo>
                        <a:pt x="684" y="358"/>
                      </a:lnTo>
                      <a:cubicBezTo>
                        <a:pt x="755" y="314"/>
                        <a:pt x="755" y="242"/>
                        <a:pt x="684" y="206"/>
                      </a:cubicBezTo>
                      <a:lnTo>
                        <a:pt x="382" y="33"/>
                      </a:lnTo>
                      <a:cubicBezTo>
                        <a:pt x="346" y="12"/>
                        <a:pt x="299" y="1"/>
                        <a:pt x="252"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7" name="Google Shape;1640;p44">
                  <a:extLst>
                    <a:ext uri="{FF2B5EF4-FFF2-40B4-BE49-F238E27FC236}">
                      <a16:creationId xmlns:a16="http://schemas.microsoft.com/office/drawing/2014/main" id="{04B7AEDB-DEE2-408E-A131-2AEB215985DA}"/>
                    </a:ext>
                  </a:extLst>
                </p:cNvPr>
                <p:cNvSpPr/>
                <p:nvPr/>
              </p:nvSpPr>
              <p:spPr>
                <a:xfrm>
                  <a:off x="-844926" y="1475389"/>
                  <a:ext cx="142930" cy="81154"/>
                </a:xfrm>
                <a:custGeom>
                  <a:avLst/>
                  <a:gdLst/>
                  <a:ahLst/>
                  <a:cxnLst/>
                  <a:rect l="l" t="t" r="r" b="b"/>
                  <a:pathLst>
                    <a:path w="1726" h="980" extrusionOk="0">
                      <a:moveTo>
                        <a:pt x="504" y="0"/>
                      </a:moveTo>
                      <a:cubicBezTo>
                        <a:pt x="457" y="0"/>
                        <a:pt x="411" y="11"/>
                        <a:pt x="375" y="33"/>
                      </a:cubicBezTo>
                      <a:lnTo>
                        <a:pt x="73" y="205"/>
                      </a:lnTo>
                      <a:cubicBezTo>
                        <a:pt x="0" y="248"/>
                        <a:pt x="0" y="321"/>
                        <a:pt x="73" y="357"/>
                      </a:cubicBezTo>
                      <a:lnTo>
                        <a:pt x="1085" y="947"/>
                      </a:lnTo>
                      <a:cubicBezTo>
                        <a:pt x="1121" y="969"/>
                        <a:pt x="1170" y="979"/>
                        <a:pt x="1219" y="979"/>
                      </a:cubicBezTo>
                      <a:cubicBezTo>
                        <a:pt x="1268" y="979"/>
                        <a:pt x="1316" y="969"/>
                        <a:pt x="1353" y="947"/>
                      </a:cubicBezTo>
                      <a:lnTo>
                        <a:pt x="1646" y="774"/>
                      </a:lnTo>
                      <a:cubicBezTo>
                        <a:pt x="1725" y="731"/>
                        <a:pt x="1718" y="666"/>
                        <a:pt x="1646" y="623"/>
                      </a:cubicBezTo>
                      <a:lnTo>
                        <a:pt x="633" y="33"/>
                      </a:lnTo>
                      <a:cubicBezTo>
                        <a:pt x="597" y="11"/>
                        <a:pt x="550" y="0"/>
                        <a:pt x="504"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8" name="Google Shape;1641;p44">
                  <a:extLst>
                    <a:ext uri="{FF2B5EF4-FFF2-40B4-BE49-F238E27FC236}">
                      <a16:creationId xmlns:a16="http://schemas.microsoft.com/office/drawing/2014/main" id="{FCE830D8-E95F-4EC2-ACCC-09B2FF284B09}"/>
                    </a:ext>
                  </a:extLst>
                </p:cNvPr>
                <p:cNvSpPr/>
                <p:nvPr/>
              </p:nvSpPr>
              <p:spPr>
                <a:xfrm>
                  <a:off x="-846665" y="1421230"/>
                  <a:ext cx="64923" cy="35857"/>
                </a:xfrm>
                <a:custGeom>
                  <a:avLst/>
                  <a:gdLst/>
                  <a:ahLst/>
                  <a:cxnLst/>
                  <a:rect l="l" t="t" r="r" b="b"/>
                  <a:pathLst>
                    <a:path w="784" h="433" extrusionOk="0">
                      <a:moveTo>
                        <a:pt x="253" y="1"/>
                      </a:moveTo>
                      <a:cubicBezTo>
                        <a:pt x="205" y="1"/>
                        <a:pt x="158" y="11"/>
                        <a:pt x="123" y="33"/>
                      </a:cubicBezTo>
                      <a:lnTo>
                        <a:pt x="71" y="62"/>
                      </a:lnTo>
                      <a:cubicBezTo>
                        <a:pt x="0" y="98"/>
                        <a:pt x="0" y="169"/>
                        <a:pt x="71" y="212"/>
                      </a:cubicBezTo>
                      <a:lnTo>
                        <a:pt x="396" y="400"/>
                      </a:lnTo>
                      <a:cubicBezTo>
                        <a:pt x="432" y="422"/>
                        <a:pt x="480" y="433"/>
                        <a:pt x="528" y="433"/>
                      </a:cubicBezTo>
                      <a:cubicBezTo>
                        <a:pt x="577" y="433"/>
                        <a:pt x="625" y="422"/>
                        <a:pt x="661" y="400"/>
                      </a:cubicBezTo>
                      <a:lnTo>
                        <a:pt x="711" y="371"/>
                      </a:lnTo>
                      <a:cubicBezTo>
                        <a:pt x="784" y="328"/>
                        <a:pt x="784" y="255"/>
                        <a:pt x="704" y="221"/>
                      </a:cubicBezTo>
                      <a:lnTo>
                        <a:pt x="389" y="33"/>
                      </a:lnTo>
                      <a:cubicBezTo>
                        <a:pt x="349" y="11"/>
                        <a:pt x="300" y="1"/>
                        <a:pt x="253"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9" name="Google Shape;1642;p44">
                  <a:extLst>
                    <a:ext uri="{FF2B5EF4-FFF2-40B4-BE49-F238E27FC236}">
                      <a16:creationId xmlns:a16="http://schemas.microsoft.com/office/drawing/2014/main" id="{7811C53E-1434-4276-BE77-182697F4872A}"/>
                    </a:ext>
                  </a:extLst>
                </p:cNvPr>
                <p:cNvSpPr/>
                <p:nvPr/>
              </p:nvSpPr>
              <p:spPr>
                <a:xfrm>
                  <a:off x="-903805" y="1387940"/>
                  <a:ext cx="63764" cy="35194"/>
                </a:xfrm>
                <a:custGeom>
                  <a:avLst/>
                  <a:gdLst/>
                  <a:ahLst/>
                  <a:cxnLst/>
                  <a:rect l="l" t="t" r="r" b="b"/>
                  <a:pathLst>
                    <a:path w="770" h="425" extrusionOk="0">
                      <a:moveTo>
                        <a:pt x="252" y="1"/>
                      </a:moveTo>
                      <a:cubicBezTo>
                        <a:pt x="205" y="1"/>
                        <a:pt x="158" y="11"/>
                        <a:pt x="123" y="33"/>
                      </a:cubicBezTo>
                      <a:lnTo>
                        <a:pt x="71" y="62"/>
                      </a:lnTo>
                      <a:cubicBezTo>
                        <a:pt x="0" y="105"/>
                        <a:pt x="0" y="169"/>
                        <a:pt x="71" y="212"/>
                      </a:cubicBezTo>
                      <a:lnTo>
                        <a:pt x="382" y="392"/>
                      </a:lnTo>
                      <a:cubicBezTo>
                        <a:pt x="417" y="413"/>
                        <a:pt x="465" y="424"/>
                        <a:pt x="514" y="424"/>
                      </a:cubicBezTo>
                      <a:cubicBezTo>
                        <a:pt x="562" y="424"/>
                        <a:pt x="611" y="413"/>
                        <a:pt x="647" y="392"/>
                      </a:cubicBezTo>
                      <a:lnTo>
                        <a:pt x="697" y="364"/>
                      </a:lnTo>
                      <a:cubicBezTo>
                        <a:pt x="770" y="321"/>
                        <a:pt x="770" y="255"/>
                        <a:pt x="697" y="212"/>
                      </a:cubicBezTo>
                      <a:lnTo>
                        <a:pt x="382" y="33"/>
                      </a:lnTo>
                      <a:cubicBezTo>
                        <a:pt x="345" y="11"/>
                        <a:pt x="298" y="1"/>
                        <a:pt x="252"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0" name="Google Shape;1643;p44">
                  <a:extLst>
                    <a:ext uri="{FF2B5EF4-FFF2-40B4-BE49-F238E27FC236}">
                      <a16:creationId xmlns:a16="http://schemas.microsoft.com/office/drawing/2014/main" id="{53786DB2-A6C6-4620-BE94-5138B2512307}"/>
                    </a:ext>
                  </a:extLst>
                </p:cNvPr>
                <p:cNvSpPr/>
                <p:nvPr/>
              </p:nvSpPr>
              <p:spPr>
                <a:xfrm>
                  <a:off x="-959785" y="1355809"/>
                  <a:ext cx="62604" cy="34615"/>
                </a:xfrm>
                <a:custGeom>
                  <a:avLst/>
                  <a:gdLst/>
                  <a:ahLst/>
                  <a:cxnLst/>
                  <a:rect l="l" t="t" r="r" b="b"/>
                  <a:pathLst>
                    <a:path w="756" h="418" extrusionOk="0">
                      <a:moveTo>
                        <a:pt x="248" y="0"/>
                      </a:moveTo>
                      <a:cubicBezTo>
                        <a:pt x="199" y="0"/>
                        <a:pt x="151" y="11"/>
                        <a:pt x="116" y="33"/>
                      </a:cubicBezTo>
                      <a:lnTo>
                        <a:pt x="73" y="62"/>
                      </a:lnTo>
                      <a:cubicBezTo>
                        <a:pt x="0" y="97"/>
                        <a:pt x="0" y="169"/>
                        <a:pt x="73" y="212"/>
                      </a:cubicBezTo>
                      <a:lnTo>
                        <a:pt x="368" y="385"/>
                      </a:lnTo>
                      <a:cubicBezTo>
                        <a:pt x="403" y="406"/>
                        <a:pt x="451" y="417"/>
                        <a:pt x="500" y="417"/>
                      </a:cubicBezTo>
                      <a:cubicBezTo>
                        <a:pt x="548" y="417"/>
                        <a:pt x="597" y="406"/>
                        <a:pt x="633" y="385"/>
                      </a:cubicBezTo>
                      <a:lnTo>
                        <a:pt x="683" y="355"/>
                      </a:lnTo>
                      <a:cubicBezTo>
                        <a:pt x="756" y="312"/>
                        <a:pt x="756" y="241"/>
                        <a:pt x="676" y="205"/>
                      </a:cubicBezTo>
                      <a:lnTo>
                        <a:pt x="381" y="33"/>
                      </a:lnTo>
                      <a:cubicBezTo>
                        <a:pt x="345" y="11"/>
                        <a:pt x="296" y="0"/>
                        <a:pt x="248"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1" name="Google Shape;1644;p44">
                  <a:extLst>
                    <a:ext uri="{FF2B5EF4-FFF2-40B4-BE49-F238E27FC236}">
                      <a16:creationId xmlns:a16="http://schemas.microsoft.com/office/drawing/2014/main" id="{93306162-92CC-4BD6-89B0-2DD203985531}"/>
                    </a:ext>
                  </a:extLst>
                </p:cNvPr>
                <p:cNvSpPr/>
                <p:nvPr/>
              </p:nvSpPr>
              <p:spPr>
                <a:xfrm>
                  <a:off x="-1016345" y="1376678"/>
                  <a:ext cx="82727" cy="46456"/>
                </a:xfrm>
                <a:custGeom>
                  <a:avLst/>
                  <a:gdLst/>
                  <a:ahLst/>
                  <a:cxnLst/>
                  <a:rect l="l" t="t" r="r" b="b"/>
                  <a:pathLst>
                    <a:path w="999" h="561" extrusionOk="0">
                      <a:moveTo>
                        <a:pt x="500" y="0"/>
                      </a:moveTo>
                      <a:cubicBezTo>
                        <a:pt x="451" y="0"/>
                        <a:pt x="403" y="11"/>
                        <a:pt x="367" y="33"/>
                      </a:cubicBezTo>
                      <a:lnTo>
                        <a:pt x="72" y="205"/>
                      </a:lnTo>
                      <a:cubicBezTo>
                        <a:pt x="0" y="248"/>
                        <a:pt x="0" y="312"/>
                        <a:pt x="72" y="355"/>
                      </a:cubicBezTo>
                      <a:lnTo>
                        <a:pt x="367" y="528"/>
                      </a:lnTo>
                      <a:cubicBezTo>
                        <a:pt x="403" y="549"/>
                        <a:pt x="451" y="560"/>
                        <a:pt x="500" y="560"/>
                      </a:cubicBezTo>
                      <a:cubicBezTo>
                        <a:pt x="548" y="560"/>
                        <a:pt x="597" y="549"/>
                        <a:pt x="633" y="528"/>
                      </a:cubicBezTo>
                      <a:lnTo>
                        <a:pt x="928" y="355"/>
                      </a:lnTo>
                      <a:cubicBezTo>
                        <a:pt x="999" y="312"/>
                        <a:pt x="999" y="241"/>
                        <a:pt x="928" y="205"/>
                      </a:cubicBezTo>
                      <a:lnTo>
                        <a:pt x="633" y="33"/>
                      </a:lnTo>
                      <a:cubicBezTo>
                        <a:pt x="597" y="11"/>
                        <a:pt x="548" y="0"/>
                        <a:pt x="50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2" name="Google Shape;1645;p44">
                  <a:extLst>
                    <a:ext uri="{FF2B5EF4-FFF2-40B4-BE49-F238E27FC236}">
                      <a16:creationId xmlns:a16="http://schemas.microsoft.com/office/drawing/2014/main" id="{295CEED3-AD0A-4269-B6BD-158443B5832F}"/>
                    </a:ext>
                  </a:extLst>
                </p:cNvPr>
                <p:cNvSpPr/>
                <p:nvPr/>
              </p:nvSpPr>
              <p:spPr>
                <a:xfrm>
                  <a:off x="-960365" y="1408808"/>
                  <a:ext cx="84632" cy="47036"/>
                </a:xfrm>
                <a:custGeom>
                  <a:avLst/>
                  <a:gdLst/>
                  <a:ahLst/>
                  <a:cxnLst/>
                  <a:rect l="l" t="t" r="r" b="b"/>
                  <a:pathLst>
                    <a:path w="1022" h="568" extrusionOk="0">
                      <a:moveTo>
                        <a:pt x="502" y="0"/>
                      </a:moveTo>
                      <a:cubicBezTo>
                        <a:pt x="454" y="0"/>
                        <a:pt x="406" y="11"/>
                        <a:pt x="366" y="33"/>
                      </a:cubicBezTo>
                      <a:lnTo>
                        <a:pt x="73" y="205"/>
                      </a:lnTo>
                      <a:cubicBezTo>
                        <a:pt x="0" y="248"/>
                        <a:pt x="0" y="319"/>
                        <a:pt x="73" y="355"/>
                      </a:cubicBezTo>
                      <a:lnTo>
                        <a:pt x="382" y="535"/>
                      </a:lnTo>
                      <a:cubicBezTo>
                        <a:pt x="421" y="556"/>
                        <a:pt x="470" y="567"/>
                        <a:pt x="517" y="567"/>
                      </a:cubicBezTo>
                      <a:cubicBezTo>
                        <a:pt x="564" y="567"/>
                        <a:pt x="611" y="556"/>
                        <a:pt x="647" y="535"/>
                      </a:cubicBezTo>
                      <a:lnTo>
                        <a:pt x="942" y="362"/>
                      </a:lnTo>
                      <a:cubicBezTo>
                        <a:pt x="1022" y="319"/>
                        <a:pt x="1013" y="255"/>
                        <a:pt x="942" y="212"/>
                      </a:cubicBezTo>
                      <a:lnTo>
                        <a:pt x="633" y="33"/>
                      </a:lnTo>
                      <a:cubicBezTo>
                        <a:pt x="597" y="11"/>
                        <a:pt x="550" y="0"/>
                        <a:pt x="502"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3" name="Google Shape;1646;p44">
                  <a:extLst>
                    <a:ext uri="{FF2B5EF4-FFF2-40B4-BE49-F238E27FC236}">
                      <a16:creationId xmlns:a16="http://schemas.microsoft.com/office/drawing/2014/main" id="{D2E64C52-41FF-4D92-A408-0395AF5AA914}"/>
                    </a:ext>
                  </a:extLst>
                </p:cNvPr>
                <p:cNvSpPr/>
                <p:nvPr/>
              </p:nvSpPr>
              <p:spPr>
                <a:xfrm>
                  <a:off x="-903225" y="1442099"/>
                  <a:ext cx="85211" cy="47699"/>
                </a:xfrm>
                <a:custGeom>
                  <a:avLst/>
                  <a:gdLst/>
                  <a:ahLst/>
                  <a:cxnLst/>
                  <a:rect l="l" t="t" r="r" b="b"/>
                  <a:pathLst>
                    <a:path w="1029" h="576" extrusionOk="0">
                      <a:moveTo>
                        <a:pt x="503" y="0"/>
                      </a:moveTo>
                      <a:cubicBezTo>
                        <a:pt x="457" y="0"/>
                        <a:pt x="410" y="11"/>
                        <a:pt x="375" y="33"/>
                      </a:cubicBezTo>
                      <a:lnTo>
                        <a:pt x="73" y="205"/>
                      </a:lnTo>
                      <a:cubicBezTo>
                        <a:pt x="0" y="248"/>
                        <a:pt x="0" y="314"/>
                        <a:pt x="73" y="357"/>
                      </a:cubicBezTo>
                      <a:lnTo>
                        <a:pt x="395" y="543"/>
                      </a:lnTo>
                      <a:cubicBezTo>
                        <a:pt x="432" y="565"/>
                        <a:pt x="480" y="576"/>
                        <a:pt x="529" y="576"/>
                      </a:cubicBezTo>
                      <a:cubicBezTo>
                        <a:pt x="577" y="576"/>
                        <a:pt x="626" y="565"/>
                        <a:pt x="661" y="543"/>
                      </a:cubicBezTo>
                      <a:lnTo>
                        <a:pt x="956" y="371"/>
                      </a:lnTo>
                      <a:cubicBezTo>
                        <a:pt x="1028" y="328"/>
                        <a:pt x="1028" y="255"/>
                        <a:pt x="956" y="219"/>
                      </a:cubicBezTo>
                      <a:lnTo>
                        <a:pt x="633" y="33"/>
                      </a:lnTo>
                      <a:cubicBezTo>
                        <a:pt x="597" y="11"/>
                        <a:pt x="550" y="0"/>
                        <a:pt x="503"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4" name="Google Shape;1647;p44">
                  <a:extLst>
                    <a:ext uri="{FF2B5EF4-FFF2-40B4-BE49-F238E27FC236}">
                      <a16:creationId xmlns:a16="http://schemas.microsoft.com/office/drawing/2014/main" id="{3C5903B5-5D4B-4FFF-9C47-BC5951E4BCC8}"/>
                    </a:ext>
                  </a:extLst>
                </p:cNvPr>
                <p:cNvSpPr/>
                <p:nvPr/>
              </p:nvSpPr>
              <p:spPr>
                <a:xfrm>
                  <a:off x="-1130128" y="1257512"/>
                  <a:ext cx="63847" cy="35277"/>
                </a:xfrm>
                <a:custGeom>
                  <a:avLst/>
                  <a:gdLst/>
                  <a:ahLst/>
                  <a:cxnLst/>
                  <a:rect l="l" t="t" r="r" b="b"/>
                  <a:pathLst>
                    <a:path w="771" h="426" extrusionOk="0">
                      <a:moveTo>
                        <a:pt x="257" y="1"/>
                      </a:moveTo>
                      <a:cubicBezTo>
                        <a:pt x="208" y="1"/>
                        <a:pt x="160" y="11"/>
                        <a:pt x="123" y="33"/>
                      </a:cubicBezTo>
                      <a:lnTo>
                        <a:pt x="73" y="62"/>
                      </a:lnTo>
                      <a:cubicBezTo>
                        <a:pt x="1" y="105"/>
                        <a:pt x="9" y="171"/>
                        <a:pt x="80" y="214"/>
                      </a:cubicBezTo>
                      <a:lnTo>
                        <a:pt x="389" y="393"/>
                      </a:lnTo>
                      <a:cubicBezTo>
                        <a:pt x="425" y="415"/>
                        <a:pt x="472" y="426"/>
                        <a:pt x="519" y="426"/>
                      </a:cubicBezTo>
                      <a:cubicBezTo>
                        <a:pt x="566" y="426"/>
                        <a:pt x="612" y="415"/>
                        <a:pt x="648" y="393"/>
                      </a:cubicBezTo>
                      <a:lnTo>
                        <a:pt x="700" y="364"/>
                      </a:lnTo>
                      <a:cubicBezTo>
                        <a:pt x="770" y="321"/>
                        <a:pt x="770" y="257"/>
                        <a:pt x="700" y="214"/>
                      </a:cubicBezTo>
                      <a:lnTo>
                        <a:pt x="389" y="33"/>
                      </a:lnTo>
                      <a:cubicBezTo>
                        <a:pt x="354" y="11"/>
                        <a:pt x="305" y="1"/>
                        <a:pt x="257"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5" name="Google Shape;1648;p44">
                  <a:extLst>
                    <a:ext uri="{FF2B5EF4-FFF2-40B4-BE49-F238E27FC236}">
                      <a16:creationId xmlns:a16="http://schemas.microsoft.com/office/drawing/2014/main" id="{E20B673C-2334-4388-9BE7-9CBF7053BAE5}"/>
                    </a:ext>
                  </a:extLst>
                </p:cNvPr>
                <p:cNvSpPr/>
                <p:nvPr/>
              </p:nvSpPr>
              <p:spPr>
                <a:xfrm>
                  <a:off x="-957963" y="1674633"/>
                  <a:ext cx="89932" cy="50348"/>
                </a:xfrm>
                <a:custGeom>
                  <a:avLst/>
                  <a:gdLst/>
                  <a:ahLst/>
                  <a:cxnLst/>
                  <a:rect l="l" t="t" r="r" b="b"/>
                  <a:pathLst>
                    <a:path w="1086" h="608" extrusionOk="0">
                      <a:moveTo>
                        <a:pt x="514" y="1"/>
                      </a:moveTo>
                      <a:cubicBezTo>
                        <a:pt x="465" y="1"/>
                        <a:pt x="416" y="10"/>
                        <a:pt x="380" y="28"/>
                      </a:cubicBezTo>
                      <a:lnTo>
                        <a:pt x="71" y="207"/>
                      </a:lnTo>
                      <a:cubicBezTo>
                        <a:pt x="1" y="251"/>
                        <a:pt x="1" y="323"/>
                        <a:pt x="78" y="366"/>
                      </a:cubicBezTo>
                      <a:lnTo>
                        <a:pt x="446" y="575"/>
                      </a:lnTo>
                      <a:cubicBezTo>
                        <a:pt x="482" y="596"/>
                        <a:pt x="530" y="607"/>
                        <a:pt x="579" y="607"/>
                      </a:cubicBezTo>
                      <a:cubicBezTo>
                        <a:pt x="627" y="607"/>
                        <a:pt x="675" y="596"/>
                        <a:pt x="711" y="575"/>
                      </a:cubicBezTo>
                      <a:lnTo>
                        <a:pt x="1013" y="395"/>
                      </a:lnTo>
                      <a:cubicBezTo>
                        <a:pt x="1086" y="359"/>
                        <a:pt x="1086" y="287"/>
                        <a:pt x="1013" y="244"/>
                      </a:cubicBezTo>
                      <a:lnTo>
                        <a:pt x="648" y="28"/>
                      </a:lnTo>
                      <a:cubicBezTo>
                        <a:pt x="611" y="10"/>
                        <a:pt x="563" y="1"/>
                        <a:pt x="514" y="1"/>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6" name="Google Shape;1649;p44">
                  <a:extLst>
                    <a:ext uri="{FF2B5EF4-FFF2-40B4-BE49-F238E27FC236}">
                      <a16:creationId xmlns:a16="http://schemas.microsoft.com/office/drawing/2014/main" id="{83007F2B-8509-4835-AE3A-3AAAD0F403F8}"/>
                    </a:ext>
                  </a:extLst>
                </p:cNvPr>
                <p:cNvSpPr/>
                <p:nvPr/>
              </p:nvSpPr>
              <p:spPr>
                <a:xfrm>
                  <a:off x="-1942505" y="1547517"/>
                  <a:ext cx="51756" cy="59872"/>
                </a:xfrm>
                <a:custGeom>
                  <a:avLst/>
                  <a:gdLst/>
                  <a:ahLst/>
                  <a:cxnLst/>
                  <a:rect l="l" t="t" r="r" b="b"/>
                  <a:pathLst>
                    <a:path w="625" h="723" extrusionOk="0">
                      <a:moveTo>
                        <a:pt x="294" y="0"/>
                      </a:moveTo>
                      <a:cubicBezTo>
                        <a:pt x="285" y="0"/>
                        <a:pt x="276" y="1"/>
                        <a:pt x="266" y="4"/>
                      </a:cubicBezTo>
                      <a:cubicBezTo>
                        <a:pt x="245" y="10"/>
                        <a:pt x="223" y="17"/>
                        <a:pt x="193" y="33"/>
                      </a:cubicBezTo>
                      <a:lnTo>
                        <a:pt x="0" y="147"/>
                      </a:lnTo>
                      <a:lnTo>
                        <a:pt x="223" y="276"/>
                      </a:lnTo>
                      <a:lnTo>
                        <a:pt x="338" y="571"/>
                      </a:lnTo>
                      <a:lnTo>
                        <a:pt x="230" y="723"/>
                      </a:lnTo>
                      <a:cubicBezTo>
                        <a:pt x="323" y="664"/>
                        <a:pt x="424" y="607"/>
                        <a:pt x="504" y="564"/>
                      </a:cubicBezTo>
                      <a:cubicBezTo>
                        <a:pt x="511" y="557"/>
                        <a:pt x="525" y="550"/>
                        <a:pt x="531" y="542"/>
                      </a:cubicBezTo>
                      <a:cubicBezTo>
                        <a:pt x="538" y="535"/>
                        <a:pt x="547" y="528"/>
                        <a:pt x="554" y="521"/>
                      </a:cubicBezTo>
                      <a:cubicBezTo>
                        <a:pt x="568" y="507"/>
                        <a:pt x="581" y="485"/>
                        <a:pt x="590" y="471"/>
                      </a:cubicBezTo>
                      <a:cubicBezTo>
                        <a:pt x="597" y="471"/>
                        <a:pt x="597" y="471"/>
                        <a:pt x="597" y="464"/>
                      </a:cubicBezTo>
                      <a:cubicBezTo>
                        <a:pt x="597" y="464"/>
                        <a:pt x="604" y="456"/>
                        <a:pt x="604" y="449"/>
                      </a:cubicBezTo>
                      <a:cubicBezTo>
                        <a:pt x="604" y="449"/>
                        <a:pt x="604" y="442"/>
                        <a:pt x="611" y="442"/>
                      </a:cubicBezTo>
                      <a:lnTo>
                        <a:pt x="611" y="428"/>
                      </a:lnTo>
                      <a:cubicBezTo>
                        <a:pt x="611" y="421"/>
                        <a:pt x="618" y="421"/>
                        <a:pt x="618" y="412"/>
                      </a:cubicBezTo>
                      <a:lnTo>
                        <a:pt x="618" y="405"/>
                      </a:lnTo>
                      <a:cubicBezTo>
                        <a:pt x="618" y="399"/>
                        <a:pt x="625" y="392"/>
                        <a:pt x="625" y="385"/>
                      </a:cubicBezTo>
                      <a:lnTo>
                        <a:pt x="625" y="355"/>
                      </a:lnTo>
                      <a:lnTo>
                        <a:pt x="625" y="349"/>
                      </a:lnTo>
                      <a:lnTo>
                        <a:pt x="625" y="335"/>
                      </a:lnTo>
                      <a:cubicBezTo>
                        <a:pt x="625" y="305"/>
                        <a:pt x="625" y="283"/>
                        <a:pt x="611" y="240"/>
                      </a:cubicBezTo>
                      <a:cubicBezTo>
                        <a:pt x="611" y="233"/>
                        <a:pt x="604" y="212"/>
                        <a:pt x="597" y="205"/>
                      </a:cubicBezTo>
                      <a:cubicBezTo>
                        <a:pt x="590" y="190"/>
                        <a:pt x="590" y="190"/>
                        <a:pt x="575" y="162"/>
                      </a:cubicBezTo>
                      <a:cubicBezTo>
                        <a:pt x="575" y="154"/>
                        <a:pt x="561" y="126"/>
                        <a:pt x="525" y="97"/>
                      </a:cubicBezTo>
                      <a:cubicBezTo>
                        <a:pt x="504" y="76"/>
                        <a:pt x="481" y="54"/>
                        <a:pt x="468" y="47"/>
                      </a:cubicBezTo>
                      <a:cubicBezTo>
                        <a:pt x="431" y="24"/>
                        <a:pt x="381" y="4"/>
                        <a:pt x="338" y="4"/>
                      </a:cubicBezTo>
                      <a:cubicBezTo>
                        <a:pt x="328" y="4"/>
                        <a:pt x="312" y="0"/>
                        <a:pt x="294" y="0"/>
                      </a:cubicBez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7" name="Google Shape;1650;p44">
                  <a:extLst>
                    <a:ext uri="{FF2B5EF4-FFF2-40B4-BE49-F238E27FC236}">
                      <a16:creationId xmlns:a16="http://schemas.microsoft.com/office/drawing/2014/main" id="{E8E18137-A958-4185-94F0-04D6498E6168}"/>
                    </a:ext>
                  </a:extLst>
                </p:cNvPr>
                <p:cNvSpPr/>
                <p:nvPr/>
              </p:nvSpPr>
              <p:spPr>
                <a:xfrm>
                  <a:off x="-1945569" y="1594803"/>
                  <a:ext cx="31137" cy="26168"/>
                </a:xfrm>
                <a:custGeom>
                  <a:avLst/>
                  <a:gdLst/>
                  <a:ahLst/>
                  <a:cxnLst/>
                  <a:rect l="l" t="t" r="r" b="b"/>
                  <a:pathLst>
                    <a:path w="376" h="316" extrusionOk="0">
                      <a:moveTo>
                        <a:pt x="375" y="0"/>
                      </a:moveTo>
                      <a:lnTo>
                        <a:pt x="116" y="152"/>
                      </a:lnTo>
                      <a:lnTo>
                        <a:pt x="73" y="216"/>
                      </a:lnTo>
                      <a:lnTo>
                        <a:pt x="1" y="316"/>
                      </a:lnTo>
                      <a:lnTo>
                        <a:pt x="260" y="166"/>
                      </a:lnTo>
                      <a:lnTo>
                        <a:pt x="267" y="152"/>
                      </a:lnTo>
                      <a:lnTo>
                        <a:pt x="375" y="0"/>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8" name="Google Shape;1651;p44">
                  <a:extLst>
                    <a:ext uri="{FF2B5EF4-FFF2-40B4-BE49-F238E27FC236}">
                      <a16:creationId xmlns:a16="http://schemas.microsoft.com/office/drawing/2014/main" id="{4595C86C-674C-4F30-8A73-FE287F8E6221}"/>
                    </a:ext>
                  </a:extLst>
                </p:cNvPr>
                <p:cNvSpPr/>
                <p:nvPr/>
              </p:nvSpPr>
              <p:spPr>
                <a:xfrm>
                  <a:off x="-2344388" y="1571616"/>
                  <a:ext cx="398896" cy="230957"/>
                </a:xfrm>
                <a:custGeom>
                  <a:avLst/>
                  <a:gdLst/>
                  <a:ahLst/>
                  <a:cxnLst/>
                  <a:rect l="l" t="t" r="r" b="b"/>
                  <a:pathLst>
                    <a:path w="4817" h="2789" extrusionOk="0">
                      <a:moveTo>
                        <a:pt x="4594" y="1"/>
                      </a:moveTo>
                      <a:lnTo>
                        <a:pt x="0" y="2659"/>
                      </a:lnTo>
                      <a:lnTo>
                        <a:pt x="232" y="2788"/>
                      </a:lnTo>
                      <a:lnTo>
                        <a:pt x="4644" y="237"/>
                      </a:lnTo>
                      <a:lnTo>
                        <a:pt x="4817" y="137"/>
                      </a:lnTo>
                      <a:lnTo>
                        <a:pt x="4631" y="21"/>
                      </a:lnTo>
                      <a:lnTo>
                        <a:pt x="4594" y="1"/>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9" name="Google Shape;1652;p44">
                  <a:extLst>
                    <a:ext uri="{FF2B5EF4-FFF2-40B4-BE49-F238E27FC236}">
                      <a16:creationId xmlns:a16="http://schemas.microsoft.com/office/drawing/2014/main" id="{EBD86234-F01D-4D02-91E9-0DA2513B63A9}"/>
                    </a:ext>
                  </a:extLst>
                </p:cNvPr>
                <p:cNvSpPr/>
                <p:nvPr/>
              </p:nvSpPr>
              <p:spPr>
                <a:xfrm>
                  <a:off x="-2325259" y="1582878"/>
                  <a:ext cx="389373" cy="244704"/>
                </a:xfrm>
                <a:custGeom>
                  <a:avLst/>
                  <a:gdLst/>
                  <a:ahLst/>
                  <a:cxnLst/>
                  <a:rect l="l" t="t" r="r" b="b"/>
                  <a:pathLst>
                    <a:path w="4702" h="2955" extrusionOk="0">
                      <a:moveTo>
                        <a:pt x="4586" y="1"/>
                      </a:moveTo>
                      <a:lnTo>
                        <a:pt x="4413" y="101"/>
                      </a:lnTo>
                      <a:lnTo>
                        <a:pt x="1" y="2652"/>
                      </a:lnTo>
                      <a:lnTo>
                        <a:pt x="114" y="2954"/>
                      </a:lnTo>
                      <a:lnTo>
                        <a:pt x="4622" y="346"/>
                      </a:lnTo>
                      <a:lnTo>
                        <a:pt x="4701" y="296"/>
                      </a:lnTo>
                      <a:lnTo>
                        <a:pt x="4586" y="1"/>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0" name="Google Shape;1653;p44">
                  <a:extLst>
                    <a:ext uri="{FF2B5EF4-FFF2-40B4-BE49-F238E27FC236}">
                      <a16:creationId xmlns:a16="http://schemas.microsoft.com/office/drawing/2014/main" id="{10C07A4C-3FD6-446E-B2D6-B799F507426E}"/>
                    </a:ext>
                  </a:extLst>
                </p:cNvPr>
                <p:cNvSpPr/>
                <p:nvPr/>
              </p:nvSpPr>
              <p:spPr>
                <a:xfrm>
                  <a:off x="-1945569" y="1570373"/>
                  <a:ext cx="31137" cy="37016"/>
                </a:xfrm>
                <a:custGeom>
                  <a:avLst/>
                  <a:gdLst/>
                  <a:ahLst/>
                  <a:cxnLst/>
                  <a:rect l="l" t="t" r="r" b="b"/>
                  <a:pathLst>
                    <a:path w="376" h="447" extrusionOk="0">
                      <a:moveTo>
                        <a:pt x="260" y="0"/>
                      </a:moveTo>
                      <a:lnTo>
                        <a:pt x="1" y="152"/>
                      </a:lnTo>
                      <a:lnTo>
                        <a:pt x="116" y="447"/>
                      </a:lnTo>
                      <a:lnTo>
                        <a:pt x="375" y="295"/>
                      </a:lnTo>
                      <a:lnTo>
                        <a:pt x="260" y="0"/>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1" name="Google Shape;1654;p44">
                  <a:extLst>
                    <a:ext uri="{FF2B5EF4-FFF2-40B4-BE49-F238E27FC236}">
                      <a16:creationId xmlns:a16="http://schemas.microsoft.com/office/drawing/2014/main" id="{CED3457D-9C63-41A9-984A-7D0FF8BA6F30}"/>
                    </a:ext>
                  </a:extLst>
                </p:cNvPr>
                <p:cNvSpPr/>
                <p:nvPr/>
              </p:nvSpPr>
              <p:spPr>
                <a:xfrm>
                  <a:off x="-1963953" y="1559608"/>
                  <a:ext cx="39914" cy="23352"/>
                </a:xfrm>
                <a:custGeom>
                  <a:avLst/>
                  <a:gdLst/>
                  <a:ahLst/>
                  <a:cxnLst/>
                  <a:rect l="l" t="t" r="r" b="b"/>
                  <a:pathLst>
                    <a:path w="482" h="282" extrusionOk="0">
                      <a:moveTo>
                        <a:pt x="252" y="1"/>
                      </a:moveTo>
                      <a:lnTo>
                        <a:pt x="0" y="146"/>
                      </a:lnTo>
                      <a:lnTo>
                        <a:pt x="37" y="166"/>
                      </a:lnTo>
                      <a:lnTo>
                        <a:pt x="223" y="282"/>
                      </a:lnTo>
                      <a:lnTo>
                        <a:pt x="482" y="130"/>
                      </a:lnTo>
                      <a:lnTo>
                        <a:pt x="259" y="1"/>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2" name="Google Shape;1655;p44">
                  <a:extLst>
                    <a:ext uri="{FF2B5EF4-FFF2-40B4-BE49-F238E27FC236}">
                      <a16:creationId xmlns:a16="http://schemas.microsoft.com/office/drawing/2014/main" id="{9C5EEC11-0812-42D5-BAEE-2E5E061D0F8C}"/>
                    </a:ext>
                  </a:extLst>
                </p:cNvPr>
                <p:cNvSpPr/>
                <p:nvPr/>
              </p:nvSpPr>
              <p:spPr>
                <a:xfrm>
                  <a:off x="-2377678" y="1791811"/>
                  <a:ext cx="61942" cy="57222"/>
                </a:xfrm>
                <a:custGeom>
                  <a:avLst/>
                  <a:gdLst/>
                  <a:ahLst/>
                  <a:cxnLst/>
                  <a:rect l="l" t="t" r="r" b="b"/>
                  <a:pathLst>
                    <a:path w="748" h="691" extrusionOk="0">
                      <a:moveTo>
                        <a:pt x="402" y="0"/>
                      </a:moveTo>
                      <a:cubicBezTo>
                        <a:pt x="402" y="0"/>
                        <a:pt x="180" y="223"/>
                        <a:pt x="0" y="404"/>
                      </a:cubicBezTo>
                      <a:lnTo>
                        <a:pt x="0" y="411"/>
                      </a:lnTo>
                      <a:cubicBezTo>
                        <a:pt x="0" y="411"/>
                        <a:pt x="173" y="490"/>
                        <a:pt x="152" y="690"/>
                      </a:cubicBezTo>
                      <a:cubicBezTo>
                        <a:pt x="375" y="647"/>
                        <a:pt x="634" y="590"/>
                        <a:pt x="634" y="590"/>
                      </a:cubicBezTo>
                      <a:lnTo>
                        <a:pt x="747" y="431"/>
                      </a:lnTo>
                      <a:lnTo>
                        <a:pt x="634" y="129"/>
                      </a:lnTo>
                      <a:lnTo>
                        <a:pt x="402" y="0"/>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3" name="Google Shape;1656;p44">
                  <a:extLst>
                    <a:ext uri="{FF2B5EF4-FFF2-40B4-BE49-F238E27FC236}">
                      <a16:creationId xmlns:a16="http://schemas.microsoft.com/office/drawing/2014/main" id="{01357689-5B84-4652-BBF2-9A2B2DD539C0}"/>
                    </a:ext>
                  </a:extLst>
                </p:cNvPr>
                <p:cNvSpPr/>
                <p:nvPr/>
              </p:nvSpPr>
              <p:spPr>
                <a:xfrm>
                  <a:off x="-2400037" y="1825184"/>
                  <a:ext cx="36685" cy="28735"/>
                </a:xfrm>
                <a:custGeom>
                  <a:avLst/>
                  <a:gdLst/>
                  <a:ahLst/>
                  <a:cxnLst/>
                  <a:rect l="l" t="t" r="r" b="b"/>
                  <a:pathLst>
                    <a:path w="443" h="347" extrusionOk="0">
                      <a:moveTo>
                        <a:pt x="270" y="1"/>
                      </a:moveTo>
                      <a:cubicBezTo>
                        <a:pt x="170" y="101"/>
                        <a:pt x="91" y="194"/>
                        <a:pt x="55" y="230"/>
                      </a:cubicBezTo>
                      <a:cubicBezTo>
                        <a:pt x="1" y="284"/>
                        <a:pt x="23" y="346"/>
                        <a:pt x="99" y="346"/>
                      </a:cubicBezTo>
                      <a:cubicBezTo>
                        <a:pt x="103" y="346"/>
                        <a:pt x="107" y="346"/>
                        <a:pt x="112" y="346"/>
                      </a:cubicBezTo>
                      <a:cubicBezTo>
                        <a:pt x="148" y="337"/>
                        <a:pt x="277" y="316"/>
                        <a:pt x="422" y="287"/>
                      </a:cubicBezTo>
                      <a:cubicBezTo>
                        <a:pt x="443" y="87"/>
                        <a:pt x="270" y="8"/>
                        <a:pt x="270" y="8"/>
                      </a:cubicBezTo>
                      <a:lnTo>
                        <a:pt x="270" y="1"/>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4" name="Google Shape;1657;p44">
                  <a:extLst>
                    <a:ext uri="{FF2B5EF4-FFF2-40B4-BE49-F238E27FC236}">
                      <a16:creationId xmlns:a16="http://schemas.microsoft.com/office/drawing/2014/main" id="{16EA3D2E-C9D0-474F-BA12-10DB4911EF7D}"/>
                    </a:ext>
                  </a:extLst>
                </p:cNvPr>
                <p:cNvSpPr/>
                <p:nvPr/>
              </p:nvSpPr>
              <p:spPr>
                <a:xfrm>
                  <a:off x="-2365091" y="1848951"/>
                  <a:ext cx="83" cy="83"/>
                </a:xfrm>
                <a:custGeom>
                  <a:avLst/>
                  <a:gdLst/>
                  <a:ahLst/>
                  <a:cxnLst/>
                  <a:rect l="l" t="t" r="r" b="b"/>
                  <a:pathLst>
                    <a:path w="1" h="1" extrusionOk="0">
                      <a:moveTo>
                        <a:pt x="0" y="0"/>
                      </a:move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5" name="Google Shape;1658;p44">
                  <a:extLst>
                    <a:ext uri="{FF2B5EF4-FFF2-40B4-BE49-F238E27FC236}">
                      <a16:creationId xmlns:a16="http://schemas.microsoft.com/office/drawing/2014/main" id="{033C3C26-EE60-4D65-BA03-5075B7651037}"/>
                    </a:ext>
                  </a:extLst>
                </p:cNvPr>
                <p:cNvSpPr/>
                <p:nvPr/>
              </p:nvSpPr>
              <p:spPr>
                <a:xfrm>
                  <a:off x="-2365091" y="1848951"/>
                  <a:ext cx="83" cy="83"/>
                </a:xfrm>
                <a:custGeom>
                  <a:avLst/>
                  <a:gdLst/>
                  <a:ahLst/>
                  <a:cxnLst/>
                  <a:rect l="l" t="t" r="r" b="b"/>
                  <a:pathLst>
                    <a:path w="1" h="1" fill="none" extrusionOk="0">
                      <a:moveTo>
                        <a:pt x="0" y="0"/>
                      </a:moveTo>
                      <a:lnTo>
                        <a:pt x="0" y="0"/>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6" name="Google Shape;1659;p44">
                  <a:extLst>
                    <a:ext uri="{FF2B5EF4-FFF2-40B4-BE49-F238E27FC236}">
                      <a16:creationId xmlns:a16="http://schemas.microsoft.com/office/drawing/2014/main" id="{9AB6416B-0B3B-46E1-947C-EBEAD4DB0E15}"/>
                    </a:ext>
                  </a:extLst>
                </p:cNvPr>
                <p:cNvSpPr/>
                <p:nvPr/>
              </p:nvSpPr>
              <p:spPr>
                <a:xfrm>
                  <a:off x="-2325259" y="1607307"/>
                  <a:ext cx="389373" cy="233359"/>
                </a:xfrm>
                <a:custGeom>
                  <a:avLst/>
                  <a:gdLst/>
                  <a:ahLst/>
                  <a:cxnLst/>
                  <a:rect l="l" t="t" r="r" b="b"/>
                  <a:pathLst>
                    <a:path w="4702" h="2818" extrusionOk="0">
                      <a:moveTo>
                        <a:pt x="4701" y="1"/>
                      </a:moveTo>
                      <a:lnTo>
                        <a:pt x="4622" y="51"/>
                      </a:lnTo>
                      <a:lnTo>
                        <a:pt x="114" y="2659"/>
                      </a:lnTo>
                      <a:lnTo>
                        <a:pt x="1" y="2818"/>
                      </a:lnTo>
                      <a:lnTo>
                        <a:pt x="4586" y="165"/>
                      </a:lnTo>
                      <a:lnTo>
                        <a:pt x="4658" y="65"/>
                      </a:lnTo>
                      <a:lnTo>
                        <a:pt x="4701" y="1"/>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7" name="Google Shape;1660;p44">
                  <a:extLst>
                    <a:ext uri="{FF2B5EF4-FFF2-40B4-BE49-F238E27FC236}">
                      <a16:creationId xmlns:a16="http://schemas.microsoft.com/office/drawing/2014/main" id="{E34869FC-874A-4279-8680-E4A1C4788E00}"/>
                    </a:ext>
                  </a:extLst>
                </p:cNvPr>
                <p:cNvSpPr/>
                <p:nvPr/>
              </p:nvSpPr>
              <p:spPr>
                <a:xfrm>
                  <a:off x="-2271100" y="1785931"/>
                  <a:ext cx="781064" cy="307308"/>
                </a:xfrm>
                <a:custGeom>
                  <a:avLst/>
                  <a:gdLst/>
                  <a:ahLst/>
                  <a:cxnLst/>
                  <a:rect l="l" t="t" r="r" b="b"/>
                  <a:pathLst>
                    <a:path w="9432" h="3711" extrusionOk="0">
                      <a:moveTo>
                        <a:pt x="9432" y="0"/>
                      </a:moveTo>
                      <a:cubicBezTo>
                        <a:pt x="9432" y="35"/>
                        <a:pt x="9409" y="71"/>
                        <a:pt x="9366" y="93"/>
                      </a:cubicBezTo>
                      <a:lnTo>
                        <a:pt x="3875" y="3285"/>
                      </a:lnTo>
                      <a:cubicBezTo>
                        <a:pt x="3828" y="3310"/>
                        <a:pt x="3769" y="3322"/>
                        <a:pt x="3709" y="3322"/>
                      </a:cubicBezTo>
                      <a:cubicBezTo>
                        <a:pt x="3650" y="3322"/>
                        <a:pt x="3590" y="3310"/>
                        <a:pt x="3544" y="3285"/>
                      </a:cubicBezTo>
                      <a:lnTo>
                        <a:pt x="7" y="1242"/>
                      </a:lnTo>
                      <a:lnTo>
                        <a:pt x="7" y="1624"/>
                      </a:lnTo>
                      <a:lnTo>
                        <a:pt x="0" y="1631"/>
                      </a:lnTo>
                      <a:lnTo>
                        <a:pt x="107" y="1689"/>
                      </a:lnTo>
                      <a:lnTo>
                        <a:pt x="116" y="1380"/>
                      </a:lnTo>
                      <a:lnTo>
                        <a:pt x="332" y="1510"/>
                      </a:lnTo>
                      <a:lnTo>
                        <a:pt x="332" y="1819"/>
                      </a:lnTo>
                      <a:lnTo>
                        <a:pt x="3544" y="3673"/>
                      </a:lnTo>
                      <a:cubicBezTo>
                        <a:pt x="3590" y="3698"/>
                        <a:pt x="3650" y="3711"/>
                        <a:pt x="3709" y="3711"/>
                      </a:cubicBezTo>
                      <a:cubicBezTo>
                        <a:pt x="3769" y="3711"/>
                        <a:pt x="3828" y="3698"/>
                        <a:pt x="3875" y="3673"/>
                      </a:cubicBezTo>
                      <a:lnTo>
                        <a:pt x="9366" y="482"/>
                      </a:lnTo>
                      <a:cubicBezTo>
                        <a:pt x="9409" y="459"/>
                        <a:pt x="9432" y="423"/>
                        <a:pt x="9432" y="388"/>
                      </a:cubicBezTo>
                      <a:lnTo>
                        <a:pt x="9432" y="0"/>
                      </a:ln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8" name="Google Shape;1661;p44">
                  <a:extLst>
                    <a:ext uri="{FF2B5EF4-FFF2-40B4-BE49-F238E27FC236}">
                      <a16:creationId xmlns:a16="http://schemas.microsoft.com/office/drawing/2014/main" id="{AFE5E2C5-7E22-4A80-8944-BF744B002228}"/>
                    </a:ext>
                  </a:extLst>
                </p:cNvPr>
                <p:cNvSpPr/>
                <p:nvPr/>
              </p:nvSpPr>
              <p:spPr>
                <a:xfrm>
                  <a:off x="-2279381" y="1879922"/>
                  <a:ext cx="8943" cy="41074"/>
                </a:xfrm>
                <a:custGeom>
                  <a:avLst/>
                  <a:gdLst/>
                  <a:ahLst/>
                  <a:cxnLst/>
                  <a:rect l="l" t="t" r="r" b="b"/>
                  <a:pathLst>
                    <a:path w="108" h="496" extrusionOk="0">
                      <a:moveTo>
                        <a:pt x="0" y="0"/>
                      </a:moveTo>
                      <a:lnTo>
                        <a:pt x="0" y="382"/>
                      </a:lnTo>
                      <a:cubicBezTo>
                        <a:pt x="0" y="409"/>
                        <a:pt x="21" y="445"/>
                        <a:pt x="64" y="468"/>
                      </a:cubicBezTo>
                      <a:lnTo>
                        <a:pt x="100" y="496"/>
                      </a:lnTo>
                      <a:lnTo>
                        <a:pt x="107" y="489"/>
                      </a:lnTo>
                      <a:lnTo>
                        <a:pt x="107" y="107"/>
                      </a:lnTo>
                      <a:lnTo>
                        <a:pt x="64" y="87"/>
                      </a:lnTo>
                      <a:cubicBezTo>
                        <a:pt x="28" y="57"/>
                        <a:pt x="7" y="30"/>
                        <a:pt x="0" y="0"/>
                      </a:cubicBezTo>
                      <a:close/>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9" name="Google Shape;1662;p44">
                  <a:extLst>
                    <a:ext uri="{FF2B5EF4-FFF2-40B4-BE49-F238E27FC236}">
                      <a16:creationId xmlns:a16="http://schemas.microsoft.com/office/drawing/2014/main" id="{B98F79F3-8B60-4A2D-9FE6-2CC83280B417}"/>
                    </a:ext>
                  </a:extLst>
                </p:cNvPr>
                <p:cNvSpPr/>
                <p:nvPr/>
              </p:nvSpPr>
              <p:spPr>
                <a:xfrm>
                  <a:off x="-2279381" y="1878763"/>
                  <a:ext cx="83" cy="1242"/>
                </a:xfrm>
                <a:custGeom>
                  <a:avLst/>
                  <a:gdLst/>
                  <a:ahLst/>
                  <a:cxnLst/>
                  <a:rect l="l" t="t" r="r" b="b"/>
                  <a:pathLst>
                    <a:path w="1" h="15" extrusionOk="0">
                      <a:moveTo>
                        <a:pt x="0" y="14"/>
                      </a:moveTo>
                      <a:lnTo>
                        <a:pt x="0"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0" name="Google Shape;1663;p44">
                  <a:extLst>
                    <a:ext uri="{FF2B5EF4-FFF2-40B4-BE49-F238E27FC236}">
                      <a16:creationId xmlns:a16="http://schemas.microsoft.com/office/drawing/2014/main" id="{1D3A0D56-00E5-4F33-B596-4A905CC41B7E}"/>
                    </a:ext>
                  </a:extLst>
                </p:cNvPr>
                <p:cNvSpPr/>
                <p:nvPr/>
              </p:nvSpPr>
              <p:spPr>
                <a:xfrm>
                  <a:off x="-2279381" y="1878763"/>
                  <a:ext cx="83" cy="1242"/>
                </a:xfrm>
                <a:custGeom>
                  <a:avLst/>
                  <a:gdLst/>
                  <a:ahLst/>
                  <a:cxnLst/>
                  <a:rect l="l" t="t" r="r" b="b"/>
                  <a:pathLst>
                    <a:path w="1" h="15" fill="none" extrusionOk="0">
                      <a:moveTo>
                        <a:pt x="0" y="14"/>
                      </a:moveTo>
                      <a:lnTo>
                        <a:pt x="0" y="1"/>
                      </a:lnTo>
                    </a:path>
                  </a:pathLst>
                </a:custGeom>
                <a:no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1" name="Google Shape;1664;p44">
                  <a:extLst>
                    <a:ext uri="{FF2B5EF4-FFF2-40B4-BE49-F238E27FC236}">
                      <a16:creationId xmlns:a16="http://schemas.microsoft.com/office/drawing/2014/main" id="{483134C2-5489-4EDB-AB05-E1499B575547}"/>
                    </a:ext>
                  </a:extLst>
                </p:cNvPr>
                <p:cNvSpPr/>
                <p:nvPr/>
              </p:nvSpPr>
              <p:spPr>
                <a:xfrm>
                  <a:off x="-2279381" y="1598820"/>
                  <a:ext cx="789345" cy="457856"/>
                </a:xfrm>
                <a:custGeom>
                  <a:avLst/>
                  <a:gdLst/>
                  <a:ahLst/>
                  <a:cxnLst/>
                  <a:rect l="l" t="t" r="r" b="b"/>
                  <a:pathLst>
                    <a:path w="9532" h="5529" extrusionOk="0">
                      <a:moveTo>
                        <a:pt x="5860" y="667"/>
                      </a:moveTo>
                      <a:cubicBezTo>
                        <a:pt x="5910" y="667"/>
                        <a:pt x="5959" y="678"/>
                        <a:pt x="5995" y="699"/>
                      </a:cubicBezTo>
                      <a:lnTo>
                        <a:pt x="8143" y="1936"/>
                      </a:lnTo>
                      <a:cubicBezTo>
                        <a:pt x="8222" y="1979"/>
                        <a:pt x="8222" y="2050"/>
                        <a:pt x="8143" y="2093"/>
                      </a:cubicBezTo>
                      <a:lnTo>
                        <a:pt x="7108" y="2697"/>
                      </a:lnTo>
                      <a:cubicBezTo>
                        <a:pt x="7069" y="2718"/>
                        <a:pt x="7019" y="2729"/>
                        <a:pt x="6970" y="2729"/>
                      </a:cubicBezTo>
                      <a:cubicBezTo>
                        <a:pt x="6920" y="2729"/>
                        <a:pt x="6871" y="2718"/>
                        <a:pt x="6835" y="2697"/>
                      </a:cubicBezTo>
                      <a:lnTo>
                        <a:pt x="4686" y="1462"/>
                      </a:lnTo>
                      <a:cubicBezTo>
                        <a:pt x="4606" y="1418"/>
                        <a:pt x="4606" y="1346"/>
                        <a:pt x="4686" y="1303"/>
                      </a:cubicBezTo>
                      <a:lnTo>
                        <a:pt x="5721" y="699"/>
                      </a:lnTo>
                      <a:cubicBezTo>
                        <a:pt x="5760" y="678"/>
                        <a:pt x="5811" y="667"/>
                        <a:pt x="5860" y="667"/>
                      </a:cubicBezTo>
                      <a:close/>
                      <a:moveTo>
                        <a:pt x="5721" y="1"/>
                      </a:moveTo>
                      <a:cubicBezTo>
                        <a:pt x="5662" y="1"/>
                        <a:pt x="5603" y="13"/>
                        <a:pt x="5555" y="38"/>
                      </a:cubicBezTo>
                      <a:lnTo>
                        <a:pt x="64" y="3230"/>
                      </a:lnTo>
                      <a:cubicBezTo>
                        <a:pt x="21" y="3257"/>
                        <a:pt x="0" y="3294"/>
                        <a:pt x="0" y="3323"/>
                      </a:cubicBezTo>
                      <a:cubicBezTo>
                        <a:pt x="0" y="3359"/>
                        <a:pt x="21" y="3395"/>
                        <a:pt x="64" y="3423"/>
                      </a:cubicBezTo>
                      <a:lnTo>
                        <a:pt x="3651" y="5486"/>
                      </a:lnTo>
                      <a:cubicBezTo>
                        <a:pt x="3694" y="5515"/>
                        <a:pt x="3752" y="5529"/>
                        <a:pt x="3810" y="5529"/>
                      </a:cubicBezTo>
                      <a:cubicBezTo>
                        <a:pt x="3869" y="5529"/>
                        <a:pt x="3928" y="5515"/>
                        <a:pt x="3975" y="5486"/>
                      </a:cubicBezTo>
                      <a:lnTo>
                        <a:pt x="9466" y="2295"/>
                      </a:lnTo>
                      <a:cubicBezTo>
                        <a:pt x="9509" y="2274"/>
                        <a:pt x="9532" y="2238"/>
                        <a:pt x="9532" y="2202"/>
                      </a:cubicBezTo>
                      <a:cubicBezTo>
                        <a:pt x="9532" y="2172"/>
                        <a:pt x="9509" y="2136"/>
                        <a:pt x="9466" y="2109"/>
                      </a:cubicBezTo>
                      <a:lnTo>
                        <a:pt x="5886" y="38"/>
                      </a:lnTo>
                      <a:cubicBezTo>
                        <a:pt x="5840" y="13"/>
                        <a:pt x="5781" y="1"/>
                        <a:pt x="5721" y="1"/>
                      </a:cubicBezTo>
                      <a:close/>
                    </a:path>
                  </a:pathLst>
                </a:custGeom>
                <a:solidFill>
                  <a:schemeClr val="bg2"/>
                </a:solid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2" name="Google Shape;1665;p44">
                  <a:extLst>
                    <a:ext uri="{FF2B5EF4-FFF2-40B4-BE49-F238E27FC236}">
                      <a16:creationId xmlns:a16="http://schemas.microsoft.com/office/drawing/2014/main" id="{972F145A-9406-4331-A92C-D747BE2FC7DF}"/>
                    </a:ext>
                  </a:extLst>
                </p:cNvPr>
                <p:cNvSpPr/>
                <p:nvPr/>
              </p:nvSpPr>
              <p:spPr>
                <a:xfrm>
                  <a:off x="-2262239" y="1900211"/>
                  <a:ext cx="18632" cy="44635"/>
                </a:xfrm>
                <a:custGeom>
                  <a:avLst/>
                  <a:gdLst/>
                  <a:ahLst/>
                  <a:cxnLst/>
                  <a:rect l="l" t="t" r="r" b="b"/>
                  <a:pathLst>
                    <a:path w="225" h="539" extrusionOk="0">
                      <a:moveTo>
                        <a:pt x="9" y="0"/>
                      </a:moveTo>
                      <a:lnTo>
                        <a:pt x="0" y="309"/>
                      </a:lnTo>
                      <a:lnTo>
                        <a:pt x="0" y="409"/>
                      </a:lnTo>
                      <a:lnTo>
                        <a:pt x="116" y="395"/>
                      </a:lnTo>
                      <a:lnTo>
                        <a:pt x="225" y="539"/>
                      </a:lnTo>
                      <a:lnTo>
                        <a:pt x="225" y="439"/>
                      </a:lnTo>
                      <a:lnTo>
                        <a:pt x="225" y="130"/>
                      </a:lnTo>
                      <a:lnTo>
                        <a:pt x="9" y="0"/>
                      </a:lnTo>
                      <a:close/>
                    </a:path>
                  </a:pathLst>
                </a:custGeom>
                <a:solidFill>
                  <a:schemeClr val="dk2"/>
                </a:solidFill>
                <a:ln w="9525" cap="flat" cmpd="sng">
                  <a:solidFill>
                    <a:schemeClr val="dk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nvGrpSpPr>
                <p:cNvPr id="133" name="Google Shape;1666;p44">
                  <a:extLst>
                    <a:ext uri="{FF2B5EF4-FFF2-40B4-BE49-F238E27FC236}">
                      <a16:creationId xmlns:a16="http://schemas.microsoft.com/office/drawing/2014/main" id="{CD08F3EE-CDCE-4C48-A783-14490FF7E6EF}"/>
                    </a:ext>
                  </a:extLst>
                </p:cNvPr>
                <p:cNvGrpSpPr/>
                <p:nvPr/>
              </p:nvGrpSpPr>
              <p:grpSpPr>
                <a:xfrm>
                  <a:off x="-1841973" y="1685233"/>
                  <a:ext cx="179782" cy="101940"/>
                  <a:chOff x="-1841973" y="1685233"/>
                  <a:chExt cx="179782" cy="101940"/>
                </a:xfrm>
              </p:grpSpPr>
              <p:sp>
                <p:nvSpPr>
                  <p:cNvPr id="135" name="Google Shape;1667;p44">
                    <a:extLst>
                      <a:ext uri="{FF2B5EF4-FFF2-40B4-BE49-F238E27FC236}">
                        <a16:creationId xmlns:a16="http://schemas.microsoft.com/office/drawing/2014/main" id="{28ADF372-9CAC-4BB1-A8F6-B034FFD42158}"/>
                      </a:ext>
                    </a:extLst>
                  </p:cNvPr>
                  <p:cNvSpPr/>
                  <p:nvPr/>
                </p:nvSpPr>
                <p:spPr>
                  <a:xfrm>
                    <a:off x="-1716928" y="1759597"/>
                    <a:ext cx="54737" cy="27576"/>
                  </a:xfrm>
                  <a:custGeom>
                    <a:avLst/>
                    <a:gdLst/>
                    <a:ahLst/>
                    <a:cxnLst/>
                    <a:rect l="l" t="t" r="r" b="b"/>
                    <a:pathLst>
                      <a:path w="661" h="333" extrusionOk="0">
                        <a:moveTo>
                          <a:pt x="370" y="1"/>
                        </a:moveTo>
                        <a:cubicBezTo>
                          <a:pt x="332" y="1"/>
                          <a:pt x="294" y="10"/>
                          <a:pt x="259" y="30"/>
                        </a:cubicBezTo>
                        <a:cubicBezTo>
                          <a:pt x="173" y="80"/>
                          <a:pt x="195" y="116"/>
                          <a:pt x="266" y="173"/>
                        </a:cubicBezTo>
                        <a:cubicBezTo>
                          <a:pt x="324" y="223"/>
                          <a:pt x="324" y="232"/>
                          <a:pt x="309" y="239"/>
                        </a:cubicBezTo>
                        <a:cubicBezTo>
                          <a:pt x="300" y="245"/>
                          <a:pt x="292" y="248"/>
                          <a:pt x="281" y="248"/>
                        </a:cubicBezTo>
                        <a:cubicBezTo>
                          <a:pt x="265" y="248"/>
                          <a:pt x="245" y="241"/>
                          <a:pt x="216" y="223"/>
                        </a:cubicBezTo>
                        <a:cubicBezTo>
                          <a:pt x="173" y="203"/>
                          <a:pt x="93" y="137"/>
                          <a:pt x="93" y="137"/>
                        </a:cubicBezTo>
                        <a:lnTo>
                          <a:pt x="0" y="189"/>
                        </a:lnTo>
                        <a:cubicBezTo>
                          <a:pt x="7" y="189"/>
                          <a:pt x="79" y="246"/>
                          <a:pt x="129" y="282"/>
                        </a:cubicBezTo>
                        <a:cubicBezTo>
                          <a:pt x="185" y="314"/>
                          <a:pt x="240" y="332"/>
                          <a:pt x="292" y="332"/>
                        </a:cubicBezTo>
                        <a:cubicBezTo>
                          <a:pt x="333" y="332"/>
                          <a:pt x="373" y="321"/>
                          <a:pt x="411" y="296"/>
                        </a:cubicBezTo>
                        <a:cubicBezTo>
                          <a:pt x="488" y="253"/>
                          <a:pt x="481" y="223"/>
                          <a:pt x="411" y="160"/>
                        </a:cubicBezTo>
                        <a:cubicBezTo>
                          <a:pt x="352" y="110"/>
                          <a:pt x="345" y="103"/>
                          <a:pt x="359" y="87"/>
                        </a:cubicBezTo>
                        <a:cubicBezTo>
                          <a:pt x="367" y="85"/>
                          <a:pt x="375" y="83"/>
                          <a:pt x="383" y="83"/>
                        </a:cubicBezTo>
                        <a:cubicBezTo>
                          <a:pt x="399" y="83"/>
                          <a:pt x="417" y="88"/>
                          <a:pt x="445" y="103"/>
                        </a:cubicBezTo>
                        <a:cubicBezTo>
                          <a:pt x="488" y="130"/>
                          <a:pt x="568" y="189"/>
                          <a:pt x="575" y="189"/>
                        </a:cubicBezTo>
                        <a:lnTo>
                          <a:pt x="661" y="146"/>
                        </a:lnTo>
                        <a:cubicBezTo>
                          <a:pt x="654" y="137"/>
                          <a:pt x="583" y="80"/>
                          <a:pt x="531" y="44"/>
                        </a:cubicBezTo>
                        <a:cubicBezTo>
                          <a:pt x="481" y="19"/>
                          <a:pt x="425" y="1"/>
                          <a:pt x="370" y="1"/>
                        </a:cubicBez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6" name="Google Shape;1668;p44">
                    <a:extLst>
                      <a:ext uri="{FF2B5EF4-FFF2-40B4-BE49-F238E27FC236}">
                        <a16:creationId xmlns:a16="http://schemas.microsoft.com/office/drawing/2014/main" id="{A67A6EB4-D079-4816-93AC-D16970984065}"/>
                      </a:ext>
                    </a:extLst>
                  </p:cNvPr>
                  <p:cNvSpPr/>
                  <p:nvPr/>
                </p:nvSpPr>
                <p:spPr>
                  <a:xfrm>
                    <a:off x="-1747237" y="1741793"/>
                    <a:ext cx="52916" cy="29894"/>
                  </a:xfrm>
                  <a:custGeom>
                    <a:avLst/>
                    <a:gdLst/>
                    <a:ahLst/>
                    <a:cxnLst/>
                    <a:rect l="l" t="t" r="r" b="b"/>
                    <a:pathLst>
                      <a:path w="639" h="361" extrusionOk="0">
                        <a:moveTo>
                          <a:pt x="378" y="76"/>
                        </a:moveTo>
                        <a:cubicBezTo>
                          <a:pt x="398" y="76"/>
                          <a:pt x="417" y="81"/>
                          <a:pt x="439" y="93"/>
                        </a:cubicBezTo>
                        <a:cubicBezTo>
                          <a:pt x="489" y="123"/>
                          <a:pt x="489" y="145"/>
                          <a:pt x="423" y="180"/>
                        </a:cubicBezTo>
                        <a:lnTo>
                          <a:pt x="287" y="102"/>
                        </a:lnTo>
                        <a:cubicBezTo>
                          <a:pt x="324" y="85"/>
                          <a:pt x="352" y="76"/>
                          <a:pt x="378" y="76"/>
                        </a:cubicBezTo>
                        <a:close/>
                        <a:moveTo>
                          <a:pt x="361" y="0"/>
                        </a:moveTo>
                        <a:cubicBezTo>
                          <a:pt x="292" y="0"/>
                          <a:pt x="219" y="22"/>
                          <a:pt x="144" y="66"/>
                        </a:cubicBezTo>
                        <a:cubicBezTo>
                          <a:pt x="7" y="145"/>
                          <a:pt x="0" y="209"/>
                          <a:pt x="114" y="275"/>
                        </a:cubicBezTo>
                        <a:cubicBezTo>
                          <a:pt x="187" y="318"/>
                          <a:pt x="294" y="352"/>
                          <a:pt x="302" y="361"/>
                        </a:cubicBezTo>
                        <a:lnTo>
                          <a:pt x="373" y="309"/>
                        </a:lnTo>
                        <a:cubicBezTo>
                          <a:pt x="366" y="309"/>
                          <a:pt x="287" y="266"/>
                          <a:pt x="223" y="231"/>
                        </a:cubicBezTo>
                        <a:cubicBezTo>
                          <a:pt x="173" y="202"/>
                          <a:pt x="164" y="173"/>
                          <a:pt x="216" y="152"/>
                        </a:cubicBezTo>
                        <a:lnTo>
                          <a:pt x="216" y="152"/>
                        </a:lnTo>
                        <a:lnTo>
                          <a:pt x="439" y="281"/>
                        </a:lnTo>
                        <a:lnTo>
                          <a:pt x="518" y="245"/>
                        </a:lnTo>
                        <a:cubicBezTo>
                          <a:pt x="632" y="173"/>
                          <a:pt x="639" y="109"/>
                          <a:pt x="525" y="43"/>
                        </a:cubicBezTo>
                        <a:cubicBezTo>
                          <a:pt x="473" y="15"/>
                          <a:pt x="418" y="0"/>
                          <a:pt x="361" y="0"/>
                        </a:cubicBez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7" name="Google Shape;1669;p44">
                    <a:extLst>
                      <a:ext uri="{FF2B5EF4-FFF2-40B4-BE49-F238E27FC236}">
                        <a16:creationId xmlns:a16="http://schemas.microsoft.com/office/drawing/2014/main" id="{8E9D76AF-CE8C-45CE-BACF-81F394121479}"/>
                      </a:ext>
                    </a:extLst>
                  </p:cNvPr>
                  <p:cNvSpPr/>
                  <p:nvPr/>
                </p:nvSpPr>
                <p:spPr>
                  <a:xfrm>
                    <a:off x="-1769430" y="1720924"/>
                    <a:ext cx="47864" cy="32958"/>
                  </a:xfrm>
                  <a:custGeom>
                    <a:avLst/>
                    <a:gdLst/>
                    <a:ahLst/>
                    <a:cxnLst/>
                    <a:rect l="l" t="t" r="r" b="b"/>
                    <a:pathLst>
                      <a:path w="578" h="398" extrusionOk="0">
                        <a:moveTo>
                          <a:pt x="475" y="0"/>
                        </a:moveTo>
                        <a:lnTo>
                          <a:pt x="368" y="59"/>
                        </a:lnTo>
                        <a:lnTo>
                          <a:pt x="318" y="37"/>
                        </a:lnTo>
                        <a:lnTo>
                          <a:pt x="232" y="87"/>
                        </a:lnTo>
                        <a:lnTo>
                          <a:pt x="275" y="109"/>
                        </a:lnTo>
                        <a:lnTo>
                          <a:pt x="117" y="202"/>
                        </a:lnTo>
                        <a:cubicBezTo>
                          <a:pt x="10" y="268"/>
                          <a:pt x="1" y="302"/>
                          <a:pt x="96" y="361"/>
                        </a:cubicBezTo>
                        <a:cubicBezTo>
                          <a:pt x="117" y="375"/>
                          <a:pt x="182" y="397"/>
                          <a:pt x="182" y="397"/>
                        </a:cubicBezTo>
                        <a:lnTo>
                          <a:pt x="260" y="345"/>
                        </a:lnTo>
                        <a:cubicBezTo>
                          <a:pt x="260" y="345"/>
                          <a:pt x="225" y="325"/>
                          <a:pt x="203" y="318"/>
                        </a:cubicBezTo>
                        <a:cubicBezTo>
                          <a:pt x="167" y="295"/>
                          <a:pt x="189" y="288"/>
                          <a:pt x="225" y="268"/>
                        </a:cubicBezTo>
                        <a:lnTo>
                          <a:pt x="382" y="173"/>
                        </a:lnTo>
                        <a:lnTo>
                          <a:pt x="475" y="225"/>
                        </a:lnTo>
                        <a:lnTo>
                          <a:pt x="562" y="173"/>
                        </a:lnTo>
                        <a:lnTo>
                          <a:pt x="468" y="123"/>
                        </a:lnTo>
                        <a:lnTo>
                          <a:pt x="577" y="59"/>
                        </a:lnTo>
                        <a:lnTo>
                          <a:pt x="475" y="0"/>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8" name="Google Shape;1670;p44">
                    <a:extLst>
                      <a:ext uri="{FF2B5EF4-FFF2-40B4-BE49-F238E27FC236}">
                        <a16:creationId xmlns:a16="http://schemas.microsoft.com/office/drawing/2014/main" id="{04324AD3-7777-4864-8D0F-D88A90E1F450}"/>
                      </a:ext>
                    </a:extLst>
                  </p:cNvPr>
                  <p:cNvSpPr/>
                  <p:nvPr/>
                </p:nvSpPr>
                <p:spPr>
                  <a:xfrm>
                    <a:off x="-1805122" y="1708503"/>
                    <a:ext cx="55566" cy="27576"/>
                  </a:xfrm>
                  <a:custGeom>
                    <a:avLst/>
                    <a:gdLst/>
                    <a:ahLst/>
                    <a:cxnLst/>
                    <a:rect l="l" t="t" r="r" b="b"/>
                    <a:pathLst>
                      <a:path w="671" h="333" extrusionOk="0">
                        <a:moveTo>
                          <a:pt x="381" y="80"/>
                        </a:moveTo>
                        <a:cubicBezTo>
                          <a:pt x="404" y="80"/>
                          <a:pt x="425" y="86"/>
                          <a:pt x="447" y="100"/>
                        </a:cubicBezTo>
                        <a:cubicBezTo>
                          <a:pt x="504" y="137"/>
                          <a:pt x="484" y="166"/>
                          <a:pt x="411" y="209"/>
                        </a:cubicBezTo>
                        <a:cubicBezTo>
                          <a:pt x="363" y="235"/>
                          <a:pt x="326" y="250"/>
                          <a:pt x="291" y="250"/>
                        </a:cubicBezTo>
                        <a:cubicBezTo>
                          <a:pt x="269" y="250"/>
                          <a:pt x="247" y="244"/>
                          <a:pt x="225" y="230"/>
                        </a:cubicBezTo>
                        <a:cubicBezTo>
                          <a:pt x="166" y="202"/>
                          <a:pt x="189" y="166"/>
                          <a:pt x="259" y="123"/>
                        </a:cubicBezTo>
                        <a:cubicBezTo>
                          <a:pt x="308" y="96"/>
                          <a:pt x="346" y="80"/>
                          <a:pt x="381" y="80"/>
                        </a:cubicBezTo>
                        <a:close/>
                        <a:moveTo>
                          <a:pt x="364" y="0"/>
                        </a:moveTo>
                        <a:cubicBezTo>
                          <a:pt x="293" y="0"/>
                          <a:pt x="224" y="25"/>
                          <a:pt x="159" y="64"/>
                        </a:cubicBezTo>
                        <a:cubicBezTo>
                          <a:pt x="37" y="130"/>
                          <a:pt x="1" y="209"/>
                          <a:pt x="130" y="288"/>
                        </a:cubicBezTo>
                        <a:cubicBezTo>
                          <a:pt x="189" y="319"/>
                          <a:pt x="246" y="332"/>
                          <a:pt x="301" y="332"/>
                        </a:cubicBezTo>
                        <a:cubicBezTo>
                          <a:pt x="376" y="332"/>
                          <a:pt x="446" y="308"/>
                          <a:pt x="511" y="266"/>
                        </a:cubicBezTo>
                        <a:cubicBezTo>
                          <a:pt x="634" y="202"/>
                          <a:pt x="670" y="130"/>
                          <a:pt x="534" y="50"/>
                        </a:cubicBezTo>
                        <a:cubicBezTo>
                          <a:pt x="477" y="15"/>
                          <a:pt x="420" y="0"/>
                          <a:pt x="364" y="0"/>
                        </a:cubicBez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9" name="Google Shape;1671;p44">
                    <a:extLst>
                      <a:ext uri="{FF2B5EF4-FFF2-40B4-BE49-F238E27FC236}">
                        <a16:creationId xmlns:a16="http://schemas.microsoft.com/office/drawing/2014/main" id="{2309D71B-7359-4899-90A9-D20E055303E3}"/>
                      </a:ext>
                    </a:extLst>
                  </p:cNvPr>
                  <p:cNvSpPr/>
                  <p:nvPr/>
                </p:nvSpPr>
                <p:spPr>
                  <a:xfrm>
                    <a:off x="-1841973" y="1685233"/>
                    <a:ext cx="58381" cy="34615"/>
                  </a:xfrm>
                  <a:custGeom>
                    <a:avLst/>
                    <a:gdLst/>
                    <a:ahLst/>
                    <a:cxnLst/>
                    <a:rect l="l" t="t" r="r" b="b"/>
                    <a:pathLst>
                      <a:path w="705" h="418" extrusionOk="0">
                        <a:moveTo>
                          <a:pt x="389" y="0"/>
                        </a:moveTo>
                        <a:lnTo>
                          <a:pt x="1" y="224"/>
                        </a:lnTo>
                        <a:lnTo>
                          <a:pt x="109" y="281"/>
                        </a:lnTo>
                        <a:lnTo>
                          <a:pt x="396" y="116"/>
                        </a:lnTo>
                        <a:cubicBezTo>
                          <a:pt x="396" y="116"/>
                          <a:pt x="439" y="123"/>
                          <a:pt x="475" y="145"/>
                        </a:cubicBezTo>
                        <a:cubicBezTo>
                          <a:pt x="525" y="173"/>
                          <a:pt x="497" y="202"/>
                          <a:pt x="439" y="238"/>
                        </a:cubicBezTo>
                        <a:lnTo>
                          <a:pt x="230" y="354"/>
                        </a:lnTo>
                        <a:lnTo>
                          <a:pt x="339" y="418"/>
                        </a:lnTo>
                        <a:lnTo>
                          <a:pt x="547" y="295"/>
                        </a:lnTo>
                        <a:cubicBezTo>
                          <a:pt x="661" y="224"/>
                          <a:pt x="704" y="173"/>
                          <a:pt x="597" y="109"/>
                        </a:cubicBezTo>
                        <a:cubicBezTo>
                          <a:pt x="554" y="79"/>
                          <a:pt x="475" y="73"/>
                          <a:pt x="468" y="73"/>
                        </a:cubicBezTo>
                        <a:lnTo>
                          <a:pt x="489" y="59"/>
                        </a:lnTo>
                        <a:lnTo>
                          <a:pt x="389" y="0"/>
                        </a:ln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134" name="Google Shape;1672;p44">
                  <a:extLst>
                    <a:ext uri="{FF2B5EF4-FFF2-40B4-BE49-F238E27FC236}">
                      <a16:creationId xmlns:a16="http://schemas.microsoft.com/office/drawing/2014/main" id="{6C685C06-0697-4074-9195-A558D6B13D83}"/>
                    </a:ext>
                  </a:extLst>
                </p:cNvPr>
                <p:cNvSpPr/>
                <p:nvPr/>
              </p:nvSpPr>
              <p:spPr>
                <a:xfrm>
                  <a:off x="-1091952" y="697624"/>
                  <a:ext cx="301925" cy="296460"/>
                </a:xfrm>
                <a:custGeom>
                  <a:avLst/>
                  <a:gdLst/>
                  <a:ahLst/>
                  <a:cxnLst/>
                  <a:rect l="l" t="t" r="r" b="b"/>
                  <a:pathLst>
                    <a:path w="3646" h="3580" extrusionOk="0">
                      <a:moveTo>
                        <a:pt x="1576" y="957"/>
                      </a:moveTo>
                      <a:cubicBezTo>
                        <a:pt x="1594" y="957"/>
                        <a:pt x="1613" y="962"/>
                        <a:pt x="1632" y="972"/>
                      </a:cubicBezTo>
                      <a:cubicBezTo>
                        <a:pt x="1669" y="994"/>
                        <a:pt x="1705" y="1030"/>
                        <a:pt x="1739" y="1087"/>
                      </a:cubicBezTo>
                      <a:lnTo>
                        <a:pt x="2272" y="1877"/>
                      </a:lnTo>
                      <a:cubicBezTo>
                        <a:pt x="2402" y="2058"/>
                        <a:pt x="2372" y="2222"/>
                        <a:pt x="2214" y="2245"/>
                      </a:cubicBezTo>
                      <a:lnTo>
                        <a:pt x="1524" y="2331"/>
                      </a:lnTo>
                      <a:cubicBezTo>
                        <a:pt x="1513" y="2333"/>
                        <a:pt x="1502" y="2334"/>
                        <a:pt x="1492" y="2334"/>
                      </a:cubicBezTo>
                      <a:cubicBezTo>
                        <a:pt x="1460" y="2334"/>
                        <a:pt x="1429" y="2326"/>
                        <a:pt x="1403" y="2309"/>
                      </a:cubicBezTo>
                      <a:cubicBezTo>
                        <a:pt x="1324" y="2259"/>
                        <a:pt x="1280" y="2145"/>
                        <a:pt x="1301" y="2000"/>
                      </a:cubicBezTo>
                      <a:lnTo>
                        <a:pt x="1453" y="1123"/>
                      </a:lnTo>
                      <a:cubicBezTo>
                        <a:pt x="1469" y="1013"/>
                        <a:pt x="1516" y="957"/>
                        <a:pt x="1576" y="957"/>
                      </a:cubicBezTo>
                      <a:close/>
                      <a:moveTo>
                        <a:pt x="814" y="1"/>
                      </a:moveTo>
                      <a:cubicBezTo>
                        <a:pt x="487" y="1"/>
                        <a:pt x="218" y="255"/>
                        <a:pt x="144" y="685"/>
                      </a:cubicBezTo>
                      <a:lnTo>
                        <a:pt x="101" y="929"/>
                      </a:lnTo>
                      <a:cubicBezTo>
                        <a:pt x="0" y="1525"/>
                        <a:pt x="309" y="2231"/>
                        <a:pt x="784" y="2504"/>
                      </a:cubicBezTo>
                      <a:lnTo>
                        <a:pt x="2452" y="3466"/>
                      </a:lnTo>
                      <a:cubicBezTo>
                        <a:pt x="2584" y="3543"/>
                        <a:pt x="2715" y="3580"/>
                        <a:pt x="2838" y="3580"/>
                      </a:cubicBezTo>
                      <a:cubicBezTo>
                        <a:pt x="3162" y="3580"/>
                        <a:pt x="3428" y="3325"/>
                        <a:pt x="3501" y="2892"/>
                      </a:cubicBezTo>
                      <a:lnTo>
                        <a:pt x="3544" y="2654"/>
                      </a:lnTo>
                      <a:cubicBezTo>
                        <a:pt x="3646" y="2058"/>
                        <a:pt x="3335" y="1346"/>
                        <a:pt x="2861" y="1073"/>
                      </a:cubicBezTo>
                      <a:lnTo>
                        <a:pt x="1194" y="109"/>
                      </a:lnTo>
                      <a:cubicBezTo>
                        <a:pt x="1064" y="35"/>
                        <a:pt x="935" y="1"/>
                        <a:pt x="814" y="1"/>
                      </a:cubicBezTo>
                      <a:close/>
                    </a:path>
                  </a:pathLst>
                </a:custGeom>
                <a:solidFill>
                  <a:schemeClr val="dk2"/>
                </a:solidFill>
                <a:ln w="9525" cap="flat" cmpd="sng">
                  <a:solidFill>
                    <a:schemeClr val="lt1"/>
                  </a:solidFill>
                  <a:prstDash val="solid"/>
                  <a:miter lim="1725"/>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2453175356"/>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849"/>
        <p:cNvGrpSpPr/>
        <p:nvPr/>
      </p:nvGrpSpPr>
      <p:grpSpPr>
        <a:xfrm>
          <a:off x="0" y="0"/>
          <a:ext cx="0" cy="0"/>
          <a:chOff x="0" y="0"/>
          <a:chExt cx="0" cy="0"/>
        </a:xfrm>
      </p:grpSpPr>
      <p:sp>
        <p:nvSpPr>
          <p:cNvPr id="7850" name="Google Shape;7850;p65"/>
          <p:cNvSpPr/>
          <p:nvPr/>
        </p:nvSpPr>
        <p:spPr>
          <a:xfrm>
            <a:off x="4214904" y="1880648"/>
            <a:ext cx="1009600" cy="1009600"/>
          </a:xfrm>
          <a:prstGeom prst="ellipse">
            <a:avLst/>
          </a:prstGeom>
          <a:solidFill>
            <a:schemeClr val="accent1">
              <a:lumMod val="75000"/>
            </a:schemeClr>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 sz="4000" b="1" dirty="0">
                <a:solidFill>
                  <a:schemeClr val="lt2"/>
                </a:solidFill>
                <a:latin typeface="Albert Sans"/>
                <a:ea typeface="Albert Sans"/>
                <a:cs typeface="Albert Sans"/>
                <a:sym typeface="Albert Sans"/>
              </a:rPr>
              <a:t>1</a:t>
            </a:r>
            <a:endParaRPr sz="4000" b="1" dirty="0">
              <a:solidFill>
                <a:schemeClr val="lt2"/>
              </a:solidFill>
              <a:latin typeface="Albert Sans"/>
              <a:ea typeface="Albert Sans"/>
              <a:cs typeface="Albert Sans"/>
              <a:sym typeface="Albert Sans"/>
            </a:endParaRPr>
          </a:p>
        </p:txBody>
      </p:sp>
      <p:sp>
        <p:nvSpPr>
          <p:cNvPr id="7851" name="Google Shape;7851;p65"/>
          <p:cNvSpPr txBox="1"/>
          <p:nvPr/>
        </p:nvSpPr>
        <p:spPr>
          <a:xfrm>
            <a:off x="704850" y="2151297"/>
            <a:ext cx="3507704" cy="745200"/>
          </a:xfrm>
          <a:prstGeom prst="rect">
            <a:avLst/>
          </a:prstGeom>
          <a:noFill/>
          <a:ln>
            <a:noFill/>
          </a:ln>
        </p:spPr>
        <p:txBody>
          <a:bodyPr spcFirstLastPara="1" wrap="square" lIns="121900" tIns="121900" rIns="121900" bIns="121900" anchor="b" anchorCtr="0">
            <a:noAutofit/>
          </a:bodyPr>
          <a:lstStyle/>
          <a:p>
            <a:pPr algn="ctr"/>
            <a:r>
              <a:rPr lang="en-US" sz="2400" b="1" i="1" u="sng" dirty="0">
                <a:solidFill>
                  <a:srgbClr val="292D34"/>
                </a:solidFill>
                <a:latin typeface="Times New Roman" panose="02020603050405020304" pitchFamily="18" charset="0"/>
                <a:ea typeface="+mn-ea"/>
                <a:cs typeface="Times New Roman" panose="02020603050405020304" pitchFamily="18" charset="0"/>
              </a:rPr>
              <a:t>Facebook’s Automatic Caption Feature</a:t>
            </a:r>
          </a:p>
        </p:txBody>
      </p:sp>
      <p:sp>
        <p:nvSpPr>
          <p:cNvPr id="7852" name="Google Shape;7852;p65"/>
          <p:cNvSpPr txBox="1">
            <a:spLocks noGrp="1"/>
          </p:cNvSpPr>
          <p:nvPr>
            <p:ph type="title"/>
          </p:nvPr>
        </p:nvSpPr>
        <p:spPr>
          <a:xfrm>
            <a:off x="960000" y="694967"/>
            <a:ext cx="10272000" cy="763600"/>
          </a:xfrm>
          <a:prstGeom prst="rect">
            <a:avLst/>
          </a:prstGeom>
        </p:spPr>
        <p:txBody>
          <a:bodyPr spcFirstLastPara="1" vert="horz" wrap="square" lIns="121900" tIns="121900" rIns="121900" bIns="121900" rtlCol="0" anchor="t" anchorCtr="0">
            <a:noAutofit/>
          </a:bodyPr>
          <a:lstStyle/>
          <a:p>
            <a:r>
              <a:rPr lang="en-US" sz="4400" b="1" i="1" dirty="0">
                <a:solidFill>
                  <a:srgbClr val="292D34"/>
                </a:solidFill>
                <a:latin typeface="Times New Roman" panose="02020603050405020304" pitchFamily="18" charset="0"/>
                <a:ea typeface="+mn-ea"/>
                <a:cs typeface="Times New Roman" panose="02020603050405020304" pitchFamily="18" charset="0"/>
              </a:rPr>
              <a:t>Top Auto-Subtitle Generators</a:t>
            </a:r>
            <a:endParaRPr dirty="0"/>
          </a:p>
        </p:txBody>
      </p:sp>
      <p:sp>
        <p:nvSpPr>
          <p:cNvPr id="7854" name="Google Shape;7854;p65"/>
          <p:cNvSpPr txBox="1"/>
          <p:nvPr/>
        </p:nvSpPr>
        <p:spPr>
          <a:xfrm>
            <a:off x="8076413" y="1846631"/>
            <a:ext cx="2694400" cy="745200"/>
          </a:xfrm>
          <a:prstGeom prst="rect">
            <a:avLst/>
          </a:prstGeom>
          <a:noFill/>
          <a:ln>
            <a:noFill/>
          </a:ln>
        </p:spPr>
        <p:txBody>
          <a:bodyPr spcFirstLastPara="1" wrap="square" lIns="121900" tIns="121900" rIns="121900" bIns="121900" anchor="b" anchorCtr="0">
            <a:noAutofit/>
          </a:bodyPr>
          <a:lstStyle/>
          <a:p>
            <a:pPr>
              <a:lnSpc>
                <a:spcPct val="115000"/>
              </a:lnSpc>
            </a:pPr>
            <a:r>
              <a:rPr lang="en-US" sz="2400" b="1" i="1" dirty="0">
                <a:solidFill>
                  <a:srgbClr val="292D34"/>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Maestra</a:t>
            </a:r>
            <a:endParaRPr sz="2400" b="1" i="1" dirty="0">
              <a:solidFill>
                <a:srgbClr val="292D34"/>
              </a:solidFill>
              <a:latin typeface="Times New Roman" panose="02020603050405020304" pitchFamily="18" charset="0"/>
              <a:cs typeface="Times New Roman" panose="02020603050405020304" pitchFamily="18" charset="0"/>
              <a:sym typeface="Albert Sans"/>
            </a:endParaRPr>
          </a:p>
        </p:txBody>
      </p:sp>
      <p:sp>
        <p:nvSpPr>
          <p:cNvPr id="7857" name="Google Shape;7857;p65"/>
          <p:cNvSpPr txBox="1"/>
          <p:nvPr/>
        </p:nvSpPr>
        <p:spPr>
          <a:xfrm>
            <a:off x="333227" y="3657640"/>
            <a:ext cx="3746843" cy="564800"/>
          </a:xfrm>
          <a:prstGeom prst="rect">
            <a:avLst/>
          </a:prstGeom>
          <a:noFill/>
          <a:ln>
            <a:noFill/>
          </a:ln>
        </p:spPr>
        <p:txBody>
          <a:bodyPr spcFirstLastPara="1" wrap="square" lIns="121900" tIns="121900" rIns="121900" bIns="121900" anchor="t" anchorCtr="0">
            <a:noAutofit/>
          </a:bodyPr>
          <a:lstStyle/>
          <a:p>
            <a:pPr algn="ctr"/>
            <a:r>
              <a:rPr lang="en-US" sz="2400" b="1" i="1" u="sng" dirty="0">
                <a:solidFill>
                  <a:srgbClr val="292D34"/>
                </a:solidFill>
                <a:latin typeface="Times New Roman" panose="02020603050405020304" pitchFamily="18" charset="0"/>
                <a:ea typeface="+mn-ea"/>
                <a:cs typeface="Times New Roman" panose="02020603050405020304" pitchFamily="18" charset="0"/>
              </a:rPr>
              <a:t>YouTube's Automatic Captions</a:t>
            </a:r>
          </a:p>
        </p:txBody>
      </p:sp>
      <p:sp>
        <p:nvSpPr>
          <p:cNvPr id="8217" name="Google Shape;8217;p65"/>
          <p:cNvSpPr txBox="1"/>
          <p:nvPr/>
        </p:nvSpPr>
        <p:spPr>
          <a:xfrm>
            <a:off x="2674626" y="5387739"/>
            <a:ext cx="2694400" cy="564800"/>
          </a:xfrm>
          <a:prstGeom prst="rect">
            <a:avLst/>
          </a:prstGeom>
          <a:noFill/>
          <a:ln>
            <a:noFill/>
          </a:ln>
        </p:spPr>
        <p:txBody>
          <a:bodyPr spcFirstLastPara="1" wrap="square" lIns="121900" tIns="121900" rIns="121900" bIns="121900" anchor="t" anchorCtr="0">
            <a:noAutofit/>
          </a:bodyPr>
          <a:lstStyle/>
          <a:p>
            <a:r>
              <a:rPr lang="en-US" sz="2400" b="1" i="1" dirty="0" err="1">
                <a:solidFill>
                  <a:srgbClr val="292D34"/>
                </a:solidFill>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Zubtitle</a:t>
            </a:r>
            <a:endParaRPr lang="en-US" sz="2400" b="1" i="1" dirty="0">
              <a:solidFill>
                <a:srgbClr val="292D34"/>
              </a:solidFill>
              <a:latin typeface="Times New Roman" panose="02020603050405020304" pitchFamily="18" charset="0"/>
              <a:ea typeface="+mn-ea"/>
              <a:cs typeface="Times New Roman" panose="02020603050405020304" pitchFamily="18" charset="0"/>
            </a:endParaRPr>
          </a:p>
        </p:txBody>
      </p:sp>
      <p:sp>
        <p:nvSpPr>
          <p:cNvPr id="8218" name="Google Shape;8218;p65"/>
          <p:cNvSpPr txBox="1"/>
          <p:nvPr/>
        </p:nvSpPr>
        <p:spPr>
          <a:xfrm>
            <a:off x="8237612" y="5259526"/>
            <a:ext cx="2694400" cy="564800"/>
          </a:xfrm>
          <a:prstGeom prst="rect">
            <a:avLst/>
          </a:prstGeom>
          <a:noFill/>
          <a:ln>
            <a:noFill/>
          </a:ln>
        </p:spPr>
        <p:txBody>
          <a:bodyPr spcFirstLastPara="1" wrap="square" lIns="121900" tIns="121900" rIns="121900" bIns="121900" anchor="t" anchorCtr="0">
            <a:noAutofit/>
          </a:bodyPr>
          <a:lstStyle/>
          <a:p>
            <a:r>
              <a:rPr lang="en-US" sz="2400" b="1" i="1" dirty="0" err="1">
                <a:solidFill>
                  <a:srgbClr val="292D34"/>
                </a:solidFill>
                <a:latin typeface="Times New Roman" panose="02020603050405020304" pitchFamily="18" charset="0"/>
                <a:ea typeface="+mn-ea"/>
                <a:cs typeface="Times New Roman" panose="02020603050405020304" pitchFamily="18" charset="0"/>
                <a:hlinkClick r:id="rId5">
                  <a:extLst>
                    <a:ext uri="{A12FA001-AC4F-418D-AE19-62706E023703}">
                      <ahyp:hlinkClr xmlns:ahyp="http://schemas.microsoft.com/office/drawing/2018/hyperlinkcolor" val="tx"/>
                    </a:ext>
                  </a:extLst>
                </a:hlinkClick>
              </a:rPr>
              <a:t>Quicc</a:t>
            </a:r>
            <a:endParaRPr lang="en-US" sz="2400" b="1" i="1" dirty="0">
              <a:solidFill>
                <a:srgbClr val="292D34"/>
              </a:solidFill>
              <a:latin typeface="Times New Roman" panose="02020603050405020304" pitchFamily="18" charset="0"/>
              <a:ea typeface="+mn-ea"/>
              <a:cs typeface="Times New Roman" panose="02020603050405020304" pitchFamily="18" charset="0"/>
            </a:endParaRPr>
          </a:p>
        </p:txBody>
      </p:sp>
      <p:sp>
        <p:nvSpPr>
          <p:cNvPr id="8219" name="Google Shape;8219;p65"/>
          <p:cNvSpPr/>
          <p:nvPr/>
        </p:nvSpPr>
        <p:spPr>
          <a:xfrm>
            <a:off x="4214904" y="5075015"/>
            <a:ext cx="1009600" cy="1009600"/>
          </a:xfrm>
          <a:prstGeom prst="ellipse">
            <a:avLst/>
          </a:prstGeom>
          <a:solidFill>
            <a:schemeClr val="accent1">
              <a:lumMod val="75000"/>
            </a:schemeClr>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 sz="4000" b="1" dirty="0">
                <a:solidFill>
                  <a:schemeClr val="lt2"/>
                </a:solidFill>
                <a:latin typeface="Albert Sans"/>
                <a:ea typeface="Albert Sans"/>
                <a:cs typeface="Albert Sans"/>
                <a:sym typeface="Albert Sans"/>
              </a:rPr>
              <a:t>3</a:t>
            </a:r>
            <a:endParaRPr sz="4000" b="1" dirty="0">
              <a:solidFill>
                <a:schemeClr val="lt2"/>
              </a:solidFill>
              <a:latin typeface="Albert Sans"/>
              <a:ea typeface="Albert Sans"/>
              <a:cs typeface="Albert Sans"/>
              <a:sym typeface="Albert Sans"/>
            </a:endParaRPr>
          </a:p>
        </p:txBody>
      </p:sp>
      <p:sp>
        <p:nvSpPr>
          <p:cNvPr id="8220" name="Google Shape;8220;p65"/>
          <p:cNvSpPr/>
          <p:nvPr/>
        </p:nvSpPr>
        <p:spPr>
          <a:xfrm>
            <a:off x="3700636" y="3480897"/>
            <a:ext cx="1009600" cy="1009600"/>
          </a:xfrm>
          <a:prstGeom prst="ellipse">
            <a:avLst/>
          </a:prstGeom>
          <a:solidFill>
            <a:schemeClr val="accent1">
              <a:lumMod val="75000"/>
            </a:schemeClr>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 sz="4000" b="1" dirty="0">
                <a:solidFill>
                  <a:schemeClr val="lt2"/>
                </a:solidFill>
                <a:latin typeface="Albert Sans"/>
                <a:ea typeface="Albert Sans"/>
                <a:cs typeface="Albert Sans"/>
                <a:sym typeface="Albert Sans"/>
              </a:rPr>
              <a:t>2</a:t>
            </a:r>
            <a:endParaRPr sz="4000" b="1" dirty="0">
              <a:solidFill>
                <a:schemeClr val="lt2"/>
              </a:solidFill>
              <a:latin typeface="Albert Sans"/>
              <a:ea typeface="Albert Sans"/>
              <a:cs typeface="Albert Sans"/>
              <a:sym typeface="Albert Sans"/>
            </a:endParaRPr>
          </a:p>
        </p:txBody>
      </p:sp>
      <p:sp>
        <p:nvSpPr>
          <p:cNvPr id="8221" name="Google Shape;8221;p65"/>
          <p:cNvSpPr/>
          <p:nvPr/>
        </p:nvSpPr>
        <p:spPr>
          <a:xfrm>
            <a:off x="6970837" y="1880648"/>
            <a:ext cx="1009600" cy="1009600"/>
          </a:xfrm>
          <a:prstGeom prst="ellipse">
            <a:avLst/>
          </a:prstGeom>
          <a:solidFill>
            <a:schemeClr val="accent1">
              <a:lumMod val="75000"/>
            </a:schemeClr>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 sz="4000" b="1" dirty="0">
                <a:solidFill>
                  <a:schemeClr val="lt2"/>
                </a:solidFill>
                <a:latin typeface="Albert Sans"/>
                <a:ea typeface="Albert Sans"/>
                <a:cs typeface="Albert Sans"/>
                <a:sym typeface="Albert Sans"/>
              </a:rPr>
              <a:t>6</a:t>
            </a:r>
            <a:endParaRPr sz="4000" b="1" dirty="0">
              <a:solidFill>
                <a:schemeClr val="lt2"/>
              </a:solidFill>
              <a:latin typeface="Albert Sans"/>
              <a:ea typeface="Albert Sans"/>
              <a:cs typeface="Albert Sans"/>
              <a:sym typeface="Albert Sans"/>
            </a:endParaRPr>
          </a:p>
        </p:txBody>
      </p:sp>
      <p:sp>
        <p:nvSpPr>
          <p:cNvPr id="8222" name="Google Shape;8222;p65"/>
          <p:cNvSpPr/>
          <p:nvPr/>
        </p:nvSpPr>
        <p:spPr>
          <a:xfrm>
            <a:off x="6970837" y="5075015"/>
            <a:ext cx="1009600" cy="1009600"/>
          </a:xfrm>
          <a:prstGeom prst="ellipse">
            <a:avLst/>
          </a:prstGeom>
          <a:solidFill>
            <a:schemeClr val="accent1">
              <a:lumMod val="75000"/>
            </a:schemeClr>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 sz="4000" b="1" dirty="0">
                <a:solidFill>
                  <a:schemeClr val="lt2"/>
                </a:solidFill>
                <a:latin typeface="Albert Sans"/>
                <a:ea typeface="Albert Sans"/>
                <a:cs typeface="Albert Sans"/>
                <a:sym typeface="Albert Sans"/>
              </a:rPr>
              <a:t>4</a:t>
            </a:r>
            <a:endParaRPr sz="4000" b="1" dirty="0">
              <a:solidFill>
                <a:schemeClr val="lt2"/>
              </a:solidFill>
              <a:latin typeface="Albert Sans"/>
              <a:ea typeface="Albert Sans"/>
              <a:cs typeface="Albert Sans"/>
              <a:sym typeface="Albert Sans"/>
            </a:endParaRPr>
          </a:p>
        </p:txBody>
      </p:sp>
      <p:sp>
        <p:nvSpPr>
          <p:cNvPr id="8223" name="Google Shape;8223;p65"/>
          <p:cNvSpPr/>
          <p:nvPr/>
        </p:nvSpPr>
        <p:spPr>
          <a:xfrm>
            <a:off x="7477987" y="3480897"/>
            <a:ext cx="1009600" cy="1009600"/>
          </a:xfrm>
          <a:prstGeom prst="ellipse">
            <a:avLst/>
          </a:prstGeom>
          <a:solidFill>
            <a:schemeClr val="accent1">
              <a:lumMod val="75000"/>
            </a:schemeClr>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n" sz="4000" b="1" dirty="0">
                <a:solidFill>
                  <a:schemeClr val="lt2"/>
                </a:solidFill>
                <a:latin typeface="Albert Sans"/>
                <a:ea typeface="Albert Sans"/>
                <a:cs typeface="Albert Sans"/>
                <a:sym typeface="Albert Sans"/>
              </a:rPr>
              <a:t>5</a:t>
            </a:r>
            <a:endParaRPr sz="4000" b="1" dirty="0">
              <a:solidFill>
                <a:schemeClr val="lt2"/>
              </a:solidFill>
              <a:latin typeface="Albert Sans"/>
              <a:ea typeface="Albert Sans"/>
              <a:cs typeface="Albert Sans"/>
              <a:sym typeface="Albert Sans"/>
            </a:endParaRPr>
          </a:p>
        </p:txBody>
      </p:sp>
      <p:cxnSp>
        <p:nvCxnSpPr>
          <p:cNvPr id="8224" name="Google Shape;8224;p65"/>
          <p:cNvCxnSpPr>
            <a:stCxn id="7850" idx="4"/>
            <a:endCxn id="8220" idx="0"/>
          </p:cNvCxnSpPr>
          <p:nvPr/>
        </p:nvCxnSpPr>
        <p:spPr>
          <a:xfrm rot="5400000">
            <a:off x="4167104" y="2928448"/>
            <a:ext cx="590800" cy="514400"/>
          </a:xfrm>
          <a:prstGeom prst="bentConnector3">
            <a:avLst>
              <a:gd name="adj1" fmla="val 49987"/>
            </a:avLst>
          </a:prstGeom>
          <a:noFill/>
          <a:ln w="9525" cap="flat" cmpd="sng">
            <a:solidFill>
              <a:schemeClr val="dk1"/>
            </a:solidFill>
            <a:prstDash val="solid"/>
            <a:round/>
            <a:headEnd type="none" w="med" len="med"/>
            <a:tailEnd type="none" w="med" len="med"/>
          </a:ln>
        </p:spPr>
      </p:cxnSp>
      <p:cxnSp>
        <p:nvCxnSpPr>
          <p:cNvPr id="8225" name="Google Shape;8225;p65"/>
          <p:cNvCxnSpPr>
            <a:stCxn id="8220" idx="4"/>
            <a:endCxn id="8219" idx="0"/>
          </p:cNvCxnSpPr>
          <p:nvPr/>
        </p:nvCxnSpPr>
        <p:spPr>
          <a:xfrm rot="-5400000" flipH="1">
            <a:off x="4170436" y="4525497"/>
            <a:ext cx="584400" cy="514400"/>
          </a:xfrm>
          <a:prstGeom prst="bentConnector3">
            <a:avLst>
              <a:gd name="adj1" fmla="val 50010"/>
            </a:avLst>
          </a:prstGeom>
          <a:noFill/>
          <a:ln w="9525" cap="flat" cmpd="sng">
            <a:solidFill>
              <a:schemeClr val="dk1"/>
            </a:solidFill>
            <a:prstDash val="solid"/>
            <a:round/>
            <a:headEnd type="none" w="med" len="med"/>
            <a:tailEnd type="none" w="med" len="med"/>
          </a:ln>
        </p:spPr>
      </p:cxnSp>
      <p:cxnSp>
        <p:nvCxnSpPr>
          <p:cNvPr id="8226" name="Google Shape;8226;p65"/>
          <p:cNvCxnSpPr>
            <a:stCxn id="8219" idx="6"/>
            <a:endCxn id="8222" idx="2"/>
          </p:cNvCxnSpPr>
          <p:nvPr/>
        </p:nvCxnSpPr>
        <p:spPr>
          <a:xfrm>
            <a:off x="5224504" y="5579815"/>
            <a:ext cx="1746400" cy="800"/>
          </a:xfrm>
          <a:prstGeom prst="bentConnector3">
            <a:avLst>
              <a:gd name="adj1" fmla="val 49998"/>
            </a:avLst>
          </a:prstGeom>
          <a:noFill/>
          <a:ln w="9525" cap="flat" cmpd="sng">
            <a:solidFill>
              <a:schemeClr val="dk1"/>
            </a:solidFill>
            <a:prstDash val="solid"/>
            <a:round/>
            <a:headEnd type="none" w="med" len="med"/>
            <a:tailEnd type="none" w="med" len="med"/>
          </a:ln>
        </p:spPr>
      </p:cxnSp>
      <p:cxnSp>
        <p:nvCxnSpPr>
          <p:cNvPr id="8227" name="Google Shape;8227;p65"/>
          <p:cNvCxnSpPr>
            <a:stCxn id="8222" idx="0"/>
            <a:endCxn id="8223" idx="4"/>
          </p:cNvCxnSpPr>
          <p:nvPr/>
        </p:nvCxnSpPr>
        <p:spPr>
          <a:xfrm rot="-5400000">
            <a:off x="7437037" y="4529215"/>
            <a:ext cx="584400" cy="507200"/>
          </a:xfrm>
          <a:prstGeom prst="bentConnector3">
            <a:avLst>
              <a:gd name="adj1" fmla="val 50010"/>
            </a:avLst>
          </a:prstGeom>
          <a:noFill/>
          <a:ln w="9525" cap="flat" cmpd="sng">
            <a:solidFill>
              <a:schemeClr val="dk1"/>
            </a:solidFill>
            <a:prstDash val="solid"/>
            <a:round/>
            <a:headEnd type="none" w="med" len="med"/>
            <a:tailEnd type="none" w="med" len="med"/>
          </a:ln>
        </p:spPr>
      </p:cxnSp>
      <p:cxnSp>
        <p:nvCxnSpPr>
          <p:cNvPr id="8228" name="Google Shape;8228;p65"/>
          <p:cNvCxnSpPr>
            <a:stCxn id="8223" idx="0"/>
            <a:endCxn id="8221" idx="4"/>
          </p:cNvCxnSpPr>
          <p:nvPr/>
        </p:nvCxnSpPr>
        <p:spPr>
          <a:xfrm rot="5400000" flipH="1">
            <a:off x="7433787" y="2931897"/>
            <a:ext cx="590800" cy="507200"/>
          </a:xfrm>
          <a:prstGeom prst="bentConnector3">
            <a:avLst>
              <a:gd name="adj1" fmla="val 49987"/>
            </a:avLst>
          </a:prstGeom>
          <a:noFill/>
          <a:ln w="9525" cap="flat" cmpd="sng">
            <a:solidFill>
              <a:schemeClr val="dk1"/>
            </a:solidFill>
            <a:prstDash val="solid"/>
            <a:round/>
            <a:headEnd type="none" w="med" len="med"/>
            <a:tailEnd type="none" w="med" len="med"/>
          </a:ln>
        </p:spPr>
      </p:cxnSp>
      <p:grpSp>
        <p:nvGrpSpPr>
          <p:cNvPr id="4" name="Google Shape;4766;p64">
            <a:extLst>
              <a:ext uri="{FF2B5EF4-FFF2-40B4-BE49-F238E27FC236}">
                <a16:creationId xmlns:a16="http://schemas.microsoft.com/office/drawing/2014/main" id="{70F6EC3E-382D-313E-1060-6EBA54A1DDE5}"/>
              </a:ext>
            </a:extLst>
          </p:cNvPr>
          <p:cNvGrpSpPr/>
          <p:nvPr/>
        </p:nvGrpSpPr>
        <p:grpSpPr>
          <a:xfrm>
            <a:off x="4992389" y="2493365"/>
            <a:ext cx="2157786" cy="2420564"/>
            <a:chOff x="1260950" y="-166737"/>
            <a:chExt cx="5129675" cy="5643987"/>
          </a:xfrm>
        </p:grpSpPr>
        <p:sp>
          <p:nvSpPr>
            <p:cNvPr id="5" name="Google Shape;4767;p64">
              <a:extLst>
                <a:ext uri="{FF2B5EF4-FFF2-40B4-BE49-F238E27FC236}">
                  <a16:creationId xmlns:a16="http://schemas.microsoft.com/office/drawing/2014/main" id="{12492AA4-AF9B-B2C8-F9BB-0DE988FE0B75}"/>
                </a:ext>
              </a:extLst>
            </p:cNvPr>
            <p:cNvSpPr/>
            <p:nvPr/>
          </p:nvSpPr>
          <p:spPr>
            <a:xfrm>
              <a:off x="1260950" y="395850"/>
              <a:ext cx="5129675" cy="4941275"/>
            </a:xfrm>
            <a:custGeom>
              <a:avLst/>
              <a:gdLst/>
              <a:ahLst/>
              <a:cxnLst/>
              <a:rect l="l" t="t" r="r" b="b"/>
              <a:pathLst>
                <a:path w="205187" h="197651" extrusionOk="0">
                  <a:moveTo>
                    <a:pt x="118352" y="1"/>
                  </a:moveTo>
                  <a:cubicBezTo>
                    <a:pt x="118262" y="1"/>
                    <a:pt x="118173" y="1"/>
                    <a:pt x="118084" y="3"/>
                  </a:cubicBezTo>
                  <a:cubicBezTo>
                    <a:pt x="89771" y="436"/>
                    <a:pt x="90673" y="18108"/>
                    <a:pt x="82269" y="42454"/>
                  </a:cubicBezTo>
                  <a:cubicBezTo>
                    <a:pt x="73866" y="66763"/>
                    <a:pt x="45553" y="55726"/>
                    <a:pt x="26546" y="64563"/>
                  </a:cubicBezTo>
                  <a:cubicBezTo>
                    <a:pt x="7538" y="73399"/>
                    <a:pt x="13742" y="109647"/>
                    <a:pt x="14607" y="117618"/>
                  </a:cubicBezTo>
                  <a:cubicBezTo>
                    <a:pt x="15509" y="125588"/>
                    <a:pt x="6204" y="119385"/>
                    <a:pt x="3102" y="125120"/>
                  </a:cubicBezTo>
                  <a:cubicBezTo>
                    <a:pt x="0" y="130890"/>
                    <a:pt x="2164" y="141747"/>
                    <a:pt x="2164" y="141747"/>
                  </a:cubicBezTo>
                  <a:lnTo>
                    <a:pt x="178677" y="197651"/>
                  </a:lnTo>
                  <a:cubicBezTo>
                    <a:pt x="178677" y="197651"/>
                    <a:pt x="179975" y="195451"/>
                    <a:pt x="185746" y="186145"/>
                  </a:cubicBezTo>
                  <a:cubicBezTo>
                    <a:pt x="191481" y="176876"/>
                    <a:pt x="172906" y="151232"/>
                    <a:pt x="173736" y="140160"/>
                  </a:cubicBezTo>
                  <a:cubicBezTo>
                    <a:pt x="174565" y="129087"/>
                    <a:pt x="205186" y="110548"/>
                    <a:pt x="202084" y="89305"/>
                  </a:cubicBezTo>
                  <a:cubicBezTo>
                    <a:pt x="199028" y="68164"/>
                    <a:pt x="146727" y="1"/>
                    <a:pt x="118352" y="1"/>
                  </a:cubicBezTo>
                  <a:close/>
                </a:path>
              </a:pathLst>
            </a:custGeom>
            <a:solidFill>
              <a:schemeClr val="accent1">
                <a:lumMod val="75000"/>
              </a:schemeClr>
            </a:solidFill>
            <a:ln>
              <a:noFill/>
            </a:ln>
          </p:spPr>
          <p:txBody>
            <a:bodyPr spcFirstLastPara="1" wrap="square" lIns="121900" tIns="121900" rIns="121900" bIns="121900" anchor="ctr" anchorCtr="0">
              <a:noAutofit/>
            </a:bodyPr>
            <a:lstStyle/>
            <a:p>
              <a:endParaRPr sz="2400"/>
            </a:p>
          </p:txBody>
        </p:sp>
        <p:sp>
          <p:nvSpPr>
            <p:cNvPr id="6" name="Google Shape;4768;p64">
              <a:extLst>
                <a:ext uri="{FF2B5EF4-FFF2-40B4-BE49-F238E27FC236}">
                  <a16:creationId xmlns:a16="http://schemas.microsoft.com/office/drawing/2014/main" id="{0A727518-2262-8B73-8BF2-68869F4093A3}"/>
                </a:ext>
              </a:extLst>
            </p:cNvPr>
            <p:cNvSpPr/>
            <p:nvPr/>
          </p:nvSpPr>
          <p:spPr>
            <a:xfrm>
              <a:off x="1368275" y="354725"/>
              <a:ext cx="5022350" cy="4941225"/>
            </a:xfrm>
            <a:custGeom>
              <a:avLst/>
              <a:gdLst/>
              <a:ahLst/>
              <a:cxnLst/>
              <a:rect l="l" t="t" r="r" b="b"/>
              <a:pathLst>
                <a:path w="200894" h="197649" extrusionOk="0">
                  <a:moveTo>
                    <a:pt x="116641" y="1"/>
                  </a:moveTo>
                  <a:cubicBezTo>
                    <a:pt x="88328" y="434"/>
                    <a:pt x="89230" y="18106"/>
                    <a:pt x="80826" y="42452"/>
                  </a:cubicBezTo>
                  <a:cubicBezTo>
                    <a:pt x="72423" y="66761"/>
                    <a:pt x="44110" y="55724"/>
                    <a:pt x="25103" y="64561"/>
                  </a:cubicBezTo>
                  <a:cubicBezTo>
                    <a:pt x="14030" y="69719"/>
                    <a:pt x="11505" y="84145"/>
                    <a:pt x="11505" y="96913"/>
                  </a:cubicBezTo>
                  <a:cubicBezTo>
                    <a:pt x="11505" y="106038"/>
                    <a:pt x="12804" y="114297"/>
                    <a:pt x="13164" y="117616"/>
                  </a:cubicBezTo>
                  <a:cubicBezTo>
                    <a:pt x="13201" y="117976"/>
                    <a:pt x="13237" y="118301"/>
                    <a:pt x="13237" y="118589"/>
                  </a:cubicBezTo>
                  <a:cubicBezTo>
                    <a:pt x="13237" y="125045"/>
                    <a:pt x="4617" y="119635"/>
                    <a:pt x="1659" y="125118"/>
                  </a:cubicBezTo>
                  <a:cubicBezTo>
                    <a:pt x="361" y="127534"/>
                    <a:pt x="0" y="130816"/>
                    <a:pt x="0" y="133846"/>
                  </a:cubicBezTo>
                  <a:cubicBezTo>
                    <a:pt x="0" y="138066"/>
                    <a:pt x="721" y="141745"/>
                    <a:pt x="721" y="141745"/>
                  </a:cubicBezTo>
                  <a:lnTo>
                    <a:pt x="41946" y="154801"/>
                  </a:lnTo>
                  <a:cubicBezTo>
                    <a:pt x="42199" y="153430"/>
                    <a:pt x="42559" y="151591"/>
                    <a:pt x="42992" y="149571"/>
                  </a:cubicBezTo>
                  <a:cubicBezTo>
                    <a:pt x="43858" y="145387"/>
                    <a:pt x="44976" y="140482"/>
                    <a:pt x="45986" y="137417"/>
                  </a:cubicBezTo>
                  <a:cubicBezTo>
                    <a:pt x="48041" y="131249"/>
                    <a:pt x="52189" y="128616"/>
                    <a:pt x="54678" y="127282"/>
                  </a:cubicBezTo>
                  <a:cubicBezTo>
                    <a:pt x="55327" y="126921"/>
                    <a:pt x="56156" y="126344"/>
                    <a:pt x="57094" y="125659"/>
                  </a:cubicBezTo>
                  <a:cubicBezTo>
                    <a:pt x="58934" y="124288"/>
                    <a:pt x="60989" y="122629"/>
                    <a:pt x="61891" y="121872"/>
                  </a:cubicBezTo>
                  <a:cubicBezTo>
                    <a:pt x="62035" y="121727"/>
                    <a:pt x="62144" y="121619"/>
                    <a:pt x="62252" y="121583"/>
                  </a:cubicBezTo>
                  <a:cubicBezTo>
                    <a:pt x="62252" y="121547"/>
                    <a:pt x="62252" y="121547"/>
                    <a:pt x="62288" y="121547"/>
                  </a:cubicBezTo>
                  <a:cubicBezTo>
                    <a:pt x="62396" y="121150"/>
                    <a:pt x="62829" y="119599"/>
                    <a:pt x="63658" y="117688"/>
                  </a:cubicBezTo>
                  <a:cubicBezTo>
                    <a:pt x="64596" y="115488"/>
                    <a:pt x="66039" y="112855"/>
                    <a:pt x="68059" y="110943"/>
                  </a:cubicBezTo>
                  <a:cubicBezTo>
                    <a:pt x="70078" y="109032"/>
                    <a:pt x="73397" y="107481"/>
                    <a:pt x="76246" y="106399"/>
                  </a:cubicBezTo>
                  <a:cubicBezTo>
                    <a:pt x="78807" y="105425"/>
                    <a:pt x="80971" y="104812"/>
                    <a:pt x="81367" y="104704"/>
                  </a:cubicBezTo>
                  <a:cubicBezTo>
                    <a:pt x="82954" y="103369"/>
                    <a:pt x="85407" y="102143"/>
                    <a:pt x="88184" y="101061"/>
                  </a:cubicBezTo>
                  <a:cubicBezTo>
                    <a:pt x="90997" y="99979"/>
                    <a:pt x="94135" y="99041"/>
                    <a:pt x="97057" y="98248"/>
                  </a:cubicBezTo>
                  <a:cubicBezTo>
                    <a:pt x="102358" y="96877"/>
                    <a:pt x="106975" y="96011"/>
                    <a:pt x="107877" y="95867"/>
                  </a:cubicBezTo>
                  <a:cubicBezTo>
                    <a:pt x="108129" y="95362"/>
                    <a:pt x="109067" y="93595"/>
                    <a:pt x="110978" y="91142"/>
                  </a:cubicBezTo>
                  <a:cubicBezTo>
                    <a:pt x="112169" y="89591"/>
                    <a:pt x="114225" y="88437"/>
                    <a:pt x="116028" y="87644"/>
                  </a:cubicBezTo>
                  <a:cubicBezTo>
                    <a:pt x="117615" y="86923"/>
                    <a:pt x="118985" y="86526"/>
                    <a:pt x="119274" y="86454"/>
                  </a:cubicBezTo>
                  <a:cubicBezTo>
                    <a:pt x="119310" y="86382"/>
                    <a:pt x="119454" y="86309"/>
                    <a:pt x="119635" y="86201"/>
                  </a:cubicBezTo>
                  <a:cubicBezTo>
                    <a:pt x="119887" y="86021"/>
                    <a:pt x="120284" y="85732"/>
                    <a:pt x="120825" y="85336"/>
                  </a:cubicBezTo>
                  <a:cubicBezTo>
                    <a:pt x="121907" y="84578"/>
                    <a:pt x="123530" y="83424"/>
                    <a:pt x="125730" y="81873"/>
                  </a:cubicBezTo>
                  <a:cubicBezTo>
                    <a:pt x="129337" y="79276"/>
                    <a:pt x="134422" y="76716"/>
                    <a:pt x="136153" y="75850"/>
                  </a:cubicBezTo>
                  <a:cubicBezTo>
                    <a:pt x="134278" y="74984"/>
                    <a:pt x="132763" y="73361"/>
                    <a:pt x="131465" y="71342"/>
                  </a:cubicBezTo>
                  <a:cubicBezTo>
                    <a:pt x="130022" y="69069"/>
                    <a:pt x="128868" y="66292"/>
                    <a:pt x="127858" y="63479"/>
                  </a:cubicBezTo>
                  <a:cubicBezTo>
                    <a:pt x="125874" y="57925"/>
                    <a:pt x="122051" y="52010"/>
                    <a:pt x="118985" y="49160"/>
                  </a:cubicBezTo>
                  <a:cubicBezTo>
                    <a:pt x="117867" y="48114"/>
                    <a:pt x="116930" y="47249"/>
                    <a:pt x="116244" y="46275"/>
                  </a:cubicBezTo>
                  <a:cubicBezTo>
                    <a:pt x="115595" y="45373"/>
                    <a:pt x="115198" y="44327"/>
                    <a:pt x="115198" y="43101"/>
                  </a:cubicBezTo>
                  <a:cubicBezTo>
                    <a:pt x="115198" y="42091"/>
                    <a:pt x="115451" y="40937"/>
                    <a:pt x="115992" y="39530"/>
                  </a:cubicBezTo>
                  <a:cubicBezTo>
                    <a:pt x="116677" y="37655"/>
                    <a:pt x="118228" y="35419"/>
                    <a:pt x="120031" y="33327"/>
                  </a:cubicBezTo>
                  <a:cubicBezTo>
                    <a:pt x="121835" y="31199"/>
                    <a:pt x="123927" y="29179"/>
                    <a:pt x="125694" y="27772"/>
                  </a:cubicBezTo>
                  <a:cubicBezTo>
                    <a:pt x="126884" y="26835"/>
                    <a:pt x="127930" y="26149"/>
                    <a:pt x="128723" y="25861"/>
                  </a:cubicBezTo>
                  <a:cubicBezTo>
                    <a:pt x="130022" y="25428"/>
                    <a:pt x="131392" y="24887"/>
                    <a:pt x="132547" y="24887"/>
                  </a:cubicBezTo>
                  <a:cubicBezTo>
                    <a:pt x="132907" y="24887"/>
                    <a:pt x="133268" y="24923"/>
                    <a:pt x="133556" y="25067"/>
                  </a:cubicBezTo>
                  <a:cubicBezTo>
                    <a:pt x="133881" y="25176"/>
                    <a:pt x="134170" y="25392"/>
                    <a:pt x="134386" y="25681"/>
                  </a:cubicBezTo>
                  <a:cubicBezTo>
                    <a:pt x="134819" y="26258"/>
                    <a:pt x="135071" y="27123"/>
                    <a:pt x="135071" y="28386"/>
                  </a:cubicBezTo>
                  <a:cubicBezTo>
                    <a:pt x="135071" y="28458"/>
                    <a:pt x="135071" y="28566"/>
                    <a:pt x="135071" y="28638"/>
                  </a:cubicBezTo>
                  <a:cubicBezTo>
                    <a:pt x="134999" y="30874"/>
                    <a:pt x="133701" y="32714"/>
                    <a:pt x="132258" y="34192"/>
                  </a:cubicBezTo>
                  <a:cubicBezTo>
                    <a:pt x="130815" y="35707"/>
                    <a:pt x="129192" y="36897"/>
                    <a:pt x="128399" y="37691"/>
                  </a:cubicBezTo>
                  <a:cubicBezTo>
                    <a:pt x="128182" y="37943"/>
                    <a:pt x="128038" y="38160"/>
                    <a:pt x="127966" y="38268"/>
                  </a:cubicBezTo>
                  <a:cubicBezTo>
                    <a:pt x="127641" y="39025"/>
                    <a:pt x="127461" y="39927"/>
                    <a:pt x="127461" y="40937"/>
                  </a:cubicBezTo>
                  <a:cubicBezTo>
                    <a:pt x="127461" y="41947"/>
                    <a:pt x="127641" y="43029"/>
                    <a:pt x="128074" y="44111"/>
                  </a:cubicBezTo>
                  <a:cubicBezTo>
                    <a:pt x="128507" y="45193"/>
                    <a:pt x="129842" y="47681"/>
                    <a:pt x="131501" y="50459"/>
                  </a:cubicBezTo>
                  <a:cubicBezTo>
                    <a:pt x="133124" y="53236"/>
                    <a:pt x="135107" y="56338"/>
                    <a:pt x="136911" y="58610"/>
                  </a:cubicBezTo>
                  <a:cubicBezTo>
                    <a:pt x="139580" y="62072"/>
                    <a:pt x="144882" y="68709"/>
                    <a:pt x="147767" y="72748"/>
                  </a:cubicBezTo>
                  <a:cubicBezTo>
                    <a:pt x="148741" y="74083"/>
                    <a:pt x="149426" y="75129"/>
                    <a:pt x="149715" y="75706"/>
                  </a:cubicBezTo>
                  <a:cubicBezTo>
                    <a:pt x="150039" y="76427"/>
                    <a:pt x="150256" y="76968"/>
                    <a:pt x="150256" y="77509"/>
                  </a:cubicBezTo>
                  <a:cubicBezTo>
                    <a:pt x="150256" y="78086"/>
                    <a:pt x="150039" y="78591"/>
                    <a:pt x="149715" y="79240"/>
                  </a:cubicBezTo>
                  <a:cubicBezTo>
                    <a:pt x="149390" y="79889"/>
                    <a:pt x="148885" y="80719"/>
                    <a:pt x="148272" y="81909"/>
                  </a:cubicBezTo>
                  <a:cubicBezTo>
                    <a:pt x="147262" y="83749"/>
                    <a:pt x="145206" y="86237"/>
                    <a:pt x="143403" y="88257"/>
                  </a:cubicBezTo>
                  <a:cubicBezTo>
                    <a:pt x="142068" y="89772"/>
                    <a:pt x="140842" y="90998"/>
                    <a:pt x="140301" y="91575"/>
                  </a:cubicBezTo>
                  <a:lnTo>
                    <a:pt x="140914" y="91864"/>
                  </a:lnTo>
                  <a:cubicBezTo>
                    <a:pt x="141022" y="91792"/>
                    <a:pt x="141203" y="91647"/>
                    <a:pt x="141455" y="91503"/>
                  </a:cubicBezTo>
                  <a:cubicBezTo>
                    <a:pt x="141888" y="91178"/>
                    <a:pt x="142465" y="90782"/>
                    <a:pt x="143150" y="90313"/>
                  </a:cubicBezTo>
                  <a:cubicBezTo>
                    <a:pt x="144521" y="89339"/>
                    <a:pt x="146252" y="88149"/>
                    <a:pt x="147587" y="87139"/>
                  </a:cubicBezTo>
                  <a:cubicBezTo>
                    <a:pt x="149931" y="85372"/>
                    <a:pt x="153105" y="84145"/>
                    <a:pt x="153970" y="83821"/>
                  </a:cubicBezTo>
                  <a:cubicBezTo>
                    <a:pt x="153934" y="83280"/>
                    <a:pt x="153826" y="81873"/>
                    <a:pt x="153826" y="79962"/>
                  </a:cubicBezTo>
                  <a:cubicBezTo>
                    <a:pt x="153826" y="76102"/>
                    <a:pt x="154151" y="70260"/>
                    <a:pt x="155882" y="65427"/>
                  </a:cubicBezTo>
                  <a:cubicBezTo>
                    <a:pt x="157289" y="61495"/>
                    <a:pt x="159381" y="55400"/>
                    <a:pt x="161256" y="49701"/>
                  </a:cubicBezTo>
                  <a:cubicBezTo>
                    <a:pt x="163131" y="44003"/>
                    <a:pt x="164755" y="38665"/>
                    <a:pt x="165187" y="36429"/>
                  </a:cubicBezTo>
                  <a:cubicBezTo>
                    <a:pt x="165368" y="35419"/>
                    <a:pt x="165476" y="34481"/>
                    <a:pt x="165548" y="33651"/>
                  </a:cubicBezTo>
                  <a:cubicBezTo>
                    <a:pt x="149137" y="15293"/>
                    <a:pt x="130346" y="1"/>
                    <a:pt x="116930" y="1"/>
                  </a:cubicBezTo>
                  <a:close/>
                  <a:moveTo>
                    <a:pt x="171499" y="40540"/>
                  </a:moveTo>
                  <a:cubicBezTo>
                    <a:pt x="171391" y="40612"/>
                    <a:pt x="171283" y="40721"/>
                    <a:pt x="171211" y="40829"/>
                  </a:cubicBezTo>
                  <a:cubicBezTo>
                    <a:pt x="170850" y="41262"/>
                    <a:pt x="170561" y="41766"/>
                    <a:pt x="170381" y="42163"/>
                  </a:cubicBezTo>
                  <a:cubicBezTo>
                    <a:pt x="170237" y="42416"/>
                    <a:pt x="170165" y="42632"/>
                    <a:pt x="170165" y="42704"/>
                  </a:cubicBezTo>
                  <a:lnTo>
                    <a:pt x="170129" y="42740"/>
                  </a:lnTo>
                  <a:lnTo>
                    <a:pt x="170129" y="42812"/>
                  </a:lnTo>
                  <a:cubicBezTo>
                    <a:pt x="170129" y="42885"/>
                    <a:pt x="170129" y="42993"/>
                    <a:pt x="170092" y="43101"/>
                  </a:cubicBezTo>
                  <a:cubicBezTo>
                    <a:pt x="170056" y="43353"/>
                    <a:pt x="170020" y="43714"/>
                    <a:pt x="169984" y="44147"/>
                  </a:cubicBezTo>
                  <a:cubicBezTo>
                    <a:pt x="169876" y="45013"/>
                    <a:pt x="169732" y="46275"/>
                    <a:pt x="169587" y="47754"/>
                  </a:cubicBezTo>
                  <a:cubicBezTo>
                    <a:pt x="169263" y="50783"/>
                    <a:pt x="168830" y="54823"/>
                    <a:pt x="168397" y="59115"/>
                  </a:cubicBezTo>
                  <a:cubicBezTo>
                    <a:pt x="167496" y="67663"/>
                    <a:pt x="166522" y="77112"/>
                    <a:pt x="166125" y="80899"/>
                  </a:cubicBezTo>
                  <a:cubicBezTo>
                    <a:pt x="165728" y="84722"/>
                    <a:pt x="165223" y="87716"/>
                    <a:pt x="163817" y="90818"/>
                  </a:cubicBezTo>
                  <a:cubicBezTo>
                    <a:pt x="162446" y="93920"/>
                    <a:pt x="160174" y="97093"/>
                    <a:pt x="156279" y="101385"/>
                  </a:cubicBezTo>
                  <a:cubicBezTo>
                    <a:pt x="148813" y="109609"/>
                    <a:pt x="139940" y="113360"/>
                    <a:pt x="139183" y="113648"/>
                  </a:cubicBezTo>
                  <a:lnTo>
                    <a:pt x="127533" y="124072"/>
                  </a:lnTo>
                  <a:cubicBezTo>
                    <a:pt x="127533" y="124360"/>
                    <a:pt x="127461" y="125370"/>
                    <a:pt x="127209" y="128796"/>
                  </a:cubicBezTo>
                  <a:cubicBezTo>
                    <a:pt x="127064" y="130924"/>
                    <a:pt x="126523" y="132547"/>
                    <a:pt x="125982" y="133738"/>
                  </a:cubicBezTo>
                  <a:cubicBezTo>
                    <a:pt x="125441" y="134928"/>
                    <a:pt x="124864" y="135721"/>
                    <a:pt x="124612" y="136154"/>
                  </a:cubicBezTo>
                  <a:cubicBezTo>
                    <a:pt x="124612" y="136190"/>
                    <a:pt x="124612" y="136190"/>
                    <a:pt x="124612" y="136190"/>
                  </a:cubicBezTo>
                  <a:cubicBezTo>
                    <a:pt x="124540" y="136298"/>
                    <a:pt x="124504" y="136407"/>
                    <a:pt x="124504" y="136443"/>
                  </a:cubicBezTo>
                  <a:cubicBezTo>
                    <a:pt x="124504" y="136515"/>
                    <a:pt x="124468" y="136623"/>
                    <a:pt x="124468" y="136731"/>
                  </a:cubicBezTo>
                  <a:cubicBezTo>
                    <a:pt x="124431" y="136803"/>
                    <a:pt x="124395" y="136875"/>
                    <a:pt x="124395" y="136984"/>
                  </a:cubicBezTo>
                  <a:cubicBezTo>
                    <a:pt x="124395" y="136984"/>
                    <a:pt x="124359" y="137020"/>
                    <a:pt x="124359" y="137020"/>
                  </a:cubicBezTo>
                  <a:cubicBezTo>
                    <a:pt x="124359" y="137056"/>
                    <a:pt x="124359" y="137056"/>
                    <a:pt x="124359" y="137092"/>
                  </a:cubicBezTo>
                  <a:cubicBezTo>
                    <a:pt x="124359" y="137092"/>
                    <a:pt x="124359" y="137092"/>
                    <a:pt x="124359" y="137128"/>
                  </a:cubicBezTo>
                  <a:cubicBezTo>
                    <a:pt x="124251" y="137453"/>
                    <a:pt x="124107" y="137849"/>
                    <a:pt x="123963" y="138354"/>
                  </a:cubicBezTo>
                  <a:cubicBezTo>
                    <a:pt x="123638" y="139364"/>
                    <a:pt x="123205" y="140699"/>
                    <a:pt x="122736" y="142105"/>
                  </a:cubicBezTo>
                  <a:cubicBezTo>
                    <a:pt x="121726" y="144991"/>
                    <a:pt x="120464" y="148345"/>
                    <a:pt x="119346" y="150653"/>
                  </a:cubicBezTo>
                  <a:cubicBezTo>
                    <a:pt x="118192" y="152961"/>
                    <a:pt x="117146" y="154837"/>
                    <a:pt x="115379" y="156640"/>
                  </a:cubicBezTo>
                  <a:cubicBezTo>
                    <a:pt x="113647" y="158444"/>
                    <a:pt x="111195" y="160139"/>
                    <a:pt x="107300" y="162122"/>
                  </a:cubicBezTo>
                  <a:cubicBezTo>
                    <a:pt x="100555" y="165549"/>
                    <a:pt x="95506" y="169228"/>
                    <a:pt x="94388" y="170093"/>
                  </a:cubicBezTo>
                  <a:cubicBezTo>
                    <a:pt x="94207" y="170202"/>
                    <a:pt x="94135" y="170274"/>
                    <a:pt x="94135" y="170274"/>
                  </a:cubicBezTo>
                  <a:cubicBezTo>
                    <a:pt x="94063" y="170310"/>
                    <a:pt x="93991" y="170310"/>
                    <a:pt x="93955" y="170310"/>
                  </a:cubicBezTo>
                  <a:cubicBezTo>
                    <a:pt x="93883" y="170310"/>
                    <a:pt x="93811" y="170310"/>
                    <a:pt x="93738" y="170274"/>
                  </a:cubicBezTo>
                  <a:lnTo>
                    <a:pt x="88473" y="165982"/>
                  </a:lnTo>
                  <a:cubicBezTo>
                    <a:pt x="88364" y="165910"/>
                    <a:pt x="88328" y="165729"/>
                    <a:pt x="88400" y="165621"/>
                  </a:cubicBezTo>
                  <a:cubicBezTo>
                    <a:pt x="88400" y="165621"/>
                    <a:pt x="88869" y="164828"/>
                    <a:pt x="89591" y="163637"/>
                  </a:cubicBezTo>
                  <a:cubicBezTo>
                    <a:pt x="90312" y="162411"/>
                    <a:pt x="91286" y="160788"/>
                    <a:pt x="92296" y="159057"/>
                  </a:cubicBezTo>
                  <a:cubicBezTo>
                    <a:pt x="94352" y="155558"/>
                    <a:pt x="96588" y="151663"/>
                    <a:pt x="97381" y="150040"/>
                  </a:cubicBezTo>
                  <a:cubicBezTo>
                    <a:pt x="98211" y="148309"/>
                    <a:pt x="100194" y="146830"/>
                    <a:pt x="101926" y="145748"/>
                  </a:cubicBezTo>
                  <a:cubicBezTo>
                    <a:pt x="103404" y="144810"/>
                    <a:pt x="104739" y="144197"/>
                    <a:pt x="105136" y="144017"/>
                  </a:cubicBezTo>
                  <a:lnTo>
                    <a:pt x="107336" y="137200"/>
                  </a:lnTo>
                  <a:cubicBezTo>
                    <a:pt x="107336" y="137200"/>
                    <a:pt x="107336" y="137200"/>
                    <a:pt x="107336" y="137164"/>
                  </a:cubicBezTo>
                  <a:lnTo>
                    <a:pt x="107624" y="136298"/>
                  </a:lnTo>
                  <a:lnTo>
                    <a:pt x="107624" y="136298"/>
                  </a:lnTo>
                  <a:cubicBezTo>
                    <a:pt x="106326" y="136479"/>
                    <a:pt x="102575" y="136984"/>
                    <a:pt x="98066" y="136984"/>
                  </a:cubicBezTo>
                  <a:cubicBezTo>
                    <a:pt x="95470" y="136984"/>
                    <a:pt x="92620" y="136803"/>
                    <a:pt x="89843" y="136334"/>
                  </a:cubicBezTo>
                  <a:cubicBezTo>
                    <a:pt x="81872" y="135000"/>
                    <a:pt x="74803" y="130456"/>
                    <a:pt x="73649" y="129698"/>
                  </a:cubicBezTo>
                  <a:cubicBezTo>
                    <a:pt x="72747" y="130275"/>
                    <a:pt x="68491" y="133088"/>
                    <a:pt x="65786" y="134856"/>
                  </a:cubicBezTo>
                  <a:cubicBezTo>
                    <a:pt x="64813" y="135469"/>
                    <a:pt x="64019" y="135974"/>
                    <a:pt x="63694" y="136190"/>
                  </a:cubicBezTo>
                  <a:cubicBezTo>
                    <a:pt x="63586" y="136226"/>
                    <a:pt x="63550" y="136262"/>
                    <a:pt x="63514" y="136298"/>
                  </a:cubicBezTo>
                  <a:lnTo>
                    <a:pt x="63478" y="136371"/>
                  </a:lnTo>
                  <a:cubicBezTo>
                    <a:pt x="63406" y="136443"/>
                    <a:pt x="63370" y="136551"/>
                    <a:pt x="63298" y="136659"/>
                  </a:cubicBezTo>
                  <a:cubicBezTo>
                    <a:pt x="63153" y="136948"/>
                    <a:pt x="62937" y="137344"/>
                    <a:pt x="62721" y="137849"/>
                  </a:cubicBezTo>
                  <a:cubicBezTo>
                    <a:pt x="62252" y="138859"/>
                    <a:pt x="61567" y="140194"/>
                    <a:pt x="60773" y="141745"/>
                  </a:cubicBezTo>
                  <a:cubicBezTo>
                    <a:pt x="59114" y="144774"/>
                    <a:pt x="56842" y="148489"/>
                    <a:pt x="53992" y="151302"/>
                  </a:cubicBezTo>
                  <a:cubicBezTo>
                    <a:pt x="51576" y="153683"/>
                    <a:pt x="50205" y="155666"/>
                    <a:pt x="49412" y="157181"/>
                  </a:cubicBezTo>
                  <a:lnTo>
                    <a:pt x="110041" y="176369"/>
                  </a:lnTo>
                  <a:lnTo>
                    <a:pt x="167532" y="194439"/>
                  </a:lnTo>
                  <a:cubicBezTo>
                    <a:pt x="167640" y="194475"/>
                    <a:pt x="167712" y="194547"/>
                    <a:pt x="167748" y="194655"/>
                  </a:cubicBezTo>
                  <a:lnTo>
                    <a:pt x="177234" y="197649"/>
                  </a:lnTo>
                  <a:cubicBezTo>
                    <a:pt x="177234" y="197649"/>
                    <a:pt x="178532" y="195449"/>
                    <a:pt x="184303" y="186143"/>
                  </a:cubicBezTo>
                  <a:cubicBezTo>
                    <a:pt x="185060" y="184917"/>
                    <a:pt x="185385" y="183366"/>
                    <a:pt x="185385" y="181599"/>
                  </a:cubicBezTo>
                  <a:cubicBezTo>
                    <a:pt x="185421" y="170526"/>
                    <a:pt x="172256" y="150761"/>
                    <a:pt x="172256" y="140879"/>
                  </a:cubicBezTo>
                  <a:cubicBezTo>
                    <a:pt x="172256" y="140626"/>
                    <a:pt x="172256" y="140410"/>
                    <a:pt x="172293" y="140158"/>
                  </a:cubicBezTo>
                  <a:cubicBezTo>
                    <a:pt x="173086" y="129626"/>
                    <a:pt x="200894" y="112314"/>
                    <a:pt x="200858" y="92333"/>
                  </a:cubicBezTo>
                  <a:cubicBezTo>
                    <a:pt x="200858" y="91323"/>
                    <a:pt x="200786" y="90313"/>
                    <a:pt x="200641" y="89303"/>
                  </a:cubicBezTo>
                  <a:cubicBezTo>
                    <a:pt x="199199" y="79421"/>
                    <a:pt x="187008" y="59223"/>
                    <a:pt x="171499" y="40540"/>
                  </a:cubicBezTo>
                  <a:close/>
                </a:path>
              </a:pathLst>
            </a:custGeom>
            <a:solidFill>
              <a:schemeClr val="accent3"/>
            </a:solidFill>
            <a:ln>
              <a:noFill/>
            </a:ln>
          </p:spPr>
          <p:txBody>
            <a:bodyPr spcFirstLastPara="1" wrap="square" lIns="121900" tIns="121900" rIns="121900" bIns="121900" anchor="ctr" anchorCtr="0">
              <a:noAutofit/>
            </a:bodyPr>
            <a:lstStyle/>
            <a:p>
              <a:endParaRPr sz="2400" dirty="0"/>
            </a:p>
          </p:txBody>
        </p:sp>
        <p:sp>
          <p:nvSpPr>
            <p:cNvPr id="7" name="Google Shape;4769;p64">
              <a:extLst>
                <a:ext uri="{FF2B5EF4-FFF2-40B4-BE49-F238E27FC236}">
                  <a16:creationId xmlns:a16="http://schemas.microsoft.com/office/drawing/2014/main" id="{5C20D209-AD2E-3A99-0ABD-C280C995F58A}"/>
                </a:ext>
              </a:extLst>
            </p:cNvPr>
            <p:cNvSpPr/>
            <p:nvPr/>
          </p:nvSpPr>
          <p:spPr>
            <a:xfrm>
              <a:off x="5625075" y="5303525"/>
              <a:ext cx="225425" cy="80725"/>
            </a:xfrm>
            <a:custGeom>
              <a:avLst/>
              <a:gdLst/>
              <a:ahLst/>
              <a:cxnLst/>
              <a:rect l="l" t="t" r="r" b="b"/>
              <a:pathLst>
                <a:path w="9017" h="3229" extrusionOk="0">
                  <a:moveTo>
                    <a:pt x="359" y="0"/>
                  </a:moveTo>
                  <a:cubicBezTo>
                    <a:pt x="233" y="0"/>
                    <a:pt x="102" y="75"/>
                    <a:pt x="72" y="226"/>
                  </a:cubicBezTo>
                  <a:cubicBezTo>
                    <a:pt x="0" y="370"/>
                    <a:pt x="108" y="550"/>
                    <a:pt x="253" y="586"/>
                  </a:cubicBezTo>
                  <a:lnTo>
                    <a:pt x="8584" y="3219"/>
                  </a:lnTo>
                  <a:cubicBezTo>
                    <a:pt x="8614" y="3225"/>
                    <a:pt x="8643" y="3228"/>
                    <a:pt x="8671" y="3228"/>
                  </a:cubicBezTo>
                  <a:cubicBezTo>
                    <a:pt x="8810" y="3228"/>
                    <a:pt x="8921" y="3153"/>
                    <a:pt x="8981" y="3003"/>
                  </a:cubicBezTo>
                  <a:cubicBezTo>
                    <a:pt x="9017" y="2858"/>
                    <a:pt x="8945" y="2678"/>
                    <a:pt x="8764" y="2642"/>
                  </a:cubicBezTo>
                  <a:lnTo>
                    <a:pt x="433" y="9"/>
                  </a:lnTo>
                  <a:cubicBezTo>
                    <a:pt x="409" y="3"/>
                    <a:pt x="384" y="0"/>
                    <a:pt x="359"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 name="Google Shape;4770;p64">
              <a:extLst>
                <a:ext uri="{FF2B5EF4-FFF2-40B4-BE49-F238E27FC236}">
                  <a16:creationId xmlns:a16="http://schemas.microsoft.com/office/drawing/2014/main" id="{F1E8DA4B-86A3-0564-501C-C0C53B98882D}"/>
                </a:ext>
              </a:extLst>
            </p:cNvPr>
            <p:cNvSpPr/>
            <p:nvPr/>
          </p:nvSpPr>
          <p:spPr>
            <a:xfrm>
              <a:off x="1607200" y="4042075"/>
              <a:ext cx="3884450" cy="1229450"/>
            </a:xfrm>
            <a:custGeom>
              <a:avLst/>
              <a:gdLst/>
              <a:ahLst/>
              <a:cxnLst/>
              <a:rect l="l" t="t" r="r" b="b"/>
              <a:pathLst>
                <a:path w="155378" h="49178" extrusionOk="0">
                  <a:moveTo>
                    <a:pt x="356" y="0"/>
                  </a:moveTo>
                  <a:cubicBezTo>
                    <a:pt x="231" y="0"/>
                    <a:pt x="102" y="70"/>
                    <a:pt x="72" y="190"/>
                  </a:cubicBezTo>
                  <a:cubicBezTo>
                    <a:pt x="0" y="370"/>
                    <a:pt x="108" y="550"/>
                    <a:pt x="253" y="586"/>
                  </a:cubicBezTo>
                  <a:lnTo>
                    <a:pt x="154944" y="49169"/>
                  </a:lnTo>
                  <a:cubicBezTo>
                    <a:pt x="154968" y="49175"/>
                    <a:pt x="154993" y="49178"/>
                    <a:pt x="155019" y="49178"/>
                  </a:cubicBezTo>
                  <a:cubicBezTo>
                    <a:pt x="155145" y="49178"/>
                    <a:pt x="155275" y="49103"/>
                    <a:pt x="155305" y="48952"/>
                  </a:cubicBezTo>
                  <a:cubicBezTo>
                    <a:pt x="155377" y="48808"/>
                    <a:pt x="155269" y="48628"/>
                    <a:pt x="155125" y="48592"/>
                  </a:cubicBezTo>
                  <a:lnTo>
                    <a:pt x="433" y="9"/>
                  </a:lnTo>
                  <a:cubicBezTo>
                    <a:pt x="408" y="3"/>
                    <a:pt x="382" y="0"/>
                    <a:pt x="356"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9" name="Google Shape;4771;p64">
              <a:extLst>
                <a:ext uri="{FF2B5EF4-FFF2-40B4-BE49-F238E27FC236}">
                  <a16:creationId xmlns:a16="http://schemas.microsoft.com/office/drawing/2014/main" id="{398F73BC-163E-5FAA-F0AA-092313BA131E}"/>
                </a:ext>
              </a:extLst>
            </p:cNvPr>
            <p:cNvSpPr/>
            <p:nvPr/>
          </p:nvSpPr>
          <p:spPr>
            <a:xfrm>
              <a:off x="2109425" y="4449850"/>
              <a:ext cx="1904375" cy="1019825"/>
            </a:xfrm>
            <a:custGeom>
              <a:avLst/>
              <a:gdLst/>
              <a:ahLst/>
              <a:cxnLst/>
              <a:rect l="l" t="t" r="r" b="b"/>
              <a:pathLst>
                <a:path w="76175" h="40793" extrusionOk="0">
                  <a:moveTo>
                    <a:pt x="16880" y="1"/>
                  </a:moveTo>
                  <a:lnTo>
                    <a:pt x="0" y="20775"/>
                  </a:lnTo>
                  <a:lnTo>
                    <a:pt x="57419" y="40792"/>
                  </a:lnTo>
                  <a:lnTo>
                    <a:pt x="76174" y="20018"/>
                  </a:lnTo>
                  <a:lnTo>
                    <a:pt x="16880" y="1"/>
                  </a:ln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0" name="Google Shape;4772;p64">
              <a:extLst>
                <a:ext uri="{FF2B5EF4-FFF2-40B4-BE49-F238E27FC236}">
                  <a16:creationId xmlns:a16="http://schemas.microsoft.com/office/drawing/2014/main" id="{92B4DDCB-912B-CA4A-E3A4-F4EC8D78FBA6}"/>
                </a:ext>
              </a:extLst>
            </p:cNvPr>
            <p:cNvSpPr/>
            <p:nvPr/>
          </p:nvSpPr>
          <p:spPr>
            <a:xfrm>
              <a:off x="2101300" y="4442275"/>
              <a:ext cx="1920600" cy="1034975"/>
            </a:xfrm>
            <a:custGeom>
              <a:avLst/>
              <a:gdLst/>
              <a:ahLst/>
              <a:cxnLst/>
              <a:rect l="l" t="t" r="r" b="b"/>
              <a:pathLst>
                <a:path w="76824" h="41399" extrusionOk="0">
                  <a:moveTo>
                    <a:pt x="17313" y="628"/>
                  </a:moveTo>
                  <a:lnTo>
                    <a:pt x="75994" y="20465"/>
                  </a:lnTo>
                  <a:lnTo>
                    <a:pt x="57671" y="40756"/>
                  </a:lnTo>
                  <a:lnTo>
                    <a:pt x="57671" y="40756"/>
                  </a:lnTo>
                  <a:lnTo>
                    <a:pt x="830" y="20934"/>
                  </a:lnTo>
                  <a:lnTo>
                    <a:pt x="17313" y="628"/>
                  </a:lnTo>
                  <a:close/>
                  <a:moveTo>
                    <a:pt x="17220" y="1"/>
                  </a:moveTo>
                  <a:cubicBezTo>
                    <a:pt x="17133" y="1"/>
                    <a:pt x="17041" y="34"/>
                    <a:pt x="16988" y="87"/>
                  </a:cubicBezTo>
                  <a:lnTo>
                    <a:pt x="73" y="20862"/>
                  </a:lnTo>
                  <a:cubicBezTo>
                    <a:pt x="37" y="20970"/>
                    <a:pt x="1" y="21042"/>
                    <a:pt x="37" y="21150"/>
                  </a:cubicBezTo>
                  <a:cubicBezTo>
                    <a:pt x="73" y="21259"/>
                    <a:pt x="145" y="21331"/>
                    <a:pt x="217" y="21367"/>
                  </a:cubicBezTo>
                  <a:lnTo>
                    <a:pt x="57636" y="41384"/>
                  </a:lnTo>
                  <a:cubicBezTo>
                    <a:pt x="57665" y="41394"/>
                    <a:pt x="57697" y="41398"/>
                    <a:pt x="57729" y="41398"/>
                  </a:cubicBezTo>
                  <a:cubicBezTo>
                    <a:pt x="57816" y="41398"/>
                    <a:pt x="57908" y="41365"/>
                    <a:pt x="57961" y="41312"/>
                  </a:cubicBezTo>
                  <a:lnTo>
                    <a:pt x="76716" y="20537"/>
                  </a:lnTo>
                  <a:cubicBezTo>
                    <a:pt x="76788" y="20429"/>
                    <a:pt x="76824" y="20357"/>
                    <a:pt x="76788" y="20249"/>
                  </a:cubicBezTo>
                  <a:cubicBezTo>
                    <a:pt x="76788" y="20140"/>
                    <a:pt x="76716" y="20068"/>
                    <a:pt x="76607" y="20032"/>
                  </a:cubicBezTo>
                  <a:lnTo>
                    <a:pt x="17313" y="15"/>
                  </a:lnTo>
                  <a:cubicBezTo>
                    <a:pt x="17284" y="5"/>
                    <a:pt x="17252" y="1"/>
                    <a:pt x="17220"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11" name="Google Shape;4773;p64">
              <a:extLst>
                <a:ext uri="{FF2B5EF4-FFF2-40B4-BE49-F238E27FC236}">
                  <a16:creationId xmlns:a16="http://schemas.microsoft.com/office/drawing/2014/main" id="{924FD377-D179-72C9-E3E1-B3FCF3D63FA5}"/>
                </a:ext>
              </a:extLst>
            </p:cNvPr>
            <p:cNvSpPr/>
            <p:nvPr/>
          </p:nvSpPr>
          <p:spPr>
            <a:xfrm>
              <a:off x="2372725" y="4594125"/>
              <a:ext cx="1442700" cy="737600"/>
            </a:xfrm>
            <a:custGeom>
              <a:avLst/>
              <a:gdLst/>
              <a:ahLst/>
              <a:cxnLst/>
              <a:rect l="l" t="t" r="r" b="b"/>
              <a:pathLst>
                <a:path w="57708" h="29504" extrusionOk="0">
                  <a:moveTo>
                    <a:pt x="12587" y="0"/>
                  </a:moveTo>
                  <a:lnTo>
                    <a:pt x="0" y="14571"/>
                  </a:lnTo>
                  <a:lnTo>
                    <a:pt x="45084" y="29503"/>
                  </a:lnTo>
                  <a:lnTo>
                    <a:pt x="57707" y="15906"/>
                  </a:lnTo>
                  <a:lnTo>
                    <a:pt x="12587" y="0"/>
                  </a:ln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12" name="Google Shape;4774;p64">
              <a:extLst>
                <a:ext uri="{FF2B5EF4-FFF2-40B4-BE49-F238E27FC236}">
                  <a16:creationId xmlns:a16="http://schemas.microsoft.com/office/drawing/2014/main" id="{3108981A-3B5D-141E-DF68-32A12B98B57B}"/>
                </a:ext>
              </a:extLst>
            </p:cNvPr>
            <p:cNvSpPr/>
            <p:nvPr/>
          </p:nvSpPr>
          <p:spPr>
            <a:xfrm>
              <a:off x="2364600" y="4586550"/>
              <a:ext cx="1458025" cy="752725"/>
            </a:xfrm>
            <a:custGeom>
              <a:avLst/>
              <a:gdLst/>
              <a:ahLst/>
              <a:cxnLst/>
              <a:rect l="l" t="t" r="r" b="b"/>
              <a:pathLst>
                <a:path w="58321" h="30109" extrusionOk="0">
                  <a:moveTo>
                    <a:pt x="13021" y="628"/>
                  </a:moveTo>
                  <a:lnTo>
                    <a:pt x="57491" y="16353"/>
                  </a:lnTo>
                  <a:lnTo>
                    <a:pt x="45320" y="29452"/>
                  </a:lnTo>
                  <a:lnTo>
                    <a:pt x="45320" y="29452"/>
                  </a:lnTo>
                  <a:lnTo>
                    <a:pt x="830" y="14730"/>
                  </a:lnTo>
                  <a:lnTo>
                    <a:pt x="13021" y="628"/>
                  </a:lnTo>
                  <a:close/>
                  <a:moveTo>
                    <a:pt x="12928" y="1"/>
                  </a:moveTo>
                  <a:cubicBezTo>
                    <a:pt x="12840" y="1"/>
                    <a:pt x="12749" y="34"/>
                    <a:pt x="12696" y="87"/>
                  </a:cubicBezTo>
                  <a:lnTo>
                    <a:pt x="73" y="14694"/>
                  </a:lnTo>
                  <a:cubicBezTo>
                    <a:pt x="0" y="14766"/>
                    <a:pt x="0" y="14874"/>
                    <a:pt x="37" y="14947"/>
                  </a:cubicBezTo>
                  <a:cubicBezTo>
                    <a:pt x="37" y="15055"/>
                    <a:pt x="109" y="15127"/>
                    <a:pt x="217" y="15163"/>
                  </a:cubicBezTo>
                  <a:lnTo>
                    <a:pt x="45337" y="30095"/>
                  </a:lnTo>
                  <a:cubicBezTo>
                    <a:pt x="45366" y="30104"/>
                    <a:pt x="45395" y="30109"/>
                    <a:pt x="45423" y="30109"/>
                  </a:cubicBezTo>
                  <a:cubicBezTo>
                    <a:pt x="45500" y="30109"/>
                    <a:pt x="45573" y="30075"/>
                    <a:pt x="45625" y="30023"/>
                  </a:cubicBezTo>
                  <a:lnTo>
                    <a:pt x="58249" y="16425"/>
                  </a:lnTo>
                  <a:cubicBezTo>
                    <a:pt x="58321" y="16353"/>
                    <a:pt x="58321" y="16245"/>
                    <a:pt x="58321" y="16137"/>
                  </a:cubicBezTo>
                  <a:cubicBezTo>
                    <a:pt x="58285" y="16029"/>
                    <a:pt x="58213" y="15956"/>
                    <a:pt x="58105" y="15920"/>
                  </a:cubicBezTo>
                  <a:lnTo>
                    <a:pt x="13021" y="15"/>
                  </a:lnTo>
                  <a:cubicBezTo>
                    <a:pt x="12992" y="5"/>
                    <a:pt x="12960" y="1"/>
                    <a:pt x="12928"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13" name="Google Shape;4775;p64">
              <a:extLst>
                <a:ext uri="{FF2B5EF4-FFF2-40B4-BE49-F238E27FC236}">
                  <a16:creationId xmlns:a16="http://schemas.microsoft.com/office/drawing/2014/main" id="{615579B8-FB88-5AC7-0BC3-B8E9E1691A01}"/>
                </a:ext>
              </a:extLst>
            </p:cNvPr>
            <p:cNvSpPr/>
            <p:nvPr/>
          </p:nvSpPr>
          <p:spPr>
            <a:xfrm>
              <a:off x="2342050" y="1025400"/>
              <a:ext cx="3594125" cy="3621050"/>
            </a:xfrm>
            <a:custGeom>
              <a:avLst/>
              <a:gdLst/>
              <a:ahLst/>
              <a:cxnLst/>
              <a:rect l="l" t="t" r="r" b="b"/>
              <a:pathLst>
                <a:path w="143765" h="144842" extrusionOk="0">
                  <a:moveTo>
                    <a:pt x="90743" y="0"/>
                  </a:moveTo>
                  <a:cubicBezTo>
                    <a:pt x="89664" y="0"/>
                    <a:pt x="88322" y="517"/>
                    <a:pt x="87031" y="969"/>
                  </a:cubicBezTo>
                  <a:cubicBezTo>
                    <a:pt x="84109" y="1979"/>
                    <a:pt x="76247" y="9626"/>
                    <a:pt x="74443" y="14422"/>
                  </a:cubicBezTo>
                  <a:cubicBezTo>
                    <a:pt x="72676" y="19255"/>
                    <a:pt x="74227" y="20842"/>
                    <a:pt x="77365" y="23728"/>
                  </a:cubicBezTo>
                  <a:cubicBezTo>
                    <a:pt x="80503" y="26649"/>
                    <a:pt x="84326" y="32600"/>
                    <a:pt x="86345" y="38227"/>
                  </a:cubicBezTo>
                  <a:cubicBezTo>
                    <a:pt x="88365" y="43817"/>
                    <a:pt x="90926" y="49191"/>
                    <a:pt x="95074" y="50670"/>
                  </a:cubicBezTo>
                  <a:cubicBezTo>
                    <a:pt x="95074" y="50670"/>
                    <a:pt x="88473" y="53808"/>
                    <a:pt x="84109" y="56946"/>
                  </a:cubicBezTo>
                  <a:cubicBezTo>
                    <a:pt x="79709" y="60083"/>
                    <a:pt x="77581" y="61526"/>
                    <a:pt x="77581" y="61526"/>
                  </a:cubicBezTo>
                  <a:cubicBezTo>
                    <a:pt x="77581" y="61526"/>
                    <a:pt x="71666" y="63221"/>
                    <a:pt x="69394" y="66143"/>
                  </a:cubicBezTo>
                  <a:cubicBezTo>
                    <a:pt x="67158" y="69028"/>
                    <a:pt x="66256" y="70940"/>
                    <a:pt x="66256" y="70940"/>
                  </a:cubicBezTo>
                  <a:cubicBezTo>
                    <a:pt x="66256" y="70940"/>
                    <a:pt x="45986" y="74438"/>
                    <a:pt x="39711" y="79812"/>
                  </a:cubicBezTo>
                  <a:cubicBezTo>
                    <a:pt x="39711" y="79812"/>
                    <a:pt x="30405" y="82265"/>
                    <a:pt x="26474" y="85980"/>
                  </a:cubicBezTo>
                  <a:cubicBezTo>
                    <a:pt x="22543" y="89695"/>
                    <a:pt x="20739" y="96511"/>
                    <a:pt x="20739" y="96511"/>
                  </a:cubicBezTo>
                  <a:cubicBezTo>
                    <a:pt x="20739" y="96511"/>
                    <a:pt x="15474" y="101020"/>
                    <a:pt x="13021" y="102354"/>
                  </a:cubicBezTo>
                  <a:cubicBezTo>
                    <a:pt x="10532" y="103689"/>
                    <a:pt x="6493" y="106285"/>
                    <a:pt x="4473" y="112345"/>
                  </a:cubicBezTo>
                  <a:cubicBezTo>
                    <a:pt x="2453" y="118368"/>
                    <a:pt x="1" y="132073"/>
                    <a:pt x="1" y="132073"/>
                  </a:cubicBezTo>
                  <a:lnTo>
                    <a:pt x="6276" y="134995"/>
                  </a:lnTo>
                  <a:cubicBezTo>
                    <a:pt x="6276" y="134995"/>
                    <a:pt x="6385" y="131388"/>
                    <a:pt x="12011" y="125906"/>
                  </a:cubicBezTo>
                  <a:cubicBezTo>
                    <a:pt x="17602" y="120388"/>
                    <a:pt x="21064" y="111082"/>
                    <a:pt x="21533" y="110866"/>
                  </a:cubicBezTo>
                  <a:cubicBezTo>
                    <a:pt x="21966" y="110650"/>
                    <a:pt x="31848" y="104157"/>
                    <a:pt x="31848" y="104157"/>
                  </a:cubicBezTo>
                  <a:cubicBezTo>
                    <a:pt x="31848" y="104157"/>
                    <a:pt x="39458" y="109423"/>
                    <a:pt x="48114" y="110866"/>
                  </a:cubicBezTo>
                  <a:cubicBezTo>
                    <a:pt x="50854" y="111336"/>
                    <a:pt x="53685" y="111496"/>
                    <a:pt x="56272" y="111496"/>
                  </a:cubicBezTo>
                  <a:cubicBezTo>
                    <a:pt x="61825" y="111496"/>
                    <a:pt x="66256" y="110758"/>
                    <a:pt x="66256" y="110758"/>
                  </a:cubicBezTo>
                  <a:lnTo>
                    <a:pt x="66256" y="110758"/>
                  </a:lnTo>
                  <a:lnTo>
                    <a:pt x="63587" y="119053"/>
                  </a:lnTo>
                  <a:cubicBezTo>
                    <a:pt x="63587" y="119053"/>
                    <a:pt x="57420" y="121758"/>
                    <a:pt x="55833" y="125004"/>
                  </a:cubicBezTo>
                  <a:cubicBezTo>
                    <a:pt x="54282" y="128250"/>
                    <a:pt x="46888" y="140585"/>
                    <a:pt x="46888" y="140585"/>
                  </a:cubicBezTo>
                  <a:lnTo>
                    <a:pt x="52154" y="144841"/>
                  </a:lnTo>
                  <a:cubicBezTo>
                    <a:pt x="52154" y="144841"/>
                    <a:pt x="57636" y="140585"/>
                    <a:pt x="65390" y="136654"/>
                  </a:cubicBezTo>
                  <a:cubicBezTo>
                    <a:pt x="73109" y="132723"/>
                    <a:pt x="75020" y="129945"/>
                    <a:pt x="77256" y="125329"/>
                  </a:cubicBezTo>
                  <a:cubicBezTo>
                    <a:pt x="79493" y="120748"/>
                    <a:pt x="82306" y="111984"/>
                    <a:pt x="82414" y="111191"/>
                  </a:cubicBezTo>
                  <a:cubicBezTo>
                    <a:pt x="82522" y="110433"/>
                    <a:pt x="84758" y="108413"/>
                    <a:pt x="85119" y="103580"/>
                  </a:cubicBezTo>
                  <a:lnTo>
                    <a:pt x="85444" y="98747"/>
                  </a:lnTo>
                  <a:lnTo>
                    <a:pt x="97202" y="88216"/>
                  </a:lnTo>
                  <a:cubicBezTo>
                    <a:pt x="97202" y="88216"/>
                    <a:pt x="106543" y="84537"/>
                    <a:pt x="114261" y="75989"/>
                  </a:cubicBezTo>
                  <a:cubicBezTo>
                    <a:pt x="122016" y="67477"/>
                    <a:pt x="123242" y="63329"/>
                    <a:pt x="124036" y="55719"/>
                  </a:cubicBezTo>
                  <a:cubicBezTo>
                    <a:pt x="124793" y="48073"/>
                    <a:pt x="127931" y="17921"/>
                    <a:pt x="128039" y="17452"/>
                  </a:cubicBezTo>
                  <a:cubicBezTo>
                    <a:pt x="128183" y="17019"/>
                    <a:pt x="129193" y="14783"/>
                    <a:pt x="130528" y="14567"/>
                  </a:cubicBezTo>
                  <a:cubicBezTo>
                    <a:pt x="130553" y="14562"/>
                    <a:pt x="130580" y="14560"/>
                    <a:pt x="130610" y="14560"/>
                  </a:cubicBezTo>
                  <a:cubicBezTo>
                    <a:pt x="132140" y="14560"/>
                    <a:pt x="139275" y="20855"/>
                    <a:pt x="140266" y="21492"/>
                  </a:cubicBezTo>
                  <a:cubicBezTo>
                    <a:pt x="140695" y="21783"/>
                    <a:pt x="141308" y="22009"/>
                    <a:pt x="141886" y="22009"/>
                  </a:cubicBezTo>
                  <a:cubicBezTo>
                    <a:pt x="142668" y="22009"/>
                    <a:pt x="143387" y="21596"/>
                    <a:pt x="143512" y="20374"/>
                  </a:cubicBezTo>
                  <a:cubicBezTo>
                    <a:pt x="143764" y="18246"/>
                    <a:pt x="141961" y="12980"/>
                    <a:pt x="136226" y="7245"/>
                  </a:cubicBezTo>
                  <a:cubicBezTo>
                    <a:pt x="132064" y="3083"/>
                    <a:pt x="128730" y="1480"/>
                    <a:pt x="126700" y="1480"/>
                  </a:cubicBezTo>
                  <a:cubicBezTo>
                    <a:pt x="125950" y="1480"/>
                    <a:pt x="125379" y="1698"/>
                    <a:pt x="125009" y="2087"/>
                  </a:cubicBezTo>
                  <a:cubicBezTo>
                    <a:pt x="123675" y="3566"/>
                    <a:pt x="124577" y="6704"/>
                    <a:pt x="123675" y="11285"/>
                  </a:cubicBezTo>
                  <a:cubicBezTo>
                    <a:pt x="122773" y="15901"/>
                    <a:pt x="117183" y="32492"/>
                    <a:pt x="114370" y="40355"/>
                  </a:cubicBezTo>
                  <a:cubicBezTo>
                    <a:pt x="111556" y="48181"/>
                    <a:pt x="112458" y="58857"/>
                    <a:pt x="112458" y="58857"/>
                  </a:cubicBezTo>
                  <a:cubicBezTo>
                    <a:pt x="112458" y="58857"/>
                    <a:pt x="108671" y="60192"/>
                    <a:pt x="105966" y="62211"/>
                  </a:cubicBezTo>
                  <a:cubicBezTo>
                    <a:pt x="103261" y="64231"/>
                    <a:pt x="99113" y="67044"/>
                    <a:pt x="99113" y="67044"/>
                  </a:cubicBezTo>
                  <a:lnTo>
                    <a:pt x="97995" y="66467"/>
                  </a:lnTo>
                  <a:cubicBezTo>
                    <a:pt x="97995" y="66467"/>
                    <a:pt x="104271" y="60192"/>
                    <a:pt x="106182" y="56585"/>
                  </a:cubicBezTo>
                  <a:cubicBezTo>
                    <a:pt x="108094" y="53014"/>
                    <a:pt x="108671" y="52798"/>
                    <a:pt x="107661" y="50670"/>
                  </a:cubicBezTo>
                  <a:cubicBezTo>
                    <a:pt x="106651" y="48542"/>
                    <a:pt x="98464" y="38227"/>
                    <a:pt x="94857" y="33610"/>
                  </a:cubicBezTo>
                  <a:cubicBezTo>
                    <a:pt x="91287" y="29030"/>
                    <a:pt x="86886" y="21275"/>
                    <a:pt x="86021" y="19039"/>
                  </a:cubicBezTo>
                  <a:cubicBezTo>
                    <a:pt x="85119" y="16803"/>
                    <a:pt x="85227" y="14567"/>
                    <a:pt x="85877" y="12980"/>
                  </a:cubicBezTo>
                  <a:cubicBezTo>
                    <a:pt x="86562" y="11393"/>
                    <a:pt x="92837" y="8255"/>
                    <a:pt x="92946" y="3458"/>
                  </a:cubicBezTo>
                  <a:cubicBezTo>
                    <a:pt x="93005" y="788"/>
                    <a:pt x="92075" y="0"/>
                    <a:pt x="90743" y="0"/>
                  </a:cubicBezTo>
                  <a:close/>
                </a:path>
              </a:pathLst>
            </a:custGeom>
            <a:solidFill>
              <a:srgbClr val="707070"/>
            </a:solidFill>
            <a:ln>
              <a:noFill/>
            </a:ln>
          </p:spPr>
          <p:txBody>
            <a:bodyPr spcFirstLastPara="1" wrap="square" lIns="121900" tIns="121900" rIns="121900" bIns="121900" anchor="ctr" anchorCtr="0">
              <a:noAutofit/>
            </a:bodyPr>
            <a:lstStyle/>
            <a:p>
              <a:endParaRPr sz="2400"/>
            </a:p>
          </p:txBody>
        </p:sp>
        <p:sp>
          <p:nvSpPr>
            <p:cNvPr id="14" name="Google Shape;4776;p64">
              <a:extLst>
                <a:ext uri="{FF2B5EF4-FFF2-40B4-BE49-F238E27FC236}">
                  <a16:creationId xmlns:a16="http://schemas.microsoft.com/office/drawing/2014/main" id="{D03F4BB2-5B8E-06A0-3074-E29F7F539BAF}"/>
                </a:ext>
              </a:extLst>
            </p:cNvPr>
            <p:cNvSpPr/>
            <p:nvPr/>
          </p:nvSpPr>
          <p:spPr>
            <a:xfrm>
              <a:off x="3621525" y="3838525"/>
              <a:ext cx="734900" cy="798900"/>
            </a:xfrm>
            <a:custGeom>
              <a:avLst/>
              <a:gdLst/>
              <a:ahLst/>
              <a:cxnLst/>
              <a:rect l="l" t="t" r="r" b="b"/>
              <a:pathLst>
                <a:path w="29396" h="31956" extrusionOk="0">
                  <a:moveTo>
                    <a:pt x="26835" y="0"/>
                  </a:moveTo>
                  <a:cubicBezTo>
                    <a:pt x="26655" y="1948"/>
                    <a:pt x="26186" y="5086"/>
                    <a:pt x="25104" y="7358"/>
                  </a:cubicBezTo>
                  <a:cubicBezTo>
                    <a:pt x="23481" y="10856"/>
                    <a:pt x="20920" y="12046"/>
                    <a:pt x="20920" y="12046"/>
                  </a:cubicBezTo>
                  <a:cubicBezTo>
                    <a:pt x="20920" y="12046"/>
                    <a:pt x="21136" y="16014"/>
                    <a:pt x="17854" y="19043"/>
                  </a:cubicBezTo>
                  <a:cubicBezTo>
                    <a:pt x="14608" y="22073"/>
                    <a:pt x="6421" y="26978"/>
                    <a:pt x="1263" y="30260"/>
                  </a:cubicBezTo>
                  <a:cubicBezTo>
                    <a:pt x="831" y="30549"/>
                    <a:pt x="398" y="30837"/>
                    <a:pt x="1" y="31162"/>
                  </a:cubicBezTo>
                  <a:lnTo>
                    <a:pt x="975" y="31956"/>
                  </a:lnTo>
                  <a:cubicBezTo>
                    <a:pt x="1985" y="31162"/>
                    <a:pt x="7142" y="27375"/>
                    <a:pt x="14067" y="23876"/>
                  </a:cubicBezTo>
                  <a:cubicBezTo>
                    <a:pt x="17926" y="21929"/>
                    <a:pt x="20307" y="20234"/>
                    <a:pt x="21966" y="18502"/>
                  </a:cubicBezTo>
                  <a:cubicBezTo>
                    <a:pt x="23661" y="16771"/>
                    <a:pt x="24707" y="14968"/>
                    <a:pt x="25825" y="12696"/>
                  </a:cubicBezTo>
                  <a:cubicBezTo>
                    <a:pt x="27015" y="10243"/>
                    <a:pt x="28350" y="6600"/>
                    <a:pt x="29396" y="3607"/>
                  </a:cubicBezTo>
                  <a:cubicBezTo>
                    <a:pt x="28927" y="2272"/>
                    <a:pt x="28169" y="1010"/>
                    <a:pt x="26835" y="0"/>
                  </a:cubicBezTo>
                  <a:close/>
                </a:path>
              </a:pathLst>
            </a:custGeom>
            <a:solidFill>
              <a:srgbClr val="474747"/>
            </a:solidFill>
            <a:ln>
              <a:noFill/>
            </a:ln>
          </p:spPr>
          <p:txBody>
            <a:bodyPr spcFirstLastPara="1" wrap="square" lIns="121900" tIns="121900" rIns="121900" bIns="121900" anchor="ctr" anchorCtr="0">
              <a:noAutofit/>
            </a:bodyPr>
            <a:lstStyle/>
            <a:p>
              <a:endParaRPr sz="2400"/>
            </a:p>
          </p:txBody>
        </p:sp>
        <p:sp>
          <p:nvSpPr>
            <p:cNvPr id="15" name="Google Shape;4777;p64">
              <a:extLst>
                <a:ext uri="{FF2B5EF4-FFF2-40B4-BE49-F238E27FC236}">
                  <a16:creationId xmlns:a16="http://schemas.microsoft.com/office/drawing/2014/main" id="{E0CCA79C-6756-99AF-644F-24E7BB53E9C1}"/>
                </a:ext>
              </a:extLst>
            </p:cNvPr>
            <p:cNvSpPr/>
            <p:nvPr/>
          </p:nvSpPr>
          <p:spPr>
            <a:xfrm>
              <a:off x="2437625" y="3653675"/>
              <a:ext cx="495950" cy="734875"/>
            </a:xfrm>
            <a:custGeom>
              <a:avLst/>
              <a:gdLst/>
              <a:ahLst/>
              <a:cxnLst/>
              <a:rect l="l" t="t" r="r" b="b"/>
              <a:pathLst>
                <a:path w="19838" h="29395" extrusionOk="0">
                  <a:moveTo>
                    <a:pt x="19621" y="0"/>
                  </a:moveTo>
                  <a:cubicBezTo>
                    <a:pt x="17493" y="1118"/>
                    <a:pt x="15690" y="2128"/>
                    <a:pt x="15690" y="2128"/>
                  </a:cubicBezTo>
                  <a:cubicBezTo>
                    <a:pt x="15690" y="2128"/>
                    <a:pt x="15438" y="8692"/>
                    <a:pt x="10785" y="12660"/>
                  </a:cubicBezTo>
                  <a:cubicBezTo>
                    <a:pt x="6096" y="16627"/>
                    <a:pt x="722" y="25896"/>
                    <a:pt x="722" y="25896"/>
                  </a:cubicBezTo>
                  <a:lnTo>
                    <a:pt x="1" y="28385"/>
                  </a:lnTo>
                  <a:lnTo>
                    <a:pt x="2201" y="29395"/>
                  </a:lnTo>
                  <a:cubicBezTo>
                    <a:pt x="2417" y="28277"/>
                    <a:pt x="3391" y="25031"/>
                    <a:pt x="7972" y="20559"/>
                  </a:cubicBezTo>
                  <a:cubicBezTo>
                    <a:pt x="11723" y="16844"/>
                    <a:pt x="14572" y="11361"/>
                    <a:pt x="16123" y="8188"/>
                  </a:cubicBezTo>
                  <a:cubicBezTo>
                    <a:pt x="16628" y="7106"/>
                    <a:pt x="17025" y="6312"/>
                    <a:pt x="17241" y="5879"/>
                  </a:cubicBezTo>
                  <a:cubicBezTo>
                    <a:pt x="17313" y="5771"/>
                    <a:pt x="17349" y="5663"/>
                    <a:pt x="17421" y="5591"/>
                  </a:cubicBezTo>
                  <a:cubicBezTo>
                    <a:pt x="17457" y="5555"/>
                    <a:pt x="17493" y="5519"/>
                    <a:pt x="17566" y="5482"/>
                  </a:cubicBezTo>
                  <a:cubicBezTo>
                    <a:pt x="17566" y="5482"/>
                    <a:pt x="17602" y="5446"/>
                    <a:pt x="17674" y="5410"/>
                  </a:cubicBezTo>
                  <a:cubicBezTo>
                    <a:pt x="17746" y="5374"/>
                    <a:pt x="17818" y="5338"/>
                    <a:pt x="17890" y="5266"/>
                  </a:cubicBezTo>
                  <a:cubicBezTo>
                    <a:pt x="18107" y="5158"/>
                    <a:pt x="18359" y="4978"/>
                    <a:pt x="18648" y="4797"/>
                  </a:cubicBezTo>
                  <a:cubicBezTo>
                    <a:pt x="18972" y="4581"/>
                    <a:pt x="19333" y="4364"/>
                    <a:pt x="19694" y="4112"/>
                  </a:cubicBezTo>
                  <a:cubicBezTo>
                    <a:pt x="19766" y="3571"/>
                    <a:pt x="19838" y="2886"/>
                    <a:pt x="19838" y="2200"/>
                  </a:cubicBezTo>
                  <a:cubicBezTo>
                    <a:pt x="19838" y="1479"/>
                    <a:pt x="19766" y="722"/>
                    <a:pt x="19621" y="0"/>
                  </a:cubicBezTo>
                  <a:close/>
                </a:path>
              </a:pathLst>
            </a:custGeom>
            <a:solidFill>
              <a:srgbClr val="474747"/>
            </a:solidFill>
            <a:ln>
              <a:noFill/>
            </a:ln>
          </p:spPr>
          <p:txBody>
            <a:bodyPr spcFirstLastPara="1" wrap="square" lIns="121900" tIns="121900" rIns="121900" bIns="121900" anchor="ctr" anchorCtr="0">
              <a:noAutofit/>
            </a:bodyPr>
            <a:lstStyle/>
            <a:p>
              <a:endParaRPr sz="2400"/>
            </a:p>
          </p:txBody>
        </p:sp>
        <p:sp>
          <p:nvSpPr>
            <p:cNvPr id="16" name="Google Shape;4778;p64">
              <a:extLst>
                <a:ext uri="{FF2B5EF4-FFF2-40B4-BE49-F238E27FC236}">
                  <a16:creationId xmlns:a16="http://schemas.microsoft.com/office/drawing/2014/main" id="{AF759E72-6386-9471-4A27-0D71506F40A6}"/>
                </a:ext>
              </a:extLst>
            </p:cNvPr>
            <p:cNvSpPr/>
            <p:nvPr/>
          </p:nvSpPr>
          <p:spPr>
            <a:xfrm>
              <a:off x="2333950" y="1018075"/>
              <a:ext cx="3604025" cy="3636025"/>
            </a:xfrm>
            <a:custGeom>
              <a:avLst/>
              <a:gdLst/>
              <a:ahLst/>
              <a:cxnLst/>
              <a:rect l="l" t="t" r="r" b="b"/>
              <a:pathLst>
                <a:path w="144161" h="145441" extrusionOk="0">
                  <a:moveTo>
                    <a:pt x="91070" y="613"/>
                  </a:moveTo>
                  <a:cubicBezTo>
                    <a:pt x="91394" y="613"/>
                    <a:pt x="91647" y="649"/>
                    <a:pt x="91863" y="721"/>
                  </a:cubicBezTo>
                  <a:cubicBezTo>
                    <a:pt x="92188" y="866"/>
                    <a:pt x="92440" y="1082"/>
                    <a:pt x="92657" y="1515"/>
                  </a:cubicBezTo>
                  <a:cubicBezTo>
                    <a:pt x="92873" y="1948"/>
                    <a:pt x="92981" y="2597"/>
                    <a:pt x="92981" y="3499"/>
                  </a:cubicBezTo>
                  <a:cubicBezTo>
                    <a:pt x="92981" y="3571"/>
                    <a:pt x="92981" y="3643"/>
                    <a:pt x="92981" y="3751"/>
                  </a:cubicBezTo>
                  <a:cubicBezTo>
                    <a:pt x="92945" y="4869"/>
                    <a:pt x="92548" y="5915"/>
                    <a:pt x="91971" y="6889"/>
                  </a:cubicBezTo>
                  <a:cubicBezTo>
                    <a:pt x="91070" y="8332"/>
                    <a:pt x="89735" y="9594"/>
                    <a:pt x="88509" y="10604"/>
                  </a:cubicBezTo>
                  <a:cubicBezTo>
                    <a:pt x="87932" y="11109"/>
                    <a:pt x="87355" y="11578"/>
                    <a:pt x="86922" y="12010"/>
                  </a:cubicBezTo>
                  <a:cubicBezTo>
                    <a:pt x="86453" y="12407"/>
                    <a:pt x="86092" y="12768"/>
                    <a:pt x="85948" y="13165"/>
                  </a:cubicBezTo>
                  <a:cubicBezTo>
                    <a:pt x="85587" y="13994"/>
                    <a:pt x="85371" y="14968"/>
                    <a:pt x="85371" y="16050"/>
                  </a:cubicBezTo>
                  <a:cubicBezTo>
                    <a:pt x="85371" y="17132"/>
                    <a:pt x="85587" y="18286"/>
                    <a:pt x="86056" y="19440"/>
                  </a:cubicBezTo>
                  <a:cubicBezTo>
                    <a:pt x="86525" y="20594"/>
                    <a:pt x="87824" y="23083"/>
                    <a:pt x="89483" y="25896"/>
                  </a:cubicBezTo>
                  <a:cubicBezTo>
                    <a:pt x="91142" y="28673"/>
                    <a:pt x="93161" y="31775"/>
                    <a:pt x="94965" y="34084"/>
                  </a:cubicBezTo>
                  <a:cubicBezTo>
                    <a:pt x="96732" y="36392"/>
                    <a:pt x="99690" y="40107"/>
                    <a:pt x="102323" y="43533"/>
                  </a:cubicBezTo>
                  <a:cubicBezTo>
                    <a:pt x="103621" y="45228"/>
                    <a:pt x="104847" y="46887"/>
                    <a:pt x="105821" y="48222"/>
                  </a:cubicBezTo>
                  <a:cubicBezTo>
                    <a:pt x="106759" y="49556"/>
                    <a:pt x="107480" y="50602"/>
                    <a:pt x="107697" y="51071"/>
                  </a:cubicBezTo>
                  <a:cubicBezTo>
                    <a:pt x="108021" y="51756"/>
                    <a:pt x="108165" y="52225"/>
                    <a:pt x="108165" y="52622"/>
                  </a:cubicBezTo>
                  <a:cubicBezTo>
                    <a:pt x="108165" y="53019"/>
                    <a:pt x="108021" y="53452"/>
                    <a:pt x="107697" y="54065"/>
                  </a:cubicBezTo>
                  <a:cubicBezTo>
                    <a:pt x="107372" y="54714"/>
                    <a:pt x="106903" y="55543"/>
                    <a:pt x="106254" y="56734"/>
                  </a:cubicBezTo>
                  <a:cubicBezTo>
                    <a:pt x="105316" y="58501"/>
                    <a:pt x="103296" y="60954"/>
                    <a:pt x="101493" y="62973"/>
                  </a:cubicBezTo>
                  <a:cubicBezTo>
                    <a:pt x="100591" y="63983"/>
                    <a:pt x="99726" y="64885"/>
                    <a:pt x="99113" y="65498"/>
                  </a:cubicBezTo>
                  <a:cubicBezTo>
                    <a:pt x="98824" y="65823"/>
                    <a:pt x="98572" y="66111"/>
                    <a:pt x="98391" y="66255"/>
                  </a:cubicBezTo>
                  <a:cubicBezTo>
                    <a:pt x="98211" y="66436"/>
                    <a:pt x="98103" y="66544"/>
                    <a:pt x="98103" y="66544"/>
                  </a:cubicBezTo>
                  <a:cubicBezTo>
                    <a:pt x="98031" y="66616"/>
                    <a:pt x="98031" y="66724"/>
                    <a:pt x="98031" y="66796"/>
                  </a:cubicBezTo>
                  <a:cubicBezTo>
                    <a:pt x="98031" y="66905"/>
                    <a:pt x="98103" y="66977"/>
                    <a:pt x="98211" y="67013"/>
                  </a:cubicBezTo>
                  <a:lnTo>
                    <a:pt x="99329" y="67590"/>
                  </a:lnTo>
                  <a:cubicBezTo>
                    <a:pt x="99359" y="67605"/>
                    <a:pt x="99401" y="67614"/>
                    <a:pt x="99445" y="67614"/>
                  </a:cubicBezTo>
                  <a:cubicBezTo>
                    <a:pt x="99508" y="67614"/>
                    <a:pt x="99575" y="67596"/>
                    <a:pt x="99617" y="67554"/>
                  </a:cubicBezTo>
                  <a:cubicBezTo>
                    <a:pt x="99617" y="67554"/>
                    <a:pt x="103765" y="64777"/>
                    <a:pt x="106470" y="62757"/>
                  </a:cubicBezTo>
                  <a:cubicBezTo>
                    <a:pt x="107769" y="61747"/>
                    <a:pt x="109392" y="60917"/>
                    <a:pt x="110690" y="60340"/>
                  </a:cubicBezTo>
                  <a:cubicBezTo>
                    <a:pt x="111303" y="60052"/>
                    <a:pt x="111880" y="59799"/>
                    <a:pt x="112277" y="59655"/>
                  </a:cubicBezTo>
                  <a:cubicBezTo>
                    <a:pt x="112457" y="59583"/>
                    <a:pt x="112638" y="59511"/>
                    <a:pt x="112746" y="59475"/>
                  </a:cubicBezTo>
                  <a:cubicBezTo>
                    <a:pt x="112854" y="59439"/>
                    <a:pt x="112890" y="59403"/>
                    <a:pt x="112890" y="59403"/>
                  </a:cubicBezTo>
                  <a:cubicBezTo>
                    <a:pt x="113034" y="59367"/>
                    <a:pt x="113107" y="59258"/>
                    <a:pt x="113107" y="59114"/>
                  </a:cubicBezTo>
                  <a:cubicBezTo>
                    <a:pt x="113107" y="59114"/>
                    <a:pt x="113071" y="59006"/>
                    <a:pt x="113071" y="58826"/>
                  </a:cubicBezTo>
                  <a:cubicBezTo>
                    <a:pt x="113034" y="58248"/>
                    <a:pt x="112962" y="56878"/>
                    <a:pt x="112962" y="55075"/>
                  </a:cubicBezTo>
                  <a:cubicBezTo>
                    <a:pt x="112962" y="51251"/>
                    <a:pt x="113287" y="45445"/>
                    <a:pt x="114982" y="40720"/>
                  </a:cubicBezTo>
                  <a:cubicBezTo>
                    <a:pt x="116389" y="36789"/>
                    <a:pt x="118481" y="30693"/>
                    <a:pt x="120356" y="24995"/>
                  </a:cubicBezTo>
                  <a:cubicBezTo>
                    <a:pt x="122232" y="19260"/>
                    <a:pt x="123855" y="13994"/>
                    <a:pt x="124287" y="11650"/>
                  </a:cubicBezTo>
                  <a:cubicBezTo>
                    <a:pt x="124756" y="9305"/>
                    <a:pt x="124756" y="7358"/>
                    <a:pt x="124828" y="5843"/>
                  </a:cubicBezTo>
                  <a:cubicBezTo>
                    <a:pt x="124828" y="5049"/>
                    <a:pt x="124864" y="4400"/>
                    <a:pt x="125009" y="3859"/>
                  </a:cubicBezTo>
                  <a:cubicBezTo>
                    <a:pt x="125117" y="3318"/>
                    <a:pt x="125297" y="2922"/>
                    <a:pt x="125586" y="2597"/>
                  </a:cubicBezTo>
                  <a:cubicBezTo>
                    <a:pt x="125874" y="2272"/>
                    <a:pt x="126343" y="2092"/>
                    <a:pt x="127028" y="2092"/>
                  </a:cubicBezTo>
                  <a:cubicBezTo>
                    <a:pt x="127966" y="2092"/>
                    <a:pt x="129265" y="2453"/>
                    <a:pt x="130852" y="3354"/>
                  </a:cubicBezTo>
                  <a:cubicBezTo>
                    <a:pt x="132439" y="4256"/>
                    <a:pt x="134278" y="5699"/>
                    <a:pt x="136370" y="7754"/>
                  </a:cubicBezTo>
                  <a:cubicBezTo>
                    <a:pt x="139039" y="10460"/>
                    <a:pt x="140842" y="13020"/>
                    <a:pt x="141996" y="15220"/>
                  </a:cubicBezTo>
                  <a:cubicBezTo>
                    <a:pt x="143114" y="17420"/>
                    <a:pt x="143583" y="19224"/>
                    <a:pt x="143583" y="20306"/>
                  </a:cubicBezTo>
                  <a:cubicBezTo>
                    <a:pt x="143583" y="20414"/>
                    <a:pt x="143547" y="20522"/>
                    <a:pt x="143547" y="20630"/>
                  </a:cubicBezTo>
                  <a:cubicBezTo>
                    <a:pt x="143511" y="21208"/>
                    <a:pt x="143295" y="21532"/>
                    <a:pt x="143078" y="21712"/>
                  </a:cubicBezTo>
                  <a:cubicBezTo>
                    <a:pt x="142862" y="21929"/>
                    <a:pt x="142573" y="22001"/>
                    <a:pt x="142213" y="22001"/>
                  </a:cubicBezTo>
                  <a:cubicBezTo>
                    <a:pt x="141708" y="22001"/>
                    <a:pt x="141131" y="21785"/>
                    <a:pt x="140770" y="21532"/>
                  </a:cubicBezTo>
                  <a:cubicBezTo>
                    <a:pt x="140662" y="21460"/>
                    <a:pt x="140445" y="21316"/>
                    <a:pt x="140157" y="21063"/>
                  </a:cubicBezTo>
                  <a:cubicBezTo>
                    <a:pt x="139111" y="20234"/>
                    <a:pt x="137199" y="18647"/>
                    <a:pt x="135360" y="17204"/>
                  </a:cubicBezTo>
                  <a:cubicBezTo>
                    <a:pt x="134422" y="16519"/>
                    <a:pt x="133521" y="15834"/>
                    <a:pt x="132763" y="15365"/>
                  </a:cubicBezTo>
                  <a:cubicBezTo>
                    <a:pt x="132366" y="15112"/>
                    <a:pt x="132042" y="14932"/>
                    <a:pt x="131717" y="14788"/>
                  </a:cubicBezTo>
                  <a:cubicBezTo>
                    <a:pt x="131429" y="14643"/>
                    <a:pt x="131176" y="14535"/>
                    <a:pt x="130924" y="14535"/>
                  </a:cubicBezTo>
                  <a:lnTo>
                    <a:pt x="130779" y="14535"/>
                  </a:lnTo>
                  <a:cubicBezTo>
                    <a:pt x="129986" y="14679"/>
                    <a:pt x="129373" y="15365"/>
                    <a:pt x="128904" y="16050"/>
                  </a:cubicBezTo>
                  <a:cubicBezTo>
                    <a:pt x="128688" y="16375"/>
                    <a:pt x="128471" y="16735"/>
                    <a:pt x="128363" y="17024"/>
                  </a:cubicBezTo>
                  <a:cubicBezTo>
                    <a:pt x="128219" y="17312"/>
                    <a:pt x="128110" y="17529"/>
                    <a:pt x="128074" y="17673"/>
                  </a:cubicBezTo>
                  <a:lnTo>
                    <a:pt x="128074" y="17745"/>
                  </a:lnTo>
                  <a:cubicBezTo>
                    <a:pt x="128038" y="18106"/>
                    <a:pt x="127786" y="20198"/>
                    <a:pt x="127461" y="23263"/>
                  </a:cubicBezTo>
                  <a:cubicBezTo>
                    <a:pt x="126487" y="32424"/>
                    <a:pt x="124612" y="50350"/>
                    <a:pt x="124035" y="55976"/>
                  </a:cubicBezTo>
                  <a:cubicBezTo>
                    <a:pt x="123638" y="59763"/>
                    <a:pt x="123169" y="62685"/>
                    <a:pt x="121799" y="65678"/>
                  </a:cubicBezTo>
                  <a:cubicBezTo>
                    <a:pt x="120428" y="68708"/>
                    <a:pt x="118228" y="71846"/>
                    <a:pt x="114369" y="76102"/>
                  </a:cubicBezTo>
                  <a:cubicBezTo>
                    <a:pt x="110510" y="80322"/>
                    <a:pt x="106290" y="83351"/>
                    <a:pt x="103008" y="85335"/>
                  </a:cubicBezTo>
                  <a:cubicBezTo>
                    <a:pt x="101385" y="86345"/>
                    <a:pt x="99978" y="87066"/>
                    <a:pt x="99004" y="87535"/>
                  </a:cubicBezTo>
                  <a:cubicBezTo>
                    <a:pt x="98499" y="87787"/>
                    <a:pt x="98103" y="87932"/>
                    <a:pt x="97850" y="88076"/>
                  </a:cubicBezTo>
                  <a:cubicBezTo>
                    <a:pt x="97706" y="88112"/>
                    <a:pt x="97598" y="88148"/>
                    <a:pt x="97526" y="88184"/>
                  </a:cubicBezTo>
                  <a:cubicBezTo>
                    <a:pt x="97453" y="88220"/>
                    <a:pt x="97417" y="88220"/>
                    <a:pt x="97417" y="88220"/>
                  </a:cubicBezTo>
                  <a:lnTo>
                    <a:pt x="97345" y="88292"/>
                  </a:lnTo>
                  <a:lnTo>
                    <a:pt x="85551" y="98824"/>
                  </a:lnTo>
                  <a:cubicBezTo>
                    <a:pt x="85515" y="98896"/>
                    <a:pt x="85479" y="98968"/>
                    <a:pt x="85479" y="99040"/>
                  </a:cubicBezTo>
                  <a:cubicBezTo>
                    <a:pt x="85479" y="99040"/>
                    <a:pt x="85479" y="99040"/>
                    <a:pt x="85443" y="99654"/>
                  </a:cubicBezTo>
                  <a:cubicBezTo>
                    <a:pt x="85371" y="100231"/>
                    <a:pt x="85299" y="101457"/>
                    <a:pt x="85119" y="103837"/>
                  </a:cubicBezTo>
                  <a:cubicBezTo>
                    <a:pt x="84974" y="106218"/>
                    <a:pt x="84325" y="107877"/>
                    <a:pt x="83748" y="109067"/>
                  </a:cubicBezTo>
                  <a:cubicBezTo>
                    <a:pt x="83423" y="109644"/>
                    <a:pt x="83135" y="110113"/>
                    <a:pt x="82918" y="110510"/>
                  </a:cubicBezTo>
                  <a:cubicBezTo>
                    <a:pt x="82774" y="110690"/>
                    <a:pt x="82702" y="110870"/>
                    <a:pt x="82594" y="111015"/>
                  </a:cubicBezTo>
                  <a:cubicBezTo>
                    <a:pt x="82522" y="111159"/>
                    <a:pt x="82450" y="111303"/>
                    <a:pt x="82450" y="111447"/>
                  </a:cubicBezTo>
                  <a:cubicBezTo>
                    <a:pt x="82450" y="111520"/>
                    <a:pt x="82377" y="111736"/>
                    <a:pt x="82305" y="112061"/>
                  </a:cubicBezTo>
                  <a:cubicBezTo>
                    <a:pt x="81656" y="114297"/>
                    <a:pt x="79276" y="121510"/>
                    <a:pt x="77328" y="125514"/>
                  </a:cubicBezTo>
                  <a:cubicBezTo>
                    <a:pt x="76210" y="127786"/>
                    <a:pt x="75164" y="129589"/>
                    <a:pt x="73469" y="131320"/>
                  </a:cubicBezTo>
                  <a:cubicBezTo>
                    <a:pt x="71810" y="133052"/>
                    <a:pt x="69429" y="134747"/>
                    <a:pt x="65570" y="136694"/>
                  </a:cubicBezTo>
                  <a:cubicBezTo>
                    <a:pt x="58632" y="140212"/>
                    <a:pt x="53484" y="143989"/>
                    <a:pt x="52477" y="144771"/>
                  </a:cubicBezTo>
                  <a:lnTo>
                    <a:pt x="52477" y="144771"/>
                  </a:lnTo>
                  <a:lnTo>
                    <a:pt x="47587" y="140819"/>
                  </a:lnTo>
                  <a:lnTo>
                    <a:pt x="47587" y="140819"/>
                  </a:lnTo>
                  <a:cubicBezTo>
                    <a:pt x="48029" y="140079"/>
                    <a:pt x="49617" y="137424"/>
                    <a:pt x="51360" y="134458"/>
                  </a:cubicBezTo>
                  <a:cubicBezTo>
                    <a:pt x="53416" y="130960"/>
                    <a:pt x="55652" y="127065"/>
                    <a:pt x="56445" y="125405"/>
                  </a:cubicBezTo>
                  <a:cubicBezTo>
                    <a:pt x="57167" y="123891"/>
                    <a:pt x="59078" y="122412"/>
                    <a:pt x="60773" y="121366"/>
                  </a:cubicBezTo>
                  <a:cubicBezTo>
                    <a:pt x="61639" y="120825"/>
                    <a:pt x="62468" y="120392"/>
                    <a:pt x="63045" y="120104"/>
                  </a:cubicBezTo>
                  <a:cubicBezTo>
                    <a:pt x="63334" y="119923"/>
                    <a:pt x="63586" y="119815"/>
                    <a:pt x="63767" y="119743"/>
                  </a:cubicBezTo>
                  <a:cubicBezTo>
                    <a:pt x="63947" y="119671"/>
                    <a:pt x="64019" y="119635"/>
                    <a:pt x="64019" y="119635"/>
                  </a:cubicBezTo>
                  <a:cubicBezTo>
                    <a:pt x="64091" y="119599"/>
                    <a:pt x="64164" y="119527"/>
                    <a:pt x="64200" y="119454"/>
                  </a:cubicBezTo>
                  <a:lnTo>
                    <a:pt x="66869" y="111159"/>
                  </a:lnTo>
                  <a:cubicBezTo>
                    <a:pt x="66905" y="111051"/>
                    <a:pt x="66905" y="110943"/>
                    <a:pt x="66833" y="110870"/>
                  </a:cubicBezTo>
                  <a:cubicBezTo>
                    <a:pt x="66778" y="110789"/>
                    <a:pt x="66704" y="110749"/>
                    <a:pt x="66625" y="110749"/>
                  </a:cubicBezTo>
                  <a:cubicBezTo>
                    <a:pt x="66598" y="110749"/>
                    <a:pt x="66571" y="110753"/>
                    <a:pt x="66544" y="110762"/>
                  </a:cubicBezTo>
                  <a:cubicBezTo>
                    <a:pt x="66544" y="110762"/>
                    <a:pt x="66255" y="110798"/>
                    <a:pt x="65787" y="110870"/>
                  </a:cubicBezTo>
                  <a:cubicBezTo>
                    <a:pt x="64272" y="111087"/>
                    <a:pt x="60737" y="111484"/>
                    <a:pt x="56589" y="111484"/>
                  </a:cubicBezTo>
                  <a:cubicBezTo>
                    <a:pt x="53993" y="111484"/>
                    <a:pt x="51179" y="111339"/>
                    <a:pt x="48474" y="110870"/>
                  </a:cubicBezTo>
                  <a:cubicBezTo>
                    <a:pt x="44218" y="110149"/>
                    <a:pt x="40179" y="108490"/>
                    <a:pt x="37185" y="106975"/>
                  </a:cubicBezTo>
                  <a:cubicBezTo>
                    <a:pt x="35707" y="106254"/>
                    <a:pt x="34480" y="105532"/>
                    <a:pt x="33651" y="105028"/>
                  </a:cubicBezTo>
                  <a:cubicBezTo>
                    <a:pt x="33218" y="104775"/>
                    <a:pt x="32893" y="104559"/>
                    <a:pt x="32677" y="104414"/>
                  </a:cubicBezTo>
                  <a:cubicBezTo>
                    <a:pt x="32569" y="104342"/>
                    <a:pt x="32497" y="104270"/>
                    <a:pt x="32424" y="104234"/>
                  </a:cubicBezTo>
                  <a:cubicBezTo>
                    <a:pt x="32352" y="104198"/>
                    <a:pt x="32352" y="104198"/>
                    <a:pt x="32352" y="104198"/>
                  </a:cubicBezTo>
                  <a:cubicBezTo>
                    <a:pt x="32298" y="104162"/>
                    <a:pt x="32235" y="104144"/>
                    <a:pt x="32172" y="104144"/>
                  </a:cubicBezTo>
                  <a:cubicBezTo>
                    <a:pt x="32109" y="104144"/>
                    <a:pt x="32046" y="104162"/>
                    <a:pt x="31992" y="104198"/>
                  </a:cubicBezTo>
                  <a:cubicBezTo>
                    <a:pt x="31992" y="104198"/>
                    <a:pt x="31379" y="104595"/>
                    <a:pt x="30441" y="105208"/>
                  </a:cubicBezTo>
                  <a:cubicBezTo>
                    <a:pt x="29070" y="106110"/>
                    <a:pt x="26942" y="107516"/>
                    <a:pt x="25139" y="108670"/>
                  </a:cubicBezTo>
                  <a:cubicBezTo>
                    <a:pt x="24237" y="109283"/>
                    <a:pt x="23444" y="109824"/>
                    <a:pt x="22795" y="110221"/>
                  </a:cubicBezTo>
                  <a:cubicBezTo>
                    <a:pt x="22506" y="110402"/>
                    <a:pt x="22254" y="110582"/>
                    <a:pt x="22037" y="110690"/>
                  </a:cubicBezTo>
                  <a:cubicBezTo>
                    <a:pt x="21965" y="110762"/>
                    <a:pt x="21893" y="110798"/>
                    <a:pt x="21821" y="110834"/>
                  </a:cubicBezTo>
                  <a:cubicBezTo>
                    <a:pt x="21749" y="110870"/>
                    <a:pt x="21713" y="110906"/>
                    <a:pt x="21713" y="110906"/>
                  </a:cubicBezTo>
                  <a:cubicBezTo>
                    <a:pt x="21640" y="110943"/>
                    <a:pt x="21604" y="110979"/>
                    <a:pt x="21568" y="111015"/>
                  </a:cubicBezTo>
                  <a:cubicBezTo>
                    <a:pt x="21496" y="111087"/>
                    <a:pt x="21460" y="111195"/>
                    <a:pt x="21388" y="111303"/>
                  </a:cubicBezTo>
                  <a:cubicBezTo>
                    <a:pt x="21172" y="111736"/>
                    <a:pt x="20775" y="112530"/>
                    <a:pt x="20270" y="113612"/>
                  </a:cubicBezTo>
                  <a:cubicBezTo>
                    <a:pt x="18719" y="116785"/>
                    <a:pt x="15870" y="122268"/>
                    <a:pt x="12119" y="125983"/>
                  </a:cubicBezTo>
                  <a:cubicBezTo>
                    <a:pt x="7545" y="130440"/>
                    <a:pt x="6571" y="133698"/>
                    <a:pt x="6366" y="134823"/>
                  </a:cubicBezTo>
                  <a:lnTo>
                    <a:pt x="6366" y="134823"/>
                  </a:lnTo>
                  <a:lnTo>
                    <a:pt x="656" y="132165"/>
                  </a:lnTo>
                  <a:lnTo>
                    <a:pt x="656" y="132165"/>
                  </a:lnTo>
                  <a:cubicBezTo>
                    <a:pt x="718" y="131825"/>
                    <a:pt x="848" y="131131"/>
                    <a:pt x="1046" y="130166"/>
                  </a:cubicBezTo>
                  <a:cubicBezTo>
                    <a:pt x="1840" y="126055"/>
                    <a:pt x="3607" y="117218"/>
                    <a:pt x="5086" y="112710"/>
                  </a:cubicBezTo>
                  <a:cubicBezTo>
                    <a:pt x="7069" y="106759"/>
                    <a:pt x="11037" y="104234"/>
                    <a:pt x="13489" y="102900"/>
                  </a:cubicBezTo>
                  <a:cubicBezTo>
                    <a:pt x="14752" y="102214"/>
                    <a:pt x="16663" y="100736"/>
                    <a:pt x="18322" y="99473"/>
                  </a:cubicBezTo>
                  <a:cubicBezTo>
                    <a:pt x="19945" y="98175"/>
                    <a:pt x="21280" y="97057"/>
                    <a:pt x="21280" y="97057"/>
                  </a:cubicBezTo>
                  <a:cubicBezTo>
                    <a:pt x="21316" y="96985"/>
                    <a:pt x="21352" y="96949"/>
                    <a:pt x="21352" y="96876"/>
                  </a:cubicBezTo>
                  <a:cubicBezTo>
                    <a:pt x="21352" y="96876"/>
                    <a:pt x="21388" y="96768"/>
                    <a:pt x="21460" y="96588"/>
                  </a:cubicBezTo>
                  <a:cubicBezTo>
                    <a:pt x="21821" y="95253"/>
                    <a:pt x="23624" y="89627"/>
                    <a:pt x="26978" y="86489"/>
                  </a:cubicBezTo>
                  <a:cubicBezTo>
                    <a:pt x="28890" y="84686"/>
                    <a:pt x="32172" y="83135"/>
                    <a:pt x="34985" y="82089"/>
                  </a:cubicBezTo>
                  <a:cubicBezTo>
                    <a:pt x="36392" y="81548"/>
                    <a:pt x="37654" y="81115"/>
                    <a:pt x="38592" y="80826"/>
                  </a:cubicBezTo>
                  <a:cubicBezTo>
                    <a:pt x="39061" y="80682"/>
                    <a:pt x="39422" y="80574"/>
                    <a:pt x="39710" y="80502"/>
                  </a:cubicBezTo>
                  <a:cubicBezTo>
                    <a:pt x="39963" y="80430"/>
                    <a:pt x="40107" y="80394"/>
                    <a:pt x="40107" y="80394"/>
                  </a:cubicBezTo>
                  <a:lnTo>
                    <a:pt x="40215" y="80322"/>
                  </a:lnTo>
                  <a:cubicBezTo>
                    <a:pt x="41730" y="79023"/>
                    <a:pt x="44146" y="77797"/>
                    <a:pt x="46923" y="76715"/>
                  </a:cubicBezTo>
                  <a:cubicBezTo>
                    <a:pt x="51071" y="75128"/>
                    <a:pt x="56012" y="73829"/>
                    <a:pt x="59908" y="72928"/>
                  </a:cubicBezTo>
                  <a:cubicBezTo>
                    <a:pt x="61855" y="72459"/>
                    <a:pt x="63550" y="72134"/>
                    <a:pt x="64741" y="71882"/>
                  </a:cubicBezTo>
                  <a:cubicBezTo>
                    <a:pt x="65354" y="71774"/>
                    <a:pt x="65823" y="71702"/>
                    <a:pt x="66147" y="71629"/>
                  </a:cubicBezTo>
                  <a:cubicBezTo>
                    <a:pt x="66472" y="71557"/>
                    <a:pt x="66652" y="71557"/>
                    <a:pt x="66652" y="71557"/>
                  </a:cubicBezTo>
                  <a:cubicBezTo>
                    <a:pt x="66724" y="71521"/>
                    <a:pt x="66833" y="71449"/>
                    <a:pt x="66869" y="71377"/>
                  </a:cubicBezTo>
                  <a:cubicBezTo>
                    <a:pt x="66869" y="71377"/>
                    <a:pt x="66869" y="71341"/>
                    <a:pt x="66905" y="71305"/>
                  </a:cubicBezTo>
                  <a:cubicBezTo>
                    <a:pt x="67085" y="70908"/>
                    <a:pt x="68023" y="69141"/>
                    <a:pt x="69970" y="66616"/>
                  </a:cubicBezTo>
                  <a:cubicBezTo>
                    <a:pt x="71016" y="65209"/>
                    <a:pt x="73036" y="64091"/>
                    <a:pt x="74803" y="63298"/>
                  </a:cubicBezTo>
                  <a:cubicBezTo>
                    <a:pt x="75669" y="62901"/>
                    <a:pt x="76462" y="62613"/>
                    <a:pt x="77039" y="62432"/>
                  </a:cubicBezTo>
                  <a:cubicBezTo>
                    <a:pt x="77364" y="62324"/>
                    <a:pt x="77580" y="62252"/>
                    <a:pt x="77761" y="62180"/>
                  </a:cubicBezTo>
                  <a:cubicBezTo>
                    <a:pt x="77905" y="62144"/>
                    <a:pt x="78013" y="62108"/>
                    <a:pt x="78013" y="62108"/>
                  </a:cubicBezTo>
                  <a:lnTo>
                    <a:pt x="78085" y="62072"/>
                  </a:lnTo>
                  <a:cubicBezTo>
                    <a:pt x="78085" y="62072"/>
                    <a:pt x="80213" y="60629"/>
                    <a:pt x="84614" y="57491"/>
                  </a:cubicBezTo>
                  <a:cubicBezTo>
                    <a:pt x="86778" y="55904"/>
                    <a:pt x="89519" y="54353"/>
                    <a:pt x="91683" y="53163"/>
                  </a:cubicBezTo>
                  <a:cubicBezTo>
                    <a:pt x="92801" y="52586"/>
                    <a:pt x="93775" y="52117"/>
                    <a:pt x="94460" y="51756"/>
                  </a:cubicBezTo>
                  <a:cubicBezTo>
                    <a:pt x="95145" y="51432"/>
                    <a:pt x="95542" y="51215"/>
                    <a:pt x="95542" y="51215"/>
                  </a:cubicBezTo>
                  <a:cubicBezTo>
                    <a:pt x="95650" y="51179"/>
                    <a:pt x="95722" y="51071"/>
                    <a:pt x="95722" y="50927"/>
                  </a:cubicBezTo>
                  <a:cubicBezTo>
                    <a:pt x="95722" y="50819"/>
                    <a:pt x="95614" y="50710"/>
                    <a:pt x="95506" y="50674"/>
                  </a:cubicBezTo>
                  <a:cubicBezTo>
                    <a:pt x="93522" y="49989"/>
                    <a:pt x="91899" y="48330"/>
                    <a:pt x="90493" y="46130"/>
                  </a:cubicBezTo>
                  <a:cubicBezTo>
                    <a:pt x="89086" y="43930"/>
                    <a:pt x="87968" y="41189"/>
                    <a:pt x="86958" y="38412"/>
                  </a:cubicBezTo>
                  <a:cubicBezTo>
                    <a:pt x="84902" y="32749"/>
                    <a:pt x="81079" y="26798"/>
                    <a:pt x="77905" y="23804"/>
                  </a:cubicBezTo>
                  <a:cubicBezTo>
                    <a:pt x="76787" y="22794"/>
                    <a:pt x="75885" y="21929"/>
                    <a:pt x="75272" y="21063"/>
                  </a:cubicBezTo>
                  <a:cubicBezTo>
                    <a:pt x="74659" y="20198"/>
                    <a:pt x="74334" y="19332"/>
                    <a:pt x="74334" y="18214"/>
                  </a:cubicBezTo>
                  <a:cubicBezTo>
                    <a:pt x="74334" y="17312"/>
                    <a:pt x="74551" y="16194"/>
                    <a:pt x="75056" y="14824"/>
                  </a:cubicBezTo>
                  <a:cubicBezTo>
                    <a:pt x="75921" y="12515"/>
                    <a:pt x="78338" y="9414"/>
                    <a:pt x="80863" y="6781"/>
                  </a:cubicBezTo>
                  <a:cubicBezTo>
                    <a:pt x="82125" y="5482"/>
                    <a:pt x="83423" y="4292"/>
                    <a:pt x="84578" y="3354"/>
                  </a:cubicBezTo>
                  <a:cubicBezTo>
                    <a:pt x="85732" y="2453"/>
                    <a:pt x="86778" y="1803"/>
                    <a:pt x="87427" y="1551"/>
                  </a:cubicBezTo>
                  <a:cubicBezTo>
                    <a:pt x="88761" y="1118"/>
                    <a:pt x="90096" y="613"/>
                    <a:pt x="91070" y="613"/>
                  </a:cubicBezTo>
                  <a:close/>
                  <a:moveTo>
                    <a:pt x="91070" y="0"/>
                  </a:moveTo>
                  <a:cubicBezTo>
                    <a:pt x="89915" y="0"/>
                    <a:pt x="88545" y="541"/>
                    <a:pt x="87246" y="974"/>
                  </a:cubicBezTo>
                  <a:cubicBezTo>
                    <a:pt x="86453" y="1262"/>
                    <a:pt x="85407" y="1948"/>
                    <a:pt x="84217" y="2885"/>
                  </a:cubicBezTo>
                  <a:cubicBezTo>
                    <a:pt x="82450" y="4292"/>
                    <a:pt x="80358" y="6312"/>
                    <a:pt x="78554" y="8440"/>
                  </a:cubicBezTo>
                  <a:cubicBezTo>
                    <a:pt x="76751" y="10532"/>
                    <a:pt x="75200" y="12768"/>
                    <a:pt x="74515" y="14643"/>
                  </a:cubicBezTo>
                  <a:cubicBezTo>
                    <a:pt x="73974" y="16050"/>
                    <a:pt x="73721" y="17204"/>
                    <a:pt x="73721" y="18214"/>
                  </a:cubicBezTo>
                  <a:cubicBezTo>
                    <a:pt x="73721" y="19440"/>
                    <a:pt x="74118" y="20486"/>
                    <a:pt x="74767" y="21388"/>
                  </a:cubicBezTo>
                  <a:cubicBezTo>
                    <a:pt x="75453" y="22362"/>
                    <a:pt x="76390" y="23227"/>
                    <a:pt x="77508" y="24273"/>
                  </a:cubicBezTo>
                  <a:cubicBezTo>
                    <a:pt x="80574" y="27123"/>
                    <a:pt x="84397" y="33038"/>
                    <a:pt x="86381" y="38592"/>
                  </a:cubicBezTo>
                  <a:cubicBezTo>
                    <a:pt x="87391" y="41405"/>
                    <a:pt x="88545" y="44182"/>
                    <a:pt x="89988" y="46455"/>
                  </a:cubicBezTo>
                  <a:cubicBezTo>
                    <a:pt x="91288" y="48469"/>
                    <a:pt x="92822" y="50104"/>
                    <a:pt x="94696" y="50961"/>
                  </a:cubicBezTo>
                  <a:lnTo>
                    <a:pt x="94696" y="50961"/>
                  </a:lnTo>
                  <a:cubicBezTo>
                    <a:pt x="92972" y="51806"/>
                    <a:pt x="87861" y="54384"/>
                    <a:pt x="84253" y="56986"/>
                  </a:cubicBezTo>
                  <a:cubicBezTo>
                    <a:pt x="82053" y="58537"/>
                    <a:pt x="80430" y="59691"/>
                    <a:pt x="79348" y="60449"/>
                  </a:cubicBezTo>
                  <a:cubicBezTo>
                    <a:pt x="78807" y="60845"/>
                    <a:pt x="78410" y="61134"/>
                    <a:pt x="78158" y="61314"/>
                  </a:cubicBezTo>
                  <a:cubicBezTo>
                    <a:pt x="77968" y="61432"/>
                    <a:pt x="77857" y="61504"/>
                    <a:pt x="77802" y="61540"/>
                  </a:cubicBezTo>
                  <a:lnTo>
                    <a:pt x="77802" y="61540"/>
                  </a:lnTo>
                  <a:cubicBezTo>
                    <a:pt x="77579" y="61605"/>
                    <a:pt x="76171" y="62029"/>
                    <a:pt x="74551" y="62757"/>
                  </a:cubicBezTo>
                  <a:cubicBezTo>
                    <a:pt x="72748" y="63550"/>
                    <a:pt x="70692" y="64704"/>
                    <a:pt x="69501" y="66255"/>
                  </a:cubicBezTo>
                  <a:cubicBezTo>
                    <a:pt x="67589" y="68714"/>
                    <a:pt x="66648" y="70458"/>
                    <a:pt x="66397" y="70970"/>
                  </a:cubicBezTo>
                  <a:lnTo>
                    <a:pt x="66397" y="70970"/>
                  </a:lnTo>
                  <a:cubicBezTo>
                    <a:pt x="65525" y="71123"/>
                    <a:pt x="60874" y="71964"/>
                    <a:pt x="55580" y="73361"/>
                  </a:cubicBezTo>
                  <a:cubicBezTo>
                    <a:pt x="52658" y="74154"/>
                    <a:pt x="49520" y="75092"/>
                    <a:pt x="46707" y="76174"/>
                  </a:cubicBezTo>
                  <a:cubicBezTo>
                    <a:pt x="43936" y="77240"/>
                    <a:pt x="41514" y="78446"/>
                    <a:pt x="39891" y="79826"/>
                  </a:cubicBezTo>
                  <a:lnTo>
                    <a:pt x="39891" y="79826"/>
                  </a:lnTo>
                  <a:cubicBezTo>
                    <a:pt x="39591" y="79907"/>
                    <a:pt x="37413" y="80508"/>
                    <a:pt x="34769" y="81512"/>
                  </a:cubicBezTo>
                  <a:cubicBezTo>
                    <a:pt x="31920" y="82594"/>
                    <a:pt x="28601" y="84145"/>
                    <a:pt x="26582" y="86056"/>
                  </a:cubicBezTo>
                  <a:cubicBezTo>
                    <a:pt x="24562" y="87968"/>
                    <a:pt x="23119" y="90601"/>
                    <a:pt x="22181" y="92801"/>
                  </a:cubicBezTo>
                  <a:cubicBezTo>
                    <a:pt x="21351" y="94750"/>
                    <a:pt x="20888" y="96331"/>
                    <a:pt x="20793" y="96666"/>
                  </a:cubicBezTo>
                  <a:lnTo>
                    <a:pt x="20793" y="96666"/>
                  </a:lnTo>
                  <a:cubicBezTo>
                    <a:pt x="20662" y="96780"/>
                    <a:pt x="20391" y="97010"/>
                    <a:pt x="20017" y="97309"/>
                  </a:cubicBezTo>
                  <a:cubicBezTo>
                    <a:pt x="19224" y="97958"/>
                    <a:pt x="17962" y="98968"/>
                    <a:pt x="16699" y="99978"/>
                  </a:cubicBezTo>
                  <a:cubicBezTo>
                    <a:pt x="15401" y="100952"/>
                    <a:pt x="14066" y="101890"/>
                    <a:pt x="13201" y="102395"/>
                  </a:cubicBezTo>
                  <a:cubicBezTo>
                    <a:pt x="10712" y="103729"/>
                    <a:pt x="6564" y="106362"/>
                    <a:pt x="4509" y="112530"/>
                  </a:cubicBezTo>
                  <a:cubicBezTo>
                    <a:pt x="3499" y="115595"/>
                    <a:pt x="2381" y="120500"/>
                    <a:pt x="1515" y="124684"/>
                  </a:cubicBezTo>
                  <a:cubicBezTo>
                    <a:pt x="649" y="128868"/>
                    <a:pt x="36" y="132294"/>
                    <a:pt x="36" y="132294"/>
                  </a:cubicBezTo>
                  <a:cubicBezTo>
                    <a:pt x="0" y="132439"/>
                    <a:pt x="72" y="132583"/>
                    <a:pt x="181" y="132619"/>
                  </a:cubicBezTo>
                  <a:lnTo>
                    <a:pt x="6492" y="135540"/>
                  </a:lnTo>
                  <a:cubicBezTo>
                    <a:pt x="6528" y="135558"/>
                    <a:pt x="6573" y="135567"/>
                    <a:pt x="6618" y="135567"/>
                  </a:cubicBezTo>
                  <a:cubicBezTo>
                    <a:pt x="6664" y="135567"/>
                    <a:pt x="6709" y="135558"/>
                    <a:pt x="6745" y="135540"/>
                  </a:cubicBezTo>
                  <a:cubicBezTo>
                    <a:pt x="6853" y="135468"/>
                    <a:pt x="6889" y="135396"/>
                    <a:pt x="6889" y="135288"/>
                  </a:cubicBezTo>
                  <a:cubicBezTo>
                    <a:pt x="6925" y="135144"/>
                    <a:pt x="7141" y="131681"/>
                    <a:pt x="12515" y="126415"/>
                  </a:cubicBezTo>
                  <a:cubicBezTo>
                    <a:pt x="15365" y="123602"/>
                    <a:pt x="17637" y="119887"/>
                    <a:pt x="19296" y="116858"/>
                  </a:cubicBezTo>
                  <a:cubicBezTo>
                    <a:pt x="20090" y="115307"/>
                    <a:pt x="20775" y="113972"/>
                    <a:pt x="21244" y="112962"/>
                  </a:cubicBezTo>
                  <a:cubicBezTo>
                    <a:pt x="21460" y="112457"/>
                    <a:pt x="21676" y="112061"/>
                    <a:pt x="21821" y="111772"/>
                  </a:cubicBezTo>
                  <a:cubicBezTo>
                    <a:pt x="21893" y="111664"/>
                    <a:pt x="21929" y="111556"/>
                    <a:pt x="22001" y="111484"/>
                  </a:cubicBezTo>
                  <a:lnTo>
                    <a:pt x="22032" y="111422"/>
                  </a:lnTo>
                  <a:lnTo>
                    <a:pt x="22032" y="111422"/>
                  </a:lnTo>
                  <a:cubicBezTo>
                    <a:pt x="22072" y="111393"/>
                    <a:pt x="22134" y="111359"/>
                    <a:pt x="22217" y="111303"/>
                  </a:cubicBezTo>
                  <a:cubicBezTo>
                    <a:pt x="23547" y="110473"/>
                    <a:pt x="30999" y="105570"/>
                    <a:pt x="32191" y="104804"/>
                  </a:cubicBezTo>
                  <a:lnTo>
                    <a:pt x="32191" y="104804"/>
                  </a:lnTo>
                  <a:cubicBezTo>
                    <a:pt x="33450" y="105644"/>
                    <a:pt x="40477" y="110105"/>
                    <a:pt x="48366" y="111447"/>
                  </a:cubicBezTo>
                  <a:cubicBezTo>
                    <a:pt x="51143" y="111916"/>
                    <a:pt x="53993" y="112097"/>
                    <a:pt x="56589" y="112097"/>
                  </a:cubicBezTo>
                  <a:cubicBezTo>
                    <a:pt x="61074" y="112097"/>
                    <a:pt x="64816" y="111609"/>
                    <a:pt x="66140" y="111416"/>
                  </a:cubicBezTo>
                  <a:lnTo>
                    <a:pt x="66140" y="111416"/>
                  </a:lnTo>
                  <a:lnTo>
                    <a:pt x="63675" y="119111"/>
                  </a:lnTo>
                  <a:lnTo>
                    <a:pt x="63675" y="119111"/>
                  </a:lnTo>
                  <a:cubicBezTo>
                    <a:pt x="63317" y="119290"/>
                    <a:pt x="61962" y="119903"/>
                    <a:pt x="60449" y="120861"/>
                  </a:cubicBezTo>
                  <a:cubicBezTo>
                    <a:pt x="58717" y="121943"/>
                    <a:pt x="56734" y="123422"/>
                    <a:pt x="55904" y="125153"/>
                  </a:cubicBezTo>
                  <a:cubicBezTo>
                    <a:pt x="55111" y="126776"/>
                    <a:pt x="52875" y="130671"/>
                    <a:pt x="50819" y="134170"/>
                  </a:cubicBezTo>
                  <a:cubicBezTo>
                    <a:pt x="49809" y="135901"/>
                    <a:pt x="48835" y="137524"/>
                    <a:pt x="48114" y="138750"/>
                  </a:cubicBezTo>
                  <a:cubicBezTo>
                    <a:pt x="47392" y="139941"/>
                    <a:pt x="46923" y="140734"/>
                    <a:pt x="46923" y="140734"/>
                  </a:cubicBezTo>
                  <a:cubicBezTo>
                    <a:pt x="46851" y="140842"/>
                    <a:pt x="46887" y="141023"/>
                    <a:pt x="46996" y="141095"/>
                  </a:cubicBezTo>
                  <a:lnTo>
                    <a:pt x="52261" y="145387"/>
                  </a:lnTo>
                  <a:cubicBezTo>
                    <a:pt x="52315" y="145423"/>
                    <a:pt x="52388" y="145441"/>
                    <a:pt x="52460" y="145441"/>
                  </a:cubicBezTo>
                  <a:cubicBezTo>
                    <a:pt x="52532" y="145441"/>
                    <a:pt x="52604" y="145423"/>
                    <a:pt x="52658" y="145387"/>
                  </a:cubicBezTo>
                  <a:cubicBezTo>
                    <a:pt x="52658" y="145387"/>
                    <a:pt x="52730" y="145315"/>
                    <a:pt x="52911" y="145206"/>
                  </a:cubicBezTo>
                  <a:cubicBezTo>
                    <a:pt x="54029" y="144341"/>
                    <a:pt x="59078" y="140662"/>
                    <a:pt x="65823" y="137235"/>
                  </a:cubicBezTo>
                  <a:cubicBezTo>
                    <a:pt x="69718" y="135252"/>
                    <a:pt x="72170" y="133557"/>
                    <a:pt x="73902" y="131753"/>
                  </a:cubicBezTo>
                  <a:cubicBezTo>
                    <a:pt x="75669" y="129950"/>
                    <a:pt x="76715" y="128074"/>
                    <a:pt x="77869" y="125766"/>
                  </a:cubicBezTo>
                  <a:cubicBezTo>
                    <a:pt x="78987" y="123458"/>
                    <a:pt x="80249" y="120104"/>
                    <a:pt x="81259" y="117218"/>
                  </a:cubicBezTo>
                  <a:cubicBezTo>
                    <a:pt x="81728" y="115812"/>
                    <a:pt x="82161" y="114477"/>
                    <a:pt x="82486" y="113467"/>
                  </a:cubicBezTo>
                  <a:cubicBezTo>
                    <a:pt x="82630" y="112962"/>
                    <a:pt x="82774" y="112566"/>
                    <a:pt x="82882" y="112241"/>
                  </a:cubicBezTo>
                  <a:cubicBezTo>
                    <a:pt x="82954" y="111880"/>
                    <a:pt x="83027" y="111664"/>
                    <a:pt x="83027" y="111556"/>
                  </a:cubicBezTo>
                  <a:cubicBezTo>
                    <a:pt x="83027" y="111520"/>
                    <a:pt x="83063" y="111411"/>
                    <a:pt x="83135" y="111267"/>
                  </a:cubicBezTo>
                  <a:cubicBezTo>
                    <a:pt x="83387" y="110834"/>
                    <a:pt x="83964" y="110041"/>
                    <a:pt x="84505" y="108851"/>
                  </a:cubicBezTo>
                  <a:cubicBezTo>
                    <a:pt x="85046" y="107660"/>
                    <a:pt x="85587" y="106037"/>
                    <a:pt x="85732" y="103909"/>
                  </a:cubicBezTo>
                  <a:lnTo>
                    <a:pt x="86045" y="99238"/>
                  </a:lnTo>
                  <a:lnTo>
                    <a:pt x="86045" y="99238"/>
                  </a:lnTo>
                  <a:lnTo>
                    <a:pt x="97667" y="88792"/>
                  </a:lnTo>
                  <a:lnTo>
                    <a:pt x="97670" y="88797"/>
                  </a:lnTo>
                  <a:cubicBezTo>
                    <a:pt x="97670" y="88797"/>
                    <a:pt x="107011" y="85082"/>
                    <a:pt x="114802" y="76498"/>
                  </a:cubicBezTo>
                  <a:cubicBezTo>
                    <a:pt x="118697" y="72206"/>
                    <a:pt x="120969" y="69033"/>
                    <a:pt x="122340" y="65931"/>
                  </a:cubicBezTo>
                  <a:cubicBezTo>
                    <a:pt x="123746" y="62829"/>
                    <a:pt x="124251" y="59835"/>
                    <a:pt x="124648" y="56012"/>
                  </a:cubicBezTo>
                  <a:cubicBezTo>
                    <a:pt x="125045" y="52225"/>
                    <a:pt x="126019" y="42776"/>
                    <a:pt x="126920" y="34228"/>
                  </a:cubicBezTo>
                  <a:cubicBezTo>
                    <a:pt x="127353" y="29936"/>
                    <a:pt x="127786" y="25896"/>
                    <a:pt x="128110" y="22867"/>
                  </a:cubicBezTo>
                  <a:cubicBezTo>
                    <a:pt x="128255" y="21388"/>
                    <a:pt x="128399" y="20126"/>
                    <a:pt x="128507" y="19260"/>
                  </a:cubicBezTo>
                  <a:cubicBezTo>
                    <a:pt x="128543" y="18827"/>
                    <a:pt x="128579" y="18466"/>
                    <a:pt x="128615" y="18214"/>
                  </a:cubicBezTo>
                  <a:cubicBezTo>
                    <a:pt x="128652" y="18106"/>
                    <a:pt x="128652" y="17998"/>
                    <a:pt x="128652" y="17925"/>
                  </a:cubicBezTo>
                  <a:lnTo>
                    <a:pt x="128652" y="17853"/>
                  </a:lnTo>
                  <a:lnTo>
                    <a:pt x="128688" y="17817"/>
                  </a:lnTo>
                  <a:cubicBezTo>
                    <a:pt x="128688" y="17745"/>
                    <a:pt x="128760" y="17529"/>
                    <a:pt x="128904" y="17276"/>
                  </a:cubicBezTo>
                  <a:cubicBezTo>
                    <a:pt x="129084" y="16879"/>
                    <a:pt x="129373" y="16375"/>
                    <a:pt x="129734" y="15942"/>
                  </a:cubicBezTo>
                  <a:cubicBezTo>
                    <a:pt x="130094" y="15509"/>
                    <a:pt x="130491" y="15184"/>
                    <a:pt x="130888" y="15148"/>
                  </a:cubicBezTo>
                  <a:lnTo>
                    <a:pt x="130924" y="15148"/>
                  </a:lnTo>
                  <a:cubicBezTo>
                    <a:pt x="130996" y="15148"/>
                    <a:pt x="131284" y="15220"/>
                    <a:pt x="131609" y="15365"/>
                  </a:cubicBezTo>
                  <a:cubicBezTo>
                    <a:pt x="132763" y="15942"/>
                    <a:pt x="134747" y="17493"/>
                    <a:pt x="136550" y="18935"/>
                  </a:cubicBezTo>
                  <a:cubicBezTo>
                    <a:pt x="137452" y="19657"/>
                    <a:pt x="138317" y="20342"/>
                    <a:pt x="139003" y="20919"/>
                  </a:cubicBezTo>
                  <a:cubicBezTo>
                    <a:pt x="139688" y="21460"/>
                    <a:pt x="140193" y="21893"/>
                    <a:pt x="140445" y="22037"/>
                  </a:cubicBezTo>
                  <a:cubicBezTo>
                    <a:pt x="140914" y="22362"/>
                    <a:pt x="141564" y="22614"/>
                    <a:pt x="142213" y="22614"/>
                  </a:cubicBezTo>
                  <a:cubicBezTo>
                    <a:pt x="142682" y="22614"/>
                    <a:pt x="143114" y="22506"/>
                    <a:pt x="143475" y="22181"/>
                  </a:cubicBezTo>
                  <a:cubicBezTo>
                    <a:pt x="143836" y="21857"/>
                    <a:pt x="144088" y="21352"/>
                    <a:pt x="144160" y="20703"/>
                  </a:cubicBezTo>
                  <a:cubicBezTo>
                    <a:pt x="144160" y="20594"/>
                    <a:pt x="144160" y="20450"/>
                    <a:pt x="144160" y="20306"/>
                  </a:cubicBezTo>
                  <a:cubicBezTo>
                    <a:pt x="144160" y="19044"/>
                    <a:pt x="143691" y="17204"/>
                    <a:pt x="142501" y="14932"/>
                  </a:cubicBezTo>
                  <a:cubicBezTo>
                    <a:pt x="141347" y="12696"/>
                    <a:pt x="139508" y="10063"/>
                    <a:pt x="136767" y="7358"/>
                  </a:cubicBezTo>
                  <a:cubicBezTo>
                    <a:pt x="134675" y="5230"/>
                    <a:pt x="132799" y="3787"/>
                    <a:pt x="131140" y="2849"/>
                  </a:cubicBezTo>
                  <a:cubicBezTo>
                    <a:pt x="129517" y="1912"/>
                    <a:pt x="128147" y="1479"/>
                    <a:pt x="127028" y="1479"/>
                  </a:cubicBezTo>
                  <a:cubicBezTo>
                    <a:pt x="126235" y="1479"/>
                    <a:pt x="125550" y="1731"/>
                    <a:pt x="125117" y="2200"/>
                  </a:cubicBezTo>
                  <a:cubicBezTo>
                    <a:pt x="124756" y="2597"/>
                    <a:pt x="124540" y="3138"/>
                    <a:pt x="124396" y="3751"/>
                  </a:cubicBezTo>
                  <a:cubicBezTo>
                    <a:pt x="124215" y="4653"/>
                    <a:pt x="124215" y="5735"/>
                    <a:pt x="124179" y="7033"/>
                  </a:cubicBezTo>
                  <a:cubicBezTo>
                    <a:pt x="124143" y="8332"/>
                    <a:pt x="124035" y="9846"/>
                    <a:pt x="123710" y="11542"/>
                  </a:cubicBezTo>
                  <a:cubicBezTo>
                    <a:pt x="123278" y="13778"/>
                    <a:pt x="121654" y="19116"/>
                    <a:pt x="119779" y="24814"/>
                  </a:cubicBezTo>
                  <a:cubicBezTo>
                    <a:pt x="117904" y="30513"/>
                    <a:pt x="115812" y="36608"/>
                    <a:pt x="114405" y="40540"/>
                  </a:cubicBezTo>
                  <a:cubicBezTo>
                    <a:pt x="112674" y="45373"/>
                    <a:pt x="112349" y="51215"/>
                    <a:pt x="112349" y="55075"/>
                  </a:cubicBezTo>
                  <a:cubicBezTo>
                    <a:pt x="112349" y="57010"/>
                    <a:pt x="112439" y="58429"/>
                    <a:pt x="112477" y="58941"/>
                  </a:cubicBezTo>
                  <a:lnTo>
                    <a:pt x="112477" y="58941"/>
                  </a:lnTo>
                  <a:cubicBezTo>
                    <a:pt x="111604" y="59257"/>
                    <a:pt x="108459" y="60490"/>
                    <a:pt x="106110" y="62252"/>
                  </a:cubicBezTo>
                  <a:cubicBezTo>
                    <a:pt x="104775" y="63262"/>
                    <a:pt x="103044" y="64452"/>
                    <a:pt x="101673" y="65426"/>
                  </a:cubicBezTo>
                  <a:cubicBezTo>
                    <a:pt x="100988" y="65895"/>
                    <a:pt x="100411" y="66291"/>
                    <a:pt x="99978" y="66616"/>
                  </a:cubicBezTo>
                  <a:cubicBezTo>
                    <a:pt x="99741" y="66774"/>
                    <a:pt x="99558" y="66900"/>
                    <a:pt x="99441" y="66981"/>
                  </a:cubicBezTo>
                  <a:lnTo>
                    <a:pt x="99441" y="66981"/>
                  </a:lnTo>
                  <a:lnTo>
                    <a:pt x="98825" y="66683"/>
                  </a:lnTo>
                  <a:lnTo>
                    <a:pt x="98825" y="66683"/>
                  </a:lnTo>
                  <a:cubicBezTo>
                    <a:pt x="99364" y="66134"/>
                    <a:pt x="100585" y="64872"/>
                    <a:pt x="101926" y="63370"/>
                  </a:cubicBezTo>
                  <a:cubicBezTo>
                    <a:pt x="103729" y="61350"/>
                    <a:pt x="105785" y="58862"/>
                    <a:pt x="106795" y="57022"/>
                  </a:cubicBezTo>
                  <a:cubicBezTo>
                    <a:pt x="107408" y="55832"/>
                    <a:pt x="107913" y="55002"/>
                    <a:pt x="108238" y="54353"/>
                  </a:cubicBezTo>
                  <a:cubicBezTo>
                    <a:pt x="108562" y="53704"/>
                    <a:pt x="108779" y="53199"/>
                    <a:pt x="108779" y="52622"/>
                  </a:cubicBezTo>
                  <a:cubicBezTo>
                    <a:pt x="108779" y="52081"/>
                    <a:pt x="108562" y="51540"/>
                    <a:pt x="108238" y="50819"/>
                  </a:cubicBezTo>
                  <a:cubicBezTo>
                    <a:pt x="107949" y="50242"/>
                    <a:pt x="107264" y="49196"/>
                    <a:pt x="106290" y="47861"/>
                  </a:cubicBezTo>
                  <a:cubicBezTo>
                    <a:pt x="103405" y="43822"/>
                    <a:pt x="98103" y="37185"/>
                    <a:pt x="95434" y="33723"/>
                  </a:cubicBezTo>
                  <a:cubicBezTo>
                    <a:pt x="93630" y="31451"/>
                    <a:pt x="91647" y="28349"/>
                    <a:pt x="90024" y="25572"/>
                  </a:cubicBezTo>
                  <a:cubicBezTo>
                    <a:pt x="88365" y="22794"/>
                    <a:pt x="87030" y="20306"/>
                    <a:pt x="86597" y="19224"/>
                  </a:cubicBezTo>
                  <a:cubicBezTo>
                    <a:pt x="86164" y="18142"/>
                    <a:pt x="85984" y="17060"/>
                    <a:pt x="85984" y="16050"/>
                  </a:cubicBezTo>
                  <a:cubicBezTo>
                    <a:pt x="85984" y="15040"/>
                    <a:pt x="86164" y="14138"/>
                    <a:pt x="86489" y="13381"/>
                  </a:cubicBezTo>
                  <a:cubicBezTo>
                    <a:pt x="86561" y="13273"/>
                    <a:pt x="86705" y="13056"/>
                    <a:pt x="86922" y="12804"/>
                  </a:cubicBezTo>
                  <a:cubicBezTo>
                    <a:pt x="87715" y="12010"/>
                    <a:pt x="89338" y="10820"/>
                    <a:pt x="90781" y="9305"/>
                  </a:cubicBezTo>
                  <a:cubicBezTo>
                    <a:pt x="92224" y="7827"/>
                    <a:pt x="93522" y="5987"/>
                    <a:pt x="93594" y="3751"/>
                  </a:cubicBezTo>
                  <a:cubicBezTo>
                    <a:pt x="93594" y="3679"/>
                    <a:pt x="93594" y="3571"/>
                    <a:pt x="93594" y="3499"/>
                  </a:cubicBezTo>
                  <a:cubicBezTo>
                    <a:pt x="93594" y="2236"/>
                    <a:pt x="93342" y="1371"/>
                    <a:pt x="92909" y="794"/>
                  </a:cubicBezTo>
                  <a:cubicBezTo>
                    <a:pt x="92693" y="505"/>
                    <a:pt x="92404" y="289"/>
                    <a:pt x="92079" y="180"/>
                  </a:cubicBezTo>
                  <a:cubicBezTo>
                    <a:pt x="91791" y="36"/>
                    <a:pt x="91430" y="0"/>
                    <a:pt x="91070"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17" name="Google Shape;4779;p64">
              <a:extLst>
                <a:ext uri="{FF2B5EF4-FFF2-40B4-BE49-F238E27FC236}">
                  <a16:creationId xmlns:a16="http://schemas.microsoft.com/office/drawing/2014/main" id="{8B0687CA-093C-FD4E-99D3-378F160CE239}"/>
                </a:ext>
              </a:extLst>
            </p:cNvPr>
            <p:cNvSpPr/>
            <p:nvPr/>
          </p:nvSpPr>
          <p:spPr>
            <a:xfrm>
              <a:off x="2728875" y="2701500"/>
              <a:ext cx="2002650" cy="1227200"/>
            </a:xfrm>
            <a:custGeom>
              <a:avLst/>
              <a:gdLst/>
              <a:ahLst/>
              <a:cxnLst/>
              <a:rect l="l" t="t" r="r" b="b"/>
              <a:pathLst>
                <a:path w="80106" h="49088" extrusionOk="0">
                  <a:moveTo>
                    <a:pt x="57852" y="0"/>
                  </a:moveTo>
                  <a:cubicBezTo>
                    <a:pt x="56446" y="0"/>
                    <a:pt x="54714" y="109"/>
                    <a:pt x="53055" y="289"/>
                  </a:cubicBezTo>
                  <a:cubicBezTo>
                    <a:pt x="51468" y="2525"/>
                    <a:pt x="50783" y="3896"/>
                    <a:pt x="50783" y="3896"/>
                  </a:cubicBezTo>
                  <a:cubicBezTo>
                    <a:pt x="50783" y="3896"/>
                    <a:pt x="30513" y="7394"/>
                    <a:pt x="24238" y="12768"/>
                  </a:cubicBezTo>
                  <a:cubicBezTo>
                    <a:pt x="24238" y="12768"/>
                    <a:pt x="14932" y="15221"/>
                    <a:pt x="11001" y="18936"/>
                  </a:cubicBezTo>
                  <a:cubicBezTo>
                    <a:pt x="7070" y="22651"/>
                    <a:pt x="5266" y="29467"/>
                    <a:pt x="5266" y="29467"/>
                  </a:cubicBezTo>
                  <a:cubicBezTo>
                    <a:pt x="5266" y="29467"/>
                    <a:pt x="2489" y="31848"/>
                    <a:pt x="1" y="33651"/>
                  </a:cubicBezTo>
                  <a:cubicBezTo>
                    <a:pt x="364" y="33624"/>
                    <a:pt x="773" y="33606"/>
                    <a:pt x="1210" y="33606"/>
                  </a:cubicBezTo>
                  <a:cubicBezTo>
                    <a:pt x="3118" y="33606"/>
                    <a:pt x="5553" y="33951"/>
                    <a:pt x="6962" y="35418"/>
                  </a:cubicBezTo>
                  <a:cubicBezTo>
                    <a:pt x="8729" y="37258"/>
                    <a:pt x="8585" y="40504"/>
                    <a:pt x="8332" y="42379"/>
                  </a:cubicBezTo>
                  <a:cubicBezTo>
                    <a:pt x="11398" y="40396"/>
                    <a:pt x="16375" y="37113"/>
                    <a:pt x="16375" y="37113"/>
                  </a:cubicBezTo>
                  <a:cubicBezTo>
                    <a:pt x="16375" y="37113"/>
                    <a:pt x="23985" y="42379"/>
                    <a:pt x="32641" y="43822"/>
                  </a:cubicBezTo>
                  <a:cubicBezTo>
                    <a:pt x="35381" y="44292"/>
                    <a:pt x="38212" y="44452"/>
                    <a:pt x="40799" y="44452"/>
                  </a:cubicBezTo>
                  <a:cubicBezTo>
                    <a:pt x="46352" y="44452"/>
                    <a:pt x="50783" y="43714"/>
                    <a:pt x="50783" y="43714"/>
                  </a:cubicBezTo>
                  <a:lnTo>
                    <a:pt x="50783" y="43714"/>
                  </a:lnTo>
                  <a:lnTo>
                    <a:pt x="50350" y="45048"/>
                  </a:lnTo>
                  <a:cubicBezTo>
                    <a:pt x="51450" y="44242"/>
                    <a:pt x="53412" y="43153"/>
                    <a:pt x="56145" y="43153"/>
                  </a:cubicBezTo>
                  <a:cubicBezTo>
                    <a:pt x="57445" y="43153"/>
                    <a:pt x="58919" y="43399"/>
                    <a:pt x="60557" y="44038"/>
                  </a:cubicBezTo>
                  <a:cubicBezTo>
                    <a:pt x="63334" y="45156"/>
                    <a:pt x="64741" y="47068"/>
                    <a:pt x="65390" y="49088"/>
                  </a:cubicBezTo>
                  <a:cubicBezTo>
                    <a:pt x="66256" y="46563"/>
                    <a:pt x="66905" y="44507"/>
                    <a:pt x="66941" y="44147"/>
                  </a:cubicBezTo>
                  <a:cubicBezTo>
                    <a:pt x="67049" y="43389"/>
                    <a:pt x="69285" y="41369"/>
                    <a:pt x="69646" y="36536"/>
                  </a:cubicBezTo>
                  <a:lnTo>
                    <a:pt x="69971" y="31703"/>
                  </a:lnTo>
                  <a:lnTo>
                    <a:pt x="79889" y="22831"/>
                  </a:lnTo>
                  <a:cubicBezTo>
                    <a:pt x="80106" y="20667"/>
                    <a:pt x="79817" y="17349"/>
                    <a:pt x="77833" y="12768"/>
                  </a:cubicBezTo>
                  <a:cubicBezTo>
                    <a:pt x="73902" y="3787"/>
                    <a:pt x="61351" y="0"/>
                    <a:pt x="57852"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8" name="Google Shape;4780;p64">
              <a:extLst>
                <a:ext uri="{FF2B5EF4-FFF2-40B4-BE49-F238E27FC236}">
                  <a16:creationId xmlns:a16="http://schemas.microsoft.com/office/drawing/2014/main" id="{563BB821-B1A3-8BF6-E670-105C19051659}"/>
                </a:ext>
              </a:extLst>
            </p:cNvPr>
            <p:cNvSpPr/>
            <p:nvPr/>
          </p:nvSpPr>
          <p:spPr>
            <a:xfrm>
              <a:off x="2941675" y="3491375"/>
              <a:ext cx="1069400" cy="313800"/>
            </a:xfrm>
            <a:custGeom>
              <a:avLst/>
              <a:gdLst/>
              <a:ahLst/>
              <a:cxnLst/>
              <a:rect l="l" t="t" r="r" b="b"/>
              <a:pathLst>
                <a:path w="42776" h="12552" extrusionOk="0">
                  <a:moveTo>
                    <a:pt x="8620" y="0"/>
                  </a:moveTo>
                  <a:cubicBezTo>
                    <a:pt x="8620" y="0"/>
                    <a:pt x="7683" y="2777"/>
                    <a:pt x="5122" y="3715"/>
                  </a:cubicBezTo>
                  <a:cubicBezTo>
                    <a:pt x="3968" y="4148"/>
                    <a:pt x="1912" y="5194"/>
                    <a:pt x="0" y="6204"/>
                  </a:cubicBezTo>
                  <a:cubicBezTo>
                    <a:pt x="217" y="7033"/>
                    <a:pt x="289" y="7899"/>
                    <a:pt x="289" y="8692"/>
                  </a:cubicBezTo>
                  <a:cubicBezTo>
                    <a:pt x="289" y="9233"/>
                    <a:pt x="253" y="9738"/>
                    <a:pt x="217" y="10171"/>
                  </a:cubicBezTo>
                  <a:cubicBezTo>
                    <a:pt x="2453" y="8692"/>
                    <a:pt x="5447" y="6745"/>
                    <a:pt x="6853" y="5807"/>
                  </a:cubicBezTo>
                  <a:cubicBezTo>
                    <a:pt x="7394" y="5446"/>
                    <a:pt x="7683" y="5266"/>
                    <a:pt x="7683" y="5266"/>
                  </a:cubicBezTo>
                  <a:cubicBezTo>
                    <a:pt x="7755" y="5230"/>
                    <a:pt x="7791" y="5194"/>
                    <a:pt x="7863" y="5194"/>
                  </a:cubicBezTo>
                  <a:cubicBezTo>
                    <a:pt x="7935" y="5194"/>
                    <a:pt x="7971" y="5230"/>
                    <a:pt x="8043" y="5266"/>
                  </a:cubicBezTo>
                  <a:cubicBezTo>
                    <a:pt x="8043" y="5266"/>
                    <a:pt x="8043" y="5266"/>
                    <a:pt x="8115" y="5302"/>
                  </a:cubicBezTo>
                  <a:cubicBezTo>
                    <a:pt x="8188" y="5338"/>
                    <a:pt x="8260" y="5410"/>
                    <a:pt x="8368" y="5482"/>
                  </a:cubicBezTo>
                  <a:cubicBezTo>
                    <a:pt x="8584" y="5627"/>
                    <a:pt x="8909" y="5843"/>
                    <a:pt x="9342" y="6096"/>
                  </a:cubicBezTo>
                  <a:cubicBezTo>
                    <a:pt x="10171" y="6600"/>
                    <a:pt x="11398" y="7322"/>
                    <a:pt x="12876" y="8043"/>
                  </a:cubicBezTo>
                  <a:cubicBezTo>
                    <a:pt x="15870" y="9558"/>
                    <a:pt x="19909" y="11217"/>
                    <a:pt x="24165" y="11938"/>
                  </a:cubicBezTo>
                  <a:cubicBezTo>
                    <a:pt x="26870" y="12407"/>
                    <a:pt x="29684" y="12552"/>
                    <a:pt x="32280" y="12552"/>
                  </a:cubicBezTo>
                  <a:cubicBezTo>
                    <a:pt x="36428" y="12552"/>
                    <a:pt x="39963" y="12155"/>
                    <a:pt x="41478" y="11938"/>
                  </a:cubicBezTo>
                  <a:cubicBezTo>
                    <a:pt x="41802" y="11902"/>
                    <a:pt x="42055" y="11866"/>
                    <a:pt x="42163" y="11830"/>
                  </a:cubicBezTo>
                  <a:cubicBezTo>
                    <a:pt x="42596" y="10640"/>
                    <a:pt x="42776" y="9378"/>
                    <a:pt x="42019" y="8873"/>
                  </a:cubicBezTo>
                  <a:cubicBezTo>
                    <a:pt x="40612" y="7935"/>
                    <a:pt x="41081" y="5375"/>
                    <a:pt x="41081" y="5374"/>
                  </a:cubicBezTo>
                  <a:lnTo>
                    <a:pt x="41081" y="5374"/>
                  </a:lnTo>
                  <a:cubicBezTo>
                    <a:pt x="41081" y="5375"/>
                    <a:pt x="40287" y="7142"/>
                    <a:pt x="34697" y="7719"/>
                  </a:cubicBezTo>
                  <a:cubicBezTo>
                    <a:pt x="33651" y="8981"/>
                    <a:pt x="32389" y="9414"/>
                    <a:pt x="31162" y="9414"/>
                  </a:cubicBezTo>
                  <a:cubicBezTo>
                    <a:pt x="29215" y="9414"/>
                    <a:pt x="27303" y="8296"/>
                    <a:pt x="26257" y="7466"/>
                  </a:cubicBezTo>
                  <a:cubicBezTo>
                    <a:pt x="17781" y="5735"/>
                    <a:pt x="8620" y="0"/>
                    <a:pt x="8620" y="0"/>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19" name="Google Shape;4781;p64">
              <a:extLst>
                <a:ext uri="{FF2B5EF4-FFF2-40B4-BE49-F238E27FC236}">
                  <a16:creationId xmlns:a16="http://schemas.microsoft.com/office/drawing/2014/main" id="{584BCDA9-8B0E-5DD0-227A-9619E3A77283}"/>
                </a:ext>
              </a:extLst>
            </p:cNvPr>
            <p:cNvSpPr/>
            <p:nvPr/>
          </p:nvSpPr>
          <p:spPr>
            <a:xfrm>
              <a:off x="4294200" y="3286675"/>
              <a:ext cx="393150" cy="620400"/>
            </a:xfrm>
            <a:custGeom>
              <a:avLst/>
              <a:gdLst/>
              <a:ahLst/>
              <a:cxnLst/>
              <a:rect l="l" t="t" r="r" b="b"/>
              <a:pathLst>
                <a:path w="15726" h="24816" extrusionOk="0">
                  <a:moveTo>
                    <a:pt x="15256" y="1"/>
                  </a:moveTo>
                  <a:lnTo>
                    <a:pt x="5663" y="4437"/>
                  </a:lnTo>
                  <a:cubicBezTo>
                    <a:pt x="5663" y="4437"/>
                    <a:pt x="6131" y="11687"/>
                    <a:pt x="3571" y="15402"/>
                  </a:cubicBezTo>
                  <a:cubicBezTo>
                    <a:pt x="1010" y="19153"/>
                    <a:pt x="72" y="20307"/>
                    <a:pt x="72" y="20307"/>
                  </a:cubicBezTo>
                  <a:cubicBezTo>
                    <a:pt x="72" y="20307"/>
                    <a:pt x="72" y="20740"/>
                    <a:pt x="0" y="21389"/>
                  </a:cubicBezTo>
                  <a:cubicBezTo>
                    <a:pt x="1335" y="22327"/>
                    <a:pt x="2236" y="23517"/>
                    <a:pt x="2777" y="24815"/>
                  </a:cubicBezTo>
                  <a:cubicBezTo>
                    <a:pt x="3282" y="23264"/>
                    <a:pt x="3715" y="21966"/>
                    <a:pt x="3895" y="21244"/>
                  </a:cubicBezTo>
                  <a:cubicBezTo>
                    <a:pt x="3967" y="20956"/>
                    <a:pt x="4040" y="20776"/>
                    <a:pt x="4040" y="20703"/>
                  </a:cubicBezTo>
                  <a:cubicBezTo>
                    <a:pt x="4040" y="20559"/>
                    <a:pt x="4112" y="20415"/>
                    <a:pt x="4184" y="20271"/>
                  </a:cubicBezTo>
                  <a:cubicBezTo>
                    <a:pt x="4292" y="20126"/>
                    <a:pt x="4364" y="19946"/>
                    <a:pt x="4508" y="19766"/>
                  </a:cubicBezTo>
                  <a:cubicBezTo>
                    <a:pt x="4725" y="19369"/>
                    <a:pt x="5013" y="18900"/>
                    <a:pt x="5338" y="18323"/>
                  </a:cubicBezTo>
                  <a:cubicBezTo>
                    <a:pt x="5915" y="17133"/>
                    <a:pt x="6564" y="15474"/>
                    <a:pt x="6709" y="13093"/>
                  </a:cubicBezTo>
                  <a:cubicBezTo>
                    <a:pt x="6889" y="10713"/>
                    <a:pt x="6961" y="9487"/>
                    <a:pt x="7033" y="8910"/>
                  </a:cubicBezTo>
                  <a:cubicBezTo>
                    <a:pt x="7069" y="8296"/>
                    <a:pt x="7069" y="8296"/>
                    <a:pt x="7069" y="8296"/>
                  </a:cubicBezTo>
                  <a:cubicBezTo>
                    <a:pt x="7069" y="8224"/>
                    <a:pt x="7105" y="8152"/>
                    <a:pt x="7141" y="8080"/>
                  </a:cubicBezTo>
                  <a:lnTo>
                    <a:pt x="15725" y="398"/>
                  </a:lnTo>
                  <a:lnTo>
                    <a:pt x="15256" y="1"/>
                  </a:ln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20" name="Google Shape;4782;p64">
              <a:extLst>
                <a:ext uri="{FF2B5EF4-FFF2-40B4-BE49-F238E27FC236}">
                  <a16:creationId xmlns:a16="http://schemas.microsoft.com/office/drawing/2014/main" id="{53AEC553-13BE-7B6E-F055-F3A8ACF20403}"/>
                </a:ext>
              </a:extLst>
            </p:cNvPr>
            <p:cNvSpPr/>
            <p:nvPr/>
          </p:nvSpPr>
          <p:spPr>
            <a:xfrm>
              <a:off x="2720750" y="2693375"/>
              <a:ext cx="2014375" cy="1243450"/>
            </a:xfrm>
            <a:custGeom>
              <a:avLst/>
              <a:gdLst/>
              <a:ahLst/>
              <a:cxnLst/>
              <a:rect l="l" t="t" r="r" b="b"/>
              <a:pathLst>
                <a:path w="80575" h="49738" extrusionOk="0">
                  <a:moveTo>
                    <a:pt x="58177" y="614"/>
                  </a:moveTo>
                  <a:cubicBezTo>
                    <a:pt x="59007" y="614"/>
                    <a:pt x="60413" y="830"/>
                    <a:pt x="62145" y="1335"/>
                  </a:cubicBezTo>
                  <a:cubicBezTo>
                    <a:pt x="64705" y="2057"/>
                    <a:pt x="67915" y="3391"/>
                    <a:pt x="70873" y="5339"/>
                  </a:cubicBezTo>
                  <a:cubicBezTo>
                    <a:pt x="73794" y="7322"/>
                    <a:pt x="76427" y="9919"/>
                    <a:pt x="77870" y="13201"/>
                  </a:cubicBezTo>
                  <a:cubicBezTo>
                    <a:pt x="79493" y="16952"/>
                    <a:pt x="79962" y="19838"/>
                    <a:pt x="79962" y="21894"/>
                  </a:cubicBezTo>
                  <a:cubicBezTo>
                    <a:pt x="79962" y="22323"/>
                    <a:pt x="79962" y="22692"/>
                    <a:pt x="79934" y="23029"/>
                  </a:cubicBezTo>
                  <a:lnTo>
                    <a:pt x="79934" y="23029"/>
                  </a:lnTo>
                  <a:lnTo>
                    <a:pt x="70079" y="31812"/>
                  </a:lnTo>
                  <a:cubicBezTo>
                    <a:pt x="70043" y="31884"/>
                    <a:pt x="70007" y="31956"/>
                    <a:pt x="70007" y="32028"/>
                  </a:cubicBezTo>
                  <a:cubicBezTo>
                    <a:pt x="70007" y="32028"/>
                    <a:pt x="70007" y="32028"/>
                    <a:pt x="69971" y="32642"/>
                  </a:cubicBezTo>
                  <a:cubicBezTo>
                    <a:pt x="69899" y="33219"/>
                    <a:pt x="69827" y="34445"/>
                    <a:pt x="69647" y="36825"/>
                  </a:cubicBezTo>
                  <a:cubicBezTo>
                    <a:pt x="69502" y="39206"/>
                    <a:pt x="68853" y="40865"/>
                    <a:pt x="68276" y="42055"/>
                  </a:cubicBezTo>
                  <a:cubicBezTo>
                    <a:pt x="67951" y="42632"/>
                    <a:pt x="67663" y="43101"/>
                    <a:pt x="67446" y="43498"/>
                  </a:cubicBezTo>
                  <a:cubicBezTo>
                    <a:pt x="67302" y="43678"/>
                    <a:pt x="67230" y="43858"/>
                    <a:pt x="67122" y="44003"/>
                  </a:cubicBezTo>
                  <a:cubicBezTo>
                    <a:pt x="67050" y="44147"/>
                    <a:pt x="66978" y="44291"/>
                    <a:pt x="66978" y="44435"/>
                  </a:cubicBezTo>
                  <a:cubicBezTo>
                    <a:pt x="66978" y="44508"/>
                    <a:pt x="66905" y="44688"/>
                    <a:pt x="66833" y="44976"/>
                  </a:cubicBezTo>
                  <a:cubicBezTo>
                    <a:pt x="66648" y="45688"/>
                    <a:pt x="66250" y="46984"/>
                    <a:pt x="65707" y="48545"/>
                  </a:cubicBezTo>
                  <a:lnTo>
                    <a:pt x="65707" y="48545"/>
                  </a:lnTo>
                  <a:cubicBezTo>
                    <a:pt x="64932" y="46727"/>
                    <a:pt x="63512" y="45088"/>
                    <a:pt x="60990" y="44111"/>
                  </a:cubicBezTo>
                  <a:cubicBezTo>
                    <a:pt x="59295" y="43426"/>
                    <a:pt x="57780" y="43173"/>
                    <a:pt x="56446" y="43173"/>
                  </a:cubicBezTo>
                  <a:cubicBezTo>
                    <a:pt x="54166" y="43173"/>
                    <a:pt x="52431" y="43907"/>
                    <a:pt x="51241" y="44627"/>
                  </a:cubicBezTo>
                  <a:lnTo>
                    <a:pt x="51241" y="44627"/>
                  </a:lnTo>
                  <a:lnTo>
                    <a:pt x="51397" y="44147"/>
                  </a:lnTo>
                  <a:cubicBezTo>
                    <a:pt x="51433" y="44039"/>
                    <a:pt x="51433" y="43931"/>
                    <a:pt x="51361" y="43858"/>
                  </a:cubicBezTo>
                  <a:cubicBezTo>
                    <a:pt x="51306" y="43777"/>
                    <a:pt x="51232" y="43737"/>
                    <a:pt x="51153" y="43737"/>
                  </a:cubicBezTo>
                  <a:cubicBezTo>
                    <a:pt x="51126" y="43737"/>
                    <a:pt x="51099" y="43741"/>
                    <a:pt x="51072" y="43750"/>
                  </a:cubicBezTo>
                  <a:cubicBezTo>
                    <a:pt x="51072" y="43750"/>
                    <a:pt x="50783" y="43786"/>
                    <a:pt x="50315" y="43858"/>
                  </a:cubicBezTo>
                  <a:cubicBezTo>
                    <a:pt x="48800" y="44075"/>
                    <a:pt x="45265" y="44472"/>
                    <a:pt x="41117" y="44472"/>
                  </a:cubicBezTo>
                  <a:cubicBezTo>
                    <a:pt x="38521" y="44472"/>
                    <a:pt x="35707" y="44327"/>
                    <a:pt x="33002" y="43858"/>
                  </a:cubicBezTo>
                  <a:cubicBezTo>
                    <a:pt x="28746" y="43137"/>
                    <a:pt x="24707" y="41478"/>
                    <a:pt x="21713" y="39963"/>
                  </a:cubicBezTo>
                  <a:cubicBezTo>
                    <a:pt x="20235" y="39242"/>
                    <a:pt x="19008" y="38520"/>
                    <a:pt x="18179" y="38016"/>
                  </a:cubicBezTo>
                  <a:cubicBezTo>
                    <a:pt x="17746" y="37763"/>
                    <a:pt x="17421" y="37547"/>
                    <a:pt x="17205" y="37402"/>
                  </a:cubicBezTo>
                  <a:cubicBezTo>
                    <a:pt x="17097" y="37330"/>
                    <a:pt x="17025" y="37258"/>
                    <a:pt x="16952" y="37222"/>
                  </a:cubicBezTo>
                  <a:cubicBezTo>
                    <a:pt x="16880" y="37186"/>
                    <a:pt x="16880" y="37186"/>
                    <a:pt x="16880" y="37186"/>
                  </a:cubicBezTo>
                  <a:cubicBezTo>
                    <a:pt x="16826" y="37150"/>
                    <a:pt x="16763" y="37132"/>
                    <a:pt x="16700" y="37132"/>
                  </a:cubicBezTo>
                  <a:cubicBezTo>
                    <a:pt x="16637" y="37132"/>
                    <a:pt x="16574" y="37150"/>
                    <a:pt x="16520" y="37186"/>
                  </a:cubicBezTo>
                  <a:cubicBezTo>
                    <a:pt x="16520" y="37186"/>
                    <a:pt x="16231" y="37366"/>
                    <a:pt x="15690" y="37727"/>
                  </a:cubicBezTo>
                  <a:cubicBezTo>
                    <a:pt x="14291" y="38660"/>
                    <a:pt x="11291" y="40639"/>
                    <a:pt x="9050" y="42102"/>
                  </a:cubicBezTo>
                  <a:lnTo>
                    <a:pt x="9050" y="42102"/>
                  </a:lnTo>
                  <a:cubicBezTo>
                    <a:pt x="9093" y="41645"/>
                    <a:pt x="9126" y="41145"/>
                    <a:pt x="9126" y="40612"/>
                  </a:cubicBezTo>
                  <a:cubicBezTo>
                    <a:pt x="9126" y="38917"/>
                    <a:pt x="8801" y="36897"/>
                    <a:pt x="7503" y="35527"/>
                  </a:cubicBezTo>
                  <a:cubicBezTo>
                    <a:pt x="6745" y="34733"/>
                    <a:pt x="5736" y="34265"/>
                    <a:pt x="4690" y="34012"/>
                  </a:cubicBezTo>
                  <a:cubicBezTo>
                    <a:pt x="3644" y="33724"/>
                    <a:pt x="2526" y="33651"/>
                    <a:pt x="1588" y="33651"/>
                  </a:cubicBezTo>
                  <a:cubicBezTo>
                    <a:pt x="1486" y="33651"/>
                    <a:pt x="1385" y="33651"/>
                    <a:pt x="1287" y="33652"/>
                  </a:cubicBezTo>
                  <a:lnTo>
                    <a:pt x="1287" y="33652"/>
                  </a:lnTo>
                  <a:cubicBezTo>
                    <a:pt x="3541" y="31957"/>
                    <a:pt x="5775" y="30045"/>
                    <a:pt x="5808" y="30045"/>
                  </a:cubicBezTo>
                  <a:cubicBezTo>
                    <a:pt x="5844" y="29973"/>
                    <a:pt x="5880" y="29937"/>
                    <a:pt x="5880" y="29864"/>
                  </a:cubicBezTo>
                  <a:cubicBezTo>
                    <a:pt x="5880" y="29864"/>
                    <a:pt x="5916" y="29756"/>
                    <a:pt x="5988" y="29576"/>
                  </a:cubicBezTo>
                  <a:cubicBezTo>
                    <a:pt x="6349" y="28241"/>
                    <a:pt x="8152" y="22615"/>
                    <a:pt x="11506" y="19477"/>
                  </a:cubicBezTo>
                  <a:cubicBezTo>
                    <a:pt x="13418" y="17674"/>
                    <a:pt x="16700" y="16123"/>
                    <a:pt x="19513" y="15077"/>
                  </a:cubicBezTo>
                  <a:cubicBezTo>
                    <a:pt x="20920" y="14536"/>
                    <a:pt x="22182" y="14103"/>
                    <a:pt x="23120" y="13814"/>
                  </a:cubicBezTo>
                  <a:cubicBezTo>
                    <a:pt x="23589" y="13670"/>
                    <a:pt x="23950" y="13562"/>
                    <a:pt x="24238" y="13490"/>
                  </a:cubicBezTo>
                  <a:cubicBezTo>
                    <a:pt x="24491" y="13418"/>
                    <a:pt x="24635" y="13382"/>
                    <a:pt x="24635" y="13382"/>
                  </a:cubicBezTo>
                  <a:lnTo>
                    <a:pt x="24743" y="13310"/>
                  </a:lnTo>
                  <a:cubicBezTo>
                    <a:pt x="26258" y="12011"/>
                    <a:pt x="28674" y="10785"/>
                    <a:pt x="31451" y="9703"/>
                  </a:cubicBezTo>
                  <a:cubicBezTo>
                    <a:pt x="35599" y="8116"/>
                    <a:pt x="40540" y="6817"/>
                    <a:pt x="44436" y="5916"/>
                  </a:cubicBezTo>
                  <a:cubicBezTo>
                    <a:pt x="46383" y="5447"/>
                    <a:pt x="48078" y="5122"/>
                    <a:pt x="49269" y="4870"/>
                  </a:cubicBezTo>
                  <a:cubicBezTo>
                    <a:pt x="49882" y="4762"/>
                    <a:pt x="50351" y="4690"/>
                    <a:pt x="50675" y="4617"/>
                  </a:cubicBezTo>
                  <a:cubicBezTo>
                    <a:pt x="51000" y="4545"/>
                    <a:pt x="51180" y="4545"/>
                    <a:pt x="51180" y="4545"/>
                  </a:cubicBezTo>
                  <a:cubicBezTo>
                    <a:pt x="51252" y="4509"/>
                    <a:pt x="51361" y="4437"/>
                    <a:pt x="51397" y="4365"/>
                  </a:cubicBezTo>
                  <a:lnTo>
                    <a:pt x="51433" y="4293"/>
                  </a:lnTo>
                  <a:cubicBezTo>
                    <a:pt x="51575" y="4009"/>
                    <a:pt x="52205" y="2747"/>
                    <a:pt x="53565" y="886"/>
                  </a:cubicBezTo>
                  <a:lnTo>
                    <a:pt x="53565" y="886"/>
                  </a:lnTo>
                  <a:cubicBezTo>
                    <a:pt x="55147" y="716"/>
                    <a:pt x="56848" y="614"/>
                    <a:pt x="58177" y="614"/>
                  </a:cubicBezTo>
                  <a:close/>
                  <a:moveTo>
                    <a:pt x="58177" y="1"/>
                  </a:moveTo>
                  <a:cubicBezTo>
                    <a:pt x="56771" y="1"/>
                    <a:pt x="55003" y="145"/>
                    <a:pt x="53344" y="325"/>
                  </a:cubicBezTo>
                  <a:cubicBezTo>
                    <a:pt x="53272" y="325"/>
                    <a:pt x="53164" y="361"/>
                    <a:pt x="53128" y="434"/>
                  </a:cubicBezTo>
                  <a:cubicBezTo>
                    <a:pt x="51832" y="2259"/>
                    <a:pt x="51137" y="3532"/>
                    <a:pt x="50926" y="3957"/>
                  </a:cubicBezTo>
                  <a:lnTo>
                    <a:pt x="50926" y="3957"/>
                  </a:lnTo>
                  <a:cubicBezTo>
                    <a:pt x="50056" y="4111"/>
                    <a:pt x="45404" y="4952"/>
                    <a:pt x="40108" y="6349"/>
                  </a:cubicBezTo>
                  <a:cubicBezTo>
                    <a:pt x="37186" y="7142"/>
                    <a:pt x="34048" y="8080"/>
                    <a:pt x="31235" y="9162"/>
                  </a:cubicBezTo>
                  <a:cubicBezTo>
                    <a:pt x="28464" y="10228"/>
                    <a:pt x="26042" y="11434"/>
                    <a:pt x="24419" y="12814"/>
                  </a:cubicBezTo>
                  <a:lnTo>
                    <a:pt x="24419" y="12814"/>
                  </a:lnTo>
                  <a:cubicBezTo>
                    <a:pt x="24119" y="12895"/>
                    <a:pt x="21941" y="13496"/>
                    <a:pt x="19297" y="14500"/>
                  </a:cubicBezTo>
                  <a:cubicBezTo>
                    <a:pt x="16448" y="15582"/>
                    <a:pt x="13129" y="17133"/>
                    <a:pt x="11110" y="19044"/>
                  </a:cubicBezTo>
                  <a:cubicBezTo>
                    <a:pt x="9090" y="20956"/>
                    <a:pt x="7647" y="23589"/>
                    <a:pt x="6709" y="25789"/>
                  </a:cubicBezTo>
                  <a:cubicBezTo>
                    <a:pt x="5884" y="27725"/>
                    <a:pt x="5422" y="29299"/>
                    <a:pt x="5323" y="29648"/>
                  </a:cubicBezTo>
                  <a:lnTo>
                    <a:pt x="5323" y="29648"/>
                  </a:lnTo>
                  <a:cubicBezTo>
                    <a:pt x="5243" y="29714"/>
                    <a:pt x="5111" y="29825"/>
                    <a:pt x="4942" y="29973"/>
                  </a:cubicBezTo>
                  <a:cubicBezTo>
                    <a:pt x="4040" y="30730"/>
                    <a:pt x="1985" y="32389"/>
                    <a:pt x="145" y="33760"/>
                  </a:cubicBezTo>
                  <a:cubicBezTo>
                    <a:pt x="37" y="33832"/>
                    <a:pt x="1" y="33976"/>
                    <a:pt x="37" y="34084"/>
                  </a:cubicBezTo>
                  <a:cubicBezTo>
                    <a:pt x="109" y="34228"/>
                    <a:pt x="217" y="34301"/>
                    <a:pt x="362" y="34301"/>
                  </a:cubicBezTo>
                  <a:cubicBezTo>
                    <a:pt x="722" y="34265"/>
                    <a:pt x="1119" y="34228"/>
                    <a:pt x="1588" y="34228"/>
                  </a:cubicBezTo>
                  <a:cubicBezTo>
                    <a:pt x="2490" y="34228"/>
                    <a:pt x="3572" y="34337"/>
                    <a:pt x="4545" y="34589"/>
                  </a:cubicBezTo>
                  <a:cubicBezTo>
                    <a:pt x="5519" y="34842"/>
                    <a:pt x="6421" y="35274"/>
                    <a:pt x="7070" y="35960"/>
                  </a:cubicBezTo>
                  <a:cubicBezTo>
                    <a:pt x="8188" y="37114"/>
                    <a:pt x="8513" y="38953"/>
                    <a:pt x="8513" y="40612"/>
                  </a:cubicBezTo>
                  <a:cubicBezTo>
                    <a:pt x="8513" y="41370"/>
                    <a:pt x="8441" y="42091"/>
                    <a:pt x="8369" y="42668"/>
                  </a:cubicBezTo>
                  <a:cubicBezTo>
                    <a:pt x="8369" y="42776"/>
                    <a:pt x="8405" y="42885"/>
                    <a:pt x="8513" y="42957"/>
                  </a:cubicBezTo>
                  <a:cubicBezTo>
                    <a:pt x="8567" y="42975"/>
                    <a:pt x="8621" y="42984"/>
                    <a:pt x="8675" y="42984"/>
                  </a:cubicBezTo>
                  <a:cubicBezTo>
                    <a:pt x="8729" y="42984"/>
                    <a:pt x="8783" y="42975"/>
                    <a:pt x="8837" y="42957"/>
                  </a:cubicBezTo>
                  <a:cubicBezTo>
                    <a:pt x="11549" y="41181"/>
                    <a:pt x="15850" y="38365"/>
                    <a:pt x="16723" y="37794"/>
                  </a:cubicBezTo>
                  <a:lnTo>
                    <a:pt x="16723" y="37794"/>
                  </a:lnTo>
                  <a:cubicBezTo>
                    <a:pt x="17991" y="38640"/>
                    <a:pt x="25012" y="43095"/>
                    <a:pt x="32894" y="44435"/>
                  </a:cubicBezTo>
                  <a:cubicBezTo>
                    <a:pt x="35671" y="44904"/>
                    <a:pt x="38521" y="45085"/>
                    <a:pt x="41117" y="45085"/>
                  </a:cubicBezTo>
                  <a:cubicBezTo>
                    <a:pt x="45600" y="45085"/>
                    <a:pt x="49341" y="44598"/>
                    <a:pt x="50666" y="44405"/>
                  </a:cubicBezTo>
                  <a:lnTo>
                    <a:pt x="50666" y="44405"/>
                  </a:lnTo>
                  <a:lnTo>
                    <a:pt x="50387" y="45265"/>
                  </a:lnTo>
                  <a:cubicBezTo>
                    <a:pt x="50351" y="45409"/>
                    <a:pt x="50423" y="45554"/>
                    <a:pt x="50531" y="45626"/>
                  </a:cubicBezTo>
                  <a:cubicBezTo>
                    <a:pt x="50567" y="45662"/>
                    <a:pt x="50621" y="45680"/>
                    <a:pt x="50680" y="45680"/>
                  </a:cubicBezTo>
                  <a:cubicBezTo>
                    <a:pt x="50738" y="45680"/>
                    <a:pt x="50801" y="45662"/>
                    <a:pt x="50856" y="45626"/>
                  </a:cubicBezTo>
                  <a:cubicBezTo>
                    <a:pt x="51938" y="44832"/>
                    <a:pt x="53813" y="43786"/>
                    <a:pt x="56446" y="43786"/>
                  </a:cubicBezTo>
                  <a:cubicBezTo>
                    <a:pt x="57708" y="43786"/>
                    <a:pt x="59151" y="44039"/>
                    <a:pt x="60774" y="44652"/>
                  </a:cubicBezTo>
                  <a:cubicBezTo>
                    <a:pt x="63479" y="45734"/>
                    <a:pt x="64814" y="47537"/>
                    <a:pt x="65427" y="49521"/>
                  </a:cubicBezTo>
                  <a:cubicBezTo>
                    <a:pt x="65499" y="49629"/>
                    <a:pt x="65607" y="49737"/>
                    <a:pt x="65715" y="49737"/>
                  </a:cubicBezTo>
                  <a:cubicBezTo>
                    <a:pt x="65859" y="49737"/>
                    <a:pt x="65968" y="49665"/>
                    <a:pt x="66004" y="49521"/>
                  </a:cubicBezTo>
                  <a:cubicBezTo>
                    <a:pt x="66437" y="48259"/>
                    <a:pt x="66833" y="47104"/>
                    <a:pt x="67086" y="46239"/>
                  </a:cubicBezTo>
                  <a:cubicBezTo>
                    <a:pt x="67230" y="45806"/>
                    <a:pt x="67338" y="45409"/>
                    <a:pt x="67410" y="45121"/>
                  </a:cubicBezTo>
                  <a:cubicBezTo>
                    <a:pt x="67482" y="44832"/>
                    <a:pt x="67555" y="44652"/>
                    <a:pt x="67555" y="44544"/>
                  </a:cubicBezTo>
                  <a:cubicBezTo>
                    <a:pt x="67555" y="44508"/>
                    <a:pt x="67591" y="44399"/>
                    <a:pt x="67663" y="44255"/>
                  </a:cubicBezTo>
                  <a:cubicBezTo>
                    <a:pt x="67915" y="43822"/>
                    <a:pt x="68492" y="43029"/>
                    <a:pt x="69033" y="41839"/>
                  </a:cubicBezTo>
                  <a:cubicBezTo>
                    <a:pt x="69574" y="40648"/>
                    <a:pt x="70115" y="39025"/>
                    <a:pt x="70260" y="36897"/>
                  </a:cubicBezTo>
                  <a:lnTo>
                    <a:pt x="70573" y="32226"/>
                  </a:lnTo>
                  <a:lnTo>
                    <a:pt x="80431" y="23372"/>
                  </a:lnTo>
                  <a:cubicBezTo>
                    <a:pt x="80467" y="23336"/>
                    <a:pt x="80503" y="23264"/>
                    <a:pt x="80503" y="23192"/>
                  </a:cubicBezTo>
                  <a:cubicBezTo>
                    <a:pt x="80539" y="22795"/>
                    <a:pt x="80575" y="22362"/>
                    <a:pt x="80575" y="21894"/>
                  </a:cubicBezTo>
                  <a:cubicBezTo>
                    <a:pt x="80575" y="19730"/>
                    <a:pt x="80106" y="16772"/>
                    <a:pt x="78411" y="12985"/>
                  </a:cubicBezTo>
                  <a:cubicBezTo>
                    <a:pt x="76427" y="8404"/>
                    <a:pt x="72243" y="5158"/>
                    <a:pt x="68132" y="3066"/>
                  </a:cubicBezTo>
                  <a:cubicBezTo>
                    <a:pt x="66076" y="2021"/>
                    <a:pt x="64056" y="1263"/>
                    <a:pt x="62289" y="758"/>
                  </a:cubicBezTo>
                  <a:cubicBezTo>
                    <a:pt x="60558" y="253"/>
                    <a:pt x="59115" y="1"/>
                    <a:pt x="58177"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21" name="Google Shape;4783;p64">
              <a:extLst>
                <a:ext uri="{FF2B5EF4-FFF2-40B4-BE49-F238E27FC236}">
                  <a16:creationId xmlns:a16="http://schemas.microsoft.com/office/drawing/2014/main" id="{812BE14A-5B21-ECD1-A727-B6E310D99680}"/>
                </a:ext>
              </a:extLst>
            </p:cNvPr>
            <p:cNvSpPr/>
            <p:nvPr/>
          </p:nvSpPr>
          <p:spPr>
            <a:xfrm>
              <a:off x="3962375" y="3422450"/>
              <a:ext cx="140675" cy="348425"/>
            </a:xfrm>
            <a:custGeom>
              <a:avLst/>
              <a:gdLst/>
              <a:ahLst/>
              <a:cxnLst/>
              <a:rect l="l" t="t" r="r" b="b"/>
              <a:pathLst>
                <a:path w="5627" h="13937" extrusionOk="0">
                  <a:moveTo>
                    <a:pt x="5273" y="0"/>
                  </a:moveTo>
                  <a:cubicBezTo>
                    <a:pt x="5222" y="0"/>
                    <a:pt x="5170" y="16"/>
                    <a:pt x="5122" y="52"/>
                  </a:cubicBezTo>
                  <a:cubicBezTo>
                    <a:pt x="5086" y="52"/>
                    <a:pt x="1659" y="2108"/>
                    <a:pt x="505" y="6616"/>
                  </a:cubicBezTo>
                  <a:cubicBezTo>
                    <a:pt x="145" y="8023"/>
                    <a:pt x="0" y="9213"/>
                    <a:pt x="0" y="10259"/>
                  </a:cubicBezTo>
                  <a:cubicBezTo>
                    <a:pt x="0" y="12495"/>
                    <a:pt x="613" y="13758"/>
                    <a:pt x="613" y="13758"/>
                  </a:cubicBezTo>
                  <a:cubicBezTo>
                    <a:pt x="663" y="13881"/>
                    <a:pt x="763" y="13937"/>
                    <a:pt x="867" y="13937"/>
                  </a:cubicBezTo>
                  <a:cubicBezTo>
                    <a:pt x="915" y="13937"/>
                    <a:pt x="965" y="13925"/>
                    <a:pt x="1010" y="13902"/>
                  </a:cubicBezTo>
                  <a:cubicBezTo>
                    <a:pt x="1191" y="13830"/>
                    <a:pt x="1227" y="13649"/>
                    <a:pt x="1154" y="13505"/>
                  </a:cubicBezTo>
                  <a:cubicBezTo>
                    <a:pt x="1118" y="13397"/>
                    <a:pt x="613" y="12243"/>
                    <a:pt x="613" y="10259"/>
                  </a:cubicBezTo>
                  <a:cubicBezTo>
                    <a:pt x="613" y="9285"/>
                    <a:pt x="722" y="8095"/>
                    <a:pt x="1082" y="6761"/>
                  </a:cubicBezTo>
                  <a:cubicBezTo>
                    <a:pt x="1623" y="4633"/>
                    <a:pt x="2705" y="3082"/>
                    <a:pt x="3679" y="2072"/>
                  </a:cubicBezTo>
                  <a:cubicBezTo>
                    <a:pt x="4148" y="1567"/>
                    <a:pt x="4581" y="1170"/>
                    <a:pt x="4905" y="918"/>
                  </a:cubicBezTo>
                  <a:cubicBezTo>
                    <a:pt x="5086" y="810"/>
                    <a:pt x="5194" y="701"/>
                    <a:pt x="5302" y="629"/>
                  </a:cubicBezTo>
                  <a:lnTo>
                    <a:pt x="5410" y="593"/>
                  </a:lnTo>
                  <a:lnTo>
                    <a:pt x="5410" y="557"/>
                  </a:lnTo>
                  <a:cubicBezTo>
                    <a:pt x="5555" y="485"/>
                    <a:pt x="5627" y="305"/>
                    <a:pt x="5519" y="160"/>
                  </a:cubicBezTo>
                  <a:cubicBezTo>
                    <a:pt x="5471" y="64"/>
                    <a:pt x="5374" y="0"/>
                    <a:pt x="527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22" name="Google Shape;4784;p64">
              <a:extLst>
                <a:ext uri="{FF2B5EF4-FFF2-40B4-BE49-F238E27FC236}">
                  <a16:creationId xmlns:a16="http://schemas.microsoft.com/office/drawing/2014/main" id="{CF9F697E-A0F0-8C3D-B44B-DEE6C54F6001}"/>
                </a:ext>
              </a:extLst>
            </p:cNvPr>
            <p:cNvSpPr/>
            <p:nvPr/>
          </p:nvSpPr>
          <p:spPr>
            <a:xfrm>
              <a:off x="3011100" y="2579750"/>
              <a:ext cx="993675" cy="569675"/>
            </a:xfrm>
            <a:custGeom>
              <a:avLst/>
              <a:gdLst/>
              <a:ahLst/>
              <a:cxnLst/>
              <a:rect l="l" t="t" r="r" b="b"/>
              <a:pathLst>
                <a:path w="39747" h="22787" extrusionOk="0">
                  <a:moveTo>
                    <a:pt x="18201" y="0"/>
                  </a:moveTo>
                  <a:cubicBezTo>
                    <a:pt x="13076" y="0"/>
                    <a:pt x="8219" y="1488"/>
                    <a:pt x="6168" y="3103"/>
                  </a:cubicBezTo>
                  <a:cubicBezTo>
                    <a:pt x="3283" y="5375"/>
                    <a:pt x="5916" y="6097"/>
                    <a:pt x="7286" y="6493"/>
                  </a:cubicBezTo>
                  <a:cubicBezTo>
                    <a:pt x="8693" y="6854"/>
                    <a:pt x="4545" y="7107"/>
                    <a:pt x="2381" y="9523"/>
                  </a:cubicBezTo>
                  <a:cubicBezTo>
                    <a:pt x="253" y="11903"/>
                    <a:pt x="1" y="16195"/>
                    <a:pt x="1768" y="17169"/>
                  </a:cubicBezTo>
                  <a:cubicBezTo>
                    <a:pt x="2093" y="17355"/>
                    <a:pt x="2529" y="17431"/>
                    <a:pt x="3023" y="17431"/>
                  </a:cubicBezTo>
                  <a:cubicBezTo>
                    <a:pt x="5212" y="17431"/>
                    <a:pt x="8548" y="15943"/>
                    <a:pt x="8548" y="15943"/>
                  </a:cubicBezTo>
                  <a:lnTo>
                    <a:pt x="9811" y="16809"/>
                  </a:lnTo>
                  <a:lnTo>
                    <a:pt x="22651" y="13527"/>
                  </a:lnTo>
                  <a:lnTo>
                    <a:pt x="22759" y="14428"/>
                  </a:lnTo>
                  <a:cubicBezTo>
                    <a:pt x="22850" y="14975"/>
                    <a:pt x="24797" y="15076"/>
                    <a:pt x="26501" y="15076"/>
                  </a:cubicBezTo>
                  <a:cubicBezTo>
                    <a:pt x="27495" y="15076"/>
                    <a:pt x="28406" y="15041"/>
                    <a:pt x="28818" y="15041"/>
                  </a:cubicBezTo>
                  <a:cubicBezTo>
                    <a:pt x="29936" y="15041"/>
                    <a:pt x="30946" y="20199"/>
                    <a:pt x="32713" y="21714"/>
                  </a:cubicBezTo>
                  <a:cubicBezTo>
                    <a:pt x="33597" y="22471"/>
                    <a:pt x="34418" y="22787"/>
                    <a:pt x="35143" y="22787"/>
                  </a:cubicBezTo>
                  <a:cubicBezTo>
                    <a:pt x="35869" y="22787"/>
                    <a:pt x="36500" y="22471"/>
                    <a:pt x="37005" y="21966"/>
                  </a:cubicBezTo>
                  <a:cubicBezTo>
                    <a:pt x="38015" y="20956"/>
                    <a:pt x="39747" y="18576"/>
                    <a:pt x="39494" y="15943"/>
                  </a:cubicBezTo>
                  <a:cubicBezTo>
                    <a:pt x="39278" y="13274"/>
                    <a:pt x="38123" y="12156"/>
                    <a:pt x="38123" y="12156"/>
                  </a:cubicBezTo>
                  <a:cubicBezTo>
                    <a:pt x="38123" y="12156"/>
                    <a:pt x="38881" y="11507"/>
                    <a:pt x="38376" y="10533"/>
                  </a:cubicBezTo>
                  <a:cubicBezTo>
                    <a:pt x="38232" y="10244"/>
                    <a:pt x="37881" y="10141"/>
                    <a:pt x="37454" y="10141"/>
                  </a:cubicBezTo>
                  <a:cubicBezTo>
                    <a:pt x="36387" y="10141"/>
                    <a:pt x="34841" y="10785"/>
                    <a:pt x="34841" y="10785"/>
                  </a:cubicBezTo>
                  <a:cubicBezTo>
                    <a:pt x="34841" y="10785"/>
                    <a:pt x="34841" y="10136"/>
                    <a:pt x="34336" y="8369"/>
                  </a:cubicBezTo>
                  <a:cubicBezTo>
                    <a:pt x="33831" y="6602"/>
                    <a:pt x="31343" y="2851"/>
                    <a:pt x="24418" y="831"/>
                  </a:cubicBezTo>
                  <a:cubicBezTo>
                    <a:pt x="22415" y="247"/>
                    <a:pt x="20286" y="0"/>
                    <a:pt x="18201"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23" name="Google Shape;4785;p64">
              <a:extLst>
                <a:ext uri="{FF2B5EF4-FFF2-40B4-BE49-F238E27FC236}">
                  <a16:creationId xmlns:a16="http://schemas.microsoft.com/office/drawing/2014/main" id="{62511AEC-5031-D596-5D14-E9CCA124D93A}"/>
                </a:ext>
              </a:extLst>
            </p:cNvPr>
            <p:cNvSpPr/>
            <p:nvPr/>
          </p:nvSpPr>
          <p:spPr>
            <a:xfrm>
              <a:off x="3018325" y="2572550"/>
              <a:ext cx="988250" cy="584325"/>
            </a:xfrm>
            <a:custGeom>
              <a:avLst/>
              <a:gdLst/>
              <a:ahLst/>
              <a:cxnLst/>
              <a:rect l="l" t="t" r="r" b="b"/>
              <a:pathLst>
                <a:path w="39530" h="23373" extrusionOk="0">
                  <a:moveTo>
                    <a:pt x="17925" y="578"/>
                  </a:moveTo>
                  <a:cubicBezTo>
                    <a:pt x="19981" y="578"/>
                    <a:pt x="22073" y="830"/>
                    <a:pt x="24057" y="1407"/>
                  </a:cubicBezTo>
                  <a:cubicBezTo>
                    <a:pt x="27447" y="2417"/>
                    <a:pt x="29792" y="3824"/>
                    <a:pt x="31306" y="5194"/>
                  </a:cubicBezTo>
                  <a:cubicBezTo>
                    <a:pt x="32821" y="6601"/>
                    <a:pt x="33542" y="7936"/>
                    <a:pt x="33759" y="8765"/>
                  </a:cubicBezTo>
                  <a:cubicBezTo>
                    <a:pt x="34011" y="9631"/>
                    <a:pt x="34156" y="10208"/>
                    <a:pt x="34192" y="10568"/>
                  </a:cubicBezTo>
                  <a:cubicBezTo>
                    <a:pt x="34228" y="10749"/>
                    <a:pt x="34264" y="10893"/>
                    <a:pt x="34264" y="10965"/>
                  </a:cubicBezTo>
                  <a:lnTo>
                    <a:pt x="34264" y="11037"/>
                  </a:lnTo>
                  <a:lnTo>
                    <a:pt x="34264" y="11073"/>
                  </a:lnTo>
                  <a:cubicBezTo>
                    <a:pt x="34264" y="11146"/>
                    <a:pt x="34300" y="11254"/>
                    <a:pt x="34408" y="11290"/>
                  </a:cubicBezTo>
                  <a:cubicBezTo>
                    <a:pt x="34450" y="11332"/>
                    <a:pt x="34505" y="11350"/>
                    <a:pt x="34565" y="11350"/>
                  </a:cubicBezTo>
                  <a:cubicBezTo>
                    <a:pt x="34607" y="11350"/>
                    <a:pt x="34652" y="11341"/>
                    <a:pt x="34697" y="11326"/>
                  </a:cubicBezTo>
                  <a:lnTo>
                    <a:pt x="34733" y="11326"/>
                  </a:lnTo>
                  <a:cubicBezTo>
                    <a:pt x="34877" y="11254"/>
                    <a:pt x="35274" y="11109"/>
                    <a:pt x="35743" y="10965"/>
                  </a:cubicBezTo>
                  <a:cubicBezTo>
                    <a:pt x="36211" y="10821"/>
                    <a:pt x="36752" y="10713"/>
                    <a:pt x="37185" y="10713"/>
                  </a:cubicBezTo>
                  <a:cubicBezTo>
                    <a:pt x="37366" y="10713"/>
                    <a:pt x="37510" y="10749"/>
                    <a:pt x="37618" y="10785"/>
                  </a:cubicBezTo>
                  <a:cubicBezTo>
                    <a:pt x="37726" y="10821"/>
                    <a:pt x="37798" y="10857"/>
                    <a:pt x="37834" y="10929"/>
                  </a:cubicBezTo>
                  <a:cubicBezTo>
                    <a:pt x="37943" y="11146"/>
                    <a:pt x="37979" y="11326"/>
                    <a:pt x="37979" y="11470"/>
                  </a:cubicBezTo>
                  <a:cubicBezTo>
                    <a:pt x="37979" y="11723"/>
                    <a:pt x="37871" y="11903"/>
                    <a:pt x="37798" y="12011"/>
                  </a:cubicBezTo>
                  <a:cubicBezTo>
                    <a:pt x="37762" y="12083"/>
                    <a:pt x="37726" y="12155"/>
                    <a:pt x="37690" y="12155"/>
                  </a:cubicBezTo>
                  <a:lnTo>
                    <a:pt x="37654" y="12191"/>
                  </a:lnTo>
                  <a:lnTo>
                    <a:pt x="37654" y="12228"/>
                  </a:lnTo>
                  <a:cubicBezTo>
                    <a:pt x="37582" y="12264"/>
                    <a:pt x="37546" y="12336"/>
                    <a:pt x="37546" y="12444"/>
                  </a:cubicBezTo>
                  <a:cubicBezTo>
                    <a:pt x="37546" y="12516"/>
                    <a:pt x="37582" y="12588"/>
                    <a:pt x="37618" y="12660"/>
                  </a:cubicBezTo>
                  <a:cubicBezTo>
                    <a:pt x="37654" y="12696"/>
                    <a:pt x="38700" y="13778"/>
                    <a:pt x="38916" y="16231"/>
                  </a:cubicBezTo>
                  <a:cubicBezTo>
                    <a:pt x="38953" y="16411"/>
                    <a:pt x="38953" y="16556"/>
                    <a:pt x="38953" y="16736"/>
                  </a:cubicBezTo>
                  <a:cubicBezTo>
                    <a:pt x="38953" y="17890"/>
                    <a:pt x="38556" y="18972"/>
                    <a:pt x="38051" y="19910"/>
                  </a:cubicBezTo>
                  <a:cubicBezTo>
                    <a:pt x="37582" y="20848"/>
                    <a:pt x="36933" y="21605"/>
                    <a:pt x="36500" y="22038"/>
                  </a:cubicBezTo>
                  <a:cubicBezTo>
                    <a:pt x="36031" y="22507"/>
                    <a:pt x="35490" y="22759"/>
                    <a:pt x="34841" y="22759"/>
                  </a:cubicBezTo>
                  <a:cubicBezTo>
                    <a:pt x="34228" y="22759"/>
                    <a:pt x="33470" y="22507"/>
                    <a:pt x="32641" y="21785"/>
                  </a:cubicBezTo>
                  <a:cubicBezTo>
                    <a:pt x="32244" y="21461"/>
                    <a:pt x="31847" y="20884"/>
                    <a:pt x="31487" y="20198"/>
                  </a:cubicBezTo>
                  <a:cubicBezTo>
                    <a:pt x="30982" y="19152"/>
                    <a:pt x="30513" y="17926"/>
                    <a:pt x="30080" y="16916"/>
                  </a:cubicBezTo>
                  <a:cubicBezTo>
                    <a:pt x="29864" y="16411"/>
                    <a:pt x="29647" y="15979"/>
                    <a:pt x="29395" y="15654"/>
                  </a:cubicBezTo>
                  <a:cubicBezTo>
                    <a:pt x="29287" y="15474"/>
                    <a:pt x="29178" y="15329"/>
                    <a:pt x="29034" y="15221"/>
                  </a:cubicBezTo>
                  <a:cubicBezTo>
                    <a:pt x="28890" y="15113"/>
                    <a:pt x="28710" y="15041"/>
                    <a:pt x="28529" y="15041"/>
                  </a:cubicBezTo>
                  <a:cubicBezTo>
                    <a:pt x="28096" y="15041"/>
                    <a:pt x="27231" y="15077"/>
                    <a:pt x="26257" y="15077"/>
                  </a:cubicBezTo>
                  <a:cubicBezTo>
                    <a:pt x="25391" y="15077"/>
                    <a:pt x="24490" y="15041"/>
                    <a:pt x="23804" y="14933"/>
                  </a:cubicBezTo>
                  <a:cubicBezTo>
                    <a:pt x="23444" y="14897"/>
                    <a:pt x="23155" y="14824"/>
                    <a:pt x="22975" y="14752"/>
                  </a:cubicBezTo>
                  <a:cubicBezTo>
                    <a:pt x="22903" y="14716"/>
                    <a:pt x="22831" y="14680"/>
                    <a:pt x="22795" y="14680"/>
                  </a:cubicBezTo>
                  <a:lnTo>
                    <a:pt x="22795" y="14644"/>
                  </a:lnTo>
                  <a:lnTo>
                    <a:pt x="22790" y="14649"/>
                  </a:lnTo>
                  <a:lnTo>
                    <a:pt x="22790" y="14649"/>
                  </a:lnTo>
                  <a:lnTo>
                    <a:pt x="22650" y="13778"/>
                  </a:lnTo>
                  <a:cubicBezTo>
                    <a:pt x="22650" y="13706"/>
                    <a:pt x="22614" y="13634"/>
                    <a:pt x="22542" y="13562"/>
                  </a:cubicBezTo>
                  <a:cubicBezTo>
                    <a:pt x="22470" y="13526"/>
                    <a:pt x="22362" y="13526"/>
                    <a:pt x="22290" y="13526"/>
                  </a:cubicBezTo>
                  <a:lnTo>
                    <a:pt x="9594" y="16772"/>
                  </a:lnTo>
                  <a:lnTo>
                    <a:pt x="8440" y="15979"/>
                  </a:lnTo>
                  <a:cubicBezTo>
                    <a:pt x="8398" y="15936"/>
                    <a:pt x="8343" y="15919"/>
                    <a:pt x="8283" y="15919"/>
                  </a:cubicBezTo>
                  <a:cubicBezTo>
                    <a:pt x="8241" y="15919"/>
                    <a:pt x="8196" y="15928"/>
                    <a:pt x="8151" y="15942"/>
                  </a:cubicBezTo>
                  <a:cubicBezTo>
                    <a:pt x="8151" y="15942"/>
                    <a:pt x="8079" y="15979"/>
                    <a:pt x="8007" y="16015"/>
                  </a:cubicBezTo>
                  <a:cubicBezTo>
                    <a:pt x="7682" y="16159"/>
                    <a:pt x="6817" y="16520"/>
                    <a:pt x="5807" y="16844"/>
                  </a:cubicBezTo>
                  <a:cubicBezTo>
                    <a:pt x="4761" y="17169"/>
                    <a:pt x="3607" y="17421"/>
                    <a:pt x="2705" y="17421"/>
                  </a:cubicBezTo>
                  <a:cubicBezTo>
                    <a:pt x="2236" y="17421"/>
                    <a:pt x="1876" y="17349"/>
                    <a:pt x="1623" y="17205"/>
                  </a:cubicBezTo>
                  <a:cubicBezTo>
                    <a:pt x="1299" y="17024"/>
                    <a:pt x="1046" y="16700"/>
                    <a:pt x="866" y="16267"/>
                  </a:cubicBezTo>
                  <a:cubicBezTo>
                    <a:pt x="685" y="15834"/>
                    <a:pt x="613" y="15257"/>
                    <a:pt x="613" y="14644"/>
                  </a:cubicBezTo>
                  <a:cubicBezTo>
                    <a:pt x="613" y="13129"/>
                    <a:pt x="1190" y="11254"/>
                    <a:pt x="2344" y="9991"/>
                  </a:cubicBezTo>
                  <a:cubicBezTo>
                    <a:pt x="3210" y="9018"/>
                    <a:pt x="4436" y="8404"/>
                    <a:pt x="5482" y="8008"/>
                  </a:cubicBezTo>
                  <a:cubicBezTo>
                    <a:pt x="6023" y="7791"/>
                    <a:pt x="6492" y="7647"/>
                    <a:pt x="6853" y="7503"/>
                  </a:cubicBezTo>
                  <a:cubicBezTo>
                    <a:pt x="6997" y="7467"/>
                    <a:pt x="7141" y="7395"/>
                    <a:pt x="7286" y="7322"/>
                  </a:cubicBezTo>
                  <a:cubicBezTo>
                    <a:pt x="7322" y="7286"/>
                    <a:pt x="7394" y="7286"/>
                    <a:pt x="7466" y="7214"/>
                  </a:cubicBezTo>
                  <a:lnTo>
                    <a:pt x="7538" y="7106"/>
                  </a:lnTo>
                  <a:cubicBezTo>
                    <a:pt x="7574" y="7070"/>
                    <a:pt x="7574" y="6998"/>
                    <a:pt x="7574" y="6926"/>
                  </a:cubicBezTo>
                  <a:cubicBezTo>
                    <a:pt x="7574" y="6854"/>
                    <a:pt x="7538" y="6745"/>
                    <a:pt x="7502" y="6709"/>
                  </a:cubicBezTo>
                  <a:cubicBezTo>
                    <a:pt x="7430" y="6637"/>
                    <a:pt x="7358" y="6601"/>
                    <a:pt x="7322" y="6565"/>
                  </a:cubicBezTo>
                  <a:cubicBezTo>
                    <a:pt x="7250" y="6529"/>
                    <a:pt x="7177" y="6529"/>
                    <a:pt x="7105" y="6493"/>
                  </a:cubicBezTo>
                  <a:cubicBezTo>
                    <a:pt x="6636" y="6349"/>
                    <a:pt x="6023" y="6204"/>
                    <a:pt x="5590" y="5952"/>
                  </a:cubicBezTo>
                  <a:cubicBezTo>
                    <a:pt x="5374" y="5844"/>
                    <a:pt x="5158" y="5699"/>
                    <a:pt x="5049" y="5591"/>
                  </a:cubicBezTo>
                  <a:cubicBezTo>
                    <a:pt x="4941" y="5447"/>
                    <a:pt x="4869" y="5303"/>
                    <a:pt x="4869" y="5158"/>
                  </a:cubicBezTo>
                  <a:cubicBezTo>
                    <a:pt x="4869" y="5014"/>
                    <a:pt x="4941" y="4798"/>
                    <a:pt x="5122" y="4545"/>
                  </a:cubicBezTo>
                  <a:cubicBezTo>
                    <a:pt x="5302" y="4293"/>
                    <a:pt x="5590" y="3968"/>
                    <a:pt x="6059" y="3608"/>
                  </a:cubicBezTo>
                  <a:cubicBezTo>
                    <a:pt x="7033" y="2850"/>
                    <a:pt x="8728" y="2093"/>
                    <a:pt x="10820" y="1516"/>
                  </a:cubicBezTo>
                  <a:cubicBezTo>
                    <a:pt x="12912" y="975"/>
                    <a:pt x="15365" y="578"/>
                    <a:pt x="17925" y="578"/>
                  </a:cubicBezTo>
                  <a:close/>
                  <a:moveTo>
                    <a:pt x="17925" y="1"/>
                  </a:moveTo>
                  <a:cubicBezTo>
                    <a:pt x="15329" y="1"/>
                    <a:pt x="12804" y="361"/>
                    <a:pt x="10676" y="939"/>
                  </a:cubicBezTo>
                  <a:cubicBezTo>
                    <a:pt x="8512" y="1516"/>
                    <a:pt x="6781" y="2309"/>
                    <a:pt x="5699" y="3139"/>
                  </a:cubicBezTo>
                  <a:cubicBezTo>
                    <a:pt x="5194" y="3535"/>
                    <a:pt x="4869" y="3860"/>
                    <a:pt x="4617" y="4221"/>
                  </a:cubicBezTo>
                  <a:cubicBezTo>
                    <a:pt x="4400" y="4545"/>
                    <a:pt x="4292" y="4834"/>
                    <a:pt x="4292" y="5158"/>
                  </a:cubicBezTo>
                  <a:cubicBezTo>
                    <a:pt x="4292" y="5483"/>
                    <a:pt x="4400" y="5772"/>
                    <a:pt x="4617" y="5988"/>
                  </a:cubicBezTo>
                  <a:cubicBezTo>
                    <a:pt x="4905" y="6313"/>
                    <a:pt x="5302" y="6493"/>
                    <a:pt x="5735" y="6673"/>
                  </a:cubicBezTo>
                  <a:cubicBezTo>
                    <a:pt x="6016" y="6801"/>
                    <a:pt x="6315" y="6893"/>
                    <a:pt x="6594" y="6974"/>
                  </a:cubicBezTo>
                  <a:lnTo>
                    <a:pt x="6594" y="6974"/>
                  </a:lnTo>
                  <a:cubicBezTo>
                    <a:pt x="6121" y="7126"/>
                    <a:pt x="5394" y="7360"/>
                    <a:pt x="4617" y="7719"/>
                  </a:cubicBezTo>
                  <a:cubicBezTo>
                    <a:pt x="3679" y="8116"/>
                    <a:pt x="2669" y="8729"/>
                    <a:pt x="1876" y="9595"/>
                  </a:cubicBezTo>
                  <a:cubicBezTo>
                    <a:pt x="613" y="11001"/>
                    <a:pt x="0" y="12985"/>
                    <a:pt x="0" y="14644"/>
                  </a:cubicBezTo>
                  <a:cubicBezTo>
                    <a:pt x="0" y="15329"/>
                    <a:pt x="108" y="15942"/>
                    <a:pt x="325" y="16483"/>
                  </a:cubicBezTo>
                  <a:cubicBezTo>
                    <a:pt x="541" y="17024"/>
                    <a:pt x="866" y="17457"/>
                    <a:pt x="1335" y="17746"/>
                  </a:cubicBezTo>
                  <a:cubicBezTo>
                    <a:pt x="1731" y="17962"/>
                    <a:pt x="2200" y="18034"/>
                    <a:pt x="2705" y="18034"/>
                  </a:cubicBezTo>
                  <a:cubicBezTo>
                    <a:pt x="3859" y="18034"/>
                    <a:pt x="5266" y="17638"/>
                    <a:pt x="6420" y="17277"/>
                  </a:cubicBezTo>
                  <a:cubicBezTo>
                    <a:pt x="7244" y="16985"/>
                    <a:pt x="7930" y="16692"/>
                    <a:pt x="8235" y="16559"/>
                  </a:cubicBezTo>
                  <a:lnTo>
                    <a:pt x="8235" y="16559"/>
                  </a:lnTo>
                  <a:lnTo>
                    <a:pt x="9341" y="17349"/>
                  </a:lnTo>
                  <a:cubicBezTo>
                    <a:pt x="9392" y="17375"/>
                    <a:pt x="9462" y="17400"/>
                    <a:pt x="9523" y="17400"/>
                  </a:cubicBezTo>
                  <a:cubicBezTo>
                    <a:pt x="9549" y="17400"/>
                    <a:pt x="9573" y="17396"/>
                    <a:pt x="9594" y="17385"/>
                  </a:cubicBezTo>
                  <a:lnTo>
                    <a:pt x="22106" y="14187"/>
                  </a:lnTo>
                  <a:lnTo>
                    <a:pt x="22106" y="14187"/>
                  </a:lnTo>
                  <a:cubicBezTo>
                    <a:pt x="22121" y="14314"/>
                    <a:pt x="22138" y="14495"/>
                    <a:pt x="22181" y="14752"/>
                  </a:cubicBezTo>
                  <a:cubicBezTo>
                    <a:pt x="22217" y="14897"/>
                    <a:pt x="22290" y="15041"/>
                    <a:pt x="22398" y="15113"/>
                  </a:cubicBezTo>
                  <a:cubicBezTo>
                    <a:pt x="22578" y="15293"/>
                    <a:pt x="22795" y="15365"/>
                    <a:pt x="23083" y="15438"/>
                  </a:cubicBezTo>
                  <a:cubicBezTo>
                    <a:pt x="23877" y="15618"/>
                    <a:pt x="25103" y="15654"/>
                    <a:pt x="26257" y="15654"/>
                  </a:cubicBezTo>
                  <a:lnTo>
                    <a:pt x="28529" y="15654"/>
                  </a:lnTo>
                  <a:cubicBezTo>
                    <a:pt x="28538" y="15645"/>
                    <a:pt x="28549" y="15640"/>
                    <a:pt x="28563" y="15640"/>
                  </a:cubicBezTo>
                  <a:cubicBezTo>
                    <a:pt x="28604" y="15640"/>
                    <a:pt x="28664" y="15681"/>
                    <a:pt x="28746" y="15762"/>
                  </a:cubicBezTo>
                  <a:cubicBezTo>
                    <a:pt x="28926" y="15979"/>
                    <a:pt x="29178" y="16411"/>
                    <a:pt x="29431" y="16916"/>
                  </a:cubicBezTo>
                  <a:cubicBezTo>
                    <a:pt x="29792" y="17746"/>
                    <a:pt x="30188" y="18792"/>
                    <a:pt x="30621" y="19766"/>
                  </a:cubicBezTo>
                  <a:cubicBezTo>
                    <a:pt x="31090" y="20775"/>
                    <a:pt x="31595" y="21677"/>
                    <a:pt x="32244" y="22218"/>
                  </a:cubicBezTo>
                  <a:cubicBezTo>
                    <a:pt x="33146" y="23012"/>
                    <a:pt x="34047" y="23372"/>
                    <a:pt x="34841" y="23372"/>
                  </a:cubicBezTo>
                  <a:cubicBezTo>
                    <a:pt x="35670" y="23372"/>
                    <a:pt x="36356" y="23012"/>
                    <a:pt x="36933" y="22471"/>
                  </a:cubicBezTo>
                  <a:cubicBezTo>
                    <a:pt x="37402" y="21966"/>
                    <a:pt x="38051" y="21172"/>
                    <a:pt x="38592" y="20198"/>
                  </a:cubicBezTo>
                  <a:cubicBezTo>
                    <a:pt x="39133" y="19225"/>
                    <a:pt x="39530" y="17998"/>
                    <a:pt x="39530" y="16736"/>
                  </a:cubicBezTo>
                  <a:cubicBezTo>
                    <a:pt x="39530" y="16556"/>
                    <a:pt x="39530" y="16375"/>
                    <a:pt x="39530" y="16195"/>
                  </a:cubicBezTo>
                  <a:cubicBezTo>
                    <a:pt x="39335" y="14081"/>
                    <a:pt x="38583" y="12890"/>
                    <a:pt x="38232" y="12438"/>
                  </a:cubicBezTo>
                  <a:lnTo>
                    <a:pt x="38232" y="12438"/>
                  </a:lnTo>
                  <a:cubicBezTo>
                    <a:pt x="38255" y="12407"/>
                    <a:pt x="38278" y="12373"/>
                    <a:pt x="38303" y="12336"/>
                  </a:cubicBezTo>
                  <a:cubicBezTo>
                    <a:pt x="38448" y="12155"/>
                    <a:pt x="38556" y="11867"/>
                    <a:pt x="38556" y="11470"/>
                  </a:cubicBezTo>
                  <a:cubicBezTo>
                    <a:pt x="38556" y="11254"/>
                    <a:pt x="38520" y="10965"/>
                    <a:pt x="38375" y="10677"/>
                  </a:cubicBezTo>
                  <a:cubicBezTo>
                    <a:pt x="38267" y="10460"/>
                    <a:pt x="38051" y="10316"/>
                    <a:pt x="37834" y="10208"/>
                  </a:cubicBezTo>
                  <a:cubicBezTo>
                    <a:pt x="37618" y="10136"/>
                    <a:pt x="37402" y="10100"/>
                    <a:pt x="37185" y="10100"/>
                  </a:cubicBezTo>
                  <a:cubicBezTo>
                    <a:pt x="36572" y="10100"/>
                    <a:pt x="35923" y="10280"/>
                    <a:pt x="35382" y="10460"/>
                  </a:cubicBezTo>
                  <a:cubicBezTo>
                    <a:pt x="35174" y="10516"/>
                    <a:pt x="34987" y="10577"/>
                    <a:pt x="34836" y="10630"/>
                  </a:cubicBezTo>
                  <a:lnTo>
                    <a:pt x="34836" y="10630"/>
                  </a:lnTo>
                  <a:cubicBezTo>
                    <a:pt x="34780" y="10251"/>
                    <a:pt x="34648" y="9604"/>
                    <a:pt x="34336" y="8585"/>
                  </a:cubicBezTo>
                  <a:cubicBezTo>
                    <a:pt x="34084" y="7647"/>
                    <a:pt x="33290" y="6204"/>
                    <a:pt x="31703" y="4762"/>
                  </a:cubicBezTo>
                  <a:cubicBezTo>
                    <a:pt x="30116" y="3319"/>
                    <a:pt x="27700" y="1840"/>
                    <a:pt x="24201" y="830"/>
                  </a:cubicBezTo>
                  <a:cubicBezTo>
                    <a:pt x="22181" y="253"/>
                    <a:pt x="20017" y="1"/>
                    <a:pt x="17925"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24" name="Google Shape;4786;p64">
              <a:extLst>
                <a:ext uri="{FF2B5EF4-FFF2-40B4-BE49-F238E27FC236}">
                  <a16:creationId xmlns:a16="http://schemas.microsoft.com/office/drawing/2014/main" id="{642FA14F-9AD6-4D98-FBCD-5D95D5752F9D}"/>
                </a:ext>
              </a:extLst>
            </p:cNvPr>
            <p:cNvSpPr/>
            <p:nvPr/>
          </p:nvSpPr>
          <p:spPr>
            <a:xfrm>
              <a:off x="3553000" y="3237875"/>
              <a:ext cx="350775" cy="489200"/>
            </a:xfrm>
            <a:custGeom>
              <a:avLst/>
              <a:gdLst/>
              <a:ahLst/>
              <a:cxnLst/>
              <a:rect l="l" t="t" r="r" b="b"/>
              <a:pathLst>
                <a:path w="14031" h="19568" extrusionOk="0">
                  <a:moveTo>
                    <a:pt x="12612" y="1"/>
                  </a:moveTo>
                  <a:cubicBezTo>
                    <a:pt x="11647" y="1"/>
                    <a:pt x="9796" y="3410"/>
                    <a:pt x="8513" y="6678"/>
                  </a:cubicBezTo>
                  <a:cubicBezTo>
                    <a:pt x="6962" y="10717"/>
                    <a:pt x="1" y="15875"/>
                    <a:pt x="1227" y="17101"/>
                  </a:cubicBezTo>
                  <a:cubicBezTo>
                    <a:pt x="1976" y="17850"/>
                    <a:pt x="4325" y="19567"/>
                    <a:pt x="6731" y="19567"/>
                  </a:cubicBezTo>
                  <a:cubicBezTo>
                    <a:pt x="8265" y="19567"/>
                    <a:pt x="9822" y="18869"/>
                    <a:pt x="11001" y="16777"/>
                  </a:cubicBezTo>
                  <a:cubicBezTo>
                    <a:pt x="14031" y="11366"/>
                    <a:pt x="13129" y="618"/>
                    <a:pt x="13129" y="618"/>
                  </a:cubicBezTo>
                  <a:cubicBezTo>
                    <a:pt x="13019" y="191"/>
                    <a:pt x="12840" y="1"/>
                    <a:pt x="12612"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25" name="Google Shape;4787;p64">
              <a:extLst>
                <a:ext uri="{FF2B5EF4-FFF2-40B4-BE49-F238E27FC236}">
                  <a16:creationId xmlns:a16="http://schemas.microsoft.com/office/drawing/2014/main" id="{6DCC2288-37C6-D915-1BB4-BFFA5F944CFE}"/>
                </a:ext>
              </a:extLst>
            </p:cNvPr>
            <p:cNvSpPr/>
            <p:nvPr/>
          </p:nvSpPr>
          <p:spPr>
            <a:xfrm>
              <a:off x="3580050" y="3238000"/>
              <a:ext cx="303900" cy="488725"/>
            </a:xfrm>
            <a:custGeom>
              <a:avLst/>
              <a:gdLst/>
              <a:ahLst/>
              <a:cxnLst/>
              <a:rect l="l" t="t" r="r" b="b"/>
              <a:pathLst>
                <a:path w="12156" h="19549" extrusionOk="0">
                  <a:moveTo>
                    <a:pt x="11542" y="0"/>
                  </a:moveTo>
                  <a:cubicBezTo>
                    <a:pt x="10569" y="0"/>
                    <a:pt x="8729" y="3391"/>
                    <a:pt x="7431" y="6673"/>
                  </a:cubicBezTo>
                  <a:cubicBezTo>
                    <a:pt x="5988" y="10388"/>
                    <a:pt x="1" y="15040"/>
                    <a:pt x="1" y="16735"/>
                  </a:cubicBezTo>
                  <a:cubicBezTo>
                    <a:pt x="1" y="16880"/>
                    <a:pt x="73" y="16988"/>
                    <a:pt x="145" y="17096"/>
                  </a:cubicBezTo>
                  <a:cubicBezTo>
                    <a:pt x="903" y="17854"/>
                    <a:pt x="3247" y="19549"/>
                    <a:pt x="5627" y="19549"/>
                  </a:cubicBezTo>
                  <a:cubicBezTo>
                    <a:pt x="7178" y="19549"/>
                    <a:pt x="8729" y="18863"/>
                    <a:pt x="9919" y="16772"/>
                  </a:cubicBezTo>
                  <a:cubicBezTo>
                    <a:pt x="11795" y="13381"/>
                    <a:pt x="12156" y="7863"/>
                    <a:pt x="12156" y="4256"/>
                  </a:cubicBezTo>
                  <a:cubicBezTo>
                    <a:pt x="12156" y="2092"/>
                    <a:pt x="12047" y="613"/>
                    <a:pt x="12047" y="613"/>
                  </a:cubicBezTo>
                  <a:cubicBezTo>
                    <a:pt x="11939" y="181"/>
                    <a:pt x="11759" y="0"/>
                    <a:pt x="11542" y="0"/>
                  </a:cubicBezTo>
                  <a:close/>
                </a:path>
              </a:pathLst>
            </a:custGeom>
            <a:solidFill>
              <a:srgbClr val="474747"/>
            </a:solidFill>
            <a:ln>
              <a:noFill/>
            </a:ln>
          </p:spPr>
          <p:txBody>
            <a:bodyPr spcFirstLastPara="1" wrap="square" lIns="121900" tIns="121900" rIns="121900" bIns="121900" anchor="ctr" anchorCtr="0">
              <a:noAutofit/>
            </a:bodyPr>
            <a:lstStyle/>
            <a:p>
              <a:endParaRPr sz="2400"/>
            </a:p>
          </p:txBody>
        </p:sp>
        <p:sp>
          <p:nvSpPr>
            <p:cNvPr id="26" name="Google Shape;4788;p64">
              <a:extLst>
                <a:ext uri="{FF2B5EF4-FFF2-40B4-BE49-F238E27FC236}">
                  <a16:creationId xmlns:a16="http://schemas.microsoft.com/office/drawing/2014/main" id="{72131ACF-75A7-7375-40E8-5B0365E7C9B8}"/>
                </a:ext>
              </a:extLst>
            </p:cNvPr>
            <p:cNvSpPr/>
            <p:nvPr/>
          </p:nvSpPr>
          <p:spPr>
            <a:xfrm>
              <a:off x="3572850" y="3229875"/>
              <a:ext cx="319225" cy="504975"/>
            </a:xfrm>
            <a:custGeom>
              <a:avLst/>
              <a:gdLst/>
              <a:ahLst/>
              <a:cxnLst/>
              <a:rect l="l" t="t" r="r" b="b"/>
              <a:pathLst>
                <a:path w="12769" h="20199" extrusionOk="0">
                  <a:moveTo>
                    <a:pt x="11830" y="614"/>
                  </a:moveTo>
                  <a:lnTo>
                    <a:pt x="11903" y="650"/>
                  </a:lnTo>
                  <a:cubicBezTo>
                    <a:pt x="11939" y="722"/>
                    <a:pt x="11975" y="830"/>
                    <a:pt x="12047" y="1011"/>
                  </a:cubicBezTo>
                  <a:cubicBezTo>
                    <a:pt x="12047" y="1049"/>
                    <a:pt x="12047" y="1118"/>
                    <a:pt x="12047" y="1227"/>
                  </a:cubicBezTo>
                  <a:cubicBezTo>
                    <a:pt x="12083" y="1732"/>
                    <a:pt x="12155" y="2958"/>
                    <a:pt x="12155" y="4581"/>
                  </a:cubicBezTo>
                  <a:cubicBezTo>
                    <a:pt x="12155" y="6385"/>
                    <a:pt x="12047" y="8657"/>
                    <a:pt x="11758" y="10893"/>
                  </a:cubicBezTo>
                  <a:cubicBezTo>
                    <a:pt x="11434" y="13129"/>
                    <a:pt x="10857" y="15293"/>
                    <a:pt x="9919" y="16952"/>
                  </a:cubicBezTo>
                  <a:cubicBezTo>
                    <a:pt x="9378" y="17962"/>
                    <a:pt x="8729" y="18611"/>
                    <a:pt x="8043" y="19008"/>
                  </a:cubicBezTo>
                  <a:cubicBezTo>
                    <a:pt x="7358" y="19405"/>
                    <a:pt x="6637" y="19585"/>
                    <a:pt x="5915" y="19585"/>
                  </a:cubicBezTo>
                  <a:cubicBezTo>
                    <a:pt x="4797" y="19585"/>
                    <a:pt x="3643" y="19188"/>
                    <a:pt x="2705" y="18684"/>
                  </a:cubicBezTo>
                  <a:cubicBezTo>
                    <a:pt x="1768" y="18179"/>
                    <a:pt x="1010" y="17565"/>
                    <a:pt x="650" y="17205"/>
                  </a:cubicBezTo>
                  <a:cubicBezTo>
                    <a:pt x="614" y="17169"/>
                    <a:pt x="614" y="17133"/>
                    <a:pt x="614" y="17060"/>
                  </a:cubicBezTo>
                  <a:cubicBezTo>
                    <a:pt x="577" y="16916"/>
                    <a:pt x="650" y="16700"/>
                    <a:pt x="830" y="16447"/>
                  </a:cubicBezTo>
                  <a:cubicBezTo>
                    <a:pt x="1082" y="15942"/>
                    <a:pt x="1587" y="15329"/>
                    <a:pt x="2200" y="14608"/>
                  </a:cubicBezTo>
                  <a:cubicBezTo>
                    <a:pt x="3138" y="13562"/>
                    <a:pt x="4364" y="12300"/>
                    <a:pt x="5446" y="11001"/>
                  </a:cubicBezTo>
                  <a:cubicBezTo>
                    <a:pt x="6529" y="9703"/>
                    <a:pt x="7502" y="8368"/>
                    <a:pt x="8007" y="7106"/>
                  </a:cubicBezTo>
                  <a:cubicBezTo>
                    <a:pt x="8656" y="5483"/>
                    <a:pt x="9414" y="3824"/>
                    <a:pt x="10135" y="2598"/>
                  </a:cubicBezTo>
                  <a:cubicBezTo>
                    <a:pt x="10532" y="1948"/>
                    <a:pt x="10857" y="1443"/>
                    <a:pt x="11181" y="1119"/>
                  </a:cubicBezTo>
                  <a:cubicBezTo>
                    <a:pt x="11325" y="938"/>
                    <a:pt x="11470" y="794"/>
                    <a:pt x="11578" y="722"/>
                  </a:cubicBezTo>
                  <a:cubicBezTo>
                    <a:pt x="11686" y="650"/>
                    <a:pt x="11794" y="614"/>
                    <a:pt x="11830" y="614"/>
                  </a:cubicBezTo>
                  <a:close/>
                  <a:moveTo>
                    <a:pt x="11830" y="1"/>
                  </a:moveTo>
                  <a:cubicBezTo>
                    <a:pt x="11614" y="37"/>
                    <a:pt x="11434" y="109"/>
                    <a:pt x="11253" y="217"/>
                  </a:cubicBezTo>
                  <a:cubicBezTo>
                    <a:pt x="10929" y="434"/>
                    <a:pt x="10640" y="758"/>
                    <a:pt x="10316" y="1191"/>
                  </a:cubicBezTo>
                  <a:cubicBezTo>
                    <a:pt x="9378" y="2525"/>
                    <a:pt x="8296" y="4726"/>
                    <a:pt x="7466" y="6890"/>
                  </a:cubicBezTo>
                  <a:cubicBezTo>
                    <a:pt x="6781" y="8657"/>
                    <a:pt x="4942" y="10749"/>
                    <a:pt x="3246" y="12588"/>
                  </a:cubicBezTo>
                  <a:cubicBezTo>
                    <a:pt x="2417" y="13490"/>
                    <a:pt x="1623" y="14355"/>
                    <a:pt x="1010" y="15113"/>
                  </a:cubicBezTo>
                  <a:cubicBezTo>
                    <a:pt x="722" y="15474"/>
                    <a:pt x="469" y="15834"/>
                    <a:pt x="289" y="16123"/>
                  </a:cubicBezTo>
                  <a:cubicBezTo>
                    <a:pt x="109" y="16447"/>
                    <a:pt x="0" y="16736"/>
                    <a:pt x="0" y="17060"/>
                  </a:cubicBezTo>
                  <a:cubicBezTo>
                    <a:pt x="0" y="17241"/>
                    <a:pt x="72" y="17493"/>
                    <a:pt x="217" y="17638"/>
                  </a:cubicBezTo>
                  <a:cubicBezTo>
                    <a:pt x="650" y="18034"/>
                    <a:pt x="1407" y="18647"/>
                    <a:pt x="2417" y="19188"/>
                  </a:cubicBezTo>
                  <a:cubicBezTo>
                    <a:pt x="3427" y="19729"/>
                    <a:pt x="4653" y="20198"/>
                    <a:pt x="5915" y="20198"/>
                  </a:cubicBezTo>
                  <a:cubicBezTo>
                    <a:pt x="6745" y="20198"/>
                    <a:pt x="7574" y="19982"/>
                    <a:pt x="8332" y="19513"/>
                  </a:cubicBezTo>
                  <a:cubicBezTo>
                    <a:pt x="9125" y="19080"/>
                    <a:pt x="9847" y="18323"/>
                    <a:pt x="10460" y="17241"/>
                  </a:cubicBezTo>
                  <a:cubicBezTo>
                    <a:pt x="11434" y="15474"/>
                    <a:pt x="12011" y="13237"/>
                    <a:pt x="12335" y="10965"/>
                  </a:cubicBezTo>
                  <a:cubicBezTo>
                    <a:pt x="12660" y="8693"/>
                    <a:pt x="12768" y="6385"/>
                    <a:pt x="12768" y="4581"/>
                  </a:cubicBezTo>
                  <a:cubicBezTo>
                    <a:pt x="12768" y="2417"/>
                    <a:pt x="12624" y="902"/>
                    <a:pt x="12624" y="902"/>
                  </a:cubicBezTo>
                  <a:lnTo>
                    <a:pt x="12624" y="866"/>
                  </a:lnTo>
                  <a:cubicBezTo>
                    <a:pt x="12552" y="614"/>
                    <a:pt x="12480" y="434"/>
                    <a:pt x="12335" y="289"/>
                  </a:cubicBezTo>
                  <a:cubicBezTo>
                    <a:pt x="12227" y="109"/>
                    <a:pt x="12011" y="1"/>
                    <a:pt x="11830"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27" name="Google Shape;4789;p64">
              <a:extLst>
                <a:ext uri="{FF2B5EF4-FFF2-40B4-BE49-F238E27FC236}">
                  <a16:creationId xmlns:a16="http://schemas.microsoft.com/office/drawing/2014/main" id="{28A67F69-21C9-561F-4225-34E054EC4C3B}"/>
                </a:ext>
              </a:extLst>
            </p:cNvPr>
            <p:cNvSpPr/>
            <p:nvPr/>
          </p:nvSpPr>
          <p:spPr>
            <a:xfrm>
              <a:off x="3224800" y="2836750"/>
              <a:ext cx="786275" cy="880150"/>
            </a:xfrm>
            <a:custGeom>
              <a:avLst/>
              <a:gdLst/>
              <a:ahLst/>
              <a:cxnLst/>
              <a:rect l="l" t="t" r="r" b="b"/>
              <a:pathLst>
                <a:path w="31451" h="35206" extrusionOk="0">
                  <a:moveTo>
                    <a:pt x="19513" y="0"/>
                  </a:moveTo>
                  <a:cubicBezTo>
                    <a:pt x="19512" y="1"/>
                    <a:pt x="3138" y="4256"/>
                    <a:pt x="0" y="5663"/>
                  </a:cubicBezTo>
                  <a:cubicBezTo>
                    <a:pt x="0" y="5663"/>
                    <a:pt x="253" y="14211"/>
                    <a:pt x="3535" y="23156"/>
                  </a:cubicBezTo>
                  <a:cubicBezTo>
                    <a:pt x="6817" y="32064"/>
                    <a:pt x="12335" y="35094"/>
                    <a:pt x="14716" y="35202"/>
                  </a:cubicBezTo>
                  <a:cubicBezTo>
                    <a:pt x="14753" y="35204"/>
                    <a:pt x="14791" y="35205"/>
                    <a:pt x="14830" y="35205"/>
                  </a:cubicBezTo>
                  <a:cubicBezTo>
                    <a:pt x="17272" y="35205"/>
                    <a:pt x="21672" y="30736"/>
                    <a:pt x="23660" y="26546"/>
                  </a:cubicBezTo>
                  <a:cubicBezTo>
                    <a:pt x="25680" y="22254"/>
                    <a:pt x="27051" y="17349"/>
                    <a:pt x="27051" y="17349"/>
                  </a:cubicBezTo>
                  <a:cubicBezTo>
                    <a:pt x="27051" y="17349"/>
                    <a:pt x="29972" y="16339"/>
                    <a:pt x="30730" y="13706"/>
                  </a:cubicBezTo>
                  <a:cubicBezTo>
                    <a:pt x="31451" y="11073"/>
                    <a:pt x="31343" y="8657"/>
                    <a:pt x="29323" y="8404"/>
                  </a:cubicBezTo>
                  <a:cubicBezTo>
                    <a:pt x="29239" y="8394"/>
                    <a:pt x="29158" y="8389"/>
                    <a:pt x="29078" y="8389"/>
                  </a:cubicBezTo>
                  <a:cubicBezTo>
                    <a:pt x="27233" y="8389"/>
                    <a:pt x="26438" y="11073"/>
                    <a:pt x="26438" y="11073"/>
                  </a:cubicBezTo>
                  <a:cubicBezTo>
                    <a:pt x="26438" y="11073"/>
                    <a:pt x="23913" y="9414"/>
                    <a:pt x="22903" y="6168"/>
                  </a:cubicBezTo>
                  <a:cubicBezTo>
                    <a:pt x="22001" y="3236"/>
                    <a:pt x="23517" y="908"/>
                    <a:pt x="23130" y="908"/>
                  </a:cubicBezTo>
                  <a:cubicBezTo>
                    <a:pt x="23084" y="908"/>
                    <a:pt x="23011" y="941"/>
                    <a:pt x="22903" y="1010"/>
                  </a:cubicBezTo>
                  <a:cubicBezTo>
                    <a:pt x="21982" y="1569"/>
                    <a:pt x="20222" y="3298"/>
                    <a:pt x="19180" y="3298"/>
                  </a:cubicBezTo>
                  <a:cubicBezTo>
                    <a:pt x="19080" y="3298"/>
                    <a:pt x="18986" y="3282"/>
                    <a:pt x="18900" y="3247"/>
                  </a:cubicBezTo>
                  <a:cubicBezTo>
                    <a:pt x="17890" y="2886"/>
                    <a:pt x="19513" y="1"/>
                    <a:pt x="19513" y="0"/>
                  </a:cubicBezTo>
                  <a:close/>
                </a:path>
              </a:pathLst>
            </a:custGeom>
            <a:solidFill>
              <a:srgbClr val="707070"/>
            </a:solidFill>
            <a:ln>
              <a:noFill/>
            </a:ln>
          </p:spPr>
          <p:txBody>
            <a:bodyPr spcFirstLastPara="1" wrap="square" lIns="121900" tIns="121900" rIns="121900" bIns="121900" anchor="ctr" anchorCtr="0">
              <a:noAutofit/>
            </a:bodyPr>
            <a:lstStyle/>
            <a:p>
              <a:endParaRPr sz="2400"/>
            </a:p>
          </p:txBody>
        </p:sp>
        <p:sp>
          <p:nvSpPr>
            <p:cNvPr id="28" name="Google Shape;4790;p64">
              <a:extLst>
                <a:ext uri="{FF2B5EF4-FFF2-40B4-BE49-F238E27FC236}">
                  <a16:creationId xmlns:a16="http://schemas.microsoft.com/office/drawing/2014/main" id="{661B4401-7DF7-947A-A764-87A436808AE8}"/>
                </a:ext>
              </a:extLst>
            </p:cNvPr>
            <p:cNvSpPr/>
            <p:nvPr/>
          </p:nvSpPr>
          <p:spPr>
            <a:xfrm>
              <a:off x="3217575" y="2829200"/>
              <a:ext cx="793500" cy="895725"/>
            </a:xfrm>
            <a:custGeom>
              <a:avLst/>
              <a:gdLst/>
              <a:ahLst/>
              <a:cxnLst/>
              <a:rect l="l" t="t" r="r" b="b"/>
              <a:pathLst>
                <a:path w="31740" h="35829" extrusionOk="0">
                  <a:moveTo>
                    <a:pt x="19227" y="757"/>
                  </a:moveTo>
                  <a:cubicBezTo>
                    <a:pt x="19168" y="873"/>
                    <a:pt x="19106" y="999"/>
                    <a:pt x="19044" y="1132"/>
                  </a:cubicBezTo>
                  <a:cubicBezTo>
                    <a:pt x="18792" y="1709"/>
                    <a:pt x="18539" y="2358"/>
                    <a:pt x="18539" y="2935"/>
                  </a:cubicBezTo>
                  <a:cubicBezTo>
                    <a:pt x="18539" y="3116"/>
                    <a:pt x="18575" y="3296"/>
                    <a:pt x="18648" y="3476"/>
                  </a:cubicBezTo>
                  <a:cubicBezTo>
                    <a:pt x="18720" y="3621"/>
                    <a:pt x="18864" y="3765"/>
                    <a:pt x="19080" y="3837"/>
                  </a:cubicBezTo>
                  <a:cubicBezTo>
                    <a:pt x="19189" y="3873"/>
                    <a:pt x="19333" y="3909"/>
                    <a:pt x="19441" y="3909"/>
                  </a:cubicBezTo>
                  <a:cubicBezTo>
                    <a:pt x="19802" y="3909"/>
                    <a:pt x="20126" y="3765"/>
                    <a:pt x="20487" y="3585"/>
                  </a:cubicBezTo>
                  <a:cubicBezTo>
                    <a:pt x="21028" y="3332"/>
                    <a:pt x="21569" y="2899"/>
                    <a:pt x="22074" y="2503"/>
                  </a:cubicBezTo>
                  <a:cubicBezTo>
                    <a:pt x="22443" y="2239"/>
                    <a:pt x="22794" y="1955"/>
                    <a:pt x="23082" y="1752"/>
                  </a:cubicBezTo>
                  <a:lnTo>
                    <a:pt x="23082" y="1752"/>
                  </a:lnTo>
                  <a:cubicBezTo>
                    <a:pt x="22898" y="2318"/>
                    <a:pt x="22615" y="3308"/>
                    <a:pt x="22615" y="4486"/>
                  </a:cubicBezTo>
                  <a:cubicBezTo>
                    <a:pt x="22615" y="5135"/>
                    <a:pt x="22687" y="5821"/>
                    <a:pt x="22904" y="6542"/>
                  </a:cubicBezTo>
                  <a:cubicBezTo>
                    <a:pt x="23949" y="9932"/>
                    <a:pt x="26546" y="11591"/>
                    <a:pt x="26546" y="11628"/>
                  </a:cubicBezTo>
                  <a:cubicBezTo>
                    <a:pt x="26600" y="11646"/>
                    <a:pt x="26645" y="11655"/>
                    <a:pt x="26691" y="11655"/>
                  </a:cubicBezTo>
                  <a:cubicBezTo>
                    <a:pt x="26736" y="11655"/>
                    <a:pt x="26781" y="11646"/>
                    <a:pt x="26835" y="11628"/>
                  </a:cubicBezTo>
                  <a:cubicBezTo>
                    <a:pt x="26907" y="11628"/>
                    <a:pt x="26979" y="11555"/>
                    <a:pt x="27015" y="11447"/>
                  </a:cubicBezTo>
                  <a:lnTo>
                    <a:pt x="27015" y="11411"/>
                  </a:lnTo>
                  <a:cubicBezTo>
                    <a:pt x="27051" y="11303"/>
                    <a:pt x="27268" y="10654"/>
                    <a:pt x="27700" y="10077"/>
                  </a:cubicBezTo>
                  <a:cubicBezTo>
                    <a:pt x="27881" y="9788"/>
                    <a:pt x="28133" y="9500"/>
                    <a:pt x="28422" y="9319"/>
                  </a:cubicBezTo>
                  <a:cubicBezTo>
                    <a:pt x="28710" y="9139"/>
                    <a:pt x="28999" y="8995"/>
                    <a:pt x="29360" y="8995"/>
                  </a:cubicBezTo>
                  <a:cubicBezTo>
                    <a:pt x="29432" y="8995"/>
                    <a:pt x="29504" y="8995"/>
                    <a:pt x="29576" y="9031"/>
                  </a:cubicBezTo>
                  <a:cubicBezTo>
                    <a:pt x="30153" y="9103"/>
                    <a:pt x="30514" y="9319"/>
                    <a:pt x="30766" y="9716"/>
                  </a:cubicBezTo>
                  <a:cubicBezTo>
                    <a:pt x="31019" y="10113"/>
                    <a:pt x="31127" y="10690"/>
                    <a:pt x="31127" y="11375"/>
                  </a:cubicBezTo>
                  <a:cubicBezTo>
                    <a:pt x="31127" y="12096"/>
                    <a:pt x="30983" y="12998"/>
                    <a:pt x="30694" y="13936"/>
                  </a:cubicBezTo>
                  <a:cubicBezTo>
                    <a:pt x="30369" y="15162"/>
                    <a:pt x="29504" y="16028"/>
                    <a:pt x="28710" y="16569"/>
                  </a:cubicBezTo>
                  <a:cubicBezTo>
                    <a:pt x="28314" y="16857"/>
                    <a:pt x="27953" y="17038"/>
                    <a:pt x="27700" y="17182"/>
                  </a:cubicBezTo>
                  <a:cubicBezTo>
                    <a:pt x="27556" y="17254"/>
                    <a:pt x="27448" y="17290"/>
                    <a:pt x="27376" y="17326"/>
                  </a:cubicBezTo>
                  <a:lnTo>
                    <a:pt x="27268" y="17362"/>
                  </a:lnTo>
                  <a:cubicBezTo>
                    <a:pt x="27159" y="17398"/>
                    <a:pt x="27087" y="17470"/>
                    <a:pt x="27051" y="17579"/>
                  </a:cubicBezTo>
                  <a:cubicBezTo>
                    <a:pt x="27051" y="17579"/>
                    <a:pt x="26979" y="17867"/>
                    <a:pt x="26835" y="18408"/>
                  </a:cubicBezTo>
                  <a:cubicBezTo>
                    <a:pt x="26330" y="19959"/>
                    <a:pt x="25176" y="23530"/>
                    <a:pt x="23697" y="26704"/>
                  </a:cubicBezTo>
                  <a:cubicBezTo>
                    <a:pt x="22723" y="28795"/>
                    <a:pt x="21136" y="30923"/>
                    <a:pt x="19477" y="32546"/>
                  </a:cubicBezTo>
                  <a:cubicBezTo>
                    <a:pt x="18684" y="33376"/>
                    <a:pt x="17854" y="34025"/>
                    <a:pt x="17097" y="34494"/>
                  </a:cubicBezTo>
                  <a:cubicBezTo>
                    <a:pt x="16339" y="34963"/>
                    <a:pt x="15618" y="35215"/>
                    <a:pt x="15113" y="35215"/>
                  </a:cubicBezTo>
                  <a:lnTo>
                    <a:pt x="15041" y="35215"/>
                  </a:lnTo>
                  <a:cubicBezTo>
                    <a:pt x="13959" y="35179"/>
                    <a:pt x="12011" y="34422"/>
                    <a:pt x="9955" y="32546"/>
                  </a:cubicBezTo>
                  <a:cubicBezTo>
                    <a:pt x="7900" y="30707"/>
                    <a:pt x="5736" y="27750"/>
                    <a:pt x="4113" y="23349"/>
                  </a:cubicBezTo>
                  <a:cubicBezTo>
                    <a:pt x="2490" y="18913"/>
                    <a:pt x="1588" y="14549"/>
                    <a:pt x="1119" y="11303"/>
                  </a:cubicBezTo>
                  <a:cubicBezTo>
                    <a:pt x="903" y="9680"/>
                    <a:pt x="758" y="8345"/>
                    <a:pt x="686" y="7408"/>
                  </a:cubicBezTo>
                  <a:cubicBezTo>
                    <a:pt x="650" y="6939"/>
                    <a:pt x="614" y="6578"/>
                    <a:pt x="614" y="6326"/>
                  </a:cubicBezTo>
                  <a:cubicBezTo>
                    <a:pt x="614" y="6256"/>
                    <a:pt x="614" y="6195"/>
                    <a:pt x="614" y="6142"/>
                  </a:cubicBezTo>
                  <a:lnTo>
                    <a:pt x="614" y="6142"/>
                  </a:lnTo>
                  <a:cubicBezTo>
                    <a:pt x="1427" y="5813"/>
                    <a:pt x="2924" y="5309"/>
                    <a:pt x="4762" y="4775"/>
                  </a:cubicBezTo>
                  <a:cubicBezTo>
                    <a:pt x="7719" y="3873"/>
                    <a:pt x="11506" y="2827"/>
                    <a:pt x="14536" y="1998"/>
                  </a:cubicBezTo>
                  <a:cubicBezTo>
                    <a:pt x="16051" y="1601"/>
                    <a:pt x="17385" y="1240"/>
                    <a:pt x="18359" y="988"/>
                  </a:cubicBezTo>
                  <a:cubicBezTo>
                    <a:pt x="18699" y="896"/>
                    <a:pt x="18992" y="819"/>
                    <a:pt x="19227" y="757"/>
                  </a:cubicBezTo>
                  <a:close/>
                  <a:moveTo>
                    <a:pt x="19816" y="0"/>
                  </a:moveTo>
                  <a:cubicBezTo>
                    <a:pt x="19786" y="0"/>
                    <a:pt x="19757" y="5"/>
                    <a:pt x="19730" y="14"/>
                  </a:cubicBezTo>
                  <a:cubicBezTo>
                    <a:pt x="19730" y="14"/>
                    <a:pt x="15618" y="1060"/>
                    <a:pt x="11146" y="2322"/>
                  </a:cubicBezTo>
                  <a:cubicBezTo>
                    <a:pt x="8909" y="2935"/>
                    <a:pt x="6565" y="3585"/>
                    <a:pt x="4581" y="4198"/>
                  </a:cubicBezTo>
                  <a:cubicBezTo>
                    <a:pt x="2598" y="4775"/>
                    <a:pt x="1011" y="5316"/>
                    <a:pt x="181" y="5676"/>
                  </a:cubicBezTo>
                  <a:cubicBezTo>
                    <a:pt x="73" y="5713"/>
                    <a:pt x="1" y="5821"/>
                    <a:pt x="1" y="5965"/>
                  </a:cubicBezTo>
                  <a:cubicBezTo>
                    <a:pt x="1" y="5965"/>
                    <a:pt x="253" y="14549"/>
                    <a:pt x="3536" y="23530"/>
                  </a:cubicBezTo>
                  <a:cubicBezTo>
                    <a:pt x="5195" y="28038"/>
                    <a:pt x="7431" y="31068"/>
                    <a:pt x="9559" y="33015"/>
                  </a:cubicBezTo>
                  <a:cubicBezTo>
                    <a:pt x="11687" y="34927"/>
                    <a:pt x="13706" y="35756"/>
                    <a:pt x="15005" y="35829"/>
                  </a:cubicBezTo>
                  <a:lnTo>
                    <a:pt x="15113" y="35829"/>
                  </a:lnTo>
                  <a:cubicBezTo>
                    <a:pt x="15798" y="35829"/>
                    <a:pt x="16592" y="35504"/>
                    <a:pt x="17385" y="34999"/>
                  </a:cubicBezTo>
                  <a:cubicBezTo>
                    <a:pt x="19838" y="33520"/>
                    <a:pt x="22687" y="30202"/>
                    <a:pt x="24238" y="26956"/>
                  </a:cubicBezTo>
                  <a:cubicBezTo>
                    <a:pt x="26041" y="23124"/>
                    <a:pt x="27327" y="18802"/>
                    <a:pt x="27582" y="17895"/>
                  </a:cubicBezTo>
                  <a:lnTo>
                    <a:pt x="27582" y="17895"/>
                  </a:lnTo>
                  <a:cubicBezTo>
                    <a:pt x="27834" y="17799"/>
                    <a:pt x="28411" y="17541"/>
                    <a:pt x="29071" y="17074"/>
                  </a:cubicBezTo>
                  <a:cubicBezTo>
                    <a:pt x="29901" y="16461"/>
                    <a:pt x="30874" y="15487"/>
                    <a:pt x="31307" y="14080"/>
                  </a:cubicBezTo>
                  <a:cubicBezTo>
                    <a:pt x="31560" y="13142"/>
                    <a:pt x="31740" y="12205"/>
                    <a:pt x="31740" y="11375"/>
                  </a:cubicBezTo>
                  <a:cubicBezTo>
                    <a:pt x="31740" y="10618"/>
                    <a:pt x="31596" y="9932"/>
                    <a:pt x="31271" y="9391"/>
                  </a:cubicBezTo>
                  <a:cubicBezTo>
                    <a:pt x="30946" y="8886"/>
                    <a:pt x="30369" y="8490"/>
                    <a:pt x="29648" y="8418"/>
                  </a:cubicBezTo>
                  <a:lnTo>
                    <a:pt x="29360" y="8418"/>
                  </a:lnTo>
                  <a:cubicBezTo>
                    <a:pt x="28855" y="8418"/>
                    <a:pt x="28386" y="8598"/>
                    <a:pt x="27989" y="8886"/>
                  </a:cubicBezTo>
                  <a:cubicBezTo>
                    <a:pt x="27448" y="9283"/>
                    <a:pt x="27051" y="9896"/>
                    <a:pt x="26799" y="10365"/>
                  </a:cubicBezTo>
                  <a:cubicBezTo>
                    <a:pt x="26706" y="10551"/>
                    <a:pt x="26632" y="10723"/>
                    <a:pt x="26577" y="10865"/>
                  </a:cubicBezTo>
                  <a:lnTo>
                    <a:pt x="26577" y="10865"/>
                  </a:lnTo>
                  <a:cubicBezTo>
                    <a:pt x="25881" y="10313"/>
                    <a:pt x="24225" y="8805"/>
                    <a:pt x="23481" y="6362"/>
                  </a:cubicBezTo>
                  <a:cubicBezTo>
                    <a:pt x="23300" y="5713"/>
                    <a:pt x="23192" y="5063"/>
                    <a:pt x="23192" y="4486"/>
                  </a:cubicBezTo>
                  <a:cubicBezTo>
                    <a:pt x="23192" y="3729"/>
                    <a:pt x="23336" y="3044"/>
                    <a:pt x="23481" y="2503"/>
                  </a:cubicBezTo>
                  <a:cubicBezTo>
                    <a:pt x="23553" y="2214"/>
                    <a:pt x="23625" y="1998"/>
                    <a:pt x="23697" y="1781"/>
                  </a:cubicBezTo>
                  <a:cubicBezTo>
                    <a:pt x="23733" y="1601"/>
                    <a:pt x="23769" y="1457"/>
                    <a:pt x="23805" y="1312"/>
                  </a:cubicBezTo>
                  <a:cubicBezTo>
                    <a:pt x="23805" y="1240"/>
                    <a:pt x="23769" y="1168"/>
                    <a:pt x="23733" y="1060"/>
                  </a:cubicBezTo>
                  <a:cubicBezTo>
                    <a:pt x="23697" y="1024"/>
                    <a:pt x="23625" y="952"/>
                    <a:pt x="23589" y="916"/>
                  </a:cubicBezTo>
                  <a:cubicBezTo>
                    <a:pt x="23517" y="916"/>
                    <a:pt x="23481" y="880"/>
                    <a:pt x="23408" y="880"/>
                  </a:cubicBezTo>
                  <a:cubicBezTo>
                    <a:pt x="23336" y="916"/>
                    <a:pt x="23264" y="916"/>
                    <a:pt x="23228" y="952"/>
                  </a:cubicBezTo>
                  <a:cubicBezTo>
                    <a:pt x="23156" y="988"/>
                    <a:pt x="23084" y="988"/>
                    <a:pt x="23048" y="1024"/>
                  </a:cubicBezTo>
                  <a:cubicBezTo>
                    <a:pt x="22543" y="1348"/>
                    <a:pt x="21894" y="1925"/>
                    <a:pt x="21208" y="2430"/>
                  </a:cubicBezTo>
                  <a:cubicBezTo>
                    <a:pt x="20848" y="2683"/>
                    <a:pt x="20523" y="2899"/>
                    <a:pt x="20198" y="3044"/>
                  </a:cubicBezTo>
                  <a:cubicBezTo>
                    <a:pt x="19910" y="3224"/>
                    <a:pt x="19621" y="3296"/>
                    <a:pt x="19441" y="3296"/>
                  </a:cubicBezTo>
                  <a:lnTo>
                    <a:pt x="19297" y="3296"/>
                  </a:lnTo>
                  <a:lnTo>
                    <a:pt x="19189" y="3188"/>
                  </a:lnTo>
                  <a:cubicBezTo>
                    <a:pt x="19153" y="3152"/>
                    <a:pt x="19153" y="3080"/>
                    <a:pt x="19153" y="2935"/>
                  </a:cubicBezTo>
                  <a:cubicBezTo>
                    <a:pt x="19153" y="2539"/>
                    <a:pt x="19369" y="1889"/>
                    <a:pt x="19585" y="1384"/>
                  </a:cubicBezTo>
                  <a:cubicBezTo>
                    <a:pt x="19730" y="1096"/>
                    <a:pt x="19838" y="880"/>
                    <a:pt x="19910" y="699"/>
                  </a:cubicBezTo>
                  <a:cubicBezTo>
                    <a:pt x="19946" y="627"/>
                    <a:pt x="19982" y="555"/>
                    <a:pt x="20018" y="519"/>
                  </a:cubicBezTo>
                  <a:lnTo>
                    <a:pt x="20054" y="447"/>
                  </a:lnTo>
                  <a:cubicBezTo>
                    <a:pt x="20126" y="339"/>
                    <a:pt x="20126" y="194"/>
                    <a:pt x="20054" y="122"/>
                  </a:cubicBezTo>
                  <a:cubicBezTo>
                    <a:pt x="20000" y="41"/>
                    <a:pt x="19905" y="0"/>
                    <a:pt x="19816"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29" name="Google Shape;4791;p64">
              <a:extLst>
                <a:ext uri="{FF2B5EF4-FFF2-40B4-BE49-F238E27FC236}">
                  <a16:creationId xmlns:a16="http://schemas.microsoft.com/office/drawing/2014/main" id="{609F4036-4317-906C-5E45-666890CBA955}"/>
                </a:ext>
              </a:extLst>
            </p:cNvPr>
            <p:cNvSpPr/>
            <p:nvPr/>
          </p:nvSpPr>
          <p:spPr>
            <a:xfrm>
              <a:off x="3751375" y="3083575"/>
              <a:ext cx="155125" cy="68600"/>
            </a:xfrm>
            <a:custGeom>
              <a:avLst/>
              <a:gdLst/>
              <a:ahLst/>
              <a:cxnLst/>
              <a:rect l="l" t="t" r="r" b="b"/>
              <a:pathLst>
                <a:path w="6205" h="2744" extrusionOk="0">
                  <a:moveTo>
                    <a:pt x="5848" y="1"/>
                  </a:moveTo>
                  <a:cubicBezTo>
                    <a:pt x="5822" y="1"/>
                    <a:pt x="5796" y="4"/>
                    <a:pt x="5771" y="10"/>
                  </a:cubicBezTo>
                  <a:lnTo>
                    <a:pt x="217" y="2174"/>
                  </a:lnTo>
                  <a:cubicBezTo>
                    <a:pt x="73" y="2210"/>
                    <a:pt x="1" y="2390"/>
                    <a:pt x="73" y="2571"/>
                  </a:cubicBezTo>
                  <a:cubicBezTo>
                    <a:pt x="99" y="2676"/>
                    <a:pt x="203" y="2743"/>
                    <a:pt x="313" y="2743"/>
                  </a:cubicBezTo>
                  <a:cubicBezTo>
                    <a:pt x="354" y="2743"/>
                    <a:pt x="395" y="2734"/>
                    <a:pt x="433" y="2715"/>
                  </a:cubicBezTo>
                  <a:lnTo>
                    <a:pt x="5988" y="587"/>
                  </a:lnTo>
                  <a:cubicBezTo>
                    <a:pt x="6132" y="515"/>
                    <a:pt x="6204" y="334"/>
                    <a:pt x="6168" y="190"/>
                  </a:cubicBezTo>
                  <a:cubicBezTo>
                    <a:pt x="6108" y="71"/>
                    <a:pt x="5974" y="1"/>
                    <a:pt x="5848"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0" name="Google Shape;4792;p64">
              <a:extLst>
                <a:ext uri="{FF2B5EF4-FFF2-40B4-BE49-F238E27FC236}">
                  <a16:creationId xmlns:a16="http://schemas.microsoft.com/office/drawing/2014/main" id="{993FE09F-790D-2F24-89F4-F7F4432390E5}"/>
                </a:ext>
              </a:extLst>
            </p:cNvPr>
            <p:cNvSpPr/>
            <p:nvPr/>
          </p:nvSpPr>
          <p:spPr>
            <a:xfrm>
              <a:off x="3156275" y="3109950"/>
              <a:ext cx="628500" cy="217975"/>
            </a:xfrm>
            <a:custGeom>
              <a:avLst/>
              <a:gdLst/>
              <a:ahLst/>
              <a:cxnLst/>
              <a:rect l="l" t="t" r="r" b="b"/>
              <a:pathLst>
                <a:path w="25140" h="8719" extrusionOk="0">
                  <a:moveTo>
                    <a:pt x="0" y="1"/>
                  </a:moveTo>
                  <a:cubicBezTo>
                    <a:pt x="0" y="1"/>
                    <a:pt x="109" y="3535"/>
                    <a:pt x="1876" y="5555"/>
                  </a:cubicBezTo>
                  <a:cubicBezTo>
                    <a:pt x="3144" y="6979"/>
                    <a:pt x="5380" y="7511"/>
                    <a:pt x="7047" y="7511"/>
                  </a:cubicBezTo>
                  <a:cubicBezTo>
                    <a:pt x="7702" y="7511"/>
                    <a:pt x="8270" y="7429"/>
                    <a:pt x="8656" y="7286"/>
                  </a:cubicBezTo>
                  <a:cubicBezTo>
                    <a:pt x="9996" y="6840"/>
                    <a:pt x="9831" y="3255"/>
                    <a:pt x="11120" y="3255"/>
                  </a:cubicBezTo>
                  <a:cubicBezTo>
                    <a:pt x="11184" y="3255"/>
                    <a:pt x="11253" y="3264"/>
                    <a:pt x="11325" y="3283"/>
                  </a:cubicBezTo>
                  <a:cubicBezTo>
                    <a:pt x="12804" y="3644"/>
                    <a:pt x="12552" y="5303"/>
                    <a:pt x="13201" y="6817"/>
                  </a:cubicBezTo>
                  <a:cubicBezTo>
                    <a:pt x="13814" y="8296"/>
                    <a:pt x="14463" y="8188"/>
                    <a:pt x="17204" y="8549"/>
                  </a:cubicBezTo>
                  <a:cubicBezTo>
                    <a:pt x="17971" y="8658"/>
                    <a:pt x="18726" y="8718"/>
                    <a:pt x="19439" y="8718"/>
                  </a:cubicBezTo>
                  <a:cubicBezTo>
                    <a:pt x="21311" y="8718"/>
                    <a:pt x="22893" y="8305"/>
                    <a:pt x="23624" y="7286"/>
                  </a:cubicBezTo>
                  <a:cubicBezTo>
                    <a:pt x="24634" y="5916"/>
                    <a:pt x="25139" y="1624"/>
                    <a:pt x="24129" y="1407"/>
                  </a:cubicBezTo>
                  <a:cubicBezTo>
                    <a:pt x="23922" y="1355"/>
                    <a:pt x="23613" y="1334"/>
                    <a:pt x="23223" y="1334"/>
                  </a:cubicBezTo>
                  <a:cubicBezTo>
                    <a:pt x="21714" y="1334"/>
                    <a:pt x="18980" y="1653"/>
                    <a:pt x="16086" y="1768"/>
                  </a:cubicBezTo>
                  <a:cubicBezTo>
                    <a:pt x="12444" y="1876"/>
                    <a:pt x="11073" y="2021"/>
                    <a:pt x="11073" y="2021"/>
                  </a:cubicBezTo>
                  <a:lnTo>
                    <a:pt x="0" y="1"/>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31" name="Google Shape;4793;p64">
              <a:extLst>
                <a:ext uri="{FF2B5EF4-FFF2-40B4-BE49-F238E27FC236}">
                  <a16:creationId xmlns:a16="http://schemas.microsoft.com/office/drawing/2014/main" id="{1CA235DD-6283-7544-9932-425436712420}"/>
                </a:ext>
              </a:extLst>
            </p:cNvPr>
            <p:cNvSpPr/>
            <p:nvPr/>
          </p:nvSpPr>
          <p:spPr>
            <a:xfrm>
              <a:off x="3501625" y="3169475"/>
              <a:ext cx="275025" cy="158450"/>
            </a:xfrm>
            <a:custGeom>
              <a:avLst/>
              <a:gdLst/>
              <a:ahLst/>
              <a:cxnLst/>
              <a:rect l="l" t="t" r="r" b="b"/>
              <a:pathLst>
                <a:path w="11001" h="6338" extrusionOk="0">
                  <a:moveTo>
                    <a:pt x="10820" y="0"/>
                  </a:moveTo>
                  <a:lnTo>
                    <a:pt x="0" y="5374"/>
                  </a:lnTo>
                  <a:cubicBezTo>
                    <a:pt x="577" y="5879"/>
                    <a:pt x="1443" y="5915"/>
                    <a:pt x="3390" y="6168"/>
                  </a:cubicBezTo>
                  <a:cubicBezTo>
                    <a:pt x="4157" y="6277"/>
                    <a:pt x="4912" y="6337"/>
                    <a:pt x="5625" y="6337"/>
                  </a:cubicBezTo>
                  <a:cubicBezTo>
                    <a:pt x="7497" y="6337"/>
                    <a:pt x="9079" y="5924"/>
                    <a:pt x="9810" y="4905"/>
                  </a:cubicBezTo>
                  <a:cubicBezTo>
                    <a:pt x="10568" y="3932"/>
                    <a:pt x="11001" y="1407"/>
                    <a:pt x="10820"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32" name="Google Shape;4794;p64">
              <a:extLst>
                <a:ext uri="{FF2B5EF4-FFF2-40B4-BE49-F238E27FC236}">
                  <a16:creationId xmlns:a16="http://schemas.microsoft.com/office/drawing/2014/main" id="{3B975ED9-3F49-98C3-F332-7E957D6D32E2}"/>
                </a:ext>
              </a:extLst>
            </p:cNvPr>
            <p:cNvSpPr/>
            <p:nvPr/>
          </p:nvSpPr>
          <p:spPr>
            <a:xfrm>
              <a:off x="3217575" y="3153250"/>
              <a:ext cx="351700" cy="144800"/>
            </a:xfrm>
            <a:custGeom>
              <a:avLst/>
              <a:gdLst/>
              <a:ahLst/>
              <a:cxnLst/>
              <a:rect l="l" t="t" r="r" b="b"/>
              <a:pathLst>
                <a:path w="14068" h="5792" extrusionOk="0">
                  <a:moveTo>
                    <a:pt x="14067" y="0"/>
                  </a:moveTo>
                  <a:lnTo>
                    <a:pt x="14067" y="0"/>
                  </a:lnTo>
                  <a:cubicBezTo>
                    <a:pt x="13923" y="36"/>
                    <a:pt x="13779" y="36"/>
                    <a:pt x="13634" y="36"/>
                  </a:cubicBezTo>
                  <a:cubicBezTo>
                    <a:pt x="12552" y="72"/>
                    <a:pt x="11687" y="108"/>
                    <a:pt x="10965" y="144"/>
                  </a:cubicBezTo>
                  <a:lnTo>
                    <a:pt x="1" y="4364"/>
                  </a:lnTo>
                  <a:cubicBezTo>
                    <a:pt x="1302" y="5395"/>
                    <a:pt x="3138" y="5791"/>
                    <a:pt x="4564" y="5791"/>
                  </a:cubicBezTo>
                  <a:cubicBezTo>
                    <a:pt x="5234" y="5791"/>
                    <a:pt x="5813" y="5704"/>
                    <a:pt x="6204" y="5554"/>
                  </a:cubicBezTo>
                  <a:cubicBezTo>
                    <a:pt x="7544" y="5108"/>
                    <a:pt x="7379" y="1523"/>
                    <a:pt x="8668" y="1523"/>
                  </a:cubicBezTo>
                  <a:cubicBezTo>
                    <a:pt x="8732" y="1523"/>
                    <a:pt x="8801" y="1532"/>
                    <a:pt x="8873" y="1551"/>
                  </a:cubicBezTo>
                  <a:cubicBezTo>
                    <a:pt x="9739" y="1767"/>
                    <a:pt x="10028" y="2453"/>
                    <a:pt x="10244" y="3282"/>
                  </a:cubicBezTo>
                  <a:lnTo>
                    <a:pt x="14067" y="0"/>
                  </a:ln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33" name="Google Shape;4795;p64">
              <a:extLst>
                <a:ext uri="{FF2B5EF4-FFF2-40B4-BE49-F238E27FC236}">
                  <a16:creationId xmlns:a16="http://schemas.microsoft.com/office/drawing/2014/main" id="{A1FC77DE-7AB8-A8B8-BD7B-736F516A1C1B}"/>
                </a:ext>
              </a:extLst>
            </p:cNvPr>
            <p:cNvSpPr/>
            <p:nvPr/>
          </p:nvSpPr>
          <p:spPr>
            <a:xfrm>
              <a:off x="3148150" y="3102400"/>
              <a:ext cx="633000" cy="233000"/>
            </a:xfrm>
            <a:custGeom>
              <a:avLst/>
              <a:gdLst/>
              <a:ahLst/>
              <a:cxnLst/>
              <a:rect l="l" t="t" r="r" b="b"/>
              <a:pathLst>
                <a:path w="25320" h="9320" extrusionOk="0">
                  <a:moveTo>
                    <a:pt x="638" y="661"/>
                  </a:moveTo>
                  <a:lnTo>
                    <a:pt x="11326" y="2611"/>
                  </a:lnTo>
                  <a:lnTo>
                    <a:pt x="11686" y="2611"/>
                  </a:lnTo>
                  <a:cubicBezTo>
                    <a:pt x="12228" y="2575"/>
                    <a:pt x="13706" y="2467"/>
                    <a:pt x="16411" y="2359"/>
                  </a:cubicBezTo>
                  <a:cubicBezTo>
                    <a:pt x="19369" y="2250"/>
                    <a:pt x="22146" y="1926"/>
                    <a:pt x="23625" y="1926"/>
                  </a:cubicBezTo>
                  <a:cubicBezTo>
                    <a:pt x="23985" y="1926"/>
                    <a:pt x="24238" y="1962"/>
                    <a:pt x="24382" y="1998"/>
                  </a:cubicBezTo>
                  <a:lnTo>
                    <a:pt x="24490" y="2034"/>
                  </a:lnTo>
                  <a:cubicBezTo>
                    <a:pt x="24526" y="2142"/>
                    <a:pt x="24599" y="2286"/>
                    <a:pt x="24635" y="2539"/>
                  </a:cubicBezTo>
                  <a:cubicBezTo>
                    <a:pt x="24707" y="2755"/>
                    <a:pt x="24707" y="3044"/>
                    <a:pt x="24707" y="3369"/>
                  </a:cubicBezTo>
                  <a:cubicBezTo>
                    <a:pt x="24707" y="4054"/>
                    <a:pt x="24599" y="4883"/>
                    <a:pt x="24418" y="5641"/>
                  </a:cubicBezTo>
                  <a:cubicBezTo>
                    <a:pt x="24238" y="6398"/>
                    <a:pt x="23985" y="7047"/>
                    <a:pt x="23733" y="7444"/>
                  </a:cubicBezTo>
                  <a:cubicBezTo>
                    <a:pt x="23408" y="7877"/>
                    <a:pt x="22867" y="8202"/>
                    <a:pt x="22182" y="8418"/>
                  </a:cubicBezTo>
                  <a:cubicBezTo>
                    <a:pt x="21497" y="8634"/>
                    <a:pt x="20667" y="8706"/>
                    <a:pt x="19729" y="8706"/>
                  </a:cubicBezTo>
                  <a:cubicBezTo>
                    <a:pt x="19044" y="8706"/>
                    <a:pt x="18323" y="8670"/>
                    <a:pt x="17602" y="8562"/>
                  </a:cubicBezTo>
                  <a:cubicBezTo>
                    <a:pt x="16195" y="8382"/>
                    <a:pt x="15329" y="8310"/>
                    <a:pt x="14824" y="8129"/>
                  </a:cubicBezTo>
                  <a:cubicBezTo>
                    <a:pt x="14572" y="8021"/>
                    <a:pt x="14392" y="7913"/>
                    <a:pt x="14247" y="7769"/>
                  </a:cubicBezTo>
                  <a:cubicBezTo>
                    <a:pt x="14103" y="7588"/>
                    <a:pt x="13959" y="7336"/>
                    <a:pt x="13814" y="6975"/>
                  </a:cubicBezTo>
                  <a:cubicBezTo>
                    <a:pt x="13490" y="6290"/>
                    <a:pt x="13418" y="5496"/>
                    <a:pt x="13201" y="4811"/>
                  </a:cubicBezTo>
                  <a:cubicBezTo>
                    <a:pt x="13093" y="4487"/>
                    <a:pt x="12949" y="4162"/>
                    <a:pt x="12696" y="3873"/>
                  </a:cubicBezTo>
                  <a:cubicBezTo>
                    <a:pt x="12480" y="3621"/>
                    <a:pt x="12119" y="3405"/>
                    <a:pt x="11723" y="3296"/>
                  </a:cubicBezTo>
                  <a:cubicBezTo>
                    <a:pt x="11614" y="3260"/>
                    <a:pt x="11506" y="3260"/>
                    <a:pt x="11434" y="3260"/>
                  </a:cubicBezTo>
                  <a:cubicBezTo>
                    <a:pt x="11218" y="3260"/>
                    <a:pt x="11001" y="3332"/>
                    <a:pt x="10821" y="3477"/>
                  </a:cubicBezTo>
                  <a:cubicBezTo>
                    <a:pt x="10532" y="3729"/>
                    <a:pt x="10352" y="4054"/>
                    <a:pt x="10208" y="4451"/>
                  </a:cubicBezTo>
                  <a:cubicBezTo>
                    <a:pt x="9991" y="5028"/>
                    <a:pt x="9847" y="5713"/>
                    <a:pt x="9631" y="6254"/>
                  </a:cubicBezTo>
                  <a:cubicBezTo>
                    <a:pt x="9522" y="6542"/>
                    <a:pt x="9414" y="6795"/>
                    <a:pt x="9270" y="6975"/>
                  </a:cubicBezTo>
                  <a:cubicBezTo>
                    <a:pt x="9162" y="7156"/>
                    <a:pt x="9018" y="7264"/>
                    <a:pt x="8873" y="7336"/>
                  </a:cubicBezTo>
                  <a:cubicBezTo>
                    <a:pt x="8549" y="7444"/>
                    <a:pt x="8008" y="7516"/>
                    <a:pt x="7395" y="7516"/>
                  </a:cubicBezTo>
                  <a:cubicBezTo>
                    <a:pt x="6565" y="7516"/>
                    <a:pt x="5627" y="7408"/>
                    <a:pt x="4726" y="7083"/>
                  </a:cubicBezTo>
                  <a:cubicBezTo>
                    <a:pt x="3824" y="6795"/>
                    <a:pt x="2994" y="6326"/>
                    <a:pt x="2417" y="5641"/>
                  </a:cubicBezTo>
                  <a:cubicBezTo>
                    <a:pt x="1588" y="4703"/>
                    <a:pt x="1119" y="3369"/>
                    <a:pt x="866" y="2250"/>
                  </a:cubicBezTo>
                  <a:cubicBezTo>
                    <a:pt x="758" y="1709"/>
                    <a:pt x="686" y="1204"/>
                    <a:pt x="650" y="844"/>
                  </a:cubicBezTo>
                  <a:cubicBezTo>
                    <a:pt x="650" y="773"/>
                    <a:pt x="644" y="714"/>
                    <a:pt x="638" y="661"/>
                  </a:cubicBezTo>
                  <a:close/>
                  <a:moveTo>
                    <a:pt x="297" y="0"/>
                  </a:moveTo>
                  <a:cubicBezTo>
                    <a:pt x="234" y="0"/>
                    <a:pt x="162" y="34"/>
                    <a:pt x="109" y="86"/>
                  </a:cubicBezTo>
                  <a:cubicBezTo>
                    <a:pt x="37" y="122"/>
                    <a:pt x="1" y="231"/>
                    <a:pt x="1" y="303"/>
                  </a:cubicBezTo>
                  <a:cubicBezTo>
                    <a:pt x="1" y="339"/>
                    <a:pt x="37" y="1241"/>
                    <a:pt x="289" y="2395"/>
                  </a:cubicBezTo>
                  <a:cubicBezTo>
                    <a:pt x="542" y="3549"/>
                    <a:pt x="1047" y="4955"/>
                    <a:pt x="1984" y="6037"/>
                  </a:cubicBezTo>
                  <a:cubicBezTo>
                    <a:pt x="2634" y="6831"/>
                    <a:pt x="3571" y="7336"/>
                    <a:pt x="4545" y="7660"/>
                  </a:cubicBezTo>
                  <a:cubicBezTo>
                    <a:pt x="5519" y="7985"/>
                    <a:pt x="6529" y="8129"/>
                    <a:pt x="7395" y="8129"/>
                  </a:cubicBezTo>
                  <a:cubicBezTo>
                    <a:pt x="8044" y="8129"/>
                    <a:pt x="8657" y="8057"/>
                    <a:pt x="9090" y="7877"/>
                  </a:cubicBezTo>
                  <a:cubicBezTo>
                    <a:pt x="9306" y="7805"/>
                    <a:pt x="9486" y="7660"/>
                    <a:pt x="9631" y="7480"/>
                  </a:cubicBezTo>
                  <a:cubicBezTo>
                    <a:pt x="9919" y="7192"/>
                    <a:pt x="10063" y="6795"/>
                    <a:pt x="10244" y="6398"/>
                  </a:cubicBezTo>
                  <a:cubicBezTo>
                    <a:pt x="10460" y="5785"/>
                    <a:pt x="10604" y="5100"/>
                    <a:pt x="10821" y="4595"/>
                  </a:cubicBezTo>
                  <a:cubicBezTo>
                    <a:pt x="10893" y="4342"/>
                    <a:pt x="11001" y="4126"/>
                    <a:pt x="11109" y="4018"/>
                  </a:cubicBezTo>
                  <a:cubicBezTo>
                    <a:pt x="11254" y="3910"/>
                    <a:pt x="11326" y="3873"/>
                    <a:pt x="11434" y="3837"/>
                  </a:cubicBezTo>
                  <a:lnTo>
                    <a:pt x="11542" y="3873"/>
                  </a:lnTo>
                  <a:cubicBezTo>
                    <a:pt x="11903" y="3946"/>
                    <a:pt x="12083" y="4090"/>
                    <a:pt x="12264" y="4270"/>
                  </a:cubicBezTo>
                  <a:cubicBezTo>
                    <a:pt x="12480" y="4559"/>
                    <a:pt x="12624" y="4955"/>
                    <a:pt x="12769" y="5496"/>
                  </a:cubicBezTo>
                  <a:cubicBezTo>
                    <a:pt x="12877" y="6001"/>
                    <a:pt x="12985" y="6615"/>
                    <a:pt x="13237" y="7228"/>
                  </a:cubicBezTo>
                  <a:cubicBezTo>
                    <a:pt x="13418" y="7624"/>
                    <a:pt x="13562" y="7913"/>
                    <a:pt x="13814" y="8165"/>
                  </a:cubicBezTo>
                  <a:cubicBezTo>
                    <a:pt x="14139" y="8526"/>
                    <a:pt x="14572" y="8706"/>
                    <a:pt x="15149" y="8851"/>
                  </a:cubicBezTo>
                  <a:cubicBezTo>
                    <a:pt x="15726" y="8959"/>
                    <a:pt x="16483" y="9031"/>
                    <a:pt x="17493" y="9175"/>
                  </a:cubicBezTo>
                  <a:cubicBezTo>
                    <a:pt x="18251" y="9247"/>
                    <a:pt x="19008" y="9320"/>
                    <a:pt x="19729" y="9320"/>
                  </a:cubicBezTo>
                  <a:cubicBezTo>
                    <a:pt x="20703" y="9320"/>
                    <a:pt x="21605" y="9211"/>
                    <a:pt x="22362" y="8995"/>
                  </a:cubicBezTo>
                  <a:cubicBezTo>
                    <a:pt x="23156" y="8743"/>
                    <a:pt x="23805" y="8346"/>
                    <a:pt x="24202" y="7769"/>
                  </a:cubicBezTo>
                  <a:cubicBezTo>
                    <a:pt x="24562" y="7300"/>
                    <a:pt x="24815" y="6578"/>
                    <a:pt x="25031" y="5785"/>
                  </a:cubicBezTo>
                  <a:cubicBezTo>
                    <a:pt x="25212" y="4955"/>
                    <a:pt x="25320" y="4090"/>
                    <a:pt x="25320" y="3369"/>
                  </a:cubicBezTo>
                  <a:cubicBezTo>
                    <a:pt x="25320" y="2900"/>
                    <a:pt x="25284" y="2467"/>
                    <a:pt x="25176" y="2142"/>
                  </a:cubicBezTo>
                  <a:cubicBezTo>
                    <a:pt x="25103" y="1962"/>
                    <a:pt x="25067" y="1818"/>
                    <a:pt x="24959" y="1673"/>
                  </a:cubicBezTo>
                  <a:cubicBezTo>
                    <a:pt x="24851" y="1565"/>
                    <a:pt x="24707" y="1457"/>
                    <a:pt x="24526" y="1385"/>
                  </a:cubicBezTo>
                  <a:cubicBezTo>
                    <a:pt x="24310" y="1349"/>
                    <a:pt x="23985" y="1313"/>
                    <a:pt x="23625" y="1313"/>
                  </a:cubicBezTo>
                  <a:cubicBezTo>
                    <a:pt x="22074" y="1313"/>
                    <a:pt x="19333" y="1673"/>
                    <a:pt x="16411" y="1782"/>
                  </a:cubicBezTo>
                  <a:cubicBezTo>
                    <a:pt x="13121" y="1878"/>
                    <a:pt x="11677" y="2004"/>
                    <a:pt x="11409" y="2029"/>
                  </a:cubicBezTo>
                  <a:lnTo>
                    <a:pt x="11409" y="2029"/>
                  </a:lnTo>
                  <a:lnTo>
                    <a:pt x="361" y="14"/>
                  </a:lnTo>
                  <a:cubicBezTo>
                    <a:pt x="342" y="5"/>
                    <a:pt x="320" y="0"/>
                    <a:pt x="297"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4" name="Google Shape;4796;p64">
              <a:extLst>
                <a:ext uri="{FF2B5EF4-FFF2-40B4-BE49-F238E27FC236}">
                  <a16:creationId xmlns:a16="http://schemas.microsoft.com/office/drawing/2014/main" id="{F4ECCF88-60AE-29A1-27EB-BEC97D811AFC}"/>
                </a:ext>
              </a:extLst>
            </p:cNvPr>
            <p:cNvSpPr/>
            <p:nvPr/>
          </p:nvSpPr>
          <p:spPr>
            <a:xfrm>
              <a:off x="3403325" y="3253325"/>
              <a:ext cx="122650" cy="195700"/>
            </a:xfrm>
            <a:custGeom>
              <a:avLst/>
              <a:gdLst/>
              <a:ahLst/>
              <a:cxnLst/>
              <a:rect l="l" t="t" r="r" b="b"/>
              <a:pathLst>
                <a:path w="4906" h="7828" extrusionOk="0">
                  <a:moveTo>
                    <a:pt x="434" y="0"/>
                  </a:moveTo>
                  <a:cubicBezTo>
                    <a:pt x="253" y="0"/>
                    <a:pt x="109" y="145"/>
                    <a:pt x="109" y="289"/>
                  </a:cubicBezTo>
                  <a:cubicBezTo>
                    <a:pt x="109" y="289"/>
                    <a:pt x="1" y="3571"/>
                    <a:pt x="1" y="5591"/>
                  </a:cubicBezTo>
                  <a:cubicBezTo>
                    <a:pt x="1" y="6420"/>
                    <a:pt x="109" y="6961"/>
                    <a:pt x="434" y="7358"/>
                  </a:cubicBezTo>
                  <a:cubicBezTo>
                    <a:pt x="578" y="7539"/>
                    <a:pt x="758" y="7683"/>
                    <a:pt x="975" y="7755"/>
                  </a:cubicBezTo>
                  <a:cubicBezTo>
                    <a:pt x="1191" y="7791"/>
                    <a:pt x="1443" y="7827"/>
                    <a:pt x="1660" y="7827"/>
                  </a:cubicBezTo>
                  <a:cubicBezTo>
                    <a:pt x="1912" y="7827"/>
                    <a:pt x="2165" y="7791"/>
                    <a:pt x="2453" y="7791"/>
                  </a:cubicBezTo>
                  <a:cubicBezTo>
                    <a:pt x="3932" y="7647"/>
                    <a:pt x="4726" y="6997"/>
                    <a:pt x="4762" y="6961"/>
                  </a:cubicBezTo>
                  <a:cubicBezTo>
                    <a:pt x="4906" y="6853"/>
                    <a:pt x="4906" y="6673"/>
                    <a:pt x="4798" y="6529"/>
                  </a:cubicBezTo>
                  <a:cubicBezTo>
                    <a:pt x="4735" y="6466"/>
                    <a:pt x="4648" y="6427"/>
                    <a:pt x="4557" y="6427"/>
                  </a:cubicBezTo>
                  <a:cubicBezTo>
                    <a:pt x="4492" y="6427"/>
                    <a:pt x="4425" y="6447"/>
                    <a:pt x="4365" y="6493"/>
                  </a:cubicBezTo>
                  <a:cubicBezTo>
                    <a:pt x="4365" y="6493"/>
                    <a:pt x="3680" y="7070"/>
                    <a:pt x="2417" y="7178"/>
                  </a:cubicBezTo>
                  <a:cubicBezTo>
                    <a:pt x="2129" y="7214"/>
                    <a:pt x="1876" y="7214"/>
                    <a:pt x="1660" y="7214"/>
                  </a:cubicBezTo>
                  <a:cubicBezTo>
                    <a:pt x="1479" y="7214"/>
                    <a:pt x="1299" y="7214"/>
                    <a:pt x="1155" y="7178"/>
                  </a:cubicBezTo>
                  <a:cubicBezTo>
                    <a:pt x="975" y="7106"/>
                    <a:pt x="866" y="7034"/>
                    <a:pt x="758" y="6781"/>
                  </a:cubicBezTo>
                  <a:cubicBezTo>
                    <a:pt x="650" y="6565"/>
                    <a:pt x="578" y="6168"/>
                    <a:pt x="578" y="5591"/>
                  </a:cubicBezTo>
                  <a:cubicBezTo>
                    <a:pt x="578" y="4581"/>
                    <a:pt x="614" y="3283"/>
                    <a:pt x="650" y="2201"/>
                  </a:cubicBezTo>
                  <a:cubicBezTo>
                    <a:pt x="686" y="1155"/>
                    <a:pt x="722" y="325"/>
                    <a:pt x="722" y="325"/>
                  </a:cubicBezTo>
                  <a:cubicBezTo>
                    <a:pt x="722" y="145"/>
                    <a:pt x="614" y="0"/>
                    <a:pt x="434"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5" name="Google Shape;4797;p64">
              <a:extLst>
                <a:ext uri="{FF2B5EF4-FFF2-40B4-BE49-F238E27FC236}">
                  <a16:creationId xmlns:a16="http://schemas.microsoft.com/office/drawing/2014/main" id="{584E0A6F-40AB-1D78-775F-7415E45F7861}"/>
                </a:ext>
              </a:extLst>
            </p:cNvPr>
            <p:cNvSpPr/>
            <p:nvPr/>
          </p:nvSpPr>
          <p:spPr>
            <a:xfrm>
              <a:off x="3510625" y="3441775"/>
              <a:ext cx="207425" cy="137075"/>
            </a:xfrm>
            <a:custGeom>
              <a:avLst/>
              <a:gdLst/>
              <a:ahLst/>
              <a:cxnLst/>
              <a:rect l="l" t="t" r="r" b="b"/>
              <a:pathLst>
                <a:path w="8297" h="5483" extrusionOk="0">
                  <a:moveTo>
                    <a:pt x="5411" y="578"/>
                  </a:moveTo>
                  <a:cubicBezTo>
                    <a:pt x="5519" y="578"/>
                    <a:pt x="5663" y="614"/>
                    <a:pt x="5771" y="614"/>
                  </a:cubicBezTo>
                  <a:cubicBezTo>
                    <a:pt x="6493" y="722"/>
                    <a:pt x="6962" y="974"/>
                    <a:pt x="7250" y="1299"/>
                  </a:cubicBezTo>
                  <a:cubicBezTo>
                    <a:pt x="7575" y="1587"/>
                    <a:pt x="7683" y="1948"/>
                    <a:pt x="7683" y="2309"/>
                  </a:cubicBezTo>
                  <a:cubicBezTo>
                    <a:pt x="7683" y="2850"/>
                    <a:pt x="7394" y="3391"/>
                    <a:pt x="6926" y="3715"/>
                  </a:cubicBezTo>
                  <a:cubicBezTo>
                    <a:pt x="6385" y="4040"/>
                    <a:pt x="5483" y="4329"/>
                    <a:pt x="4545" y="4545"/>
                  </a:cubicBezTo>
                  <a:cubicBezTo>
                    <a:pt x="3607" y="4761"/>
                    <a:pt x="2598" y="4870"/>
                    <a:pt x="1948" y="4870"/>
                  </a:cubicBezTo>
                  <a:cubicBezTo>
                    <a:pt x="1696" y="4870"/>
                    <a:pt x="1479" y="4834"/>
                    <a:pt x="1371" y="4797"/>
                  </a:cubicBezTo>
                  <a:cubicBezTo>
                    <a:pt x="866" y="4689"/>
                    <a:pt x="614" y="4292"/>
                    <a:pt x="614" y="4004"/>
                  </a:cubicBezTo>
                  <a:cubicBezTo>
                    <a:pt x="614" y="3896"/>
                    <a:pt x="650" y="3788"/>
                    <a:pt x="758" y="3679"/>
                  </a:cubicBezTo>
                  <a:lnTo>
                    <a:pt x="758" y="3643"/>
                  </a:lnTo>
                  <a:lnTo>
                    <a:pt x="794" y="3607"/>
                  </a:lnTo>
                  <a:cubicBezTo>
                    <a:pt x="938" y="3463"/>
                    <a:pt x="1552" y="2669"/>
                    <a:pt x="2417" y="1948"/>
                  </a:cubicBezTo>
                  <a:cubicBezTo>
                    <a:pt x="3247" y="1227"/>
                    <a:pt x="4365" y="578"/>
                    <a:pt x="5411" y="578"/>
                  </a:cubicBezTo>
                  <a:close/>
                  <a:moveTo>
                    <a:pt x="5411" y="1"/>
                  </a:moveTo>
                  <a:cubicBezTo>
                    <a:pt x="4040" y="1"/>
                    <a:pt x="2778" y="830"/>
                    <a:pt x="1840" y="1660"/>
                  </a:cubicBezTo>
                  <a:cubicBezTo>
                    <a:pt x="902" y="2453"/>
                    <a:pt x="289" y="3283"/>
                    <a:pt x="289" y="3283"/>
                  </a:cubicBezTo>
                  <a:lnTo>
                    <a:pt x="290" y="3283"/>
                  </a:lnTo>
                  <a:lnTo>
                    <a:pt x="290" y="3283"/>
                  </a:lnTo>
                  <a:cubicBezTo>
                    <a:pt x="97" y="3495"/>
                    <a:pt x="1" y="3766"/>
                    <a:pt x="1" y="4004"/>
                  </a:cubicBezTo>
                  <a:cubicBezTo>
                    <a:pt x="1" y="4617"/>
                    <a:pt x="470" y="5194"/>
                    <a:pt x="1191" y="5375"/>
                  </a:cubicBezTo>
                  <a:cubicBezTo>
                    <a:pt x="1407" y="5447"/>
                    <a:pt x="1660" y="5483"/>
                    <a:pt x="1948" y="5483"/>
                  </a:cubicBezTo>
                  <a:cubicBezTo>
                    <a:pt x="2670" y="5483"/>
                    <a:pt x="3680" y="5338"/>
                    <a:pt x="4653" y="5122"/>
                  </a:cubicBezTo>
                  <a:cubicBezTo>
                    <a:pt x="5663" y="4906"/>
                    <a:pt x="6601" y="4617"/>
                    <a:pt x="7250" y="4220"/>
                  </a:cubicBezTo>
                  <a:cubicBezTo>
                    <a:pt x="7899" y="3788"/>
                    <a:pt x="8296" y="3066"/>
                    <a:pt x="8296" y="2309"/>
                  </a:cubicBezTo>
                  <a:cubicBezTo>
                    <a:pt x="8296" y="1804"/>
                    <a:pt x="8116" y="1263"/>
                    <a:pt x="7683" y="866"/>
                  </a:cubicBezTo>
                  <a:cubicBezTo>
                    <a:pt x="7286" y="433"/>
                    <a:pt x="6673" y="145"/>
                    <a:pt x="5844" y="37"/>
                  </a:cubicBezTo>
                  <a:cubicBezTo>
                    <a:pt x="5699" y="1"/>
                    <a:pt x="5555" y="1"/>
                    <a:pt x="5411"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6" name="Google Shape;4798;p64">
              <a:extLst>
                <a:ext uri="{FF2B5EF4-FFF2-40B4-BE49-F238E27FC236}">
                  <a16:creationId xmlns:a16="http://schemas.microsoft.com/office/drawing/2014/main" id="{DF1ED9F1-79DD-5694-477B-579543CEEAB9}"/>
                </a:ext>
              </a:extLst>
            </p:cNvPr>
            <p:cNvSpPr/>
            <p:nvPr/>
          </p:nvSpPr>
          <p:spPr>
            <a:xfrm>
              <a:off x="3519650" y="3464200"/>
              <a:ext cx="179450" cy="87600"/>
            </a:xfrm>
            <a:custGeom>
              <a:avLst/>
              <a:gdLst/>
              <a:ahLst/>
              <a:cxnLst/>
              <a:rect l="l" t="t" r="r" b="b"/>
              <a:pathLst>
                <a:path w="7178" h="3504" extrusionOk="0">
                  <a:moveTo>
                    <a:pt x="6850" y="0"/>
                  </a:moveTo>
                  <a:cubicBezTo>
                    <a:pt x="6778" y="0"/>
                    <a:pt x="6704" y="27"/>
                    <a:pt x="6637" y="77"/>
                  </a:cubicBezTo>
                  <a:lnTo>
                    <a:pt x="6601" y="113"/>
                  </a:lnTo>
                  <a:cubicBezTo>
                    <a:pt x="6420" y="258"/>
                    <a:pt x="5591" y="943"/>
                    <a:pt x="4401" y="1592"/>
                  </a:cubicBezTo>
                  <a:cubicBezTo>
                    <a:pt x="3246" y="2241"/>
                    <a:pt x="1732" y="2854"/>
                    <a:pt x="289" y="2891"/>
                  </a:cubicBezTo>
                  <a:cubicBezTo>
                    <a:pt x="109" y="2891"/>
                    <a:pt x="0" y="3035"/>
                    <a:pt x="0" y="3215"/>
                  </a:cubicBezTo>
                  <a:cubicBezTo>
                    <a:pt x="0" y="3359"/>
                    <a:pt x="145" y="3504"/>
                    <a:pt x="289" y="3504"/>
                  </a:cubicBezTo>
                  <a:cubicBezTo>
                    <a:pt x="2020" y="3432"/>
                    <a:pt x="3679" y="2674"/>
                    <a:pt x="4942" y="1953"/>
                  </a:cubicBezTo>
                  <a:cubicBezTo>
                    <a:pt x="6204" y="1231"/>
                    <a:pt x="7033" y="546"/>
                    <a:pt x="7033" y="546"/>
                  </a:cubicBezTo>
                  <a:cubicBezTo>
                    <a:pt x="7142" y="438"/>
                    <a:pt x="7178" y="222"/>
                    <a:pt x="7070" y="113"/>
                  </a:cubicBezTo>
                  <a:cubicBezTo>
                    <a:pt x="7012" y="36"/>
                    <a:pt x="6933" y="0"/>
                    <a:pt x="6850"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7" name="Google Shape;4799;p64">
              <a:extLst>
                <a:ext uri="{FF2B5EF4-FFF2-40B4-BE49-F238E27FC236}">
                  <a16:creationId xmlns:a16="http://schemas.microsoft.com/office/drawing/2014/main" id="{68C41B86-47AC-7B9A-0AA9-A2007A3CF9B4}"/>
                </a:ext>
              </a:extLst>
            </p:cNvPr>
            <p:cNvSpPr/>
            <p:nvPr/>
          </p:nvSpPr>
          <p:spPr>
            <a:xfrm>
              <a:off x="3448425" y="3008125"/>
              <a:ext cx="265700" cy="114050"/>
            </a:xfrm>
            <a:custGeom>
              <a:avLst/>
              <a:gdLst/>
              <a:ahLst/>
              <a:cxnLst/>
              <a:rect l="l" t="t" r="r" b="b"/>
              <a:pathLst>
                <a:path w="10628" h="4562" extrusionOk="0">
                  <a:moveTo>
                    <a:pt x="6842" y="0"/>
                  </a:moveTo>
                  <a:cubicBezTo>
                    <a:pt x="6622" y="0"/>
                    <a:pt x="6397" y="11"/>
                    <a:pt x="6168" y="34"/>
                  </a:cubicBezTo>
                  <a:cubicBezTo>
                    <a:pt x="4040" y="287"/>
                    <a:pt x="2525" y="2451"/>
                    <a:pt x="1767" y="2811"/>
                  </a:cubicBezTo>
                  <a:cubicBezTo>
                    <a:pt x="1010" y="3208"/>
                    <a:pt x="0" y="3208"/>
                    <a:pt x="0" y="3208"/>
                  </a:cubicBezTo>
                  <a:cubicBezTo>
                    <a:pt x="0" y="3208"/>
                    <a:pt x="1243" y="4561"/>
                    <a:pt x="1988" y="4561"/>
                  </a:cubicBezTo>
                  <a:cubicBezTo>
                    <a:pt x="2095" y="4561"/>
                    <a:pt x="2191" y="4534"/>
                    <a:pt x="2272" y="4471"/>
                  </a:cubicBezTo>
                  <a:cubicBezTo>
                    <a:pt x="2885" y="3966"/>
                    <a:pt x="5158" y="1693"/>
                    <a:pt x="7791" y="1441"/>
                  </a:cubicBezTo>
                  <a:cubicBezTo>
                    <a:pt x="8395" y="1384"/>
                    <a:pt x="8881" y="1365"/>
                    <a:pt x="9268" y="1365"/>
                  </a:cubicBezTo>
                  <a:cubicBezTo>
                    <a:pt x="9956" y="1365"/>
                    <a:pt x="10327" y="1424"/>
                    <a:pt x="10484" y="1424"/>
                  </a:cubicBezTo>
                  <a:cubicBezTo>
                    <a:pt x="10628" y="1424"/>
                    <a:pt x="10593" y="1375"/>
                    <a:pt x="10460" y="1188"/>
                  </a:cubicBezTo>
                  <a:cubicBezTo>
                    <a:pt x="10106" y="738"/>
                    <a:pt x="8660" y="0"/>
                    <a:pt x="6842"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8" name="Google Shape;4800;p64">
              <a:extLst>
                <a:ext uri="{FF2B5EF4-FFF2-40B4-BE49-F238E27FC236}">
                  <a16:creationId xmlns:a16="http://schemas.microsoft.com/office/drawing/2014/main" id="{118A5832-BE91-377C-6BF2-B9D4FCF996FC}"/>
                </a:ext>
              </a:extLst>
            </p:cNvPr>
            <p:cNvSpPr/>
            <p:nvPr/>
          </p:nvSpPr>
          <p:spPr>
            <a:xfrm>
              <a:off x="3440300" y="3000850"/>
              <a:ext cx="279550" cy="128075"/>
            </a:xfrm>
            <a:custGeom>
              <a:avLst/>
              <a:gdLst/>
              <a:ahLst/>
              <a:cxnLst/>
              <a:rect l="l" t="t" r="r" b="b"/>
              <a:pathLst>
                <a:path w="11182" h="5123" extrusionOk="0">
                  <a:moveTo>
                    <a:pt x="7250" y="614"/>
                  </a:moveTo>
                  <a:cubicBezTo>
                    <a:pt x="8116" y="614"/>
                    <a:pt x="8873" y="758"/>
                    <a:pt x="9450" y="1011"/>
                  </a:cubicBezTo>
                  <a:cubicBezTo>
                    <a:pt x="9731" y="1116"/>
                    <a:pt x="9977" y="1221"/>
                    <a:pt x="10156" y="1359"/>
                  </a:cubicBezTo>
                  <a:lnTo>
                    <a:pt x="10156" y="1359"/>
                  </a:lnTo>
                  <a:cubicBezTo>
                    <a:pt x="9999" y="1349"/>
                    <a:pt x="9817" y="1335"/>
                    <a:pt x="9594" y="1335"/>
                  </a:cubicBezTo>
                  <a:cubicBezTo>
                    <a:pt x="9198" y="1335"/>
                    <a:pt x="8693" y="1371"/>
                    <a:pt x="8080" y="1443"/>
                  </a:cubicBezTo>
                  <a:cubicBezTo>
                    <a:pt x="6709" y="1552"/>
                    <a:pt x="5447" y="2201"/>
                    <a:pt x="4437" y="2886"/>
                  </a:cubicBezTo>
                  <a:cubicBezTo>
                    <a:pt x="3932" y="3247"/>
                    <a:pt x="3499" y="3571"/>
                    <a:pt x="3138" y="3860"/>
                  </a:cubicBezTo>
                  <a:cubicBezTo>
                    <a:pt x="2814" y="4148"/>
                    <a:pt x="2561" y="4401"/>
                    <a:pt x="2417" y="4509"/>
                  </a:cubicBezTo>
                  <a:lnTo>
                    <a:pt x="2309" y="4545"/>
                  </a:lnTo>
                  <a:cubicBezTo>
                    <a:pt x="2237" y="4545"/>
                    <a:pt x="2020" y="4473"/>
                    <a:pt x="1840" y="4365"/>
                  </a:cubicBezTo>
                  <a:cubicBezTo>
                    <a:pt x="1571" y="4197"/>
                    <a:pt x="1270" y="3965"/>
                    <a:pt x="1026" y="3730"/>
                  </a:cubicBezTo>
                  <a:lnTo>
                    <a:pt x="1026" y="3730"/>
                  </a:lnTo>
                  <a:cubicBezTo>
                    <a:pt x="1382" y="3678"/>
                    <a:pt x="1826" y="3579"/>
                    <a:pt x="2237" y="3391"/>
                  </a:cubicBezTo>
                  <a:cubicBezTo>
                    <a:pt x="2453" y="3247"/>
                    <a:pt x="2706" y="3030"/>
                    <a:pt x="2994" y="2778"/>
                  </a:cubicBezTo>
                  <a:cubicBezTo>
                    <a:pt x="3860" y="1984"/>
                    <a:pt x="5050" y="794"/>
                    <a:pt x="6529" y="650"/>
                  </a:cubicBezTo>
                  <a:cubicBezTo>
                    <a:pt x="6781" y="614"/>
                    <a:pt x="6998" y="614"/>
                    <a:pt x="7250" y="614"/>
                  </a:cubicBezTo>
                  <a:close/>
                  <a:moveTo>
                    <a:pt x="7250" y="1"/>
                  </a:moveTo>
                  <a:cubicBezTo>
                    <a:pt x="6998" y="1"/>
                    <a:pt x="6709" y="1"/>
                    <a:pt x="6457" y="37"/>
                  </a:cubicBezTo>
                  <a:cubicBezTo>
                    <a:pt x="5302" y="181"/>
                    <a:pt x="4329" y="830"/>
                    <a:pt x="3571" y="1443"/>
                  </a:cubicBezTo>
                  <a:cubicBezTo>
                    <a:pt x="3210" y="1768"/>
                    <a:pt x="2850" y="2093"/>
                    <a:pt x="2597" y="2345"/>
                  </a:cubicBezTo>
                  <a:cubicBezTo>
                    <a:pt x="2309" y="2598"/>
                    <a:pt x="2092" y="2778"/>
                    <a:pt x="1948" y="2850"/>
                  </a:cubicBezTo>
                  <a:cubicBezTo>
                    <a:pt x="1624" y="2994"/>
                    <a:pt x="1191" y="3102"/>
                    <a:pt x="866" y="3139"/>
                  </a:cubicBezTo>
                  <a:cubicBezTo>
                    <a:pt x="722" y="3175"/>
                    <a:pt x="578" y="3175"/>
                    <a:pt x="469" y="3175"/>
                  </a:cubicBezTo>
                  <a:lnTo>
                    <a:pt x="325" y="3175"/>
                  </a:lnTo>
                  <a:cubicBezTo>
                    <a:pt x="217" y="3175"/>
                    <a:pt x="109" y="3247"/>
                    <a:pt x="37" y="3355"/>
                  </a:cubicBezTo>
                  <a:cubicBezTo>
                    <a:pt x="0" y="3463"/>
                    <a:pt x="37" y="3607"/>
                    <a:pt x="109" y="3680"/>
                  </a:cubicBezTo>
                  <a:cubicBezTo>
                    <a:pt x="109" y="3716"/>
                    <a:pt x="433" y="4040"/>
                    <a:pt x="866" y="4401"/>
                  </a:cubicBezTo>
                  <a:cubicBezTo>
                    <a:pt x="1046" y="4581"/>
                    <a:pt x="1299" y="4762"/>
                    <a:pt x="1551" y="4870"/>
                  </a:cubicBezTo>
                  <a:cubicBezTo>
                    <a:pt x="1768" y="5014"/>
                    <a:pt x="2020" y="5122"/>
                    <a:pt x="2309" y="5122"/>
                  </a:cubicBezTo>
                  <a:cubicBezTo>
                    <a:pt x="2453" y="5122"/>
                    <a:pt x="2633" y="5086"/>
                    <a:pt x="2778" y="4978"/>
                  </a:cubicBezTo>
                  <a:cubicBezTo>
                    <a:pt x="2958" y="4834"/>
                    <a:pt x="3210" y="4617"/>
                    <a:pt x="3535" y="4329"/>
                  </a:cubicBezTo>
                  <a:cubicBezTo>
                    <a:pt x="4545" y="3463"/>
                    <a:pt x="6276" y="2201"/>
                    <a:pt x="8152" y="2020"/>
                  </a:cubicBezTo>
                  <a:cubicBezTo>
                    <a:pt x="8729" y="1984"/>
                    <a:pt x="9234" y="1948"/>
                    <a:pt x="9594" y="1948"/>
                  </a:cubicBezTo>
                  <a:cubicBezTo>
                    <a:pt x="9919" y="1948"/>
                    <a:pt x="10171" y="1948"/>
                    <a:pt x="10388" y="1984"/>
                  </a:cubicBezTo>
                  <a:cubicBezTo>
                    <a:pt x="10568" y="1984"/>
                    <a:pt x="10676" y="2020"/>
                    <a:pt x="10785" y="2020"/>
                  </a:cubicBezTo>
                  <a:cubicBezTo>
                    <a:pt x="10857" y="2020"/>
                    <a:pt x="10893" y="2020"/>
                    <a:pt x="10965" y="1984"/>
                  </a:cubicBezTo>
                  <a:cubicBezTo>
                    <a:pt x="11001" y="1984"/>
                    <a:pt x="11073" y="1948"/>
                    <a:pt x="11109" y="1876"/>
                  </a:cubicBezTo>
                  <a:cubicBezTo>
                    <a:pt x="11181" y="1804"/>
                    <a:pt x="11181" y="1732"/>
                    <a:pt x="11181" y="1660"/>
                  </a:cubicBezTo>
                  <a:cubicBezTo>
                    <a:pt x="11181" y="1588"/>
                    <a:pt x="11181" y="1552"/>
                    <a:pt x="11145" y="1515"/>
                  </a:cubicBezTo>
                  <a:cubicBezTo>
                    <a:pt x="11109" y="1407"/>
                    <a:pt x="11073" y="1371"/>
                    <a:pt x="11001" y="1299"/>
                  </a:cubicBezTo>
                  <a:cubicBezTo>
                    <a:pt x="10893" y="1155"/>
                    <a:pt x="10712" y="1011"/>
                    <a:pt x="10496" y="866"/>
                  </a:cubicBezTo>
                  <a:cubicBezTo>
                    <a:pt x="9811" y="433"/>
                    <a:pt x="8657" y="1"/>
                    <a:pt x="7250"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9" name="Google Shape;4801;p64">
              <a:extLst>
                <a:ext uri="{FF2B5EF4-FFF2-40B4-BE49-F238E27FC236}">
                  <a16:creationId xmlns:a16="http://schemas.microsoft.com/office/drawing/2014/main" id="{C8D000E6-31E5-A270-C583-0A620B2F3FB7}"/>
                </a:ext>
              </a:extLst>
            </p:cNvPr>
            <p:cNvSpPr/>
            <p:nvPr/>
          </p:nvSpPr>
          <p:spPr>
            <a:xfrm>
              <a:off x="3222100" y="3043825"/>
              <a:ext cx="154200" cy="61775"/>
            </a:xfrm>
            <a:custGeom>
              <a:avLst/>
              <a:gdLst/>
              <a:ahLst/>
              <a:cxnLst/>
              <a:rect l="l" t="t" r="r" b="b"/>
              <a:pathLst>
                <a:path w="6168" h="2471" extrusionOk="0">
                  <a:moveTo>
                    <a:pt x="1786" y="0"/>
                  </a:moveTo>
                  <a:cubicBezTo>
                    <a:pt x="1695" y="0"/>
                    <a:pt x="1604" y="4"/>
                    <a:pt x="1515" y="13"/>
                  </a:cubicBezTo>
                  <a:cubicBezTo>
                    <a:pt x="0" y="121"/>
                    <a:pt x="108" y="1131"/>
                    <a:pt x="108" y="1131"/>
                  </a:cubicBezTo>
                  <a:cubicBezTo>
                    <a:pt x="108" y="1131"/>
                    <a:pt x="758" y="1275"/>
                    <a:pt x="2886" y="1888"/>
                  </a:cubicBezTo>
                  <a:cubicBezTo>
                    <a:pt x="4332" y="2330"/>
                    <a:pt x="4862" y="2471"/>
                    <a:pt x="5166" y="2471"/>
                  </a:cubicBezTo>
                  <a:cubicBezTo>
                    <a:pt x="5310" y="2471"/>
                    <a:pt x="5403" y="2440"/>
                    <a:pt x="5519" y="2393"/>
                  </a:cubicBezTo>
                  <a:cubicBezTo>
                    <a:pt x="5915" y="2285"/>
                    <a:pt x="6168" y="1275"/>
                    <a:pt x="6168" y="1275"/>
                  </a:cubicBezTo>
                  <a:lnTo>
                    <a:pt x="6168" y="1275"/>
                  </a:lnTo>
                  <a:cubicBezTo>
                    <a:pt x="6078" y="1357"/>
                    <a:pt x="5963" y="1389"/>
                    <a:pt x="5840" y="1389"/>
                  </a:cubicBezTo>
                  <a:cubicBezTo>
                    <a:pt x="5422" y="1389"/>
                    <a:pt x="4905" y="1023"/>
                    <a:pt x="4905" y="1023"/>
                  </a:cubicBezTo>
                  <a:cubicBezTo>
                    <a:pt x="4905" y="1023"/>
                    <a:pt x="3244" y="0"/>
                    <a:pt x="1786"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0" name="Google Shape;4802;p64">
              <a:extLst>
                <a:ext uri="{FF2B5EF4-FFF2-40B4-BE49-F238E27FC236}">
                  <a16:creationId xmlns:a16="http://schemas.microsoft.com/office/drawing/2014/main" id="{A8FDD9B8-E9FA-5B43-9F32-4EE044F9BC4C}"/>
                </a:ext>
              </a:extLst>
            </p:cNvPr>
            <p:cNvSpPr/>
            <p:nvPr/>
          </p:nvSpPr>
          <p:spPr>
            <a:xfrm>
              <a:off x="3217575" y="3036025"/>
              <a:ext cx="166850" cy="76650"/>
            </a:xfrm>
            <a:custGeom>
              <a:avLst/>
              <a:gdLst/>
              <a:ahLst/>
              <a:cxnLst/>
              <a:rect l="l" t="t" r="r" b="b"/>
              <a:pathLst>
                <a:path w="6674" h="3066" extrusionOk="0">
                  <a:moveTo>
                    <a:pt x="1912" y="613"/>
                  </a:moveTo>
                  <a:cubicBezTo>
                    <a:pt x="2598" y="613"/>
                    <a:pt x="3355" y="866"/>
                    <a:pt x="3932" y="1082"/>
                  </a:cubicBezTo>
                  <a:cubicBezTo>
                    <a:pt x="4221" y="1227"/>
                    <a:pt x="4473" y="1335"/>
                    <a:pt x="4654" y="1443"/>
                  </a:cubicBezTo>
                  <a:cubicBezTo>
                    <a:pt x="4726" y="1479"/>
                    <a:pt x="4798" y="1515"/>
                    <a:pt x="4870" y="1551"/>
                  </a:cubicBezTo>
                  <a:lnTo>
                    <a:pt x="4916" y="1574"/>
                  </a:lnTo>
                  <a:lnTo>
                    <a:pt x="4916" y="1574"/>
                  </a:lnTo>
                  <a:lnTo>
                    <a:pt x="4906" y="1587"/>
                  </a:lnTo>
                  <a:cubicBezTo>
                    <a:pt x="4906" y="1587"/>
                    <a:pt x="5050" y="1659"/>
                    <a:pt x="5267" y="1768"/>
                  </a:cubicBezTo>
                  <a:cubicBezTo>
                    <a:pt x="5418" y="1859"/>
                    <a:pt x="5647" y="1950"/>
                    <a:pt x="5887" y="1976"/>
                  </a:cubicBezTo>
                  <a:lnTo>
                    <a:pt x="5887" y="1976"/>
                  </a:lnTo>
                  <a:cubicBezTo>
                    <a:pt x="5874" y="2004"/>
                    <a:pt x="5859" y="2031"/>
                    <a:pt x="5844" y="2056"/>
                  </a:cubicBezTo>
                  <a:cubicBezTo>
                    <a:pt x="5808" y="2164"/>
                    <a:pt x="5736" y="2273"/>
                    <a:pt x="5700" y="2345"/>
                  </a:cubicBezTo>
                  <a:lnTo>
                    <a:pt x="5627" y="2417"/>
                  </a:lnTo>
                  <a:cubicBezTo>
                    <a:pt x="5483" y="2453"/>
                    <a:pt x="5447" y="2489"/>
                    <a:pt x="5375" y="2489"/>
                  </a:cubicBezTo>
                  <a:cubicBezTo>
                    <a:pt x="5159" y="2489"/>
                    <a:pt x="4618" y="2345"/>
                    <a:pt x="3139" y="1912"/>
                  </a:cubicBezTo>
                  <a:cubicBezTo>
                    <a:pt x="1749" y="1511"/>
                    <a:pt x="990" y="1311"/>
                    <a:pt x="631" y="1220"/>
                  </a:cubicBezTo>
                  <a:lnTo>
                    <a:pt x="631" y="1220"/>
                  </a:lnTo>
                  <a:cubicBezTo>
                    <a:pt x="645" y="1152"/>
                    <a:pt x="672" y="1077"/>
                    <a:pt x="722" y="1010"/>
                  </a:cubicBezTo>
                  <a:cubicBezTo>
                    <a:pt x="867" y="866"/>
                    <a:pt x="1119" y="686"/>
                    <a:pt x="1696" y="613"/>
                  </a:cubicBezTo>
                  <a:close/>
                  <a:moveTo>
                    <a:pt x="1912" y="0"/>
                  </a:moveTo>
                  <a:cubicBezTo>
                    <a:pt x="1840" y="0"/>
                    <a:pt x="1732" y="0"/>
                    <a:pt x="1660" y="36"/>
                  </a:cubicBezTo>
                  <a:cubicBezTo>
                    <a:pt x="939" y="72"/>
                    <a:pt x="506" y="325"/>
                    <a:pt x="253" y="613"/>
                  </a:cubicBezTo>
                  <a:cubicBezTo>
                    <a:pt x="37" y="938"/>
                    <a:pt x="1" y="1263"/>
                    <a:pt x="1" y="1407"/>
                  </a:cubicBezTo>
                  <a:lnTo>
                    <a:pt x="1" y="1479"/>
                  </a:lnTo>
                  <a:cubicBezTo>
                    <a:pt x="1" y="1623"/>
                    <a:pt x="109" y="1732"/>
                    <a:pt x="253" y="1732"/>
                  </a:cubicBezTo>
                  <a:lnTo>
                    <a:pt x="253" y="1768"/>
                  </a:lnTo>
                  <a:cubicBezTo>
                    <a:pt x="398" y="1768"/>
                    <a:pt x="1119" y="1948"/>
                    <a:pt x="2994" y="2489"/>
                  </a:cubicBezTo>
                  <a:cubicBezTo>
                    <a:pt x="4473" y="2922"/>
                    <a:pt x="4978" y="3066"/>
                    <a:pt x="5375" y="3066"/>
                  </a:cubicBezTo>
                  <a:cubicBezTo>
                    <a:pt x="5555" y="3066"/>
                    <a:pt x="5700" y="3030"/>
                    <a:pt x="5808" y="2994"/>
                  </a:cubicBezTo>
                  <a:cubicBezTo>
                    <a:pt x="5988" y="2922"/>
                    <a:pt x="6132" y="2777"/>
                    <a:pt x="6204" y="2633"/>
                  </a:cubicBezTo>
                  <a:cubicBezTo>
                    <a:pt x="6349" y="2453"/>
                    <a:pt x="6457" y="2200"/>
                    <a:pt x="6529" y="2020"/>
                  </a:cubicBezTo>
                  <a:cubicBezTo>
                    <a:pt x="6601" y="1804"/>
                    <a:pt x="6637" y="1659"/>
                    <a:pt x="6637" y="1659"/>
                  </a:cubicBezTo>
                  <a:cubicBezTo>
                    <a:pt x="6673" y="1515"/>
                    <a:pt x="6601" y="1371"/>
                    <a:pt x="6493" y="1335"/>
                  </a:cubicBezTo>
                  <a:cubicBezTo>
                    <a:pt x="6444" y="1302"/>
                    <a:pt x="6381" y="1285"/>
                    <a:pt x="6320" y="1285"/>
                  </a:cubicBezTo>
                  <a:cubicBezTo>
                    <a:pt x="6245" y="1285"/>
                    <a:pt x="6172" y="1311"/>
                    <a:pt x="6132" y="1371"/>
                  </a:cubicBezTo>
                  <a:cubicBezTo>
                    <a:pt x="6096" y="1371"/>
                    <a:pt x="6096" y="1407"/>
                    <a:pt x="6024" y="1407"/>
                  </a:cubicBezTo>
                  <a:cubicBezTo>
                    <a:pt x="5880" y="1407"/>
                    <a:pt x="5700" y="1335"/>
                    <a:pt x="5519" y="1263"/>
                  </a:cubicBezTo>
                  <a:cubicBezTo>
                    <a:pt x="5447" y="1191"/>
                    <a:pt x="5375" y="1154"/>
                    <a:pt x="5339" y="1118"/>
                  </a:cubicBezTo>
                  <a:lnTo>
                    <a:pt x="5267" y="1082"/>
                  </a:lnTo>
                  <a:lnTo>
                    <a:pt x="5231" y="1082"/>
                  </a:lnTo>
                  <a:cubicBezTo>
                    <a:pt x="5231" y="1046"/>
                    <a:pt x="4798" y="794"/>
                    <a:pt x="4149" y="541"/>
                  </a:cubicBezTo>
                  <a:cubicBezTo>
                    <a:pt x="3536" y="289"/>
                    <a:pt x="2742" y="0"/>
                    <a:pt x="1912"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1" name="Google Shape;4803;p64">
              <a:extLst>
                <a:ext uri="{FF2B5EF4-FFF2-40B4-BE49-F238E27FC236}">
                  <a16:creationId xmlns:a16="http://schemas.microsoft.com/office/drawing/2014/main" id="{119AB166-D9AB-A0D3-9705-8CA651702979}"/>
                </a:ext>
              </a:extLst>
            </p:cNvPr>
            <p:cNvSpPr/>
            <p:nvPr/>
          </p:nvSpPr>
          <p:spPr>
            <a:xfrm>
              <a:off x="3744175" y="2649575"/>
              <a:ext cx="185750" cy="297200"/>
            </a:xfrm>
            <a:custGeom>
              <a:avLst/>
              <a:gdLst/>
              <a:ahLst/>
              <a:cxnLst/>
              <a:rect l="l" t="t" r="r" b="b"/>
              <a:pathLst>
                <a:path w="7430" h="11888" extrusionOk="0">
                  <a:moveTo>
                    <a:pt x="712" y="1"/>
                  </a:moveTo>
                  <a:cubicBezTo>
                    <a:pt x="275" y="1"/>
                    <a:pt x="0" y="58"/>
                    <a:pt x="0" y="58"/>
                  </a:cubicBezTo>
                  <a:cubicBezTo>
                    <a:pt x="0" y="58"/>
                    <a:pt x="5663" y="2438"/>
                    <a:pt x="6168" y="11888"/>
                  </a:cubicBezTo>
                  <a:lnTo>
                    <a:pt x="7286" y="11743"/>
                  </a:lnTo>
                  <a:cubicBezTo>
                    <a:pt x="7286" y="11743"/>
                    <a:pt x="7430" y="7343"/>
                    <a:pt x="5518" y="3304"/>
                  </a:cubicBezTo>
                  <a:cubicBezTo>
                    <a:pt x="4158" y="399"/>
                    <a:pt x="1867" y="1"/>
                    <a:pt x="712"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2" name="Google Shape;4804;p64">
              <a:extLst>
                <a:ext uri="{FF2B5EF4-FFF2-40B4-BE49-F238E27FC236}">
                  <a16:creationId xmlns:a16="http://schemas.microsoft.com/office/drawing/2014/main" id="{925F6F71-9E08-069F-6F08-635EE5EF0B49}"/>
                </a:ext>
              </a:extLst>
            </p:cNvPr>
            <p:cNvSpPr/>
            <p:nvPr/>
          </p:nvSpPr>
          <p:spPr>
            <a:xfrm>
              <a:off x="3736050" y="2641975"/>
              <a:ext cx="198400" cy="312025"/>
            </a:xfrm>
            <a:custGeom>
              <a:avLst/>
              <a:gdLst/>
              <a:ahLst/>
              <a:cxnLst/>
              <a:rect l="l" t="t" r="r" b="b"/>
              <a:pathLst>
                <a:path w="7936" h="12481" extrusionOk="0">
                  <a:moveTo>
                    <a:pt x="1384" y="626"/>
                  </a:moveTo>
                  <a:cubicBezTo>
                    <a:pt x="1898" y="660"/>
                    <a:pt x="2554" y="777"/>
                    <a:pt x="3210" y="1119"/>
                  </a:cubicBezTo>
                  <a:cubicBezTo>
                    <a:pt x="4040" y="1552"/>
                    <a:pt x="4906" y="2345"/>
                    <a:pt x="5591" y="3752"/>
                  </a:cubicBezTo>
                  <a:cubicBezTo>
                    <a:pt x="7165" y="7109"/>
                    <a:pt x="7314" y="10806"/>
                    <a:pt x="7322" y="11783"/>
                  </a:cubicBezTo>
                  <a:lnTo>
                    <a:pt x="7322" y="11783"/>
                  </a:lnTo>
                  <a:lnTo>
                    <a:pt x="6762" y="11837"/>
                  </a:lnTo>
                  <a:lnTo>
                    <a:pt x="6762" y="11837"/>
                  </a:lnTo>
                  <a:cubicBezTo>
                    <a:pt x="6459" y="7259"/>
                    <a:pt x="4944" y="4324"/>
                    <a:pt x="3463" y="2526"/>
                  </a:cubicBezTo>
                  <a:cubicBezTo>
                    <a:pt x="2690" y="1626"/>
                    <a:pt x="1943" y="1014"/>
                    <a:pt x="1384" y="626"/>
                  </a:cubicBezTo>
                  <a:close/>
                  <a:moveTo>
                    <a:pt x="1010" y="1"/>
                  </a:moveTo>
                  <a:cubicBezTo>
                    <a:pt x="578" y="1"/>
                    <a:pt x="289" y="73"/>
                    <a:pt x="253" y="73"/>
                  </a:cubicBezTo>
                  <a:cubicBezTo>
                    <a:pt x="145" y="73"/>
                    <a:pt x="37" y="181"/>
                    <a:pt x="37" y="326"/>
                  </a:cubicBezTo>
                  <a:cubicBezTo>
                    <a:pt x="1" y="470"/>
                    <a:pt x="73" y="578"/>
                    <a:pt x="217" y="614"/>
                  </a:cubicBezTo>
                  <a:lnTo>
                    <a:pt x="217" y="650"/>
                  </a:lnTo>
                  <a:cubicBezTo>
                    <a:pt x="361" y="686"/>
                    <a:pt x="1732" y="1335"/>
                    <a:pt x="3102" y="3103"/>
                  </a:cubicBezTo>
                  <a:cubicBezTo>
                    <a:pt x="4509" y="4834"/>
                    <a:pt x="5952" y="7683"/>
                    <a:pt x="6204" y="12192"/>
                  </a:cubicBezTo>
                  <a:cubicBezTo>
                    <a:pt x="6204" y="12264"/>
                    <a:pt x="6240" y="12372"/>
                    <a:pt x="6276" y="12408"/>
                  </a:cubicBezTo>
                  <a:cubicBezTo>
                    <a:pt x="6348" y="12480"/>
                    <a:pt x="6420" y="12480"/>
                    <a:pt x="6529" y="12480"/>
                  </a:cubicBezTo>
                  <a:lnTo>
                    <a:pt x="7647" y="12336"/>
                  </a:lnTo>
                  <a:cubicBezTo>
                    <a:pt x="7791" y="12336"/>
                    <a:pt x="7899" y="12228"/>
                    <a:pt x="7935" y="12047"/>
                  </a:cubicBezTo>
                  <a:cubicBezTo>
                    <a:pt x="7935" y="12047"/>
                    <a:pt x="7935" y="12011"/>
                    <a:pt x="7935" y="11867"/>
                  </a:cubicBezTo>
                  <a:cubicBezTo>
                    <a:pt x="7935" y="11001"/>
                    <a:pt x="7827" y="7106"/>
                    <a:pt x="6132" y="3499"/>
                  </a:cubicBezTo>
                  <a:cubicBezTo>
                    <a:pt x="5411" y="1985"/>
                    <a:pt x="4437" y="1083"/>
                    <a:pt x="3499" y="614"/>
                  </a:cubicBezTo>
                  <a:cubicBezTo>
                    <a:pt x="2561" y="109"/>
                    <a:pt x="1624" y="1"/>
                    <a:pt x="1010"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3" name="Google Shape;4805;p64">
              <a:extLst>
                <a:ext uri="{FF2B5EF4-FFF2-40B4-BE49-F238E27FC236}">
                  <a16:creationId xmlns:a16="http://schemas.microsoft.com/office/drawing/2014/main" id="{7CE1EE29-5046-8309-C35F-C6BF007D411A}"/>
                </a:ext>
              </a:extLst>
            </p:cNvPr>
            <p:cNvSpPr/>
            <p:nvPr/>
          </p:nvSpPr>
          <p:spPr>
            <a:xfrm>
              <a:off x="3817200" y="2908125"/>
              <a:ext cx="233550" cy="136925"/>
            </a:xfrm>
            <a:custGeom>
              <a:avLst/>
              <a:gdLst/>
              <a:ahLst/>
              <a:cxnLst/>
              <a:rect l="l" t="t" r="r" b="b"/>
              <a:pathLst>
                <a:path w="9342" h="5477" extrusionOk="0">
                  <a:moveTo>
                    <a:pt x="7313" y="0"/>
                  </a:moveTo>
                  <a:cubicBezTo>
                    <a:pt x="7114" y="0"/>
                    <a:pt x="6910" y="34"/>
                    <a:pt x="6709" y="103"/>
                  </a:cubicBezTo>
                  <a:lnTo>
                    <a:pt x="1407" y="2015"/>
                  </a:lnTo>
                  <a:cubicBezTo>
                    <a:pt x="469" y="2339"/>
                    <a:pt x="1" y="3349"/>
                    <a:pt x="325" y="4287"/>
                  </a:cubicBezTo>
                  <a:cubicBezTo>
                    <a:pt x="578" y="5044"/>
                    <a:pt x="1263" y="5477"/>
                    <a:pt x="2020" y="5477"/>
                  </a:cubicBezTo>
                  <a:cubicBezTo>
                    <a:pt x="2201" y="5477"/>
                    <a:pt x="2417" y="5441"/>
                    <a:pt x="2633" y="5369"/>
                  </a:cubicBezTo>
                  <a:lnTo>
                    <a:pt x="7899" y="3493"/>
                  </a:lnTo>
                  <a:cubicBezTo>
                    <a:pt x="8837" y="3169"/>
                    <a:pt x="9342" y="2123"/>
                    <a:pt x="8981" y="1185"/>
                  </a:cubicBezTo>
                  <a:cubicBezTo>
                    <a:pt x="8726" y="448"/>
                    <a:pt x="8047" y="0"/>
                    <a:pt x="7313"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4" name="Google Shape;4806;p64">
              <a:extLst>
                <a:ext uri="{FF2B5EF4-FFF2-40B4-BE49-F238E27FC236}">
                  <a16:creationId xmlns:a16="http://schemas.microsoft.com/office/drawing/2014/main" id="{7BDEB090-7DF4-9517-5FD7-D68943B071A5}"/>
                </a:ext>
              </a:extLst>
            </p:cNvPr>
            <p:cNvSpPr/>
            <p:nvPr/>
          </p:nvSpPr>
          <p:spPr>
            <a:xfrm>
              <a:off x="3815400" y="2900775"/>
              <a:ext cx="237175" cy="152400"/>
            </a:xfrm>
            <a:custGeom>
              <a:avLst/>
              <a:gdLst/>
              <a:ahLst/>
              <a:cxnLst/>
              <a:rect l="l" t="t" r="r" b="b"/>
              <a:pathLst>
                <a:path w="9487" h="6096" extrusionOk="0">
                  <a:moveTo>
                    <a:pt x="7394" y="613"/>
                  </a:moveTo>
                  <a:cubicBezTo>
                    <a:pt x="8007" y="613"/>
                    <a:pt x="8584" y="974"/>
                    <a:pt x="8801" y="1587"/>
                  </a:cubicBezTo>
                  <a:cubicBezTo>
                    <a:pt x="8837" y="1768"/>
                    <a:pt x="8873" y="1912"/>
                    <a:pt x="8873" y="2092"/>
                  </a:cubicBezTo>
                  <a:cubicBezTo>
                    <a:pt x="8873" y="2705"/>
                    <a:pt x="8476" y="3282"/>
                    <a:pt x="7899" y="3499"/>
                  </a:cubicBezTo>
                  <a:lnTo>
                    <a:pt x="2597" y="5410"/>
                  </a:lnTo>
                  <a:cubicBezTo>
                    <a:pt x="2417" y="5446"/>
                    <a:pt x="2237" y="5482"/>
                    <a:pt x="2092" y="5482"/>
                  </a:cubicBezTo>
                  <a:cubicBezTo>
                    <a:pt x="1479" y="5482"/>
                    <a:pt x="902" y="5086"/>
                    <a:pt x="686" y="4473"/>
                  </a:cubicBezTo>
                  <a:cubicBezTo>
                    <a:pt x="614" y="4328"/>
                    <a:pt x="577" y="4148"/>
                    <a:pt x="577" y="4004"/>
                  </a:cubicBezTo>
                  <a:cubicBezTo>
                    <a:pt x="577" y="3391"/>
                    <a:pt x="974" y="2813"/>
                    <a:pt x="1587" y="2597"/>
                  </a:cubicBezTo>
                  <a:lnTo>
                    <a:pt x="6889" y="686"/>
                  </a:lnTo>
                  <a:cubicBezTo>
                    <a:pt x="7033" y="613"/>
                    <a:pt x="7214" y="613"/>
                    <a:pt x="7394" y="613"/>
                  </a:cubicBezTo>
                  <a:close/>
                  <a:moveTo>
                    <a:pt x="7394" y="0"/>
                  </a:moveTo>
                  <a:cubicBezTo>
                    <a:pt x="7142" y="0"/>
                    <a:pt x="6889" y="36"/>
                    <a:pt x="6673" y="108"/>
                  </a:cubicBezTo>
                  <a:lnTo>
                    <a:pt x="1371" y="2020"/>
                  </a:lnTo>
                  <a:cubicBezTo>
                    <a:pt x="541" y="2309"/>
                    <a:pt x="0" y="3138"/>
                    <a:pt x="0" y="4004"/>
                  </a:cubicBezTo>
                  <a:cubicBezTo>
                    <a:pt x="0" y="4220"/>
                    <a:pt x="36" y="4473"/>
                    <a:pt x="109" y="4689"/>
                  </a:cubicBezTo>
                  <a:cubicBezTo>
                    <a:pt x="433" y="5555"/>
                    <a:pt x="1227" y="6096"/>
                    <a:pt x="2092" y="6096"/>
                  </a:cubicBezTo>
                  <a:cubicBezTo>
                    <a:pt x="2309" y="6096"/>
                    <a:pt x="2561" y="6060"/>
                    <a:pt x="2778" y="5951"/>
                  </a:cubicBezTo>
                  <a:lnTo>
                    <a:pt x="8079" y="4076"/>
                  </a:lnTo>
                  <a:cubicBezTo>
                    <a:pt x="8945" y="3751"/>
                    <a:pt x="9486" y="2958"/>
                    <a:pt x="9486" y="2092"/>
                  </a:cubicBezTo>
                  <a:cubicBezTo>
                    <a:pt x="9486" y="1876"/>
                    <a:pt x="9450" y="1623"/>
                    <a:pt x="9342" y="1371"/>
                  </a:cubicBezTo>
                  <a:cubicBezTo>
                    <a:pt x="9053" y="541"/>
                    <a:pt x="8224" y="0"/>
                    <a:pt x="7394"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5" name="Google Shape;4807;p64">
              <a:extLst>
                <a:ext uri="{FF2B5EF4-FFF2-40B4-BE49-F238E27FC236}">
                  <a16:creationId xmlns:a16="http://schemas.microsoft.com/office/drawing/2014/main" id="{2A2F6C09-BC8A-C997-116B-31548D3C025E}"/>
                </a:ext>
              </a:extLst>
            </p:cNvPr>
            <p:cNvSpPr/>
            <p:nvPr/>
          </p:nvSpPr>
          <p:spPr>
            <a:xfrm>
              <a:off x="3821700" y="2967975"/>
              <a:ext cx="66750" cy="73075"/>
            </a:xfrm>
            <a:custGeom>
              <a:avLst/>
              <a:gdLst/>
              <a:ahLst/>
              <a:cxnLst/>
              <a:rect l="l" t="t" r="r" b="b"/>
              <a:pathLst>
                <a:path w="2670" h="2923" extrusionOk="0">
                  <a:moveTo>
                    <a:pt x="1091" y="0"/>
                  </a:moveTo>
                  <a:cubicBezTo>
                    <a:pt x="990" y="0"/>
                    <a:pt x="890" y="17"/>
                    <a:pt x="794" y="53"/>
                  </a:cubicBezTo>
                  <a:cubicBezTo>
                    <a:pt x="217" y="270"/>
                    <a:pt x="1" y="1063"/>
                    <a:pt x="289" y="1857"/>
                  </a:cubicBezTo>
                  <a:cubicBezTo>
                    <a:pt x="528" y="2513"/>
                    <a:pt x="1062" y="2922"/>
                    <a:pt x="1566" y="2922"/>
                  </a:cubicBezTo>
                  <a:cubicBezTo>
                    <a:pt x="1672" y="2922"/>
                    <a:pt x="1776" y="2904"/>
                    <a:pt x="1876" y="2867"/>
                  </a:cubicBezTo>
                  <a:cubicBezTo>
                    <a:pt x="2453" y="2650"/>
                    <a:pt x="2670" y="1857"/>
                    <a:pt x="2381" y="1063"/>
                  </a:cubicBezTo>
                  <a:cubicBezTo>
                    <a:pt x="2141" y="431"/>
                    <a:pt x="1599" y="0"/>
                    <a:pt x="1091"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6" name="Google Shape;4808;p64">
              <a:extLst>
                <a:ext uri="{FF2B5EF4-FFF2-40B4-BE49-F238E27FC236}">
                  <a16:creationId xmlns:a16="http://schemas.microsoft.com/office/drawing/2014/main" id="{095487A1-42DA-D768-9AC1-A8B941F60ADE}"/>
                </a:ext>
              </a:extLst>
            </p:cNvPr>
            <p:cNvSpPr/>
            <p:nvPr/>
          </p:nvSpPr>
          <p:spPr>
            <a:xfrm>
              <a:off x="3818100" y="2960275"/>
              <a:ext cx="73975" cy="88400"/>
            </a:xfrm>
            <a:custGeom>
              <a:avLst/>
              <a:gdLst/>
              <a:ahLst/>
              <a:cxnLst/>
              <a:rect l="l" t="t" r="r" b="b"/>
              <a:pathLst>
                <a:path w="2959" h="3536" extrusionOk="0">
                  <a:moveTo>
                    <a:pt x="1263" y="614"/>
                  </a:moveTo>
                  <a:cubicBezTo>
                    <a:pt x="1407" y="614"/>
                    <a:pt x="1624" y="686"/>
                    <a:pt x="1804" y="830"/>
                  </a:cubicBezTo>
                  <a:cubicBezTo>
                    <a:pt x="1984" y="974"/>
                    <a:pt x="2129" y="1227"/>
                    <a:pt x="2237" y="1479"/>
                  </a:cubicBezTo>
                  <a:cubicBezTo>
                    <a:pt x="2309" y="1696"/>
                    <a:pt x="2345" y="1876"/>
                    <a:pt x="2345" y="2056"/>
                  </a:cubicBezTo>
                  <a:cubicBezTo>
                    <a:pt x="2345" y="2273"/>
                    <a:pt x="2309" y="2453"/>
                    <a:pt x="2201" y="2597"/>
                  </a:cubicBezTo>
                  <a:cubicBezTo>
                    <a:pt x="2129" y="2742"/>
                    <a:pt x="2020" y="2850"/>
                    <a:pt x="1912" y="2886"/>
                  </a:cubicBezTo>
                  <a:cubicBezTo>
                    <a:pt x="1840" y="2922"/>
                    <a:pt x="1768" y="2922"/>
                    <a:pt x="1696" y="2922"/>
                  </a:cubicBezTo>
                  <a:cubicBezTo>
                    <a:pt x="1551" y="2922"/>
                    <a:pt x="1335" y="2850"/>
                    <a:pt x="1155" y="2706"/>
                  </a:cubicBezTo>
                  <a:cubicBezTo>
                    <a:pt x="974" y="2561"/>
                    <a:pt x="830" y="2345"/>
                    <a:pt x="722" y="2056"/>
                  </a:cubicBezTo>
                  <a:cubicBezTo>
                    <a:pt x="650" y="1876"/>
                    <a:pt x="614" y="1660"/>
                    <a:pt x="614" y="1479"/>
                  </a:cubicBezTo>
                  <a:cubicBezTo>
                    <a:pt x="614" y="1263"/>
                    <a:pt x="650" y="1083"/>
                    <a:pt x="722" y="938"/>
                  </a:cubicBezTo>
                  <a:cubicBezTo>
                    <a:pt x="830" y="794"/>
                    <a:pt x="938" y="686"/>
                    <a:pt x="1047" y="650"/>
                  </a:cubicBezTo>
                  <a:cubicBezTo>
                    <a:pt x="1119" y="614"/>
                    <a:pt x="1191" y="614"/>
                    <a:pt x="1263" y="614"/>
                  </a:cubicBezTo>
                  <a:close/>
                  <a:moveTo>
                    <a:pt x="1263" y="1"/>
                  </a:moveTo>
                  <a:cubicBezTo>
                    <a:pt x="1119" y="1"/>
                    <a:pt x="974" y="37"/>
                    <a:pt x="830" y="73"/>
                  </a:cubicBezTo>
                  <a:cubicBezTo>
                    <a:pt x="578" y="181"/>
                    <a:pt x="361" y="397"/>
                    <a:pt x="217" y="650"/>
                  </a:cubicBezTo>
                  <a:cubicBezTo>
                    <a:pt x="73" y="902"/>
                    <a:pt x="1" y="1191"/>
                    <a:pt x="1" y="1479"/>
                  </a:cubicBezTo>
                  <a:cubicBezTo>
                    <a:pt x="1" y="1732"/>
                    <a:pt x="37" y="2020"/>
                    <a:pt x="145" y="2273"/>
                  </a:cubicBezTo>
                  <a:cubicBezTo>
                    <a:pt x="289" y="2634"/>
                    <a:pt x="506" y="2958"/>
                    <a:pt x="794" y="3175"/>
                  </a:cubicBezTo>
                  <a:cubicBezTo>
                    <a:pt x="1047" y="3391"/>
                    <a:pt x="1371" y="3535"/>
                    <a:pt x="1696" y="3535"/>
                  </a:cubicBezTo>
                  <a:cubicBezTo>
                    <a:pt x="1840" y="3535"/>
                    <a:pt x="1984" y="3499"/>
                    <a:pt x="2093" y="3463"/>
                  </a:cubicBezTo>
                  <a:cubicBezTo>
                    <a:pt x="2381" y="3355"/>
                    <a:pt x="2597" y="3138"/>
                    <a:pt x="2742" y="2922"/>
                  </a:cubicBezTo>
                  <a:cubicBezTo>
                    <a:pt x="2886" y="2670"/>
                    <a:pt x="2958" y="2381"/>
                    <a:pt x="2958" y="2056"/>
                  </a:cubicBezTo>
                  <a:cubicBezTo>
                    <a:pt x="2958" y="1804"/>
                    <a:pt x="2886" y="1552"/>
                    <a:pt x="2814" y="1263"/>
                  </a:cubicBezTo>
                  <a:cubicBezTo>
                    <a:pt x="2670" y="902"/>
                    <a:pt x="2453" y="614"/>
                    <a:pt x="2165" y="361"/>
                  </a:cubicBezTo>
                  <a:cubicBezTo>
                    <a:pt x="1912" y="145"/>
                    <a:pt x="1588" y="1"/>
                    <a:pt x="126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7" name="Google Shape;4809;p64">
              <a:extLst>
                <a:ext uri="{FF2B5EF4-FFF2-40B4-BE49-F238E27FC236}">
                  <a16:creationId xmlns:a16="http://schemas.microsoft.com/office/drawing/2014/main" id="{B7B5AF32-4A9C-4CD8-71B1-38AE9D6FEC2B}"/>
                </a:ext>
              </a:extLst>
            </p:cNvPr>
            <p:cNvSpPr/>
            <p:nvPr/>
          </p:nvSpPr>
          <p:spPr>
            <a:xfrm>
              <a:off x="3797375" y="3155050"/>
              <a:ext cx="75750" cy="128050"/>
            </a:xfrm>
            <a:custGeom>
              <a:avLst/>
              <a:gdLst/>
              <a:ahLst/>
              <a:cxnLst/>
              <a:rect l="l" t="t" r="r" b="b"/>
              <a:pathLst>
                <a:path w="3030" h="5122" extrusionOk="0">
                  <a:moveTo>
                    <a:pt x="1516" y="1024"/>
                  </a:moveTo>
                  <a:cubicBezTo>
                    <a:pt x="1664" y="1404"/>
                    <a:pt x="1873" y="1892"/>
                    <a:pt x="2056" y="2381"/>
                  </a:cubicBezTo>
                  <a:cubicBezTo>
                    <a:pt x="2164" y="2633"/>
                    <a:pt x="2236" y="2922"/>
                    <a:pt x="2308" y="3138"/>
                  </a:cubicBezTo>
                  <a:cubicBezTo>
                    <a:pt x="2380" y="3354"/>
                    <a:pt x="2417" y="3535"/>
                    <a:pt x="2417" y="3607"/>
                  </a:cubicBezTo>
                  <a:cubicBezTo>
                    <a:pt x="2417" y="4112"/>
                    <a:pt x="2020" y="4509"/>
                    <a:pt x="1515" y="4509"/>
                  </a:cubicBezTo>
                  <a:cubicBezTo>
                    <a:pt x="1010" y="4509"/>
                    <a:pt x="613" y="4112"/>
                    <a:pt x="613" y="3607"/>
                  </a:cubicBezTo>
                  <a:cubicBezTo>
                    <a:pt x="613" y="3535"/>
                    <a:pt x="685" y="3210"/>
                    <a:pt x="794" y="2886"/>
                  </a:cubicBezTo>
                  <a:cubicBezTo>
                    <a:pt x="938" y="2417"/>
                    <a:pt x="1190" y="1767"/>
                    <a:pt x="1407" y="1263"/>
                  </a:cubicBezTo>
                  <a:cubicBezTo>
                    <a:pt x="1445" y="1180"/>
                    <a:pt x="1481" y="1100"/>
                    <a:pt x="1516" y="1024"/>
                  </a:cubicBezTo>
                  <a:close/>
                  <a:moveTo>
                    <a:pt x="1515" y="0"/>
                  </a:moveTo>
                  <a:cubicBezTo>
                    <a:pt x="1407" y="0"/>
                    <a:pt x="1298" y="36"/>
                    <a:pt x="1226" y="144"/>
                  </a:cubicBezTo>
                  <a:cubicBezTo>
                    <a:pt x="1226" y="144"/>
                    <a:pt x="938" y="830"/>
                    <a:pt x="649" y="1587"/>
                  </a:cubicBezTo>
                  <a:cubicBezTo>
                    <a:pt x="469" y="1948"/>
                    <a:pt x="325" y="2345"/>
                    <a:pt x="216" y="2705"/>
                  </a:cubicBezTo>
                  <a:cubicBezTo>
                    <a:pt x="108" y="3066"/>
                    <a:pt x="0" y="3354"/>
                    <a:pt x="0" y="3607"/>
                  </a:cubicBezTo>
                  <a:cubicBezTo>
                    <a:pt x="0" y="4436"/>
                    <a:pt x="685" y="5122"/>
                    <a:pt x="1515" y="5122"/>
                  </a:cubicBezTo>
                  <a:cubicBezTo>
                    <a:pt x="2344" y="5122"/>
                    <a:pt x="3030" y="4436"/>
                    <a:pt x="3030" y="3607"/>
                  </a:cubicBezTo>
                  <a:cubicBezTo>
                    <a:pt x="3030" y="3354"/>
                    <a:pt x="2922" y="3066"/>
                    <a:pt x="2813" y="2705"/>
                  </a:cubicBezTo>
                  <a:cubicBezTo>
                    <a:pt x="2453" y="1659"/>
                    <a:pt x="1803" y="180"/>
                    <a:pt x="1803" y="144"/>
                  </a:cubicBezTo>
                  <a:cubicBezTo>
                    <a:pt x="1731" y="36"/>
                    <a:pt x="1623" y="0"/>
                    <a:pt x="1515" y="0"/>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48" name="Google Shape;4810;p64">
              <a:extLst>
                <a:ext uri="{FF2B5EF4-FFF2-40B4-BE49-F238E27FC236}">
                  <a16:creationId xmlns:a16="http://schemas.microsoft.com/office/drawing/2014/main" id="{FC8AD371-FD98-BBB8-5FD6-FC4FACA10406}"/>
                </a:ext>
              </a:extLst>
            </p:cNvPr>
            <p:cNvSpPr/>
            <p:nvPr/>
          </p:nvSpPr>
          <p:spPr>
            <a:xfrm>
              <a:off x="4011050" y="1025400"/>
              <a:ext cx="1925125" cy="2285650"/>
            </a:xfrm>
            <a:custGeom>
              <a:avLst/>
              <a:gdLst/>
              <a:ahLst/>
              <a:cxnLst/>
              <a:rect l="l" t="t" r="r" b="b"/>
              <a:pathLst>
                <a:path w="77005" h="91426" extrusionOk="0">
                  <a:moveTo>
                    <a:pt x="23983" y="0"/>
                  </a:moveTo>
                  <a:cubicBezTo>
                    <a:pt x="22904" y="0"/>
                    <a:pt x="21562" y="517"/>
                    <a:pt x="20271" y="969"/>
                  </a:cubicBezTo>
                  <a:cubicBezTo>
                    <a:pt x="17349" y="1979"/>
                    <a:pt x="9487" y="9626"/>
                    <a:pt x="7683" y="14422"/>
                  </a:cubicBezTo>
                  <a:cubicBezTo>
                    <a:pt x="5916" y="19255"/>
                    <a:pt x="7467" y="20842"/>
                    <a:pt x="10605" y="23728"/>
                  </a:cubicBezTo>
                  <a:cubicBezTo>
                    <a:pt x="13743" y="26649"/>
                    <a:pt x="17566" y="32600"/>
                    <a:pt x="19585" y="38227"/>
                  </a:cubicBezTo>
                  <a:cubicBezTo>
                    <a:pt x="21605" y="43817"/>
                    <a:pt x="24166" y="49191"/>
                    <a:pt x="28314" y="50670"/>
                  </a:cubicBezTo>
                  <a:cubicBezTo>
                    <a:pt x="28314" y="50670"/>
                    <a:pt x="21713" y="53808"/>
                    <a:pt x="17349" y="56946"/>
                  </a:cubicBezTo>
                  <a:cubicBezTo>
                    <a:pt x="12949" y="60083"/>
                    <a:pt x="10821" y="61526"/>
                    <a:pt x="10821" y="61526"/>
                  </a:cubicBezTo>
                  <a:cubicBezTo>
                    <a:pt x="10821" y="61526"/>
                    <a:pt x="4906" y="63221"/>
                    <a:pt x="2634" y="66143"/>
                  </a:cubicBezTo>
                  <a:cubicBezTo>
                    <a:pt x="1299" y="67874"/>
                    <a:pt x="470" y="69244"/>
                    <a:pt x="1" y="70074"/>
                  </a:cubicBezTo>
                  <a:cubicBezTo>
                    <a:pt x="1227" y="69625"/>
                    <a:pt x="3287" y="69061"/>
                    <a:pt x="5893" y="69061"/>
                  </a:cubicBezTo>
                  <a:cubicBezTo>
                    <a:pt x="8731" y="69061"/>
                    <a:pt x="12218" y="69731"/>
                    <a:pt x="15979" y="71950"/>
                  </a:cubicBezTo>
                  <a:cubicBezTo>
                    <a:pt x="24995" y="77251"/>
                    <a:pt x="26871" y="86016"/>
                    <a:pt x="26871" y="91426"/>
                  </a:cubicBezTo>
                  <a:lnTo>
                    <a:pt x="30442" y="88216"/>
                  </a:lnTo>
                  <a:cubicBezTo>
                    <a:pt x="30442" y="88216"/>
                    <a:pt x="39783" y="84537"/>
                    <a:pt x="47501" y="75989"/>
                  </a:cubicBezTo>
                  <a:cubicBezTo>
                    <a:pt x="55256" y="67477"/>
                    <a:pt x="56482" y="63329"/>
                    <a:pt x="57276" y="55719"/>
                  </a:cubicBezTo>
                  <a:cubicBezTo>
                    <a:pt x="58033" y="48073"/>
                    <a:pt x="61171" y="17921"/>
                    <a:pt x="61279" y="17452"/>
                  </a:cubicBezTo>
                  <a:cubicBezTo>
                    <a:pt x="61423" y="17019"/>
                    <a:pt x="62433" y="14783"/>
                    <a:pt x="63768" y="14567"/>
                  </a:cubicBezTo>
                  <a:cubicBezTo>
                    <a:pt x="63793" y="14562"/>
                    <a:pt x="63820" y="14560"/>
                    <a:pt x="63850" y="14560"/>
                  </a:cubicBezTo>
                  <a:cubicBezTo>
                    <a:pt x="65380" y="14560"/>
                    <a:pt x="72515" y="20855"/>
                    <a:pt x="73506" y="21492"/>
                  </a:cubicBezTo>
                  <a:cubicBezTo>
                    <a:pt x="73935" y="21783"/>
                    <a:pt x="74548" y="22009"/>
                    <a:pt x="75126" y="22009"/>
                  </a:cubicBezTo>
                  <a:cubicBezTo>
                    <a:pt x="75908" y="22009"/>
                    <a:pt x="76627" y="21596"/>
                    <a:pt x="76752" y="20374"/>
                  </a:cubicBezTo>
                  <a:cubicBezTo>
                    <a:pt x="77004" y="18246"/>
                    <a:pt x="75201" y="12980"/>
                    <a:pt x="69466" y="7245"/>
                  </a:cubicBezTo>
                  <a:cubicBezTo>
                    <a:pt x="65304" y="3083"/>
                    <a:pt x="61970" y="1480"/>
                    <a:pt x="59954" y="1480"/>
                  </a:cubicBezTo>
                  <a:cubicBezTo>
                    <a:pt x="59210" y="1480"/>
                    <a:pt x="58645" y="1698"/>
                    <a:pt x="58285" y="2087"/>
                  </a:cubicBezTo>
                  <a:cubicBezTo>
                    <a:pt x="56915" y="3566"/>
                    <a:pt x="57817" y="6704"/>
                    <a:pt x="56915" y="11285"/>
                  </a:cubicBezTo>
                  <a:cubicBezTo>
                    <a:pt x="56013" y="15901"/>
                    <a:pt x="50423" y="32492"/>
                    <a:pt x="47610" y="40355"/>
                  </a:cubicBezTo>
                  <a:cubicBezTo>
                    <a:pt x="44796" y="48181"/>
                    <a:pt x="45698" y="58857"/>
                    <a:pt x="45698" y="58857"/>
                  </a:cubicBezTo>
                  <a:cubicBezTo>
                    <a:pt x="45698" y="58857"/>
                    <a:pt x="41911" y="60192"/>
                    <a:pt x="39206" y="62211"/>
                  </a:cubicBezTo>
                  <a:cubicBezTo>
                    <a:pt x="36501" y="64231"/>
                    <a:pt x="32353" y="67044"/>
                    <a:pt x="32353" y="67044"/>
                  </a:cubicBezTo>
                  <a:lnTo>
                    <a:pt x="31235" y="66467"/>
                  </a:lnTo>
                  <a:cubicBezTo>
                    <a:pt x="31235" y="66467"/>
                    <a:pt x="37511" y="60192"/>
                    <a:pt x="39422" y="56585"/>
                  </a:cubicBezTo>
                  <a:cubicBezTo>
                    <a:pt x="41334" y="53014"/>
                    <a:pt x="41911" y="52798"/>
                    <a:pt x="40901" y="50670"/>
                  </a:cubicBezTo>
                  <a:cubicBezTo>
                    <a:pt x="39891" y="48542"/>
                    <a:pt x="31704" y="38227"/>
                    <a:pt x="28097" y="33610"/>
                  </a:cubicBezTo>
                  <a:cubicBezTo>
                    <a:pt x="24527" y="29030"/>
                    <a:pt x="20126" y="21275"/>
                    <a:pt x="19261" y="19039"/>
                  </a:cubicBezTo>
                  <a:cubicBezTo>
                    <a:pt x="18359" y="16803"/>
                    <a:pt x="18467" y="14567"/>
                    <a:pt x="19117" y="12980"/>
                  </a:cubicBezTo>
                  <a:cubicBezTo>
                    <a:pt x="19802" y="11393"/>
                    <a:pt x="26077" y="8255"/>
                    <a:pt x="26186" y="3458"/>
                  </a:cubicBezTo>
                  <a:cubicBezTo>
                    <a:pt x="26245" y="788"/>
                    <a:pt x="25315" y="0"/>
                    <a:pt x="2398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49" name="Google Shape;4811;p64">
              <a:extLst>
                <a:ext uri="{FF2B5EF4-FFF2-40B4-BE49-F238E27FC236}">
                  <a16:creationId xmlns:a16="http://schemas.microsoft.com/office/drawing/2014/main" id="{C03D42A5-0217-DE9A-D097-1D31CDE46E5D}"/>
                </a:ext>
              </a:extLst>
            </p:cNvPr>
            <p:cNvSpPr/>
            <p:nvPr/>
          </p:nvSpPr>
          <p:spPr>
            <a:xfrm>
              <a:off x="4002950" y="1018075"/>
              <a:ext cx="1935025" cy="2300275"/>
            </a:xfrm>
            <a:custGeom>
              <a:avLst/>
              <a:gdLst/>
              <a:ahLst/>
              <a:cxnLst/>
              <a:rect l="l" t="t" r="r" b="b"/>
              <a:pathLst>
                <a:path w="77401" h="92011" extrusionOk="0">
                  <a:moveTo>
                    <a:pt x="24310" y="613"/>
                  </a:moveTo>
                  <a:cubicBezTo>
                    <a:pt x="24634" y="613"/>
                    <a:pt x="24887" y="649"/>
                    <a:pt x="25103" y="721"/>
                  </a:cubicBezTo>
                  <a:cubicBezTo>
                    <a:pt x="25428" y="866"/>
                    <a:pt x="25680" y="1082"/>
                    <a:pt x="25897" y="1515"/>
                  </a:cubicBezTo>
                  <a:cubicBezTo>
                    <a:pt x="26113" y="1948"/>
                    <a:pt x="26221" y="2597"/>
                    <a:pt x="26221" y="3499"/>
                  </a:cubicBezTo>
                  <a:cubicBezTo>
                    <a:pt x="26221" y="3571"/>
                    <a:pt x="26221" y="3643"/>
                    <a:pt x="26221" y="3751"/>
                  </a:cubicBezTo>
                  <a:cubicBezTo>
                    <a:pt x="26185" y="4869"/>
                    <a:pt x="25788" y="5915"/>
                    <a:pt x="25211" y="6889"/>
                  </a:cubicBezTo>
                  <a:cubicBezTo>
                    <a:pt x="24310" y="8332"/>
                    <a:pt x="22975" y="9594"/>
                    <a:pt x="21749" y="10604"/>
                  </a:cubicBezTo>
                  <a:cubicBezTo>
                    <a:pt x="21172" y="11109"/>
                    <a:pt x="20595" y="11578"/>
                    <a:pt x="20162" y="12010"/>
                  </a:cubicBezTo>
                  <a:cubicBezTo>
                    <a:pt x="19693" y="12407"/>
                    <a:pt x="19332" y="12768"/>
                    <a:pt x="19188" y="13165"/>
                  </a:cubicBezTo>
                  <a:cubicBezTo>
                    <a:pt x="18827" y="13994"/>
                    <a:pt x="18611" y="14968"/>
                    <a:pt x="18611" y="16050"/>
                  </a:cubicBezTo>
                  <a:cubicBezTo>
                    <a:pt x="18611" y="17132"/>
                    <a:pt x="18827" y="18286"/>
                    <a:pt x="19296" y="19440"/>
                  </a:cubicBezTo>
                  <a:cubicBezTo>
                    <a:pt x="19765" y="20594"/>
                    <a:pt x="21064" y="23083"/>
                    <a:pt x="22723" y="25896"/>
                  </a:cubicBezTo>
                  <a:cubicBezTo>
                    <a:pt x="24382" y="28673"/>
                    <a:pt x="26401" y="31775"/>
                    <a:pt x="28205" y="34084"/>
                  </a:cubicBezTo>
                  <a:cubicBezTo>
                    <a:pt x="29972" y="36392"/>
                    <a:pt x="32930" y="40107"/>
                    <a:pt x="35563" y="43533"/>
                  </a:cubicBezTo>
                  <a:cubicBezTo>
                    <a:pt x="36861" y="45228"/>
                    <a:pt x="38087" y="46887"/>
                    <a:pt x="39061" y="48222"/>
                  </a:cubicBezTo>
                  <a:cubicBezTo>
                    <a:pt x="39999" y="49556"/>
                    <a:pt x="40720" y="50602"/>
                    <a:pt x="40937" y="51071"/>
                  </a:cubicBezTo>
                  <a:cubicBezTo>
                    <a:pt x="41261" y="51756"/>
                    <a:pt x="41405" y="52225"/>
                    <a:pt x="41405" y="52622"/>
                  </a:cubicBezTo>
                  <a:cubicBezTo>
                    <a:pt x="41405" y="53019"/>
                    <a:pt x="41261" y="53452"/>
                    <a:pt x="40937" y="54065"/>
                  </a:cubicBezTo>
                  <a:cubicBezTo>
                    <a:pt x="40612" y="54714"/>
                    <a:pt x="40143" y="55543"/>
                    <a:pt x="39494" y="56734"/>
                  </a:cubicBezTo>
                  <a:cubicBezTo>
                    <a:pt x="38556" y="58501"/>
                    <a:pt x="36536" y="60954"/>
                    <a:pt x="34733" y="62973"/>
                  </a:cubicBezTo>
                  <a:cubicBezTo>
                    <a:pt x="33831" y="63983"/>
                    <a:pt x="32966" y="64885"/>
                    <a:pt x="32353" y="65498"/>
                  </a:cubicBezTo>
                  <a:cubicBezTo>
                    <a:pt x="32064" y="65823"/>
                    <a:pt x="31812" y="66111"/>
                    <a:pt x="31631" y="66255"/>
                  </a:cubicBezTo>
                  <a:cubicBezTo>
                    <a:pt x="31451" y="66436"/>
                    <a:pt x="31343" y="66544"/>
                    <a:pt x="31343" y="66544"/>
                  </a:cubicBezTo>
                  <a:cubicBezTo>
                    <a:pt x="31271" y="66616"/>
                    <a:pt x="31271" y="66724"/>
                    <a:pt x="31271" y="66796"/>
                  </a:cubicBezTo>
                  <a:cubicBezTo>
                    <a:pt x="31271" y="66905"/>
                    <a:pt x="31343" y="66977"/>
                    <a:pt x="31451" y="67013"/>
                  </a:cubicBezTo>
                  <a:lnTo>
                    <a:pt x="32569" y="67590"/>
                  </a:lnTo>
                  <a:cubicBezTo>
                    <a:pt x="32599" y="67605"/>
                    <a:pt x="32641" y="67614"/>
                    <a:pt x="32685" y="67614"/>
                  </a:cubicBezTo>
                  <a:cubicBezTo>
                    <a:pt x="32748" y="67614"/>
                    <a:pt x="32815" y="67596"/>
                    <a:pt x="32857" y="67554"/>
                  </a:cubicBezTo>
                  <a:cubicBezTo>
                    <a:pt x="32857" y="67554"/>
                    <a:pt x="37005" y="64777"/>
                    <a:pt x="39710" y="62757"/>
                  </a:cubicBezTo>
                  <a:cubicBezTo>
                    <a:pt x="41009" y="61747"/>
                    <a:pt x="42632" y="60917"/>
                    <a:pt x="43930" y="60340"/>
                  </a:cubicBezTo>
                  <a:cubicBezTo>
                    <a:pt x="44543" y="60052"/>
                    <a:pt x="45120" y="59799"/>
                    <a:pt x="45517" y="59655"/>
                  </a:cubicBezTo>
                  <a:cubicBezTo>
                    <a:pt x="45697" y="59583"/>
                    <a:pt x="45878" y="59511"/>
                    <a:pt x="45986" y="59475"/>
                  </a:cubicBezTo>
                  <a:cubicBezTo>
                    <a:pt x="46094" y="59439"/>
                    <a:pt x="46130" y="59403"/>
                    <a:pt x="46130" y="59403"/>
                  </a:cubicBezTo>
                  <a:cubicBezTo>
                    <a:pt x="46274" y="59367"/>
                    <a:pt x="46347" y="59258"/>
                    <a:pt x="46347" y="59114"/>
                  </a:cubicBezTo>
                  <a:cubicBezTo>
                    <a:pt x="46347" y="59114"/>
                    <a:pt x="46311" y="59006"/>
                    <a:pt x="46311" y="58826"/>
                  </a:cubicBezTo>
                  <a:cubicBezTo>
                    <a:pt x="46274" y="58248"/>
                    <a:pt x="46202" y="56878"/>
                    <a:pt x="46202" y="55075"/>
                  </a:cubicBezTo>
                  <a:cubicBezTo>
                    <a:pt x="46202" y="51251"/>
                    <a:pt x="46527" y="45445"/>
                    <a:pt x="48222" y="40720"/>
                  </a:cubicBezTo>
                  <a:cubicBezTo>
                    <a:pt x="49629" y="36789"/>
                    <a:pt x="51721" y="30693"/>
                    <a:pt x="53596" y="24995"/>
                  </a:cubicBezTo>
                  <a:cubicBezTo>
                    <a:pt x="55472" y="19260"/>
                    <a:pt x="57095" y="13994"/>
                    <a:pt x="57527" y="11650"/>
                  </a:cubicBezTo>
                  <a:cubicBezTo>
                    <a:pt x="57996" y="9305"/>
                    <a:pt x="57996" y="7358"/>
                    <a:pt x="58068" y="5843"/>
                  </a:cubicBezTo>
                  <a:cubicBezTo>
                    <a:pt x="58068" y="5049"/>
                    <a:pt x="58104" y="4400"/>
                    <a:pt x="58249" y="3859"/>
                  </a:cubicBezTo>
                  <a:cubicBezTo>
                    <a:pt x="58357" y="3318"/>
                    <a:pt x="58537" y="2922"/>
                    <a:pt x="58826" y="2597"/>
                  </a:cubicBezTo>
                  <a:cubicBezTo>
                    <a:pt x="59114" y="2272"/>
                    <a:pt x="59583" y="2092"/>
                    <a:pt x="60268" y="2092"/>
                  </a:cubicBezTo>
                  <a:cubicBezTo>
                    <a:pt x="61206" y="2092"/>
                    <a:pt x="62505" y="2453"/>
                    <a:pt x="64092" y="3354"/>
                  </a:cubicBezTo>
                  <a:cubicBezTo>
                    <a:pt x="65679" y="4256"/>
                    <a:pt x="67518" y="5699"/>
                    <a:pt x="69610" y="7754"/>
                  </a:cubicBezTo>
                  <a:cubicBezTo>
                    <a:pt x="72279" y="10460"/>
                    <a:pt x="74082" y="13020"/>
                    <a:pt x="75236" y="15220"/>
                  </a:cubicBezTo>
                  <a:cubicBezTo>
                    <a:pt x="76354" y="17420"/>
                    <a:pt x="76823" y="19224"/>
                    <a:pt x="76823" y="20306"/>
                  </a:cubicBezTo>
                  <a:cubicBezTo>
                    <a:pt x="76823" y="20414"/>
                    <a:pt x="76787" y="20522"/>
                    <a:pt x="76787" y="20630"/>
                  </a:cubicBezTo>
                  <a:cubicBezTo>
                    <a:pt x="76751" y="21208"/>
                    <a:pt x="76535" y="21532"/>
                    <a:pt x="76318" y="21712"/>
                  </a:cubicBezTo>
                  <a:cubicBezTo>
                    <a:pt x="76102" y="21929"/>
                    <a:pt x="75813" y="22001"/>
                    <a:pt x="75453" y="22001"/>
                  </a:cubicBezTo>
                  <a:cubicBezTo>
                    <a:pt x="74948" y="22001"/>
                    <a:pt x="74371" y="21785"/>
                    <a:pt x="74010" y="21532"/>
                  </a:cubicBezTo>
                  <a:cubicBezTo>
                    <a:pt x="73902" y="21460"/>
                    <a:pt x="73685" y="21316"/>
                    <a:pt x="73397" y="21063"/>
                  </a:cubicBezTo>
                  <a:cubicBezTo>
                    <a:pt x="72351" y="20234"/>
                    <a:pt x="70439" y="18647"/>
                    <a:pt x="68600" y="17204"/>
                  </a:cubicBezTo>
                  <a:cubicBezTo>
                    <a:pt x="67662" y="16519"/>
                    <a:pt x="66761" y="15834"/>
                    <a:pt x="66003" y="15365"/>
                  </a:cubicBezTo>
                  <a:cubicBezTo>
                    <a:pt x="65606" y="15112"/>
                    <a:pt x="65282" y="14932"/>
                    <a:pt x="64957" y="14788"/>
                  </a:cubicBezTo>
                  <a:cubicBezTo>
                    <a:pt x="64669" y="14643"/>
                    <a:pt x="64416" y="14535"/>
                    <a:pt x="64164" y="14535"/>
                  </a:cubicBezTo>
                  <a:lnTo>
                    <a:pt x="64019" y="14535"/>
                  </a:lnTo>
                  <a:cubicBezTo>
                    <a:pt x="63226" y="14679"/>
                    <a:pt x="62613" y="15365"/>
                    <a:pt x="62144" y="16050"/>
                  </a:cubicBezTo>
                  <a:cubicBezTo>
                    <a:pt x="61928" y="16375"/>
                    <a:pt x="61711" y="16735"/>
                    <a:pt x="61603" y="17024"/>
                  </a:cubicBezTo>
                  <a:cubicBezTo>
                    <a:pt x="61459" y="17312"/>
                    <a:pt x="61350" y="17529"/>
                    <a:pt x="61314" y="17673"/>
                  </a:cubicBezTo>
                  <a:lnTo>
                    <a:pt x="61314" y="17745"/>
                  </a:lnTo>
                  <a:cubicBezTo>
                    <a:pt x="61278" y="18106"/>
                    <a:pt x="61026" y="20198"/>
                    <a:pt x="60701" y="23263"/>
                  </a:cubicBezTo>
                  <a:cubicBezTo>
                    <a:pt x="59727" y="32424"/>
                    <a:pt x="57852" y="50350"/>
                    <a:pt x="57275" y="55976"/>
                  </a:cubicBezTo>
                  <a:cubicBezTo>
                    <a:pt x="56878" y="59763"/>
                    <a:pt x="56409" y="62685"/>
                    <a:pt x="55039" y="65678"/>
                  </a:cubicBezTo>
                  <a:cubicBezTo>
                    <a:pt x="53668" y="68708"/>
                    <a:pt x="51468" y="71846"/>
                    <a:pt x="47609" y="76102"/>
                  </a:cubicBezTo>
                  <a:cubicBezTo>
                    <a:pt x="43750" y="80322"/>
                    <a:pt x="39530" y="83351"/>
                    <a:pt x="36248" y="85335"/>
                  </a:cubicBezTo>
                  <a:cubicBezTo>
                    <a:pt x="34625" y="86345"/>
                    <a:pt x="33218" y="87066"/>
                    <a:pt x="32244" y="87535"/>
                  </a:cubicBezTo>
                  <a:cubicBezTo>
                    <a:pt x="31739" y="87787"/>
                    <a:pt x="31343" y="87932"/>
                    <a:pt x="31090" y="88076"/>
                  </a:cubicBezTo>
                  <a:cubicBezTo>
                    <a:pt x="30946" y="88112"/>
                    <a:pt x="30838" y="88148"/>
                    <a:pt x="30766" y="88184"/>
                  </a:cubicBezTo>
                  <a:cubicBezTo>
                    <a:pt x="30693" y="88220"/>
                    <a:pt x="30657" y="88220"/>
                    <a:pt x="30657" y="88220"/>
                  </a:cubicBezTo>
                  <a:lnTo>
                    <a:pt x="30585" y="88292"/>
                  </a:lnTo>
                  <a:lnTo>
                    <a:pt x="27510" y="91057"/>
                  </a:lnTo>
                  <a:lnTo>
                    <a:pt x="27510" y="91057"/>
                  </a:lnTo>
                  <a:cubicBezTo>
                    <a:pt x="27433" y="88416"/>
                    <a:pt x="26887" y="85123"/>
                    <a:pt x="25392" y="81800"/>
                  </a:cubicBezTo>
                  <a:cubicBezTo>
                    <a:pt x="23769" y="78230"/>
                    <a:pt x="21027" y="74659"/>
                    <a:pt x="16483" y="71990"/>
                  </a:cubicBezTo>
                  <a:cubicBezTo>
                    <a:pt x="12624" y="69754"/>
                    <a:pt x="9089" y="69069"/>
                    <a:pt x="6204" y="69069"/>
                  </a:cubicBezTo>
                  <a:cubicBezTo>
                    <a:pt x="4025" y="69069"/>
                    <a:pt x="2231" y="69453"/>
                    <a:pt x="978" y="69830"/>
                  </a:cubicBezTo>
                  <a:lnTo>
                    <a:pt x="978" y="69830"/>
                  </a:lnTo>
                  <a:cubicBezTo>
                    <a:pt x="1473" y="69020"/>
                    <a:pt x="2195" y="67933"/>
                    <a:pt x="3210" y="66616"/>
                  </a:cubicBezTo>
                  <a:cubicBezTo>
                    <a:pt x="4256" y="65209"/>
                    <a:pt x="6276" y="64091"/>
                    <a:pt x="8043" y="63298"/>
                  </a:cubicBezTo>
                  <a:cubicBezTo>
                    <a:pt x="8909" y="62901"/>
                    <a:pt x="9702" y="62613"/>
                    <a:pt x="10279" y="62432"/>
                  </a:cubicBezTo>
                  <a:cubicBezTo>
                    <a:pt x="10604" y="62324"/>
                    <a:pt x="10820" y="62252"/>
                    <a:pt x="11001" y="62180"/>
                  </a:cubicBezTo>
                  <a:cubicBezTo>
                    <a:pt x="11145" y="62144"/>
                    <a:pt x="11253" y="62108"/>
                    <a:pt x="11253" y="62108"/>
                  </a:cubicBezTo>
                  <a:lnTo>
                    <a:pt x="11325" y="62072"/>
                  </a:lnTo>
                  <a:cubicBezTo>
                    <a:pt x="11325" y="62072"/>
                    <a:pt x="13453" y="60629"/>
                    <a:pt x="17854" y="57491"/>
                  </a:cubicBezTo>
                  <a:cubicBezTo>
                    <a:pt x="20018" y="55904"/>
                    <a:pt x="22759" y="54353"/>
                    <a:pt x="24923" y="53163"/>
                  </a:cubicBezTo>
                  <a:cubicBezTo>
                    <a:pt x="26041" y="52586"/>
                    <a:pt x="27015" y="52117"/>
                    <a:pt x="27700" y="51756"/>
                  </a:cubicBezTo>
                  <a:cubicBezTo>
                    <a:pt x="28385" y="51432"/>
                    <a:pt x="28782" y="51215"/>
                    <a:pt x="28782" y="51215"/>
                  </a:cubicBezTo>
                  <a:cubicBezTo>
                    <a:pt x="28890" y="51179"/>
                    <a:pt x="28962" y="51071"/>
                    <a:pt x="28962" y="50927"/>
                  </a:cubicBezTo>
                  <a:cubicBezTo>
                    <a:pt x="28962" y="50819"/>
                    <a:pt x="28854" y="50710"/>
                    <a:pt x="28746" y="50674"/>
                  </a:cubicBezTo>
                  <a:cubicBezTo>
                    <a:pt x="26762" y="49989"/>
                    <a:pt x="25139" y="48330"/>
                    <a:pt x="23733" y="46130"/>
                  </a:cubicBezTo>
                  <a:cubicBezTo>
                    <a:pt x="22326" y="43930"/>
                    <a:pt x="21208" y="41189"/>
                    <a:pt x="20198" y="38412"/>
                  </a:cubicBezTo>
                  <a:cubicBezTo>
                    <a:pt x="18142" y="32749"/>
                    <a:pt x="14319" y="26798"/>
                    <a:pt x="11145" y="23804"/>
                  </a:cubicBezTo>
                  <a:cubicBezTo>
                    <a:pt x="10027" y="22794"/>
                    <a:pt x="9125" y="21929"/>
                    <a:pt x="8512" y="21063"/>
                  </a:cubicBezTo>
                  <a:cubicBezTo>
                    <a:pt x="7899" y="20198"/>
                    <a:pt x="7574" y="19332"/>
                    <a:pt x="7574" y="18214"/>
                  </a:cubicBezTo>
                  <a:cubicBezTo>
                    <a:pt x="7574" y="17312"/>
                    <a:pt x="7791" y="16194"/>
                    <a:pt x="8296" y="14824"/>
                  </a:cubicBezTo>
                  <a:cubicBezTo>
                    <a:pt x="9161" y="12515"/>
                    <a:pt x="11578" y="9414"/>
                    <a:pt x="14103" y="6781"/>
                  </a:cubicBezTo>
                  <a:cubicBezTo>
                    <a:pt x="15365" y="5482"/>
                    <a:pt x="16663" y="4292"/>
                    <a:pt x="17818" y="3354"/>
                  </a:cubicBezTo>
                  <a:cubicBezTo>
                    <a:pt x="18972" y="2453"/>
                    <a:pt x="20018" y="1803"/>
                    <a:pt x="20667" y="1551"/>
                  </a:cubicBezTo>
                  <a:cubicBezTo>
                    <a:pt x="22001" y="1118"/>
                    <a:pt x="23336" y="613"/>
                    <a:pt x="24310" y="613"/>
                  </a:cubicBezTo>
                  <a:close/>
                  <a:moveTo>
                    <a:pt x="24310" y="0"/>
                  </a:moveTo>
                  <a:cubicBezTo>
                    <a:pt x="23155" y="0"/>
                    <a:pt x="21785" y="541"/>
                    <a:pt x="20486" y="974"/>
                  </a:cubicBezTo>
                  <a:cubicBezTo>
                    <a:pt x="19693" y="1262"/>
                    <a:pt x="18647" y="1948"/>
                    <a:pt x="17457" y="2885"/>
                  </a:cubicBezTo>
                  <a:cubicBezTo>
                    <a:pt x="15690" y="4292"/>
                    <a:pt x="13598" y="6312"/>
                    <a:pt x="11794" y="8440"/>
                  </a:cubicBezTo>
                  <a:cubicBezTo>
                    <a:pt x="9991" y="10532"/>
                    <a:pt x="8440" y="12768"/>
                    <a:pt x="7755" y="14643"/>
                  </a:cubicBezTo>
                  <a:cubicBezTo>
                    <a:pt x="7214" y="16050"/>
                    <a:pt x="6961" y="17204"/>
                    <a:pt x="6961" y="18214"/>
                  </a:cubicBezTo>
                  <a:cubicBezTo>
                    <a:pt x="6961" y="19440"/>
                    <a:pt x="7358" y="20486"/>
                    <a:pt x="8007" y="21388"/>
                  </a:cubicBezTo>
                  <a:cubicBezTo>
                    <a:pt x="8693" y="22362"/>
                    <a:pt x="9630" y="23227"/>
                    <a:pt x="10748" y="24273"/>
                  </a:cubicBezTo>
                  <a:cubicBezTo>
                    <a:pt x="13814" y="27123"/>
                    <a:pt x="17637" y="33038"/>
                    <a:pt x="19621" y="38592"/>
                  </a:cubicBezTo>
                  <a:cubicBezTo>
                    <a:pt x="20631" y="41405"/>
                    <a:pt x="21785" y="44182"/>
                    <a:pt x="23228" y="46455"/>
                  </a:cubicBezTo>
                  <a:cubicBezTo>
                    <a:pt x="24528" y="48469"/>
                    <a:pt x="26062" y="50104"/>
                    <a:pt x="27936" y="50961"/>
                  </a:cubicBezTo>
                  <a:lnTo>
                    <a:pt x="27936" y="50961"/>
                  </a:lnTo>
                  <a:cubicBezTo>
                    <a:pt x="26212" y="51806"/>
                    <a:pt x="21101" y="54384"/>
                    <a:pt x="17493" y="56986"/>
                  </a:cubicBezTo>
                  <a:cubicBezTo>
                    <a:pt x="15293" y="58537"/>
                    <a:pt x="13670" y="59691"/>
                    <a:pt x="12588" y="60449"/>
                  </a:cubicBezTo>
                  <a:cubicBezTo>
                    <a:pt x="12047" y="60845"/>
                    <a:pt x="11650" y="61134"/>
                    <a:pt x="11398" y="61314"/>
                  </a:cubicBezTo>
                  <a:cubicBezTo>
                    <a:pt x="11208" y="61432"/>
                    <a:pt x="11097" y="61504"/>
                    <a:pt x="11042" y="61540"/>
                  </a:cubicBezTo>
                  <a:lnTo>
                    <a:pt x="11042" y="61540"/>
                  </a:lnTo>
                  <a:cubicBezTo>
                    <a:pt x="10819" y="61605"/>
                    <a:pt x="9411" y="62029"/>
                    <a:pt x="7791" y="62757"/>
                  </a:cubicBezTo>
                  <a:cubicBezTo>
                    <a:pt x="5988" y="63550"/>
                    <a:pt x="3932" y="64704"/>
                    <a:pt x="2741" y="66255"/>
                  </a:cubicBezTo>
                  <a:cubicBezTo>
                    <a:pt x="1371" y="67987"/>
                    <a:pt x="541" y="69393"/>
                    <a:pt x="36" y="70223"/>
                  </a:cubicBezTo>
                  <a:cubicBezTo>
                    <a:pt x="0" y="70331"/>
                    <a:pt x="0" y="70475"/>
                    <a:pt x="73" y="70547"/>
                  </a:cubicBezTo>
                  <a:cubicBezTo>
                    <a:pt x="127" y="70629"/>
                    <a:pt x="221" y="70669"/>
                    <a:pt x="311" y="70669"/>
                  </a:cubicBezTo>
                  <a:cubicBezTo>
                    <a:pt x="341" y="70669"/>
                    <a:pt x="370" y="70665"/>
                    <a:pt x="397" y="70656"/>
                  </a:cubicBezTo>
                  <a:cubicBezTo>
                    <a:pt x="1623" y="70223"/>
                    <a:pt x="3643" y="69646"/>
                    <a:pt x="6204" y="69646"/>
                  </a:cubicBezTo>
                  <a:cubicBezTo>
                    <a:pt x="8981" y="69646"/>
                    <a:pt x="12444" y="70331"/>
                    <a:pt x="16158" y="72531"/>
                  </a:cubicBezTo>
                  <a:cubicBezTo>
                    <a:pt x="20595" y="75128"/>
                    <a:pt x="23264" y="78590"/>
                    <a:pt x="24851" y="82053"/>
                  </a:cubicBezTo>
                  <a:cubicBezTo>
                    <a:pt x="26438" y="85551"/>
                    <a:pt x="26906" y="89050"/>
                    <a:pt x="26906" y="91719"/>
                  </a:cubicBezTo>
                  <a:cubicBezTo>
                    <a:pt x="26906" y="91827"/>
                    <a:pt x="26979" y="91935"/>
                    <a:pt x="27087" y="91971"/>
                  </a:cubicBezTo>
                  <a:cubicBezTo>
                    <a:pt x="27128" y="91999"/>
                    <a:pt x="27175" y="92011"/>
                    <a:pt x="27221" y="92011"/>
                  </a:cubicBezTo>
                  <a:cubicBezTo>
                    <a:pt x="27295" y="92011"/>
                    <a:pt x="27367" y="91980"/>
                    <a:pt x="27411" y="91935"/>
                  </a:cubicBezTo>
                  <a:lnTo>
                    <a:pt x="30907" y="88792"/>
                  </a:lnTo>
                  <a:lnTo>
                    <a:pt x="30907" y="88792"/>
                  </a:lnTo>
                  <a:lnTo>
                    <a:pt x="30910" y="88797"/>
                  </a:lnTo>
                  <a:cubicBezTo>
                    <a:pt x="30910" y="88797"/>
                    <a:pt x="40251" y="85082"/>
                    <a:pt x="48042" y="76498"/>
                  </a:cubicBezTo>
                  <a:cubicBezTo>
                    <a:pt x="51937" y="72206"/>
                    <a:pt x="54209" y="69033"/>
                    <a:pt x="55580" y="65931"/>
                  </a:cubicBezTo>
                  <a:cubicBezTo>
                    <a:pt x="56986" y="62829"/>
                    <a:pt x="57491" y="59835"/>
                    <a:pt x="57888" y="56012"/>
                  </a:cubicBezTo>
                  <a:cubicBezTo>
                    <a:pt x="58285" y="52225"/>
                    <a:pt x="59259" y="42776"/>
                    <a:pt x="60160" y="34228"/>
                  </a:cubicBezTo>
                  <a:cubicBezTo>
                    <a:pt x="60593" y="29936"/>
                    <a:pt x="61026" y="25896"/>
                    <a:pt x="61350" y="22867"/>
                  </a:cubicBezTo>
                  <a:cubicBezTo>
                    <a:pt x="61495" y="21388"/>
                    <a:pt x="61639" y="20126"/>
                    <a:pt x="61747" y="19260"/>
                  </a:cubicBezTo>
                  <a:cubicBezTo>
                    <a:pt x="61783" y="18827"/>
                    <a:pt x="61819" y="18466"/>
                    <a:pt x="61855" y="18214"/>
                  </a:cubicBezTo>
                  <a:cubicBezTo>
                    <a:pt x="61892" y="18106"/>
                    <a:pt x="61892" y="17998"/>
                    <a:pt x="61892" y="17925"/>
                  </a:cubicBezTo>
                  <a:lnTo>
                    <a:pt x="61892" y="17853"/>
                  </a:lnTo>
                  <a:lnTo>
                    <a:pt x="61928" y="17817"/>
                  </a:lnTo>
                  <a:cubicBezTo>
                    <a:pt x="61928" y="17745"/>
                    <a:pt x="62000" y="17529"/>
                    <a:pt x="62144" y="17276"/>
                  </a:cubicBezTo>
                  <a:cubicBezTo>
                    <a:pt x="62324" y="16879"/>
                    <a:pt x="62613" y="16375"/>
                    <a:pt x="62974" y="15942"/>
                  </a:cubicBezTo>
                  <a:cubicBezTo>
                    <a:pt x="63334" y="15509"/>
                    <a:pt x="63731" y="15184"/>
                    <a:pt x="64128" y="15148"/>
                  </a:cubicBezTo>
                  <a:lnTo>
                    <a:pt x="64164" y="15148"/>
                  </a:lnTo>
                  <a:cubicBezTo>
                    <a:pt x="64236" y="15148"/>
                    <a:pt x="64524" y="15220"/>
                    <a:pt x="64849" y="15365"/>
                  </a:cubicBezTo>
                  <a:cubicBezTo>
                    <a:pt x="66003" y="15942"/>
                    <a:pt x="67987" y="17493"/>
                    <a:pt x="69790" y="18935"/>
                  </a:cubicBezTo>
                  <a:cubicBezTo>
                    <a:pt x="70692" y="19657"/>
                    <a:pt x="71557" y="20342"/>
                    <a:pt x="72243" y="20919"/>
                  </a:cubicBezTo>
                  <a:cubicBezTo>
                    <a:pt x="72928" y="21460"/>
                    <a:pt x="73433" y="21893"/>
                    <a:pt x="73685" y="22037"/>
                  </a:cubicBezTo>
                  <a:cubicBezTo>
                    <a:pt x="74154" y="22362"/>
                    <a:pt x="74804" y="22614"/>
                    <a:pt x="75453" y="22614"/>
                  </a:cubicBezTo>
                  <a:cubicBezTo>
                    <a:pt x="75922" y="22614"/>
                    <a:pt x="76354" y="22506"/>
                    <a:pt x="76715" y="22181"/>
                  </a:cubicBezTo>
                  <a:cubicBezTo>
                    <a:pt x="77076" y="21857"/>
                    <a:pt x="77328" y="21352"/>
                    <a:pt x="77400" y="20703"/>
                  </a:cubicBezTo>
                  <a:cubicBezTo>
                    <a:pt x="77400" y="20594"/>
                    <a:pt x="77400" y="20450"/>
                    <a:pt x="77400" y="20306"/>
                  </a:cubicBezTo>
                  <a:cubicBezTo>
                    <a:pt x="77400" y="19044"/>
                    <a:pt x="76931" y="17204"/>
                    <a:pt x="75741" y="14932"/>
                  </a:cubicBezTo>
                  <a:cubicBezTo>
                    <a:pt x="74587" y="12696"/>
                    <a:pt x="72748" y="10063"/>
                    <a:pt x="70007" y="7358"/>
                  </a:cubicBezTo>
                  <a:cubicBezTo>
                    <a:pt x="67915" y="5230"/>
                    <a:pt x="66039" y="3787"/>
                    <a:pt x="64380" y="2849"/>
                  </a:cubicBezTo>
                  <a:cubicBezTo>
                    <a:pt x="62757" y="1912"/>
                    <a:pt x="61387" y="1479"/>
                    <a:pt x="60268" y="1479"/>
                  </a:cubicBezTo>
                  <a:cubicBezTo>
                    <a:pt x="59475" y="1479"/>
                    <a:pt x="58790" y="1731"/>
                    <a:pt x="58357" y="2200"/>
                  </a:cubicBezTo>
                  <a:cubicBezTo>
                    <a:pt x="57996" y="2597"/>
                    <a:pt x="57780" y="3138"/>
                    <a:pt x="57636" y="3751"/>
                  </a:cubicBezTo>
                  <a:cubicBezTo>
                    <a:pt x="57455" y="4653"/>
                    <a:pt x="57455" y="5735"/>
                    <a:pt x="57419" y="7033"/>
                  </a:cubicBezTo>
                  <a:cubicBezTo>
                    <a:pt x="57383" y="8332"/>
                    <a:pt x="57275" y="9846"/>
                    <a:pt x="56950" y="11542"/>
                  </a:cubicBezTo>
                  <a:cubicBezTo>
                    <a:pt x="56518" y="13778"/>
                    <a:pt x="54894" y="19116"/>
                    <a:pt x="53019" y="24814"/>
                  </a:cubicBezTo>
                  <a:cubicBezTo>
                    <a:pt x="51144" y="30513"/>
                    <a:pt x="49052" y="36608"/>
                    <a:pt x="47645" y="40540"/>
                  </a:cubicBezTo>
                  <a:cubicBezTo>
                    <a:pt x="45914" y="45373"/>
                    <a:pt x="45589" y="51215"/>
                    <a:pt x="45589" y="55075"/>
                  </a:cubicBezTo>
                  <a:cubicBezTo>
                    <a:pt x="45589" y="57010"/>
                    <a:pt x="45679" y="58429"/>
                    <a:pt x="45717" y="58941"/>
                  </a:cubicBezTo>
                  <a:lnTo>
                    <a:pt x="45717" y="58941"/>
                  </a:lnTo>
                  <a:cubicBezTo>
                    <a:pt x="44844" y="59257"/>
                    <a:pt x="41699" y="60490"/>
                    <a:pt x="39350" y="62252"/>
                  </a:cubicBezTo>
                  <a:cubicBezTo>
                    <a:pt x="38015" y="63262"/>
                    <a:pt x="36284" y="64452"/>
                    <a:pt x="34913" y="65426"/>
                  </a:cubicBezTo>
                  <a:cubicBezTo>
                    <a:pt x="34228" y="65895"/>
                    <a:pt x="33651" y="66291"/>
                    <a:pt x="33218" y="66616"/>
                  </a:cubicBezTo>
                  <a:cubicBezTo>
                    <a:pt x="32981" y="66774"/>
                    <a:pt x="32798" y="66900"/>
                    <a:pt x="32681" y="66981"/>
                  </a:cubicBezTo>
                  <a:lnTo>
                    <a:pt x="32681" y="66981"/>
                  </a:lnTo>
                  <a:lnTo>
                    <a:pt x="32065" y="66683"/>
                  </a:lnTo>
                  <a:lnTo>
                    <a:pt x="32065" y="66683"/>
                  </a:lnTo>
                  <a:cubicBezTo>
                    <a:pt x="32604" y="66134"/>
                    <a:pt x="33825" y="64872"/>
                    <a:pt x="35166" y="63370"/>
                  </a:cubicBezTo>
                  <a:cubicBezTo>
                    <a:pt x="36969" y="61350"/>
                    <a:pt x="39025" y="58862"/>
                    <a:pt x="40035" y="57022"/>
                  </a:cubicBezTo>
                  <a:cubicBezTo>
                    <a:pt x="40648" y="55832"/>
                    <a:pt x="41153" y="55002"/>
                    <a:pt x="41478" y="54353"/>
                  </a:cubicBezTo>
                  <a:cubicBezTo>
                    <a:pt x="41802" y="53704"/>
                    <a:pt x="42019" y="53199"/>
                    <a:pt x="42019" y="52622"/>
                  </a:cubicBezTo>
                  <a:cubicBezTo>
                    <a:pt x="42019" y="52081"/>
                    <a:pt x="41802" y="51540"/>
                    <a:pt x="41478" y="50819"/>
                  </a:cubicBezTo>
                  <a:cubicBezTo>
                    <a:pt x="41189" y="50242"/>
                    <a:pt x="40504" y="49196"/>
                    <a:pt x="39530" y="47861"/>
                  </a:cubicBezTo>
                  <a:cubicBezTo>
                    <a:pt x="36645" y="43822"/>
                    <a:pt x="31343" y="37185"/>
                    <a:pt x="28674" y="33723"/>
                  </a:cubicBezTo>
                  <a:cubicBezTo>
                    <a:pt x="26870" y="31451"/>
                    <a:pt x="24887" y="28349"/>
                    <a:pt x="23264" y="25572"/>
                  </a:cubicBezTo>
                  <a:cubicBezTo>
                    <a:pt x="21605" y="22794"/>
                    <a:pt x="20270" y="20306"/>
                    <a:pt x="19837" y="19224"/>
                  </a:cubicBezTo>
                  <a:cubicBezTo>
                    <a:pt x="19404" y="18142"/>
                    <a:pt x="19224" y="17060"/>
                    <a:pt x="19224" y="16050"/>
                  </a:cubicBezTo>
                  <a:cubicBezTo>
                    <a:pt x="19224" y="15040"/>
                    <a:pt x="19404" y="14138"/>
                    <a:pt x="19729" y="13381"/>
                  </a:cubicBezTo>
                  <a:cubicBezTo>
                    <a:pt x="19801" y="13273"/>
                    <a:pt x="19945" y="13056"/>
                    <a:pt x="20162" y="12804"/>
                  </a:cubicBezTo>
                  <a:cubicBezTo>
                    <a:pt x="20955" y="12010"/>
                    <a:pt x="22578" y="10820"/>
                    <a:pt x="24021" y="9305"/>
                  </a:cubicBezTo>
                  <a:cubicBezTo>
                    <a:pt x="25464" y="7827"/>
                    <a:pt x="26762" y="5987"/>
                    <a:pt x="26834" y="3751"/>
                  </a:cubicBezTo>
                  <a:cubicBezTo>
                    <a:pt x="26834" y="3679"/>
                    <a:pt x="26834" y="3571"/>
                    <a:pt x="26834" y="3499"/>
                  </a:cubicBezTo>
                  <a:cubicBezTo>
                    <a:pt x="26834" y="2236"/>
                    <a:pt x="26582" y="1371"/>
                    <a:pt x="26149" y="794"/>
                  </a:cubicBezTo>
                  <a:cubicBezTo>
                    <a:pt x="25933" y="505"/>
                    <a:pt x="25644" y="289"/>
                    <a:pt x="25319" y="180"/>
                  </a:cubicBezTo>
                  <a:cubicBezTo>
                    <a:pt x="25031" y="36"/>
                    <a:pt x="24670" y="0"/>
                    <a:pt x="24310"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0" name="Google Shape;4812;p64">
              <a:extLst>
                <a:ext uri="{FF2B5EF4-FFF2-40B4-BE49-F238E27FC236}">
                  <a16:creationId xmlns:a16="http://schemas.microsoft.com/office/drawing/2014/main" id="{DA08F166-3A3B-2EE6-8D28-FA4EFD9580FC}"/>
                </a:ext>
              </a:extLst>
            </p:cNvPr>
            <p:cNvSpPr/>
            <p:nvPr/>
          </p:nvSpPr>
          <p:spPr>
            <a:xfrm>
              <a:off x="4489850" y="2578700"/>
              <a:ext cx="470700" cy="295075"/>
            </a:xfrm>
            <a:custGeom>
              <a:avLst/>
              <a:gdLst/>
              <a:ahLst/>
              <a:cxnLst/>
              <a:rect l="l" t="t" r="r" b="b"/>
              <a:pathLst>
                <a:path w="18828" h="11803" extrusionOk="0">
                  <a:moveTo>
                    <a:pt x="293" y="0"/>
                  </a:moveTo>
                  <a:cubicBezTo>
                    <a:pt x="146" y="0"/>
                    <a:pt x="37" y="103"/>
                    <a:pt x="37" y="260"/>
                  </a:cubicBezTo>
                  <a:cubicBezTo>
                    <a:pt x="1" y="440"/>
                    <a:pt x="109" y="584"/>
                    <a:pt x="289" y="584"/>
                  </a:cubicBezTo>
                  <a:cubicBezTo>
                    <a:pt x="289" y="584"/>
                    <a:pt x="325" y="584"/>
                    <a:pt x="397" y="620"/>
                  </a:cubicBezTo>
                  <a:cubicBezTo>
                    <a:pt x="1047" y="729"/>
                    <a:pt x="4076" y="1234"/>
                    <a:pt x="7647" y="2893"/>
                  </a:cubicBezTo>
                  <a:cubicBezTo>
                    <a:pt x="11217" y="4516"/>
                    <a:pt x="15329" y="7221"/>
                    <a:pt x="18214" y="11693"/>
                  </a:cubicBezTo>
                  <a:cubicBezTo>
                    <a:pt x="18284" y="11763"/>
                    <a:pt x="18384" y="11803"/>
                    <a:pt x="18485" y="11803"/>
                  </a:cubicBezTo>
                  <a:cubicBezTo>
                    <a:pt x="18541" y="11803"/>
                    <a:pt x="18596" y="11791"/>
                    <a:pt x="18647" y="11765"/>
                  </a:cubicBezTo>
                  <a:cubicBezTo>
                    <a:pt x="18792" y="11657"/>
                    <a:pt x="18828" y="11477"/>
                    <a:pt x="18719" y="11332"/>
                  </a:cubicBezTo>
                  <a:cubicBezTo>
                    <a:pt x="15546" y="6463"/>
                    <a:pt x="10965" y="3614"/>
                    <a:pt x="7178" y="2027"/>
                  </a:cubicBezTo>
                  <a:cubicBezTo>
                    <a:pt x="3355" y="404"/>
                    <a:pt x="361" y="7"/>
                    <a:pt x="361" y="7"/>
                  </a:cubicBezTo>
                  <a:cubicBezTo>
                    <a:pt x="338" y="3"/>
                    <a:pt x="315" y="0"/>
                    <a:pt x="293"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1" name="Google Shape;4813;p64">
              <a:extLst>
                <a:ext uri="{FF2B5EF4-FFF2-40B4-BE49-F238E27FC236}">
                  <a16:creationId xmlns:a16="http://schemas.microsoft.com/office/drawing/2014/main" id="{2333E37E-781C-107F-09CC-821E97C139F0}"/>
                </a:ext>
              </a:extLst>
            </p:cNvPr>
            <p:cNvSpPr/>
            <p:nvPr/>
          </p:nvSpPr>
          <p:spPr>
            <a:xfrm>
              <a:off x="5419475" y="1062375"/>
              <a:ext cx="516700" cy="513275"/>
            </a:xfrm>
            <a:custGeom>
              <a:avLst/>
              <a:gdLst/>
              <a:ahLst/>
              <a:cxnLst/>
              <a:rect l="l" t="t" r="r" b="b"/>
              <a:pathLst>
                <a:path w="20668" h="20531" extrusionOk="0">
                  <a:moveTo>
                    <a:pt x="3617" y="1"/>
                  </a:moveTo>
                  <a:cubicBezTo>
                    <a:pt x="2873" y="1"/>
                    <a:pt x="2308" y="219"/>
                    <a:pt x="1948" y="608"/>
                  </a:cubicBezTo>
                  <a:cubicBezTo>
                    <a:pt x="578" y="2087"/>
                    <a:pt x="1480" y="5225"/>
                    <a:pt x="578" y="9806"/>
                  </a:cubicBezTo>
                  <a:cubicBezTo>
                    <a:pt x="470" y="10419"/>
                    <a:pt x="253" y="11284"/>
                    <a:pt x="1" y="12258"/>
                  </a:cubicBezTo>
                  <a:cubicBezTo>
                    <a:pt x="207" y="12224"/>
                    <a:pt x="438" y="12202"/>
                    <a:pt x="692" y="12202"/>
                  </a:cubicBezTo>
                  <a:cubicBezTo>
                    <a:pt x="1500" y="12202"/>
                    <a:pt x="2535" y="12427"/>
                    <a:pt x="3716" y="13196"/>
                  </a:cubicBezTo>
                  <a:cubicBezTo>
                    <a:pt x="4473" y="13665"/>
                    <a:pt x="5050" y="14206"/>
                    <a:pt x="5519" y="14783"/>
                  </a:cubicBezTo>
                  <a:cubicBezTo>
                    <a:pt x="5952" y="14025"/>
                    <a:pt x="6637" y="13196"/>
                    <a:pt x="7431" y="13088"/>
                  </a:cubicBezTo>
                  <a:cubicBezTo>
                    <a:pt x="7456" y="13083"/>
                    <a:pt x="7483" y="13081"/>
                    <a:pt x="7513" y="13081"/>
                  </a:cubicBezTo>
                  <a:cubicBezTo>
                    <a:pt x="9043" y="13081"/>
                    <a:pt x="16178" y="19376"/>
                    <a:pt x="17169" y="20013"/>
                  </a:cubicBezTo>
                  <a:cubicBezTo>
                    <a:pt x="17598" y="20304"/>
                    <a:pt x="18211" y="20530"/>
                    <a:pt x="18789" y="20530"/>
                  </a:cubicBezTo>
                  <a:cubicBezTo>
                    <a:pt x="19571" y="20530"/>
                    <a:pt x="20290" y="20117"/>
                    <a:pt x="20415" y="18895"/>
                  </a:cubicBezTo>
                  <a:cubicBezTo>
                    <a:pt x="20667" y="16767"/>
                    <a:pt x="18864" y="11501"/>
                    <a:pt x="13129" y="5766"/>
                  </a:cubicBezTo>
                  <a:cubicBezTo>
                    <a:pt x="8967" y="1604"/>
                    <a:pt x="5633" y="1"/>
                    <a:pt x="3617"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2" name="Google Shape;4814;p64">
              <a:extLst>
                <a:ext uri="{FF2B5EF4-FFF2-40B4-BE49-F238E27FC236}">
                  <a16:creationId xmlns:a16="http://schemas.microsoft.com/office/drawing/2014/main" id="{910BA646-EA58-7A0B-D8F1-CFBA01D08519}"/>
                </a:ext>
              </a:extLst>
            </p:cNvPr>
            <p:cNvSpPr/>
            <p:nvPr/>
          </p:nvSpPr>
          <p:spPr>
            <a:xfrm>
              <a:off x="5411375" y="1055025"/>
              <a:ext cx="526600" cy="528425"/>
            </a:xfrm>
            <a:custGeom>
              <a:avLst/>
              <a:gdLst/>
              <a:ahLst/>
              <a:cxnLst/>
              <a:rect l="l" t="t" r="r" b="b"/>
              <a:pathLst>
                <a:path w="21064" h="21137" extrusionOk="0">
                  <a:moveTo>
                    <a:pt x="3931" y="614"/>
                  </a:moveTo>
                  <a:cubicBezTo>
                    <a:pt x="4869" y="614"/>
                    <a:pt x="6168" y="975"/>
                    <a:pt x="7755" y="1876"/>
                  </a:cubicBezTo>
                  <a:cubicBezTo>
                    <a:pt x="9342" y="2778"/>
                    <a:pt x="11181" y="4221"/>
                    <a:pt x="13273" y="6276"/>
                  </a:cubicBezTo>
                  <a:cubicBezTo>
                    <a:pt x="15942" y="8982"/>
                    <a:pt x="17745" y="11542"/>
                    <a:pt x="18899" y="13742"/>
                  </a:cubicBezTo>
                  <a:cubicBezTo>
                    <a:pt x="20017" y="15942"/>
                    <a:pt x="20486" y="17746"/>
                    <a:pt x="20486" y="18828"/>
                  </a:cubicBezTo>
                  <a:cubicBezTo>
                    <a:pt x="20486" y="18936"/>
                    <a:pt x="20450" y="19044"/>
                    <a:pt x="20450" y="19152"/>
                  </a:cubicBezTo>
                  <a:cubicBezTo>
                    <a:pt x="20414" y="19730"/>
                    <a:pt x="20198" y="20054"/>
                    <a:pt x="19981" y="20234"/>
                  </a:cubicBezTo>
                  <a:cubicBezTo>
                    <a:pt x="19765" y="20451"/>
                    <a:pt x="19476" y="20523"/>
                    <a:pt x="19116" y="20523"/>
                  </a:cubicBezTo>
                  <a:cubicBezTo>
                    <a:pt x="18611" y="20523"/>
                    <a:pt x="18034" y="20307"/>
                    <a:pt x="17673" y="20054"/>
                  </a:cubicBezTo>
                  <a:cubicBezTo>
                    <a:pt x="17565" y="19982"/>
                    <a:pt x="17348" y="19838"/>
                    <a:pt x="17060" y="19585"/>
                  </a:cubicBezTo>
                  <a:cubicBezTo>
                    <a:pt x="16014" y="18756"/>
                    <a:pt x="14102" y="17169"/>
                    <a:pt x="12263" y="15726"/>
                  </a:cubicBezTo>
                  <a:cubicBezTo>
                    <a:pt x="11325" y="15041"/>
                    <a:pt x="10424" y="14356"/>
                    <a:pt x="9666" y="13887"/>
                  </a:cubicBezTo>
                  <a:cubicBezTo>
                    <a:pt x="9269" y="13634"/>
                    <a:pt x="8945" y="13454"/>
                    <a:pt x="8620" y="13310"/>
                  </a:cubicBezTo>
                  <a:cubicBezTo>
                    <a:pt x="8332" y="13165"/>
                    <a:pt x="8079" y="13057"/>
                    <a:pt x="7827" y="13057"/>
                  </a:cubicBezTo>
                  <a:lnTo>
                    <a:pt x="7682" y="13057"/>
                  </a:lnTo>
                  <a:cubicBezTo>
                    <a:pt x="7214" y="13165"/>
                    <a:pt x="6817" y="13418"/>
                    <a:pt x="6456" y="13778"/>
                  </a:cubicBezTo>
                  <a:cubicBezTo>
                    <a:pt x="6199" y="14010"/>
                    <a:pt x="5979" y="14296"/>
                    <a:pt x="5795" y="14585"/>
                  </a:cubicBezTo>
                  <a:lnTo>
                    <a:pt x="5795" y="14585"/>
                  </a:lnTo>
                  <a:cubicBezTo>
                    <a:pt x="5367" y="14105"/>
                    <a:pt x="4842" y="13623"/>
                    <a:pt x="4220" y="13237"/>
                  </a:cubicBezTo>
                  <a:cubicBezTo>
                    <a:pt x="2994" y="12444"/>
                    <a:pt x="1876" y="12192"/>
                    <a:pt x="1010" y="12192"/>
                  </a:cubicBezTo>
                  <a:cubicBezTo>
                    <a:pt x="914" y="12192"/>
                    <a:pt x="818" y="12197"/>
                    <a:pt x="721" y="12205"/>
                  </a:cubicBezTo>
                  <a:lnTo>
                    <a:pt x="721" y="12205"/>
                  </a:lnTo>
                  <a:cubicBezTo>
                    <a:pt x="927" y="11403"/>
                    <a:pt x="1098" y="10695"/>
                    <a:pt x="1190" y="10172"/>
                  </a:cubicBezTo>
                  <a:cubicBezTo>
                    <a:pt x="1659" y="7827"/>
                    <a:pt x="1659" y="5880"/>
                    <a:pt x="1731" y="4365"/>
                  </a:cubicBezTo>
                  <a:cubicBezTo>
                    <a:pt x="1731" y="3571"/>
                    <a:pt x="1767" y="2922"/>
                    <a:pt x="1912" y="2381"/>
                  </a:cubicBezTo>
                  <a:cubicBezTo>
                    <a:pt x="2020" y="1840"/>
                    <a:pt x="2200" y="1444"/>
                    <a:pt x="2489" y="1119"/>
                  </a:cubicBezTo>
                  <a:cubicBezTo>
                    <a:pt x="2777" y="794"/>
                    <a:pt x="3246" y="614"/>
                    <a:pt x="3931" y="614"/>
                  </a:cubicBezTo>
                  <a:close/>
                  <a:moveTo>
                    <a:pt x="3931" y="1"/>
                  </a:moveTo>
                  <a:cubicBezTo>
                    <a:pt x="3138" y="1"/>
                    <a:pt x="2453" y="253"/>
                    <a:pt x="2020" y="722"/>
                  </a:cubicBezTo>
                  <a:cubicBezTo>
                    <a:pt x="1659" y="1119"/>
                    <a:pt x="1443" y="1660"/>
                    <a:pt x="1299" y="2273"/>
                  </a:cubicBezTo>
                  <a:cubicBezTo>
                    <a:pt x="1118" y="3175"/>
                    <a:pt x="1118" y="4257"/>
                    <a:pt x="1082" y="5555"/>
                  </a:cubicBezTo>
                  <a:cubicBezTo>
                    <a:pt x="1046" y="6854"/>
                    <a:pt x="938" y="8368"/>
                    <a:pt x="613" y="10064"/>
                  </a:cubicBezTo>
                  <a:cubicBezTo>
                    <a:pt x="505" y="10641"/>
                    <a:pt x="289" y="11506"/>
                    <a:pt x="36" y="12480"/>
                  </a:cubicBezTo>
                  <a:cubicBezTo>
                    <a:pt x="0" y="12588"/>
                    <a:pt x="36" y="12696"/>
                    <a:pt x="72" y="12769"/>
                  </a:cubicBezTo>
                  <a:cubicBezTo>
                    <a:pt x="125" y="12821"/>
                    <a:pt x="197" y="12855"/>
                    <a:pt x="275" y="12855"/>
                  </a:cubicBezTo>
                  <a:cubicBezTo>
                    <a:pt x="303" y="12855"/>
                    <a:pt x="332" y="12850"/>
                    <a:pt x="361" y="12841"/>
                  </a:cubicBezTo>
                  <a:cubicBezTo>
                    <a:pt x="541" y="12841"/>
                    <a:pt x="794" y="12805"/>
                    <a:pt x="1010" y="12805"/>
                  </a:cubicBezTo>
                  <a:cubicBezTo>
                    <a:pt x="1767" y="12805"/>
                    <a:pt x="2741" y="13021"/>
                    <a:pt x="3895" y="13742"/>
                  </a:cubicBezTo>
                  <a:cubicBezTo>
                    <a:pt x="4617" y="14175"/>
                    <a:pt x="5158" y="14716"/>
                    <a:pt x="5627" y="15257"/>
                  </a:cubicBezTo>
                  <a:cubicBezTo>
                    <a:pt x="5656" y="15316"/>
                    <a:pt x="5734" y="15375"/>
                    <a:pt x="5820" y="15375"/>
                  </a:cubicBezTo>
                  <a:cubicBezTo>
                    <a:pt x="5839" y="15375"/>
                    <a:pt x="5859" y="15372"/>
                    <a:pt x="5879" y="15365"/>
                  </a:cubicBezTo>
                  <a:cubicBezTo>
                    <a:pt x="5951" y="15365"/>
                    <a:pt x="6059" y="15329"/>
                    <a:pt x="6096" y="15221"/>
                  </a:cubicBezTo>
                  <a:cubicBezTo>
                    <a:pt x="6312" y="14860"/>
                    <a:pt x="6564" y="14500"/>
                    <a:pt x="6889" y="14211"/>
                  </a:cubicBezTo>
                  <a:cubicBezTo>
                    <a:pt x="7178" y="13923"/>
                    <a:pt x="7502" y="13706"/>
                    <a:pt x="7791" y="13670"/>
                  </a:cubicBezTo>
                  <a:lnTo>
                    <a:pt x="7827" y="13670"/>
                  </a:lnTo>
                  <a:cubicBezTo>
                    <a:pt x="7899" y="13670"/>
                    <a:pt x="8187" y="13742"/>
                    <a:pt x="8512" y="13887"/>
                  </a:cubicBezTo>
                  <a:cubicBezTo>
                    <a:pt x="9666" y="14464"/>
                    <a:pt x="11650" y="16015"/>
                    <a:pt x="13453" y="17457"/>
                  </a:cubicBezTo>
                  <a:cubicBezTo>
                    <a:pt x="14355" y="18179"/>
                    <a:pt x="15220" y="18864"/>
                    <a:pt x="15906" y="19441"/>
                  </a:cubicBezTo>
                  <a:cubicBezTo>
                    <a:pt x="16591" y="19982"/>
                    <a:pt x="17096" y="20415"/>
                    <a:pt x="17348" y="20559"/>
                  </a:cubicBezTo>
                  <a:cubicBezTo>
                    <a:pt x="17817" y="20884"/>
                    <a:pt x="18467" y="21136"/>
                    <a:pt x="19116" y="21136"/>
                  </a:cubicBezTo>
                  <a:cubicBezTo>
                    <a:pt x="19585" y="21136"/>
                    <a:pt x="20017" y="21028"/>
                    <a:pt x="20378" y="20703"/>
                  </a:cubicBezTo>
                  <a:cubicBezTo>
                    <a:pt x="20739" y="20379"/>
                    <a:pt x="20991" y="19874"/>
                    <a:pt x="21063" y="19225"/>
                  </a:cubicBezTo>
                  <a:cubicBezTo>
                    <a:pt x="21063" y="19116"/>
                    <a:pt x="21063" y="18972"/>
                    <a:pt x="21063" y="18828"/>
                  </a:cubicBezTo>
                  <a:cubicBezTo>
                    <a:pt x="21063" y="17566"/>
                    <a:pt x="20594" y="15726"/>
                    <a:pt x="19404" y="13454"/>
                  </a:cubicBezTo>
                  <a:cubicBezTo>
                    <a:pt x="18250" y="11218"/>
                    <a:pt x="16411" y="8585"/>
                    <a:pt x="13670" y="5880"/>
                  </a:cubicBezTo>
                  <a:cubicBezTo>
                    <a:pt x="11578" y="3752"/>
                    <a:pt x="9702" y="2309"/>
                    <a:pt x="8043" y="1371"/>
                  </a:cubicBezTo>
                  <a:cubicBezTo>
                    <a:pt x="6420" y="434"/>
                    <a:pt x="5050" y="1"/>
                    <a:pt x="3931"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3" name="Google Shape;4815;p64">
              <a:extLst>
                <a:ext uri="{FF2B5EF4-FFF2-40B4-BE49-F238E27FC236}">
                  <a16:creationId xmlns:a16="http://schemas.microsoft.com/office/drawing/2014/main" id="{CEDF620A-90F1-8AF3-BC81-3A000E9B71C5}"/>
                </a:ext>
              </a:extLst>
            </p:cNvPr>
            <p:cNvSpPr/>
            <p:nvPr/>
          </p:nvSpPr>
          <p:spPr>
            <a:xfrm>
              <a:off x="4158925" y="1025400"/>
              <a:ext cx="508275" cy="645500"/>
            </a:xfrm>
            <a:custGeom>
              <a:avLst/>
              <a:gdLst/>
              <a:ahLst/>
              <a:cxnLst/>
              <a:rect l="l" t="t" r="r" b="b"/>
              <a:pathLst>
                <a:path w="20331" h="25820" extrusionOk="0">
                  <a:moveTo>
                    <a:pt x="18068" y="0"/>
                  </a:moveTo>
                  <a:cubicBezTo>
                    <a:pt x="16989" y="0"/>
                    <a:pt x="15647" y="517"/>
                    <a:pt x="14356" y="969"/>
                  </a:cubicBezTo>
                  <a:cubicBezTo>
                    <a:pt x="11434" y="1979"/>
                    <a:pt x="3572" y="9626"/>
                    <a:pt x="1768" y="14422"/>
                  </a:cubicBezTo>
                  <a:cubicBezTo>
                    <a:pt x="1" y="19255"/>
                    <a:pt x="1552" y="20842"/>
                    <a:pt x="4690" y="23728"/>
                  </a:cubicBezTo>
                  <a:cubicBezTo>
                    <a:pt x="5303" y="24305"/>
                    <a:pt x="5952" y="25026"/>
                    <a:pt x="6637" y="25820"/>
                  </a:cubicBezTo>
                  <a:cubicBezTo>
                    <a:pt x="8946" y="25784"/>
                    <a:pt x="12192" y="24954"/>
                    <a:pt x="14392" y="21239"/>
                  </a:cubicBezTo>
                  <a:cubicBezTo>
                    <a:pt x="13887" y="20301"/>
                    <a:pt x="13526" y="19544"/>
                    <a:pt x="13346" y="19039"/>
                  </a:cubicBezTo>
                  <a:cubicBezTo>
                    <a:pt x="12444" y="16803"/>
                    <a:pt x="12552" y="14567"/>
                    <a:pt x="13202" y="12980"/>
                  </a:cubicBezTo>
                  <a:cubicBezTo>
                    <a:pt x="13887" y="11393"/>
                    <a:pt x="20162" y="8255"/>
                    <a:pt x="20271" y="3458"/>
                  </a:cubicBezTo>
                  <a:cubicBezTo>
                    <a:pt x="20330" y="788"/>
                    <a:pt x="19400" y="0"/>
                    <a:pt x="18068"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4" name="Google Shape;4816;p64">
              <a:extLst>
                <a:ext uri="{FF2B5EF4-FFF2-40B4-BE49-F238E27FC236}">
                  <a16:creationId xmlns:a16="http://schemas.microsoft.com/office/drawing/2014/main" id="{1BD0A735-3DD4-72D2-18CC-73882354DBB8}"/>
                </a:ext>
              </a:extLst>
            </p:cNvPr>
            <p:cNvSpPr/>
            <p:nvPr/>
          </p:nvSpPr>
          <p:spPr>
            <a:xfrm>
              <a:off x="4176975" y="1018075"/>
              <a:ext cx="496850" cy="660050"/>
            </a:xfrm>
            <a:custGeom>
              <a:avLst/>
              <a:gdLst/>
              <a:ahLst/>
              <a:cxnLst/>
              <a:rect l="l" t="t" r="r" b="b"/>
              <a:pathLst>
                <a:path w="19874" h="26402" extrusionOk="0">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4" y="4869"/>
                    <a:pt x="18827" y="5915"/>
                    <a:pt x="18250" y="6889"/>
                  </a:cubicBezTo>
                  <a:cubicBezTo>
                    <a:pt x="17349" y="8332"/>
                    <a:pt x="16014" y="9594"/>
                    <a:pt x="14788" y="10604"/>
                  </a:cubicBezTo>
                  <a:cubicBezTo>
                    <a:pt x="14211" y="11109"/>
                    <a:pt x="13634" y="11578"/>
                    <a:pt x="13201" y="12010"/>
                  </a:cubicBezTo>
                  <a:cubicBezTo>
                    <a:pt x="12732" y="12407"/>
                    <a:pt x="12371" y="12768"/>
                    <a:pt x="12227" y="13165"/>
                  </a:cubicBezTo>
                  <a:cubicBezTo>
                    <a:pt x="11866" y="13994"/>
                    <a:pt x="11650" y="14968"/>
                    <a:pt x="11650" y="16050"/>
                  </a:cubicBezTo>
                  <a:cubicBezTo>
                    <a:pt x="11650" y="17132"/>
                    <a:pt x="11866" y="18286"/>
                    <a:pt x="12335" y="19440"/>
                  </a:cubicBezTo>
                  <a:cubicBezTo>
                    <a:pt x="12540" y="19917"/>
                    <a:pt x="12873" y="20652"/>
                    <a:pt x="13335" y="21523"/>
                  </a:cubicBezTo>
                  <a:lnTo>
                    <a:pt x="13335" y="21523"/>
                  </a:lnTo>
                  <a:cubicBezTo>
                    <a:pt x="12270" y="23245"/>
                    <a:pt x="11003" y="24290"/>
                    <a:pt x="9702" y="24922"/>
                  </a:cubicBezTo>
                  <a:cubicBezTo>
                    <a:pt x="8430" y="25542"/>
                    <a:pt x="7157" y="25767"/>
                    <a:pt x="6041" y="25787"/>
                  </a:cubicBezTo>
                  <a:lnTo>
                    <a:pt x="6041" y="25787"/>
                  </a:lnTo>
                  <a:cubicBezTo>
                    <a:pt x="5419" y="25039"/>
                    <a:pt x="4769" y="24389"/>
                    <a:pt x="4184" y="23804"/>
                  </a:cubicBezTo>
                  <a:cubicBezTo>
                    <a:pt x="3066" y="22794"/>
                    <a:pt x="2164" y="21929"/>
                    <a:pt x="1551" y="21063"/>
                  </a:cubicBezTo>
                  <a:cubicBezTo>
                    <a:pt x="938" y="20198"/>
                    <a:pt x="613" y="19332"/>
                    <a:pt x="613" y="18214"/>
                  </a:cubicBezTo>
                  <a:cubicBezTo>
                    <a:pt x="613" y="17312"/>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440"/>
                    <a:pt x="397" y="20486"/>
                    <a:pt x="1046" y="21388"/>
                  </a:cubicBezTo>
                  <a:cubicBezTo>
                    <a:pt x="1732" y="22362"/>
                    <a:pt x="2669" y="23227"/>
                    <a:pt x="3787" y="24273"/>
                  </a:cubicBezTo>
                  <a:cubicBezTo>
                    <a:pt x="4364" y="24814"/>
                    <a:pt x="5014" y="25500"/>
                    <a:pt x="5663" y="26293"/>
                  </a:cubicBezTo>
                  <a:cubicBezTo>
                    <a:pt x="5735" y="26365"/>
                    <a:pt x="5807" y="26401"/>
                    <a:pt x="5915" y="26401"/>
                  </a:cubicBezTo>
                  <a:cubicBezTo>
                    <a:pt x="7106" y="26401"/>
                    <a:pt x="8548" y="26185"/>
                    <a:pt x="9955" y="25463"/>
                  </a:cubicBezTo>
                  <a:cubicBezTo>
                    <a:pt x="11398" y="24778"/>
                    <a:pt x="12804" y="23588"/>
                    <a:pt x="13922" y="21676"/>
                  </a:cubicBezTo>
                  <a:cubicBezTo>
                    <a:pt x="13994" y="21604"/>
                    <a:pt x="13994" y="21460"/>
                    <a:pt x="13922" y="21388"/>
                  </a:cubicBezTo>
                  <a:cubicBezTo>
                    <a:pt x="13453" y="20450"/>
                    <a:pt x="13093" y="19693"/>
                    <a:pt x="12876" y="19224"/>
                  </a:cubicBezTo>
                  <a:cubicBezTo>
                    <a:pt x="12443" y="18142"/>
                    <a:pt x="12263" y="17060"/>
                    <a:pt x="12263" y="16050"/>
                  </a:cubicBezTo>
                  <a:cubicBezTo>
                    <a:pt x="12263" y="15040"/>
                    <a:pt x="12443" y="14138"/>
                    <a:pt x="12768" y="13381"/>
                  </a:cubicBezTo>
                  <a:cubicBezTo>
                    <a:pt x="12840" y="13273"/>
                    <a:pt x="12984" y="13056"/>
                    <a:pt x="13201" y="12804"/>
                  </a:cubicBezTo>
                  <a:cubicBezTo>
                    <a:pt x="13994" y="12010"/>
                    <a:pt x="15617" y="10820"/>
                    <a:pt x="17060" y="9305"/>
                  </a:cubicBezTo>
                  <a:cubicBezTo>
                    <a:pt x="18503" y="7827"/>
                    <a:pt x="19801" y="5987"/>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5" name="Google Shape;4817;p64">
              <a:extLst>
                <a:ext uri="{FF2B5EF4-FFF2-40B4-BE49-F238E27FC236}">
                  <a16:creationId xmlns:a16="http://schemas.microsoft.com/office/drawing/2014/main" id="{3D85CE9D-5689-A1C4-D163-38924E3CE747}"/>
                </a:ext>
              </a:extLst>
            </p:cNvPr>
            <p:cNvSpPr/>
            <p:nvPr/>
          </p:nvSpPr>
          <p:spPr>
            <a:xfrm>
              <a:off x="4167950" y="1025400"/>
              <a:ext cx="499250" cy="549925"/>
            </a:xfrm>
            <a:custGeom>
              <a:avLst/>
              <a:gdLst/>
              <a:ahLst/>
              <a:cxnLst/>
              <a:rect l="l" t="t" r="r" b="b"/>
              <a:pathLst>
                <a:path w="19970" h="21997" extrusionOk="0">
                  <a:moveTo>
                    <a:pt x="17707" y="0"/>
                  </a:moveTo>
                  <a:cubicBezTo>
                    <a:pt x="16628" y="0"/>
                    <a:pt x="15286" y="517"/>
                    <a:pt x="13995" y="969"/>
                  </a:cubicBezTo>
                  <a:cubicBezTo>
                    <a:pt x="11073" y="1979"/>
                    <a:pt x="3211" y="9626"/>
                    <a:pt x="1407" y="14422"/>
                  </a:cubicBezTo>
                  <a:cubicBezTo>
                    <a:pt x="1" y="18210"/>
                    <a:pt x="686" y="20013"/>
                    <a:pt x="2561" y="21997"/>
                  </a:cubicBezTo>
                  <a:cubicBezTo>
                    <a:pt x="3211" y="21852"/>
                    <a:pt x="4004" y="21492"/>
                    <a:pt x="4906" y="20842"/>
                  </a:cubicBezTo>
                  <a:cubicBezTo>
                    <a:pt x="7575" y="18823"/>
                    <a:pt x="8693" y="15216"/>
                    <a:pt x="10388" y="13990"/>
                  </a:cubicBezTo>
                  <a:cubicBezTo>
                    <a:pt x="11362" y="13304"/>
                    <a:pt x="13057" y="12186"/>
                    <a:pt x="14824" y="11032"/>
                  </a:cubicBezTo>
                  <a:cubicBezTo>
                    <a:pt x="16880" y="9265"/>
                    <a:pt x="19838" y="6740"/>
                    <a:pt x="19910" y="3458"/>
                  </a:cubicBezTo>
                  <a:cubicBezTo>
                    <a:pt x="19969" y="788"/>
                    <a:pt x="19039" y="0"/>
                    <a:pt x="17707"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6" name="Google Shape;4818;p64">
              <a:extLst>
                <a:ext uri="{FF2B5EF4-FFF2-40B4-BE49-F238E27FC236}">
                  <a16:creationId xmlns:a16="http://schemas.microsoft.com/office/drawing/2014/main" id="{0B20B856-E578-089A-623B-87505DE565E7}"/>
                </a:ext>
              </a:extLst>
            </p:cNvPr>
            <p:cNvSpPr/>
            <p:nvPr/>
          </p:nvSpPr>
          <p:spPr>
            <a:xfrm>
              <a:off x="4176975" y="1018075"/>
              <a:ext cx="496850" cy="564825"/>
            </a:xfrm>
            <a:custGeom>
              <a:avLst/>
              <a:gdLst/>
              <a:ahLst/>
              <a:cxnLst/>
              <a:rect l="l" t="t" r="r" b="b"/>
              <a:pathLst>
                <a:path w="19874" h="22593" extrusionOk="0">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4" y="5302"/>
                    <a:pt x="18503" y="6672"/>
                    <a:pt x="17529" y="7899"/>
                  </a:cubicBezTo>
                  <a:cubicBezTo>
                    <a:pt x="16519" y="9125"/>
                    <a:pt x="15293" y="10207"/>
                    <a:pt x="14247" y="11073"/>
                  </a:cubicBezTo>
                  <a:lnTo>
                    <a:pt x="14260" y="11088"/>
                  </a:lnTo>
                  <a:lnTo>
                    <a:pt x="14260" y="11088"/>
                  </a:lnTo>
                  <a:cubicBezTo>
                    <a:pt x="12536" y="12237"/>
                    <a:pt x="10816" y="13348"/>
                    <a:pt x="9847" y="14030"/>
                  </a:cubicBezTo>
                  <a:cubicBezTo>
                    <a:pt x="8945" y="14715"/>
                    <a:pt x="8224" y="15942"/>
                    <a:pt x="7394" y="17240"/>
                  </a:cubicBezTo>
                  <a:cubicBezTo>
                    <a:pt x="6601" y="18539"/>
                    <a:pt x="5663" y="19909"/>
                    <a:pt x="4364" y="20883"/>
                  </a:cubicBezTo>
                  <a:cubicBezTo>
                    <a:pt x="3571" y="21478"/>
                    <a:pt x="2869" y="21800"/>
                    <a:pt x="2286" y="21961"/>
                  </a:cubicBezTo>
                  <a:lnTo>
                    <a:pt x="2286" y="21961"/>
                  </a:lnTo>
                  <a:cubicBezTo>
                    <a:pt x="1769" y="21371"/>
                    <a:pt x="1349" y="20836"/>
                    <a:pt x="1082" y="20270"/>
                  </a:cubicBezTo>
                  <a:cubicBezTo>
                    <a:pt x="758" y="19657"/>
                    <a:pt x="613" y="18971"/>
                    <a:pt x="613" y="18214"/>
                  </a:cubicBezTo>
                  <a:cubicBezTo>
                    <a:pt x="613" y="17276"/>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080"/>
                    <a:pt x="181" y="19837"/>
                    <a:pt x="541" y="20522"/>
                  </a:cubicBezTo>
                  <a:cubicBezTo>
                    <a:pt x="866" y="21208"/>
                    <a:pt x="1371" y="21857"/>
                    <a:pt x="1984" y="22506"/>
                  </a:cubicBezTo>
                  <a:cubicBezTo>
                    <a:pt x="2037" y="22559"/>
                    <a:pt x="2109" y="22592"/>
                    <a:pt x="2186" y="22592"/>
                  </a:cubicBezTo>
                  <a:cubicBezTo>
                    <a:pt x="2215" y="22592"/>
                    <a:pt x="2244" y="22588"/>
                    <a:pt x="2273" y="22578"/>
                  </a:cubicBezTo>
                  <a:cubicBezTo>
                    <a:pt x="2958" y="22398"/>
                    <a:pt x="3823" y="22037"/>
                    <a:pt x="4725" y="21352"/>
                  </a:cubicBezTo>
                  <a:cubicBezTo>
                    <a:pt x="6096" y="20306"/>
                    <a:pt x="7069" y="18863"/>
                    <a:pt x="7899" y="17565"/>
                  </a:cubicBezTo>
                  <a:cubicBezTo>
                    <a:pt x="8729" y="16266"/>
                    <a:pt x="9450" y="15076"/>
                    <a:pt x="10207" y="14535"/>
                  </a:cubicBezTo>
                  <a:cubicBezTo>
                    <a:pt x="11145" y="13850"/>
                    <a:pt x="12876" y="12732"/>
                    <a:pt x="14607" y="11542"/>
                  </a:cubicBezTo>
                  <a:lnTo>
                    <a:pt x="14644" y="11542"/>
                  </a:lnTo>
                  <a:cubicBezTo>
                    <a:pt x="15690" y="10640"/>
                    <a:pt x="16952" y="9594"/>
                    <a:pt x="17998" y="8296"/>
                  </a:cubicBezTo>
                  <a:cubicBezTo>
                    <a:pt x="19008" y="6997"/>
                    <a:pt x="19837" y="5482"/>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7" name="Google Shape;4819;p64">
              <a:extLst>
                <a:ext uri="{FF2B5EF4-FFF2-40B4-BE49-F238E27FC236}">
                  <a16:creationId xmlns:a16="http://schemas.microsoft.com/office/drawing/2014/main" id="{1EDC0271-B804-F719-142F-1F45588A0D76}"/>
                </a:ext>
              </a:extLst>
            </p:cNvPr>
            <p:cNvSpPr/>
            <p:nvPr/>
          </p:nvSpPr>
          <p:spPr>
            <a:xfrm>
              <a:off x="4178775" y="1025400"/>
              <a:ext cx="488425" cy="508700"/>
            </a:xfrm>
            <a:custGeom>
              <a:avLst/>
              <a:gdLst/>
              <a:ahLst/>
              <a:cxnLst/>
              <a:rect l="l" t="t" r="r" b="b"/>
              <a:pathLst>
                <a:path w="19537" h="20348" extrusionOk="0">
                  <a:moveTo>
                    <a:pt x="17274" y="0"/>
                  </a:moveTo>
                  <a:cubicBezTo>
                    <a:pt x="16195" y="0"/>
                    <a:pt x="14853" y="517"/>
                    <a:pt x="13562" y="969"/>
                  </a:cubicBezTo>
                  <a:cubicBezTo>
                    <a:pt x="10640" y="1979"/>
                    <a:pt x="2778" y="9626"/>
                    <a:pt x="974" y="14422"/>
                  </a:cubicBezTo>
                  <a:cubicBezTo>
                    <a:pt x="0" y="17127"/>
                    <a:pt x="37" y="18823"/>
                    <a:pt x="830" y="20265"/>
                  </a:cubicBezTo>
                  <a:cubicBezTo>
                    <a:pt x="1060" y="20318"/>
                    <a:pt x="1303" y="20348"/>
                    <a:pt x="1559" y="20348"/>
                  </a:cubicBezTo>
                  <a:cubicBezTo>
                    <a:pt x="2345" y="20348"/>
                    <a:pt x="3249" y="20071"/>
                    <a:pt x="4256" y="19364"/>
                  </a:cubicBezTo>
                  <a:cubicBezTo>
                    <a:pt x="7935" y="16695"/>
                    <a:pt x="6601" y="13881"/>
                    <a:pt x="9847" y="12294"/>
                  </a:cubicBezTo>
                  <a:cubicBezTo>
                    <a:pt x="12480" y="11032"/>
                    <a:pt x="16303" y="8580"/>
                    <a:pt x="18900" y="5838"/>
                  </a:cubicBezTo>
                  <a:cubicBezTo>
                    <a:pt x="19260" y="5081"/>
                    <a:pt x="19477" y="4288"/>
                    <a:pt x="19477" y="3458"/>
                  </a:cubicBezTo>
                  <a:cubicBezTo>
                    <a:pt x="19536" y="788"/>
                    <a:pt x="18606" y="0"/>
                    <a:pt x="17274"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8" name="Google Shape;4820;p64">
              <a:extLst>
                <a:ext uri="{FF2B5EF4-FFF2-40B4-BE49-F238E27FC236}">
                  <a16:creationId xmlns:a16="http://schemas.microsoft.com/office/drawing/2014/main" id="{81790CE5-2A79-88A3-E0AE-57BEEA5BBC39}"/>
                </a:ext>
              </a:extLst>
            </p:cNvPr>
            <p:cNvSpPr/>
            <p:nvPr/>
          </p:nvSpPr>
          <p:spPr>
            <a:xfrm>
              <a:off x="4176975" y="1018075"/>
              <a:ext cx="496850" cy="523900"/>
            </a:xfrm>
            <a:custGeom>
              <a:avLst/>
              <a:gdLst/>
              <a:ahLst/>
              <a:cxnLst/>
              <a:rect l="l" t="t" r="r" b="b"/>
              <a:pathLst>
                <a:path w="19874" h="20956" extrusionOk="0">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5" y="4519"/>
                    <a:pt x="19055" y="5253"/>
                    <a:pt x="18750" y="5920"/>
                  </a:cubicBezTo>
                  <a:lnTo>
                    <a:pt x="18750" y="5920"/>
                  </a:lnTo>
                  <a:cubicBezTo>
                    <a:pt x="16190" y="8623"/>
                    <a:pt x="12406" y="11073"/>
                    <a:pt x="9774" y="12335"/>
                  </a:cubicBezTo>
                  <a:cubicBezTo>
                    <a:pt x="8945" y="12732"/>
                    <a:pt x="8368" y="13237"/>
                    <a:pt x="7935" y="13814"/>
                  </a:cubicBezTo>
                  <a:cubicBezTo>
                    <a:pt x="7322" y="14643"/>
                    <a:pt x="7033" y="15581"/>
                    <a:pt x="6601" y="16519"/>
                  </a:cubicBezTo>
                  <a:cubicBezTo>
                    <a:pt x="6132" y="17457"/>
                    <a:pt x="5483" y="18430"/>
                    <a:pt x="4148" y="19404"/>
                  </a:cubicBezTo>
                  <a:cubicBezTo>
                    <a:pt x="3210" y="20089"/>
                    <a:pt x="2345" y="20342"/>
                    <a:pt x="1623" y="20342"/>
                  </a:cubicBezTo>
                  <a:cubicBezTo>
                    <a:pt x="1456" y="20342"/>
                    <a:pt x="1267" y="20320"/>
                    <a:pt x="1090" y="20294"/>
                  </a:cubicBezTo>
                  <a:lnTo>
                    <a:pt x="1090" y="20294"/>
                  </a:lnTo>
                  <a:cubicBezTo>
                    <a:pt x="772" y="19676"/>
                    <a:pt x="613" y="18993"/>
                    <a:pt x="613" y="18214"/>
                  </a:cubicBezTo>
                  <a:cubicBezTo>
                    <a:pt x="613" y="17276"/>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152"/>
                    <a:pt x="217" y="19945"/>
                    <a:pt x="613" y="20703"/>
                  </a:cubicBezTo>
                  <a:cubicBezTo>
                    <a:pt x="650" y="20775"/>
                    <a:pt x="758" y="20847"/>
                    <a:pt x="830" y="20847"/>
                  </a:cubicBezTo>
                  <a:cubicBezTo>
                    <a:pt x="1082" y="20919"/>
                    <a:pt x="1335" y="20955"/>
                    <a:pt x="1623" y="20955"/>
                  </a:cubicBezTo>
                  <a:cubicBezTo>
                    <a:pt x="2489" y="20955"/>
                    <a:pt x="3463" y="20667"/>
                    <a:pt x="4473" y="19909"/>
                  </a:cubicBezTo>
                  <a:cubicBezTo>
                    <a:pt x="6384" y="18539"/>
                    <a:pt x="7033" y="17060"/>
                    <a:pt x="7574" y="15834"/>
                  </a:cubicBezTo>
                  <a:cubicBezTo>
                    <a:pt x="7827" y="15220"/>
                    <a:pt x="8079" y="14643"/>
                    <a:pt x="8440" y="14174"/>
                  </a:cubicBezTo>
                  <a:cubicBezTo>
                    <a:pt x="8801" y="13670"/>
                    <a:pt x="9270" y="13237"/>
                    <a:pt x="10063" y="12876"/>
                  </a:cubicBezTo>
                  <a:cubicBezTo>
                    <a:pt x="12732" y="11578"/>
                    <a:pt x="16555" y="9125"/>
                    <a:pt x="19188" y="6348"/>
                  </a:cubicBezTo>
                  <a:lnTo>
                    <a:pt x="19260" y="6240"/>
                  </a:lnTo>
                  <a:cubicBezTo>
                    <a:pt x="19621" y="5482"/>
                    <a:pt x="19837" y="4653"/>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9" name="Google Shape;4821;p64">
              <a:extLst>
                <a:ext uri="{FF2B5EF4-FFF2-40B4-BE49-F238E27FC236}">
                  <a16:creationId xmlns:a16="http://schemas.microsoft.com/office/drawing/2014/main" id="{1BA1F4D9-1659-C942-6052-5F99EB590213}"/>
                </a:ext>
              </a:extLst>
            </p:cNvPr>
            <p:cNvSpPr/>
            <p:nvPr/>
          </p:nvSpPr>
          <p:spPr>
            <a:xfrm>
              <a:off x="5450150" y="1062375"/>
              <a:ext cx="486025" cy="512950"/>
            </a:xfrm>
            <a:custGeom>
              <a:avLst/>
              <a:gdLst/>
              <a:ahLst/>
              <a:cxnLst/>
              <a:rect l="l" t="t" r="r" b="b"/>
              <a:pathLst>
                <a:path w="19441" h="20518" extrusionOk="0">
                  <a:moveTo>
                    <a:pt x="2390" y="1"/>
                  </a:moveTo>
                  <a:cubicBezTo>
                    <a:pt x="1646" y="1"/>
                    <a:pt x="1081" y="219"/>
                    <a:pt x="721" y="608"/>
                  </a:cubicBezTo>
                  <a:cubicBezTo>
                    <a:pt x="325" y="1041"/>
                    <a:pt x="108" y="1618"/>
                    <a:pt x="0" y="2304"/>
                  </a:cubicBezTo>
                  <a:cubicBezTo>
                    <a:pt x="482" y="2137"/>
                    <a:pt x="1126" y="1994"/>
                    <a:pt x="1909" y="1994"/>
                  </a:cubicBezTo>
                  <a:cubicBezTo>
                    <a:pt x="2825" y="1994"/>
                    <a:pt x="3931" y="2190"/>
                    <a:pt x="5194" y="2773"/>
                  </a:cubicBezTo>
                  <a:cubicBezTo>
                    <a:pt x="9125" y="4540"/>
                    <a:pt x="16302" y="13521"/>
                    <a:pt x="17420" y="15973"/>
                  </a:cubicBezTo>
                  <a:cubicBezTo>
                    <a:pt x="18070" y="17416"/>
                    <a:pt x="17889" y="19219"/>
                    <a:pt x="17709" y="20518"/>
                  </a:cubicBezTo>
                  <a:cubicBezTo>
                    <a:pt x="18430" y="20481"/>
                    <a:pt x="19080" y="20049"/>
                    <a:pt x="19188" y="18895"/>
                  </a:cubicBezTo>
                  <a:cubicBezTo>
                    <a:pt x="19440" y="16767"/>
                    <a:pt x="17637" y="11501"/>
                    <a:pt x="11902" y="5766"/>
                  </a:cubicBezTo>
                  <a:cubicBezTo>
                    <a:pt x="7740" y="1604"/>
                    <a:pt x="4406" y="1"/>
                    <a:pt x="2390"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0" name="Google Shape;4822;p64">
              <a:extLst>
                <a:ext uri="{FF2B5EF4-FFF2-40B4-BE49-F238E27FC236}">
                  <a16:creationId xmlns:a16="http://schemas.microsoft.com/office/drawing/2014/main" id="{7C446E4F-BE2C-2527-08CC-EDA4A1636C63}"/>
                </a:ext>
              </a:extLst>
            </p:cNvPr>
            <p:cNvSpPr/>
            <p:nvPr/>
          </p:nvSpPr>
          <p:spPr>
            <a:xfrm>
              <a:off x="5442025" y="1055025"/>
              <a:ext cx="495950" cy="528425"/>
            </a:xfrm>
            <a:custGeom>
              <a:avLst/>
              <a:gdLst/>
              <a:ahLst/>
              <a:cxnLst/>
              <a:rect l="l" t="t" r="r" b="b"/>
              <a:pathLst>
                <a:path w="19838" h="21137" extrusionOk="0">
                  <a:moveTo>
                    <a:pt x="2705" y="614"/>
                  </a:moveTo>
                  <a:cubicBezTo>
                    <a:pt x="3643" y="614"/>
                    <a:pt x="4942" y="975"/>
                    <a:pt x="6529" y="1876"/>
                  </a:cubicBezTo>
                  <a:cubicBezTo>
                    <a:pt x="8116" y="2778"/>
                    <a:pt x="9955" y="4221"/>
                    <a:pt x="12047" y="6276"/>
                  </a:cubicBezTo>
                  <a:cubicBezTo>
                    <a:pt x="14716" y="8982"/>
                    <a:pt x="16519" y="11542"/>
                    <a:pt x="17673" y="13742"/>
                  </a:cubicBezTo>
                  <a:cubicBezTo>
                    <a:pt x="18791" y="15942"/>
                    <a:pt x="19260" y="17746"/>
                    <a:pt x="19260" y="18828"/>
                  </a:cubicBezTo>
                  <a:cubicBezTo>
                    <a:pt x="19260" y="18936"/>
                    <a:pt x="19224" y="19044"/>
                    <a:pt x="19224" y="19152"/>
                  </a:cubicBezTo>
                  <a:cubicBezTo>
                    <a:pt x="19188" y="19693"/>
                    <a:pt x="19008" y="20018"/>
                    <a:pt x="18791" y="20198"/>
                  </a:cubicBezTo>
                  <a:cubicBezTo>
                    <a:pt x="18690" y="20320"/>
                    <a:pt x="18555" y="20396"/>
                    <a:pt x="18404" y="20446"/>
                  </a:cubicBezTo>
                  <a:lnTo>
                    <a:pt x="18404" y="20446"/>
                  </a:lnTo>
                  <a:cubicBezTo>
                    <a:pt x="18458" y="19939"/>
                    <a:pt x="18503" y="19388"/>
                    <a:pt x="18503" y="18792"/>
                  </a:cubicBezTo>
                  <a:cubicBezTo>
                    <a:pt x="18503" y="17926"/>
                    <a:pt x="18395" y="16988"/>
                    <a:pt x="17998" y="16159"/>
                  </a:cubicBezTo>
                  <a:cubicBezTo>
                    <a:pt x="17709" y="15510"/>
                    <a:pt x="17060" y="14464"/>
                    <a:pt x="16159" y="13237"/>
                  </a:cubicBezTo>
                  <a:cubicBezTo>
                    <a:pt x="14788" y="11398"/>
                    <a:pt x="12949" y="9162"/>
                    <a:pt x="11037" y="7178"/>
                  </a:cubicBezTo>
                  <a:cubicBezTo>
                    <a:pt x="9125" y="5194"/>
                    <a:pt x="7178" y="3499"/>
                    <a:pt x="5627" y="2778"/>
                  </a:cubicBezTo>
                  <a:cubicBezTo>
                    <a:pt x="4365" y="2201"/>
                    <a:pt x="3210" y="1985"/>
                    <a:pt x="2273" y="1985"/>
                  </a:cubicBezTo>
                  <a:cubicBezTo>
                    <a:pt x="1678" y="1985"/>
                    <a:pt x="1158" y="2059"/>
                    <a:pt x="712" y="2167"/>
                  </a:cubicBezTo>
                  <a:lnTo>
                    <a:pt x="712" y="2167"/>
                  </a:lnTo>
                  <a:cubicBezTo>
                    <a:pt x="825" y="1737"/>
                    <a:pt x="994" y="1388"/>
                    <a:pt x="1263" y="1119"/>
                  </a:cubicBezTo>
                  <a:cubicBezTo>
                    <a:pt x="1551" y="794"/>
                    <a:pt x="2020" y="614"/>
                    <a:pt x="2705" y="614"/>
                  </a:cubicBezTo>
                  <a:close/>
                  <a:moveTo>
                    <a:pt x="2705" y="1"/>
                  </a:moveTo>
                  <a:cubicBezTo>
                    <a:pt x="1912" y="1"/>
                    <a:pt x="1227" y="253"/>
                    <a:pt x="794" y="722"/>
                  </a:cubicBezTo>
                  <a:cubicBezTo>
                    <a:pt x="361" y="1191"/>
                    <a:pt x="145" y="1840"/>
                    <a:pt x="37" y="2562"/>
                  </a:cubicBezTo>
                  <a:cubicBezTo>
                    <a:pt x="0" y="2670"/>
                    <a:pt x="73" y="2778"/>
                    <a:pt x="145" y="2850"/>
                  </a:cubicBezTo>
                  <a:cubicBezTo>
                    <a:pt x="196" y="2876"/>
                    <a:pt x="265" y="2901"/>
                    <a:pt x="339" y="2901"/>
                  </a:cubicBezTo>
                  <a:cubicBezTo>
                    <a:pt x="370" y="2901"/>
                    <a:pt x="402" y="2897"/>
                    <a:pt x="433" y="2886"/>
                  </a:cubicBezTo>
                  <a:cubicBezTo>
                    <a:pt x="902" y="2706"/>
                    <a:pt x="1515" y="2598"/>
                    <a:pt x="2273" y="2598"/>
                  </a:cubicBezTo>
                  <a:cubicBezTo>
                    <a:pt x="3138" y="2598"/>
                    <a:pt x="4184" y="2778"/>
                    <a:pt x="5374" y="3319"/>
                  </a:cubicBezTo>
                  <a:cubicBezTo>
                    <a:pt x="6312" y="3752"/>
                    <a:pt x="7502" y="4617"/>
                    <a:pt x="8729" y="5735"/>
                  </a:cubicBezTo>
                  <a:cubicBezTo>
                    <a:pt x="10568" y="7431"/>
                    <a:pt x="12552" y="9631"/>
                    <a:pt x="14175" y="11687"/>
                  </a:cubicBezTo>
                  <a:cubicBezTo>
                    <a:pt x="15004" y="12696"/>
                    <a:pt x="15726" y="13634"/>
                    <a:pt x="16267" y="14464"/>
                  </a:cubicBezTo>
                  <a:cubicBezTo>
                    <a:pt x="16844" y="15293"/>
                    <a:pt x="17277" y="15979"/>
                    <a:pt x="17457" y="16411"/>
                  </a:cubicBezTo>
                  <a:cubicBezTo>
                    <a:pt x="17782" y="17133"/>
                    <a:pt x="17890" y="17962"/>
                    <a:pt x="17890" y="18792"/>
                  </a:cubicBezTo>
                  <a:cubicBezTo>
                    <a:pt x="17890" y="19477"/>
                    <a:pt x="17818" y="20162"/>
                    <a:pt x="17745" y="20775"/>
                  </a:cubicBezTo>
                  <a:cubicBezTo>
                    <a:pt x="17745" y="20884"/>
                    <a:pt x="17782" y="20956"/>
                    <a:pt x="17818" y="21028"/>
                  </a:cubicBezTo>
                  <a:cubicBezTo>
                    <a:pt x="17890" y="21100"/>
                    <a:pt x="17998" y="21136"/>
                    <a:pt x="18070" y="21136"/>
                  </a:cubicBezTo>
                  <a:cubicBezTo>
                    <a:pt x="18467" y="21100"/>
                    <a:pt x="18900" y="20956"/>
                    <a:pt x="19224" y="20631"/>
                  </a:cubicBezTo>
                  <a:cubicBezTo>
                    <a:pt x="19549" y="20307"/>
                    <a:pt x="19765" y="19838"/>
                    <a:pt x="19837" y="19225"/>
                  </a:cubicBezTo>
                  <a:cubicBezTo>
                    <a:pt x="19837" y="19116"/>
                    <a:pt x="19837" y="18972"/>
                    <a:pt x="19837" y="18828"/>
                  </a:cubicBezTo>
                  <a:cubicBezTo>
                    <a:pt x="19837" y="17566"/>
                    <a:pt x="19368" y="15726"/>
                    <a:pt x="18178" y="13454"/>
                  </a:cubicBezTo>
                  <a:cubicBezTo>
                    <a:pt x="17024" y="11218"/>
                    <a:pt x="15185" y="8585"/>
                    <a:pt x="12444" y="5880"/>
                  </a:cubicBezTo>
                  <a:cubicBezTo>
                    <a:pt x="10352" y="3752"/>
                    <a:pt x="8476" y="2309"/>
                    <a:pt x="6817" y="1371"/>
                  </a:cubicBezTo>
                  <a:cubicBezTo>
                    <a:pt x="5194" y="434"/>
                    <a:pt x="3824" y="1"/>
                    <a:pt x="2705"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61" name="Google Shape;4823;p64">
              <a:extLst>
                <a:ext uri="{FF2B5EF4-FFF2-40B4-BE49-F238E27FC236}">
                  <a16:creationId xmlns:a16="http://schemas.microsoft.com/office/drawing/2014/main" id="{16CED475-1AF9-0572-D021-49AA350107B7}"/>
                </a:ext>
              </a:extLst>
            </p:cNvPr>
            <p:cNvSpPr/>
            <p:nvPr/>
          </p:nvSpPr>
          <p:spPr>
            <a:xfrm>
              <a:off x="4674700" y="3104025"/>
              <a:ext cx="162325" cy="244525"/>
            </a:xfrm>
            <a:custGeom>
              <a:avLst/>
              <a:gdLst/>
              <a:ahLst/>
              <a:cxnLst/>
              <a:rect l="l" t="t" r="r" b="b"/>
              <a:pathLst>
                <a:path w="6493" h="9781" extrusionOk="0">
                  <a:moveTo>
                    <a:pt x="5667" y="0"/>
                  </a:moveTo>
                  <a:cubicBezTo>
                    <a:pt x="5576" y="0"/>
                    <a:pt x="5485" y="29"/>
                    <a:pt x="5410" y="94"/>
                  </a:cubicBezTo>
                  <a:lnTo>
                    <a:pt x="145" y="4386"/>
                  </a:lnTo>
                  <a:cubicBezTo>
                    <a:pt x="36" y="4458"/>
                    <a:pt x="0" y="4602"/>
                    <a:pt x="0" y="4746"/>
                  </a:cubicBezTo>
                  <a:lnTo>
                    <a:pt x="181" y="9363"/>
                  </a:lnTo>
                  <a:cubicBezTo>
                    <a:pt x="181" y="9616"/>
                    <a:pt x="395" y="9781"/>
                    <a:pt x="622" y="9781"/>
                  </a:cubicBezTo>
                  <a:cubicBezTo>
                    <a:pt x="718" y="9781"/>
                    <a:pt x="816" y="9752"/>
                    <a:pt x="902" y="9687"/>
                  </a:cubicBezTo>
                  <a:lnTo>
                    <a:pt x="6312" y="5323"/>
                  </a:lnTo>
                  <a:cubicBezTo>
                    <a:pt x="6420" y="5251"/>
                    <a:pt x="6492" y="5107"/>
                    <a:pt x="6456" y="4963"/>
                  </a:cubicBezTo>
                  <a:lnTo>
                    <a:pt x="6096" y="418"/>
                  </a:lnTo>
                  <a:cubicBezTo>
                    <a:pt x="6096" y="164"/>
                    <a:pt x="5882" y="0"/>
                    <a:pt x="5667"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62" name="Google Shape;4824;p64">
              <a:extLst>
                <a:ext uri="{FF2B5EF4-FFF2-40B4-BE49-F238E27FC236}">
                  <a16:creationId xmlns:a16="http://schemas.microsoft.com/office/drawing/2014/main" id="{7CE25911-8BEA-CBCA-261E-025281279C7E}"/>
                </a:ext>
              </a:extLst>
            </p:cNvPr>
            <p:cNvSpPr/>
            <p:nvPr/>
          </p:nvSpPr>
          <p:spPr>
            <a:xfrm>
              <a:off x="4667475" y="3096425"/>
              <a:ext cx="176750" cy="259725"/>
            </a:xfrm>
            <a:custGeom>
              <a:avLst/>
              <a:gdLst/>
              <a:ahLst/>
              <a:cxnLst/>
              <a:rect l="l" t="t" r="r" b="b"/>
              <a:pathLst>
                <a:path w="7070" h="10389" extrusionOk="0">
                  <a:moveTo>
                    <a:pt x="5952" y="614"/>
                  </a:moveTo>
                  <a:lnTo>
                    <a:pt x="6060" y="650"/>
                  </a:lnTo>
                  <a:lnTo>
                    <a:pt x="6096" y="722"/>
                  </a:lnTo>
                  <a:lnTo>
                    <a:pt x="6457" y="5303"/>
                  </a:lnTo>
                  <a:lnTo>
                    <a:pt x="6421" y="5411"/>
                  </a:lnTo>
                  <a:lnTo>
                    <a:pt x="975" y="9775"/>
                  </a:lnTo>
                  <a:lnTo>
                    <a:pt x="902" y="9811"/>
                  </a:lnTo>
                  <a:lnTo>
                    <a:pt x="794" y="9775"/>
                  </a:lnTo>
                  <a:lnTo>
                    <a:pt x="758" y="9667"/>
                  </a:lnTo>
                  <a:lnTo>
                    <a:pt x="578" y="5014"/>
                  </a:lnTo>
                  <a:lnTo>
                    <a:pt x="650" y="4906"/>
                  </a:lnTo>
                  <a:lnTo>
                    <a:pt x="5880" y="650"/>
                  </a:lnTo>
                  <a:lnTo>
                    <a:pt x="5952" y="614"/>
                  </a:lnTo>
                  <a:close/>
                  <a:moveTo>
                    <a:pt x="5952" y="1"/>
                  </a:moveTo>
                  <a:cubicBezTo>
                    <a:pt x="5808" y="1"/>
                    <a:pt x="5627" y="73"/>
                    <a:pt x="5519" y="181"/>
                  </a:cubicBezTo>
                  <a:lnTo>
                    <a:pt x="253" y="4437"/>
                  </a:lnTo>
                  <a:cubicBezTo>
                    <a:pt x="73" y="4581"/>
                    <a:pt x="1" y="4798"/>
                    <a:pt x="1" y="5014"/>
                  </a:cubicBezTo>
                  <a:lnTo>
                    <a:pt x="1" y="5086"/>
                  </a:lnTo>
                  <a:lnTo>
                    <a:pt x="2" y="5086"/>
                  </a:lnTo>
                  <a:lnTo>
                    <a:pt x="2" y="5086"/>
                  </a:lnTo>
                  <a:lnTo>
                    <a:pt x="181" y="9703"/>
                  </a:lnTo>
                  <a:cubicBezTo>
                    <a:pt x="181" y="9883"/>
                    <a:pt x="253" y="10064"/>
                    <a:pt x="398" y="10208"/>
                  </a:cubicBezTo>
                  <a:cubicBezTo>
                    <a:pt x="542" y="10316"/>
                    <a:pt x="722" y="10388"/>
                    <a:pt x="902" y="10388"/>
                  </a:cubicBezTo>
                  <a:cubicBezTo>
                    <a:pt x="1047" y="10388"/>
                    <a:pt x="1227" y="10352"/>
                    <a:pt x="1371" y="10244"/>
                  </a:cubicBezTo>
                  <a:lnTo>
                    <a:pt x="6781" y="5880"/>
                  </a:lnTo>
                  <a:cubicBezTo>
                    <a:pt x="6962" y="5735"/>
                    <a:pt x="7070" y="5519"/>
                    <a:pt x="7070" y="5303"/>
                  </a:cubicBezTo>
                  <a:lnTo>
                    <a:pt x="7070" y="5231"/>
                  </a:lnTo>
                  <a:lnTo>
                    <a:pt x="6709" y="686"/>
                  </a:lnTo>
                  <a:cubicBezTo>
                    <a:pt x="6673" y="470"/>
                    <a:pt x="6601" y="325"/>
                    <a:pt x="6457" y="181"/>
                  </a:cubicBezTo>
                  <a:cubicBezTo>
                    <a:pt x="6313" y="73"/>
                    <a:pt x="6132" y="1"/>
                    <a:pt x="5952"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63" name="Google Shape;4825;p64">
              <a:extLst>
                <a:ext uri="{FF2B5EF4-FFF2-40B4-BE49-F238E27FC236}">
                  <a16:creationId xmlns:a16="http://schemas.microsoft.com/office/drawing/2014/main" id="{EC6C636C-02D8-FC84-8B99-24C21948EC92}"/>
                </a:ext>
              </a:extLst>
            </p:cNvPr>
            <p:cNvSpPr/>
            <p:nvPr/>
          </p:nvSpPr>
          <p:spPr>
            <a:xfrm>
              <a:off x="4739591" y="-166683"/>
              <a:ext cx="18104" cy="2089879"/>
            </a:xfrm>
            <a:custGeom>
              <a:avLst/>
              <a:gdLst/>
              <a:ahLst/>
              <a:cxnLst/>
              <a:rect l="l" t="t" r="r" b="b"/>
              <a:pathLst>
                <a:path w="722" h="67410" extrusionOk="0">
                  <a:moveTo>
                    <a:pt x="433" y="0"/>
                  </a:moveTo>
                  <a:cubicBezTo>
                    <a:pt x="253" y="0"/>
                    <a:pt x="108" y="144"/>
                    <a:pt x="108" y="289"/>
                  </a:cubicBezTo>
                  <a:cubicBezTo>
                    <a:pt x="36" y="11325"/>
                    <a:pt x="0" y="22362"/>
                    <a:pt x="0" y="33506"/>
                  </a:cubicBezTo>
                  <a:cubicBezTo>
                    <a:pt x="0" y="44651"/>
                    <a:pt x="36" y="55832"/>
                    <a:pt x="108" y="67085"/>
                  </a:cubicBezTo>
                  <a:cubicBezTo>
                    <a:pt x="108" y="67265"/>
                    <a:pt x="253" y="67409"/>
                    <a:pt x="433" y="67409"/>
                  </a:cubicBezTo>
                  <a:cubicBezTo>
                    <a:pt x="577" y="67409"/>
                    <a:pt x="722" y="67265"/>
                    <a:pt x="722" y="67085"/>
                  </a:cubicBezTo>
                  <a:cubicBezTo>
                    <a:pt x="649" y="55832"/>
                    <a:pt x="613" y="44651"/>
                    <a:pt x="613" y="33506"/>
                  </a:cubicBezTo>
                  <a:cubicBezTo>
                    <a:pt x="613" y="22362"/>
                    <a:pt x="649" y="11325"/>
                    <a:pt x="722" y="289"/>
                  </a:cubicBezTo>
                  <a:cubicBezTo>
                    <a:pt x="722" y="144"/>
                    <a:pt x="577" y="0"/>
                    <a:pt x="43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29" name="Google Shape;4826;p64">
              <a:extLst>
                <a:ext uri="{FF2B5EF4-FFF2-40B4-BE49-F238E27FC236}">
                  <a16:creationId xmlns:a16="http://schemas.microsoft.com/office/drawing/2014/main" id="{5817777E-0E55-B4A6-5A6C-100CBA5689F4}"/>
                </a:ext>
              </a:extLst>
            </p:cNvPr>
            <p:cNvSpPr/>
            <p:nvPr/>
          </p:nvSpPr>
          <p:spPr>
            <a:xfrm>
              <a:off x="4742325" y="1908025"/>
              <a:ext cx="15350" cy="1251550"/>
            </a:xfrm>
            <a:custGeom>
              <a:avLst/>
              <a:gdLst/>
              <a:ahLst/>
              <a:cxnLst/>
              <a:rect l="l" t="t" r="r" b="b"/>
              <a:pathLst>
                <a:path w="614" h="50062" extrusionOk="0">
                  <a:moveTo>
                    <a:pt x="325" y="0"/>
                  </a:moveTo>
                  <a:cubicBezTo>
                    <a:pt x="145" y="0"/>
                    <a:pt x="0" y="145"/>
                    <a:pt x="0" y="289"/>
                  </a:cubicBezTo>
                  <a:lnTo>
                    <a:pt x="0" y="49773"/>
                  </a:lnTo>
                  <a:cubicBezTo>
                    <a:pt x="0" y="49953"/>
                    <a:pt x="145" y="50061"/>
                    <a:pt x="325" y="50061"/>
                  </a:cubicBezTo>
                  <a:cubicBezTo>
                    <a:pt x="469" y="50061"/>
                    <a:pt x="614" y="49953"/>
                    <a:pt x="614" y="49773"/>
                  </a:cubicBezTo>
                  <a:lnTo>
                    <a:pt x="614" y="289"/>
                  </a:lnTo>
                  <a:cubicBezTo>
                    <a:pt x="614" y="145"/>
                    <a:pt x="469" y="0"/>
                    <a:pt x="325"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8230" name="Google Shape;4827;p64">
              <a:extLst>
                <a:ext uri="{FF2B5EF4-FFF2-40B4-BE49-F238E27FC236}">
                  <a16:creationId xmlns:a16="http://schemas.microsoft.com/office/drawing/2014/main" id="{5B7D1D95-C32E-7438-99FF-88BB64B01E34}"/>
                </a:ext>
              </a:extLst>
            </p:cNvPr>
            <p:cNvSpPr/>
            <p:nvPr/>
          </p:nvSpPr>
          <p:spPr>
            <a:xfrm>
              <a:off x="3923552" y="-166737"/>
              <a:ext cx="18104" cy="2984732"/>
            </a:xfrm>
            <a:custGeom>
              <a:avLst/>
              <a:gdLst/>
              <a:ahLst/>
              <a:cxnLst/>
              <a:rect l="l" t="t" r="r" b="b"/>
              <a:pathLst>
                <a:path w="722" h="103153" extrusionOk="0">
                  <a:moveTo>
                    <a:pt x="325" y="0"/>
                  </a:moveTo>
                  <a:cubicBezTo>
                    <a:pt x="145" y="0"/>
                    <a:pt x="0" y="108"/>
                    <a:pt x="0" y="289"/>
                  </a:cubicBezTo>
                  <a:cubicBezTo>
                    <a:pt x="73" y="17312"/>
                    <a:pt x="109" y="34372"/>
                    <a:pt x="109" y="51468"/>
                  </a:cubicBezTo>
                  <a:cubicBezTo>
                    <a:pt x="109" y="68564"/>
                    <a:pt x="73" y="85696"/>
                    <a:pt x="0" y="102864"/>
                  </a:cubicBezTo>
                  <a:cubicBezTo>
                    <a:pt x="0" y="103008"/>
                    <a:pt x="145" y="103152"/>
                    <a:pt x="325" y="103152"/>
                  </a:cubicBezTo>
                  <a:cubicBezTo>
                    <a:pt x="469" y="103152"/>
                    <a:pt x="614" y="103008"/>
                    <a:pt x="614" y="102864"/>
                  </a:cubicBezTo>
                  <a:cubicBezTo>
                    <a:pt x="686" y="85696"/>
                    <a:pt x="722" y="68564"/>
                    <a:pt x="722" y="51468"/>
                  </a:cubicBezTo>
                  <a:cubicBezTo>
                    <a:pt x="722" y="34372"/>
                    <a:pt x="686" y="17312"/>
                    <a:pt x="614" y="289"/>
                  </a:cubicBezTo>
                  <a:cubicBezTo>
                    <a:pt x="614" y="108"/>
                    <a:pt x="469" y="0"/>
                    <a:pt x="325"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31" name="Google Shape;4828;p64">
              <a:extLst>
                <a:ext uri="{FF2B5EF4-FFF2-40B4-BE49-F238E27FC236}">
                  <a16:creationId xmlns:a16="http://schemas.microsoft.com/office/drawing/2014/main" id="{D89C4583-C1CF-8C89-C7ED-F155E30BDD2D}"/>
                </a:ext>
              </a:extLst>
            </p:cNvPr>
            <p:cNvSpPr/>
            <p:nvPr/>
          </p:nvSpPr>
          <p:spPr>
            <a:xfrm>
              <a:off x="3599900" y="4261400"/>
              <a:ext cx="339050" cy="267825"/>
            </a:xfrm>
            <a:custGeom>
              <a:avLst/>
              <a:gdLst/>
              <a:ahLst/>
              <a:cxnLst/>
              <a:rect l="l" t="t" r="r" b="b"/>
              <a:pathLst>
                <a:path w="13562" h="10713" extrusionOk="0">
                  <a:moveTo>
                    <a:pt x="3102" y="1"/>
                  </a:moveTo>
                  <a:cubicBezTo>
                    <a:pt x="2128" y="1732"/>
                    <a:pt x="1010" y="3607"/>
                    <a:pt x="0" y="5375"/>
                  </a:cubicBezTo>
                  <a:cubicBezTo>
                    <a:pt x="1840" y="5663"/>
                    <a:pt x="4617" y="6348"/>
                    <a:pt x="6312" y="7863"/>
                  </a:cubicBezTo>
                  <a:cubicBezTo>
                    <a:pt x="7466" y="8909"/>
                    <a:pt x="8260" y="9883"/>
                    <a:pt x="8801" y="10712"/>
                  </a:cubicBezTo>
                  <a:cubicBezTo>
                    <a:pt x="10207" y="9847"/>
                    <a:pt x="11830" y="8909"/>
                    <a:pt x="13562" y="8007"/>
                  </a:cubicBezTo>
                  <a:cubicBezTo>
                    <a:pt x="12588" y="6132"/>
                    <a:pt x="10748" y="3210"/>
                    <a:pt x="7899" y="1696"/>
                  </a:cubicBezTo>
                  <a:cubicBezTo>
                    <a:pt x="5266" y="325"/>
                    <a:pt x="3860" y="37"/>
                    <a:pt x="3102"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32" name="Google Shape;4829;p64">
              <a:extLst>
                <a:ext uri="{FF2B5EF4-FFF2-40B4-BE49-F238E27FC236}">
                  <a16:creationId xmlns:a16="http://schemas.microsoft.com/office/drawing/2014/main" id="{6FDC9EA5-61AC-77CD-8F50-9C7463637739}"/>
                </a:ext>
              </a:extLst>
            </p:cNvPr>
            <p:cNvSpPr/>
            <p:nvPr/>
          </p:nvSpPr>
          <p:spPr>
            <a:xfrm>
              <a:off x="3591775" y="4254175"/>
              <a:ext cx="355300" cy="282700"/>
            </a:xfrm>
            <a:custGeom>
              <a:avLst/>
              <a:gdLst/>
              <a:ahLst/>
              <a:cxnLst/>
              <a:rect l="l" t="t" r="r" b="b"/>
              <a:pathLst>
                <a:path w="14212" h="11308" extrusionOk="0">
                  <a:moveTo>
                    <a:pt x="3576" y="618"/>
                  </a:moveTo>
                  <a:cubicBezTo>
                    <a:pt x="4280" y="655"/>
                    <a:pt x="5666" y="966"/>
                    <a:pt x="8080" y="2273"/>
                  </a:cubicBezTo>
                  <a:cubicBezTo>
                    <a:pt x="10683" y="3643"/>
                    <a:pt x="12473" y="6282"/>
                    <a:pt x="13480" y="8150"/>
                  </a:cubicBezTo>
                  <a:lnTo>
                    <a:pt x="13480" y="8150"/>
                  </a:lnTo>
                  <a:cubicBezTo>
                    <a:pt x="11945" y="8987"/>
                    <a:pt x="10500" y="9821"/>
                    <a:pt x="9223" y="10601"/>
                  </a:cubicBezTo>
                  <a:lnTo>
                    <a:pt x="9223" y="10601"/>
                  </a:lnTo>
                  <a:cubicBezTo>
                    <a:pt x="8661" y="9816"/>
                    <a:pt x="7907" y="8891"/>
                    <a:pt x="6854" y="7936"/>
                  </a:cubicBezTo>
                  <a:cubicBezTo>
                    <a:pt x="5187" y="6469"/>
                    <a:pt x="2659" y="5773"/>
                    <a:pt x="804" y="5419"/>
                  </a:cubicBezTo>
                  <a:lnTo>
                    <a:pt x="804" y="5419"/>
                  </a:lnTo>
                  <a:cubicBezTo>
                    <a:pt x="1717" y="3856"/>
                    <a:pt x="2700" y="2171"/>
                    <a:pt x="3576" y="618"/>
                  </a:cubicBezTo>
                  <a:close/>
                  <a:moveTo>
                    <a:pt x="3427" y="1"/>
                  </a:moveTo>
                  <a:cubicBezTo>
                    <a:pt x="3319" y="1"/>
                    <a:pt x="3211" y="73"/>
                    <a:pt x="3175" y="145"/>
                  </a:cubicBezTo>
                  <a:cubicBezTo>
                    <a:pt x="2201" y="1840"/>
                    <a:pt x="1083" y="3752"/>
                    <a:pt x="73" y="5483"/>
                  </a:cubicBezTo>
                  <a:cubicBezTo>
                    <a:pt x="1" y="5591"/>
                    <a:pt x="1" y="5700"/>
                    <a:pt x="37" y="5772"/>
                  </a:cubicBezTo>
                  <a:cubicBezTo>
                    <a:pt x="73" y="5880"/>
                    <a:pt x="181" y="5916"/>
                    <a:pt x="253" y="5952"/>
                  </a:cubicBezTo>
                  <a:cubicBezTo>
                    <a:pt x="2093" y="6241"/>
                    <a:pt x="4834" y="6926"/>
                    <a:pt x="6421" y="8405"/>
                  </a:cubicBezTo>
                  <a:cubicBezTo>
                    <a:pt x="7539" y="9378"/>
                    <a:pt x="8332" y="10352"/>
                    <a:pt x="8873" y="11182"/>
                  </a:cubicBezTo>
                  <a:cubicBezTo>
                    <a:pt x="8920" y="11252"/>
                    <a:pt x="9013" y="11307"/>
                    <a:pt x="9112" y="11307"/>
                  </a:cubicBezTo>
                  <a:cubicBezTo>
                    <a:pt x="9165" y="11307"/>
                    <a:pt x="9220" y="11292"/>
                    <a:pt x="9270" y="11254"/>
                  </a:cubicBezTo>
                  <a:cubicBezTo>
                    <a:pt x="10713" y="10388"/>
                    <a:pt x="12300" y="9487"/>
                    <a:pt x="14031" y="8549"/>
                  </a:cubicBezTo>
                  <a:cubicBezTo>
                    <a:pt x="14175" y="8477"/>
                    <a:pt x="14211" y="8296"/>
                    <a:pt x="14139" y="8152"/>
                  </a:cubicBezTo>
                  <a:cubicBezTo>
                    <a:pt x="13165" y="6241"/>
                    <a:pt x="11290" y="3319"/>
                    <a:pt x="8332" y="1732"/>
                  </a:cubicBezTo>
                  <a:cubicBezTo>
                    <a:pt x="5735" y="326"/>
                    <a:pt x="4257" y="1"/>
                    <a:pt x="3427"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33" name="Google Shape;4830;p64">
              <a:extLst>
                <a:ext uri="{FF2B5EF4-FFF2-40B4-BE49-F238E27FC236}">
                  <a16:creationId xmlns:a16="http://schemas.microsoft.com/office/drawing/2014/main" id="{ECDF5470-0C8E-BC4D-B912-6639E73DA61F}"/>
                </a:ext>
              </a:extLst>
            </p:cNvPr>
            <p:cNvSpPr/>
            <p:nvPr/>
          </p:nvSpPr>
          <p:spPr>
            <a:xfrm>
              <a:off x="3592675" y="4213600"/>
              <a:ext cx="394975" cy="349875"/>
            </a:xfrm>
            <a:custGeom>
              <a:avLst/>
              <a:gdLst/>
              <a:ahLst/>
              <a:cxnLst/>
              <a:rect l="l" t="t" r="r" b="b"/>
              <a:pathLst>
                <a:path w="15799" h="13995" extrusionOk="0">
                  <a:moveTo>
                    <a:pt x="8801" y="1"/>
                  </a:moveTo>
                  <a:lnTo>
                    <a:pt x="1" y="10569"/>
                  </a:lnTo>
                  <a:lnTo>
                    <a:pt x="5375" y="13995"/>
                  </a:lnTo>
                  <a:lnTo>
                    <a:pt x="15798" y="3572"/>
                  </a:lnTo>
                  <a:lnTo>
                    <a:pt x="8801" y="1"/>
                  </a:ln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34" name="Google Shape;4831;p64">
              <a:extLst>
                <a:ext uri="{FF2B5EF4-FFF2-40B4-BE49-F238E27FC236}">
                  <a16:creationId xmlns:a16="http://schemas.microsoft.com/office/drawing/2014/main" id="{D0CEFC7F-7B0F-8C97-CAAA-C66B7A0569EC}"/>
                </a:ext>
              </a:extLst>
            </p:cNvPr>
            <p:cNvSpPr/>
            <p:nvPr/>
          </p:nvSpPr>
          <p:spPr>
            <a:xfrm>
              <a:off x="3584575" y="4205450"/>
              <a:ext cx="411175" cy="365600"/>
            </a:xfrm>
            <a:custGeom>
              <a:avLst/>
              <a:gdLst/>
              <a:ahLst/>
              <a:cxnLst/>
              <a:rect l="l" t="t" r="r" b="b"/>
              <a:pathLst>
                <a:path w="16447" h="14624" extrusionOk="0">
                  <a:moveTo>
                    <a:pt x="9192" y="687"/>
                  </a:moveTo>
                  <a:lnTo>
                    <a:pt x="15617" y="3970"/>
                  </a:lnTo>
                  <a:lnTo>
                    <a:pt x="5663" y="13960"/>
                  </a:lnTo>
                  <a:lnTo>
                    <a:pt x="758" y="10822"/>
                  </a:lnTo>
                  <a:lnTo>
                    <a:pt x="9192" y="687"/>
                  </a:lnTo>
                  <a:close/>
                  <a:moveTo>
                    <a:pt x="9118" y="1"/>
                  </a:moveTo>
                  <a:cubicBezTo>
                    <a:pt x="9028" y="1"/>
                    <a:pt x="8943" y="41"/>
                    <a:pt x="8873" y="111"/>
                  </a:cubicBezTo>
                  <a:lnTo>
                    <a:pt x="72" y="10714"/>
                  </a:lnTo>
                  <a:cubicBezTo>
                    <a:pt x="36" y="10786"/>
                    <a:pt x="0" y="10859"/>
                    <a:pt x="36" y="10967"/>
                  </a:cubicBezTo>
                  <a:cubicBezTo>
                    <a:pt x="36" y="11039"/>
                    <a:pt x="72" y="11111"/>
                    <a:pt x="145" y="11147"/>
                  </a:cubicBezTo>
                  <a:lnTo>
                    <a:pt x="5555" y="14573"/>
                  </a:lnTo>
                  <a:cubicBezTo>
                    <a:pt x="5603" y="14606"/>
                    <a:pt x="5659" y="14624"/>
                    <a:pt x="5716" y="14624"/>
                  </a:cubicBezTo>
                  <a:cubicBezTo>
                    <a:pt x="5785" y="14624"/>
                    <a:pt x="5856" y="14597"/>
                    <a:pt x="5915" y="14537"/>
                  </a:cubicBezTo>
                  <a:lnTo>
                    <a:pt x="16339" y="4114"/>
                  </a:lnTo>
                  <a:cubicBezTo>
                    <a:pt x="16411" y="4042"/>
                    <a:pt x="16447" y="3934"/>
                    <a:pt x="16411" y="3862"/>
                  </a:cubicBezTo>
                  <a:cubicBezTo>
                    <a:pt x="16411" y="3753"/>
                    <a:pt x="16339" y="3681"/>
                    <a:pt x="16266" y="3645"/>
                  </a:cubicBezTo>
                  <a:lnTo>
                    <a:pt x="9269" y="38"/>
                  </a:lnTo>
                  <a:cubicBezTo>
                    <a:pt x="9218" y="13"/>
                    <a:pt x="9167" y="1"/>
                    <a:pt x="9118"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35" name="Google Shape;4832;p64">
              <a:extLst>
                <a:ext uri="{FF2B5EF4-FFF2-40B4-BE49-F238E27FC236}">
                  <a16:creationId xmlns:a16="http://schemas.microsoft.com/office/drawing/2014/main" id="{B7853C6E-A139-B382-9A62-7092D0D081F6}"/>
                </a:ext>
              </a:extLst>
            </p:cNvPr>
            <p:cNvSpPr/>
            <p:nvPr/>
          </p:nvSpPr>
          <p:spPr>
            <a:xfrm>
              <a:off x="3659400" y="4259600"/>
              <a:ext cx="255200" cy="233550"/>
            </a:xfrm>
            <a:custGeom>
              <a:avLst/>
              <a:gdLst/>
              <a:ahLst/>
              <a:cxnLst/>
              <a:rect l="l" t="t" r="r" b="b"/>
              <a:pathLst>
                <a:path w="10208" h="9342" extrusionOk="0">
                  <a:moveTo>
                    <a:pt x="6601" y="0"/>
                  </a:moveTo>
                  <a:lnTo>
                    <a:pt x="1" y="7827"/>
                  </a:lnTo>
                  <a:lnTo>
                    <a:pt x="2598" y="9342"/>
                  </a:lnTo>
                  <a:lnTo>
                    <a:pt x="10208" y="1623"/>
                  </a:lnTo>
                  <a:lnTo>
                    <a:pt x="6601" y="0"/>
                  </a:ln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8236" name="Google Shape;4833;p64">
              <a:extLst>
                <a:ext uri="{FF2B5EF4-FFF2-40B4-BE49-F238E27FC236}">
                  <a16:creationId xmlns:a16="http://schemas.microsoft.com/office/drawing/2014/main" id="{33A00BBB-37A9-B502-80DB-3834352B642A}"/>
                </a:ext>
              </a:extLst>
            </p:cNvPr>
            <p:cNvSpPr/>
            <p:nvPr/>
          </p:nvSpPr>
          <p:spPr>
            <a:xfrm>
              <a:off x="3651300" y="4252025"/>
              <a:ext cx="271425" cy="248425"/>
            </a:xfrm>
            <a:custGeom>
              <a:avLst/>
              <a:gdLst/>
              <a:ahLst/>
              <a:cxnLst/>
              <a:rect l="l" t="t" r="r" b="b"/>
              <a:pathLst>
                <a:path w="10857" h="9937" extrusionOk="0">
                  <a:moveTo>
                    <a:pt x="7032" y="655"/>
                  </a:moveTo>
                  <a:lnTo>
                    <a:pt x="10027" y="2035"/>
                  </a:lnTo>
                  <a:lnTo>
                    <a:pt x="2886" y="9284"/>
                  </a:lnTo>
                  <a:lnTo>
                    <a:pt x="758" y="8058"/>
                  </a:lnTo>
                  <a:lnTo>
                    <a:pt x="7032" y="655"/>
                  </a:lnTo>
                  <a:close/>
                  <a:moveTo>
                    <a:pt x="6955" y="1"/>
                  </a:moveTo>
                  <a:cubicBezTo>
                    <a:pt x="6853" y="1"/>
                    <a:pt x="6761" y="34"/>
                    <a:pt x="6709" y="87"/>
                  </a:cubicBezTo>
                  <a:lnTo>
                    <a:pt x="72" y="7914"/>
                  </a:lnTo>
                  <a:cubicBezTo>
                    <a:pt x="36" y="7986"/>
                    <a:pt x="0" y="8094"/>
                    <a:pt x="0" y="8166"/>
                  </a:cubicBezTo>
                  <a:cubicBezTo>
                    <a:pt x="36" y="8274"/>
                    <a:pt x="72" y="8346"/>
                    <a:pt x="144" y="8382"/>
                  </a:cubicBezTo>
                  <a:lnTo>
                    <a:pt x="2777" y="9897"/>
                  </a:lnTo>
                  <a:cubicBezTo>
                    <a:pt x="2819" y="9925"/>
                    <a:pt x="2865" y="9937"/>
                    <a:pt x="2913" y="9937"/>
                  </a:cubicBezTo>
                  <a:cubicBezTo>
                    <a:pt x="2991" y="9937"/>
                    <a:pt x="3071" y="9906"/>
                    <a:pt x="3138" y="9861"/>
                  </a:cubicBezTo>
                  <a:lnTo>
                    <a:pt x="10748" y="2143"/>
                  </a:lnTo>
                  <a:cubicBezTo>
                    <a:pt x="10820" y="2071"/>
                    <a:pt x="10856" y="1962"/>
                    <a:pt x="10820" y="1890"/>
                  </a:cubicBezTo>
                  <a:cubicBezTo>
                    <a:pt x="10820" y="1782"/>
                    <a:pt x="10748" y="1710"/>
                    <a:pt x="10640" y="1638"/>
                  </a:cubicBezTo>
                  <a:lnTo>
                    <a:pt x="7069" y="15"/>
                  </a:lnTo>
                  <a:cubicBezTo>
                    <a:pt x="7031" y="5"/>
                    <a:pt x="6992" y="1"/>
                    <a:pt x="6955"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37" name="Google Shape;4834;p64">
              <a:extLst>
                <a:ext uri="{FF2B5EF4-FFF2-40B4-BE49-F238E27FC236}">
                  <a16:creationId xmlns:a16="http://schemas.microsoft.com/office/drawing/2014/main" id="{ABDD8099-D498-B73E-DA28-B3A80B3374F0}"/>
                </a:ext>
              </a:extLst>
            </p:cNvPr>
            <p:cNvSpPr/>
            <p:nvPr/>
          </p:nvSpPr>
          <p:spPr>
            <a:xfrm>
              <a:off x="2214925" y="4282725"/>
              <a:ext cx="151500" cy="319300"/>
            </a:xfrm>
            <a:custGeom>
              <a:avLst/>
              <a:gdLst/>
              <a:ahLst/>
              <a:cxnLst/>
              <a:rect l="l" t="t" r="r" b="b"/>
              <a:pathLst>
                <a:path w="6060" h="12772" extrusionOk="0">
                  <a:moveTo>
                    <a:pt x="2113" y="0"/>
                  </a:moveTo>
                  <a:cubicBezTo>
                    <a:pt x="1723" y="0"/>
                    <a:pt x="1333" y="155"/>
                    <a:pt x="974" y="482"/>
                  </a:cubicBezTo>
                  <a:cubicBezTo>
                    <a:pt x="0" y="1384"/>
                    <a:pt x="577" y="3440"/>
                    <a:pt x="830" y="4522"/>
                  </a:cubicBezTo>
                  <a:cubicBezTo>
                    <a:pt x="1227" y="6469"/>
                    <a:pt x="1551" y="8453"/>
                    <a:pt x="2200" y="10328"/>
                  </a:cubicBezTo>
                  <a:cubicBezTo>
                    <a:pt x="2489" y="11086"/>
                    <a:pt x="2814" y="12528"/>
                    <a:pt x="3751" y="12709"/>
                  </a:cubicBezTo>
                  <a:cubicBezTo>
                    <a:pt x="3943" y="12751"/>
                    <a:pt x="4121" y="12772"/>
                    <a:pt x="4285" y="12772"/>
                  </a:cubicBezTo>
                  <a:cubicBezTo>
                    <a:pt x="5503" y="12772"/>
                    <a:pt x="5956" y="11638"/>
                    <a:pt x="5987" y="10112"/>
                  </a:cubicBezTo>
                  <a:cubicBezTo>
                    <a:pt x="6060" y="7371"/>
                    <a:pt x="4761" y="3295"/>
                    <a:pt x="4473" y="2430"/>
                  </a:cubicBezTo>
                  <a:cubicBezTo>
                    <a:pt x="3988" y="899"/>
                    <a:pt x="3053" y="0"/>
                    <a:pt x="2113" y="0"/>
                  </a:cubicBezTo>
                  <a:close/>
                </a:path>
              </a:pathLst>
            </a:custGeom>
            <a:solidFill>
              <a:srgbClr val="707070"/>
            </a:solidFill>
            <a:ln>
              <a:noFill/>
            </a:ln>
          </p:spPr>
          <p:txBody>
            <a:bodyPr spcFirstLastPara="1" wrap="square" lIns="121900" tIns="121900" rIns="121900" bIns="121900" anchor="ctr" anchorCtr="0">
              <a:noAutofit/>
            </a:bodyPr>
            <a:lstStyle/>
            <a:p>
              <a:endParaRPr sz="2400"/>
            </a:p>
          </p:txBody>
        </p:sp>
        <p:sp>
          <p:nvSpPr>
            <p:cNvPr id="8238" name="Google Shape;4835;p64">
              <a:extLst>
                <a:ext uri="{FF2B5EF4-FFF2-40B4-BE49-F238E27FC236}">
                  <a16:creationId xmlns:a16="http://schemas.microsoft.com/office/drawing/2014/main" id="{C4FCD3B1-14CD-AC8C-9E42-106307DAA3C8}"/>
                </a:ext>
              </a:extLst>
            </p:cNvPr>
            <p:cNvSpPr/>
            <p:nvPr/>
          </p:nvSpPr>
          <p:spPr>
            <a:xfrm>
              <a:off x="2218525" y="4275825"/>
              <a:ext cx="153300" cy="333650"/>
            </a:xfrm>
            <a:custGeom>
              <a:avLst/>
              <a:gdLst/>
              <a:ahLst/>
              <a:cxnLst/>
              <a:rect l="l" t="t" r="r" b="b"/>
              <a:pathLst>
                <a:path w="6132" h="13346" extrusionOk="0">
                  <a:moveTo>
                    <a:pt x="1984" y="578"/>
                  </a:moveTo>
                  <a:cubicBezTo>
                    <a:pt x="2345" y="578"/>
                    <a:pt x="2742" y="758"/>
                    <a:pt x="3102" y="1119"/>
                  </a:cubicBezTo>
                  <a:cubicBezTo>
                    <a:pt x="3463" y="1515"/>
                    <a:pt x="3824" y="2056"/>
                    <a:pt x="4040" y="2814"/>
                  </a:cubicBezTo>
                  <a:cubicBezTo>
                    <a:pt x="4329" y="3643"/>
                    <a:pt x="5555" y="7539"/>
                    <a:pt x="5555" y="10208"/>
                  </a:cubicBezTo>
                  <a:cubicBezTo>
                    <a:pt x="5555" y="10280"/>
                    <a:pt x="5555" y="10316"/>
                    <a:pt x="5555" y="10388"/>
                  </a:cubicBezTo>
                  <a:cubicBezTo>
                    <a:pt x="5519" y="11145"/>
                    <a:pt x="5411" y="11758"/>
                    <a:pt x="5194" y="12155"/>
                  </a:cubicBezTo>
                  <a:cubicBezTo>
                    <a:pt x="5050" y="12336"/>
                    <a:pt x="4942" y="12480"/>
                    <a:pt x="4761" y="12588"/>
                  </a:cubicBezTo>
                  <a:cubicBezTo>
                    <a:pt x="4581" y="12696"/>
                    <a:pt x="4401" y="12768"/>
                    <a:pt x="4112" y="12768"/>
                  </a:cubicBezTo>
                  <a:cubicBezTo>
                    <a:pt x="4004" y="12768"/>
                    <a:pt x="3824" y="12732"/>
                    <a:pt x="3679" y="12696"/>
                  </a:cubicBezTo>
                  <a:cubicBezTo>
                    <a:pt x="3499" y="12660"/>
                    <a:pt x="3355" y="12588"/>
                    <a:pt x="3211" y="12444"/>
                  </a:cubicBezTo>
                  <a:cubicBezTo>
                    <a:pt x="3030" y="12227"/>
                    <a:pt x="2850" y="11903"/>
                    <a:pt x="2706" y="11542"/>
                  </a:cubicBezTo>
                  <a:cubicBezTo>
                    <a:pt x="2561" y="11181"/>
                    <a:pt x="2453" y="10785"/>
                    <a:pt x="2345" y="10496"/>
                  </a:cubicBezTo>
                  <a:cubicBezTo>
                    <a:pt x="1696" y="8657"/>
                    <a:pt x="1371" y="6709"/>
                    <a:pt x="974" y="4761"/>
                  </a:cubicBezTo>
                  <a:cubicBezTo>
                    <a:pt x="830" y="4112"/>
                    <a:pt x="578" y="3175"/>
                    <a:pt x="578" y="2345"/>
                  </a:cubicBezTo>
                  <a:cubicBezTo>
                    <a:pt x="578" y="1768"/>
                    <a:pt x="722" y="1299"/>
                    <a:pt x="1047" y="1010"/>
                  </a:cubicBezTo>
                  <a:cubicBezTo>
                    <a:pt x="1371" y="722"/>
                    <a:pt x="1660" y="578"/>
                    <a:pt x="1984" y="578"/>
                  </a:cubicBezTo>
                  <a:close/>
                  <a:moveTo>
                    <a:pt x="1984" y="1"/>
                  </a:moveTo>
                  <a:cubicBezTo>
                    <a:pt x="1515" y="1"/>
                    <a:pt x="1047" y="181"/>
                    <a:pt x="650" y="542"/>
                  </a:cubicBezTo>
                  <a:cubicBezTo>
                    <a:pt x="109" y="1010"/>
                    <a:pt x="1" y="1696"/>
                    <a:pt x="1" y="2345"/>
                  </a:cubicBezTo>
                  <a:cubicBezTo>
                    <a:pt x="1" y="3283"/>
                    <a:pt x="253" y="4257"/>
                    <a:pt x="397" y="4870"/>
                  </a:cubicBezTo>
                  <a:cubicBezTo>
                    <a:pt x="794" y="6817"/>
                    <a:pt x="1083" y="8801"/>
                    <a:pt x="1804" y="10713"/>
                  </a:cubicBezTo>
                  <a:cubicBezTo>
                    <a:pt x="1912" y="11073"/>
                    <a:pt x="2056" y="11614"/>
                    <a:pt x="2309" y="12155"/>
                  </a:cubicBezTo>
                  <a:cubicBezTo>
                    <a:pt x="2453" y="12408"/>
                    <a:pt x="2597" y="12660"/>
                    <a:pt x="2778" y="12840"/>
                  </a:cubicBezTo>
                  <a:cubicBezTo>
                    <a:pt x="2994" y="13057"/>
                    <a:pt x="3247" y="13237"/>
                    <a:pt x="3535" y="13309"/>
                  </a:cubicBezTo>
                  <a:cubicBezTo>
                    <a:pt x="3752" y="13345"/>
                    <a:pt x="3932" y="13345"/>
                    <a:pt x="4112" y="13345"/>
                  </a:cubicBezTo>
                  <a:cubicBezTo>
                    <a:pt x="4473" y="13345"/>
                    <a:pt x="4798" y="13273"/>
                    <a:pt x="5086" y="13129"/>
                  </a:cubicBezTo>
                  <a:cubicBezTo>
                    <a:pt x="5483" y="12877"/>
                    <a:pt x="5735" y="12480"/>
                    <a:pt x="5916" y="12011"/>
                  </a:cubicBezTo>
                  <a:cubicBezTo>
                    <a:pt x="6060" y="11542"/>
                    <a:pt x="6132" y="11001"/>
                    <a:pt x="6132" y="10424"/>
                  </a:cubicBezTo>
                  <a:cubicBezTo>
                    <a:pt x="6132" y="10352"/>
                    <a:pt x="6132" y="10280"/>
                    <a:pt x="6132" y="10208"/>
                  </a:cubicBezTo>
                  <a:cubicBezTo>
                    <a:pt x="6132" y="7358"/>
                    <a:pt x="4906" y="3499"/>
                    <a:pt x="4617" y="2633"/>
                  </a:cubicBezTo>
                  <a:cubicBezTo>
                    <a:pt x="4365" y="1804"/>
                    <a:pt x="4004" y="1155"/>
                    <a:pt x="3535" y="722"/>
                  </a:cubicBezTo>
                  <a:cubicBezTo>
                    <a:pt x="3102" y="253"/>
                    <a:pt x="2561" y="1"/>
                    <a:pt x="1984"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39" name="Google Shape;4836;p64">
              <a:extLst>
                <a:ext uri="{FF2B5EF4-FFF2-40B4-BE49-F238E27FC236}">
                  <a16:creationId xmlns:a16="http://schemas.microsoft.com/office/drawing/2014/main" id="{0743DEA8-B304-3645-25A2-2BC1FF171553}"/>
                </a:ext>
              </a:extLst>
            </p:cNvPr>
            <p:cNvSpPr/>
            <p:nvPr/>
          </p:nvSpPr>
          <p:spPr>
            <a:xfrm>
              <a:off x="2166225" y="4403450"/>
              <a:ext cx="113650" cy="239800"/>
            </a:xfrm>
            <a:custGeom>
              <a:avLst/>
              <a:gdLst/>
              <a:ahLst/>
              <a:cxnLst/>
              <a:rect l="l" t="t" r="r" b="b"/>
              <a:pathLst>
                <a:path w="4546" h="9592" extrusionOk="0">
                  <a:moveTo>
                    <a:pt x="1591" y="1"/>
                  </a:moveTo>
                  <a:cubicBezTo>
                    <a:pt x="1297" y="1"/>
                    <a:pt x="1000" y="121"/>
                    <a:pt x="722" y="378"/>
                  </a:cubicBezTo>
                  <a:cubicBezTo>
                    <a:pt x="1" y="1063"/>
                    <a:pt x="433" y="2578"/>
                    <a:pt x="614" y="3407"/>
                  </a:cubicBezTo>
                  <a:cubicBezTo>
                    <a:pt x="902" y="4850"/>
                    <a:pt x="1155" y="6329"/>
                    <a:pt x="1660" y="7772"/>
                  </a:cubicBezTo>
                  <a:cubicBezTo>
                    <a:pt x="1876" y="8313"/>
                    <a:pt x="2093" y="9395"/>
                    <a:pt x="2814" y="9539"/>
                  </a:cubicBezTo>
                  <a:cubicBezTo>
                    <a:pt x="2965" y="9574"/>
                    <a:pt x="3104" y="9591"/>
                    <a:pt x="3231" y="9591"/>
                  </a:cubicBezTo>
                  <a:cubicBezTo>
                    <a:pt x="4141" y="9591"/>
                    <a:pt x="4477" y="8730"/>
                    <a:pt x="4509" y="7591"/>
                  </a:cubicBezTo>
                  <a:cubicBezTo>
                    <a:pt x="4545" y="5535"/>
                    <a:pt x="3571" y="2470"/>
                    <a:pt x="3355" y="1820"/>
                  </a:cubicBezTo>
                  <a:cubicBezTo>
                    <a:pt x="2974" y="679"/>
                    <a:pt x="2290" y="1"/>
                    <a:pt x="1591"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8240" name="Google Shape;4837;p64">
              <a:extLst>
                <a:ext uri="{FF2B5EF4-FFF2-40B4-BE49-F238E27FC236}">
                  <a16:creationId xmlns:a16="http://schemas.microsoft.com/office/drawing/2014/main" id="{F9F83760-C2BD-B435-4FA7-F19C7F23D714}"/>
                </a:ext>
              </a:extLst>
            </p:cNvPr>
            <p:cNvSpPr/>
            <p:nvPr/>
          </p:nvSpPr>
          <p:spPr>
            <a:xfrm>
              <a:off x="2166225" y="4395750"/>
              <a:ext cx="119950" cy="255200"/>
            </a:xfrm>
            <a:custGeom>
              <a:avLst/>
              <a:gdLst/>
              <a:ahLst/>
              <a:cxnLst/>
              <a:rect l="l" t="t" r="r" b="b"/>
              <a:pathLst>
                <a:path w="4798" h="10208" extrusionOk="0">
                  <a:moveTo>
                    <a:pt x="1588" y="614"/>
                  </a:moveTo>
                  <a:cubicBezTo>
                    <a:pt x="1840" y="614"/>
                    <a:pt x="2129" y="722"/>
                    <a:pt x="2381" y="1010"/>
                  </a:cubicBezTo>
                  <a:cubicBezTo>
                    <a:pt x="2670" y="1263"/>
                    <a:pt x="2886" y="1696"/>
                    <a:pt x="3066" y="2237"/>
                  </a:cubicBezTo>
                  <a:cubicBezTo>
                    <a:pt x="3283" y="2850"/>
                    <a:pt x="4184" y="5771"/>
                    <a:pt x="4184" y="7755"/>
                  </a:cubicBezTo>
                  <a:lnTo>
                    <a:pt x="4184" y="7899"/>
                  </a:lnTo>
                  <a:cubicBezTo>
                    <a:pt x="4184" y="8440"/>
                    <a:pt x="4076" y="8909"/>
                    <a:pt x="3932" y="9198"/>
                  </a:cubicBezTo>
                  <a:cubicBezTo>
                    <a:pt x="3860" y="9342"/>
                    <a:pt x="3752" y="9414"/>
                    <a:pt x="3643" y="9486"/>
                  </a:cubicBezTo>
                  <a:cubicBezTo>
                    <a:pt x="3535" y="9558"/>
                    <a:pt x="3391" y="9594"/>
                    <a:pt x="3211" y="9594"/>
                  </a:cubicBezTo>
                  <a:cubicBezTo>
                    <a:pt x="3102" y="9594"/>
                    <a:pt x="2994" y="9594"/>
                    <a:pt x="2886" y="9558"/>
                  </a:cubicBezTo>
                  <a:cubicBezTo>
                    <a:pt x="2778" y="9558"/>
                    <a:pt x="2670" y="9486"/>
                    <a:pt x="2561" y="9378"/>
                  </a:cubicBezTo>
                  <a:cubicBezTo>
                    <a:pt x="2453" y="9234"/>
                    <a:pt x="2309" y="8981"/>
                    <a:pt x="2201" y="8729"/>
                  </a:cubicBezTo>
                  <a:cubicBezTo>
                    <a:pt x="2093" y="8476"/>
                    <a:pt x="2020" y="8188"/>
                    <a:pt x="1948" y="7971"/>
                  </a:cubicBezTo>
                  <a:cubicBezTo>
                    <a:pt x="1443" y="6601"/>
                    <a:pt x="1227" y="5122"/>
                    <a:pt x="902" y="3643"/>
                  </a:cubicBezTo>
                  <a:cubicBezTo>
                    <a:pt x="794" y="3174"/>
                    <a:pt x="614" y="2453"/>
                    <a:pt x="614" y="1876"/>
                  </a:cubicBezTo>
                  <a:cubicBezTo>
                    <a:pt x="614" y="1443"/>
                    <a:pt x="722" y="1083"/>
                    <a:pt x="938" y="902"/>
                  </a:cubicBezTo>
                  <a:cubicBezTo>
                    <a:pt x="1155" y="686"/>
                    <a:pt x="1371" y="614"/>
                    <a:pt x="1588" y="614"/>
                  </a:cubicBezTo>
                  <a:close/>
                  <a:moveTo>
                    <a:pt x="1588" y="1"/>
                  </a:moveTo>
                  <a:cubicBezTo>
                    <a:pt x="1227" y="1"/>
                    <a:pt x="830" y="181"/>
                    <a:pt x="542" y="469"/>
                  </a:cubicBezTo>
                  <a:cubicBezTo>
                    <a:pt x="109" y="830"/>
                    <a:pt x="1" y="1371"/>
                    <a:pt x="1" y="1876"/>
                  </a:cubicBezTo>
                  <a:cubicBezTo>
                    <a:pt x="1" y="2561"/>
                    <a:pt x="217" y="3319"/>
                    <a:pt x="325" y="3788"/>
                  </a:cubicBezTo>
                  <a:cubicBezTo>
                    <a:pt x="614" y="5230"/>
                    <a:pt x="866" y="6709"/>
                    <a:pt x="1371" y="8152"/>
                  </a:cubicBezTo>
                  <a:cubicBezTo>
                    <a:pt x="1479" y="8440"/>
                    <a:pt x="1588" y="8873"/>
                    <a:pt x="1768" y="9234"/>
                  </a:cubicBezTo>
                  <a:cubicBezTo>
                    <a:pt x="1876" y="9450"/>
                    <a:pt x="1984" y="9630"/>
                    <a:pt x="2129" y="9811"/>
                  </a:cubicBezTo>
                  <a:cubicBezTo>
                    <a:pt x="2309" y="9955"/>
                    <a:pt x="2489" y="10099"/>
                    <a:pt x="2742" y="10171"/>
                  </a:cubicBezTo>
                  <a:cubicBezTo>
                    <a:pt x="2922" y="10171"/>
                    <a:pt x="3066" y="10208"/>
                    <a:pt x="3211" y="10208"/>
                  </a:cubicBezTo>
                  <a:cubicBezTo>
                    <a:pt x="3499" y="10208"/>
                    <a:pt x="3752" y="10135"/>
                    <a:pt x="3932" y="10027"/>
                  </a:cubicBezTo>
                  <a:cubicBezTo>
                    <a:pt x="4257" y="9811"/>
                    <a:pt x="4473" y="9486"/>
                    <a:pt x="4617" y="9126"/>
                  </a:cubicBezTo>
                  <a:cubicBezTo>
                    <a:pt x="4725" y="8765"/>
                    <a:pt x="4798" y="8368"/>
                    <a:pt x="4798" y="7899"/>
                  </a:cubicBezTo>
                  <a:lnTo>
                    <a:pt x="4798" y="7755"/>
                  </a:lnTo>
                  <a:cubicBezTo>
                    <a:pt x="4798" y="5627"/>
                    <a:pt x="3860" y="2706"/>
                    <a:pt x="3643" y="2056"/>
                  </a:cubicBezTo>
                  <a:cubicBezTo>
                    <a:pt x="3463" y="1443"/>
                    <a:pt x="3175" y="938"/>
                    <a:pt x="2814" y="578"/>
                  </a:cubicBezTo>
                  <a:cubicBezTo>
                    <a:pt x="2453" y="217"/>
                    <a:pt x="2057" y="1"/>
                    <a:pt x="1588"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41" name="Google Shape;4838;p64">
              <a:extLst>
                <a:ext uri="{FF2B5EF4-FFF2-40B4-BE49-F238E27FC236}">
                  <a16:creationId xmlns:a16="http://schemas.microsoft.com/office/drawing/2014/main" id="{0FC015FB-1B04-3F9F-85DE-90E1AED0C27F}"/>
                </a:ext>
              </a:extLst>
            </p:cNvPr>
            <p:cNvSpPr/>
            <p:nvPr/>
          </p:nvSpPr>
          <p:spPr>
            <a:xfrm>
              <a:off x="2527800" y="4365100"/>
              <a:ext cx="239875" cy="326075"/>
            </a:xfrm>
            <a:custGeom>
              <a:avLst/>
              <a:gdLst/>
              <a:ahLst/>
              <a:cxnLst/>
              <a:rect l="l" t="t" r="r" b="b"/>
              <a:pathLst>
                <a:path w="9595" h="13043" extrusionOk="0">
                  <a:moveTo>
                    <a:pt x="289" y="0"/>
                  </a:moveTo>
                  <a:cubicBezTo>
                    <a:pt x="289" y="1"/>
                    <a:pt x="1" y="5302"/>
                    <a:pt x="686" y="5699"/>
                  </a:cubicBezTo>
                  <a:cubicBezTo>
                    <a:pt x="1371" y="6096"/>
                    <a:pt x="3896" y="6781"/>
                    <a:pt x="4220" y="6853"/>
                  </a:cubicBezTo>
                  <a:cubicBezTo>
                    <a:pt x="4509" y="6961"/>
                    <a:pt x="4293" y="7358"/>
                    <a:pt x="3896" y="8728"/>
                  </a:cubicBezTo>
                  <a:cubicBezTo>
                    <a:pt x="3535" y="10099"/>
                    <a:pt x="3896" y="11975"/>
                    <a:pt x="5086" y="12660"/>
                  </a:cubicBezTo>
                  <a:cubicBezTo>
                    <a:pt x="5525" y="12913"/>
                    <a:pt x="5920" y="13043"/>
                    <a:pt x="6250" y="13043"/>
                  </a:cubicBezTo>
                  <a:cubicBezTo>
                    <a:pt x="6812" y="13043"/>
                    <a:pt x="7182" y="12663"/>
                    <a:pt x="7250" y="11866"/>
                  </a:cubicBezTo>
                  <a:cubicBezTo>
                    <a:pt x="7358" y="10604"/>
                    <a:pt x="9594" y="6961"/>
                    <a:pt x="8909" y="5879"/>
                  </a:cubicBezTo>
                  <a:cubicBezTo>
                    <a:pt x="8224" y="4797"/>
                    <a:pt x="7142" y="3715"/>
                    <a:pt x="4978" y="3427"/>
                  </a:cubicBezTo>
                  <a:cubicBezTo>
                    <a:pt x="2850" y="3138"/>
                    <a:pt x="289" y="0"/>
                    <a:pt x="289"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8242" name="Google Shape;4839;p64">
              <a:extLst>
                <a:ext uri="{FF2B5EF4-FFF2-40B4-BE49-F238E27FC236}">
                  <a16:creationId xmlns:a16="http://schemas.microsoft.com/office/drawing/2014/main" id="{1A6A0823-8018-CF11-F152-A366DFACB196}"/>
                </a:ext>
              </a:extLst>
            </p:cNvPr>
            <p:cNvSpPr/>
            <p:nvPr/>
          </p:nvSpPr>
          <p:spPr>
            <a:xfrm>
              <a:off x="2526000" y="4357550"/>
              <a:ext cx="235350" cy="341200"/>
            </a:xfrm>
            <a:custGeom>
              <a:avLst/>
              <a:gdLst/>
              <a:ahLst/>
              <a:cxnLst/>
              <a:rect l="l" t="t" r="r" b="b"/>
              <a:pathLst>
                <a:path w="9414" h="13648" extrusionOk="0">
                  <a:moveTo>
                    <a:pt x="613" y="1069"/>
                  </a:moveTo>
                  <a:cubicBezTo>
                    <a:pt x="885" y="1369"/>
                    <a:pt x="1254" y="1751"/>
                    <a:pt x="1696" y="2142"/>
                  </a:cubicBezTo>
                  <a:cubicBezTo>
                    <a:pt x="2633" y="2971"/>
                    <a:pt x="3824" y="3873"/>
                    <a:pt x="5014" y="4053"/>
                  </a:cubicBezTo>
                  <a:cubicBezTo>
                    <a:pt x="6060" y="4161"/>
                    <a:pt x="6817" y="4486"/>
                    <a:pt x="7394" y="4919"/>
                  </a:cubicBezTo>
                  <a:cubicBezTo>
                    <a:pt x="7971" y="5316"/>
                    <a:pt x="8404" y="5821"/>
                    <a:pt x="8729" y="6362"/>
                  </a:cubicBezTo>
                  <a:cubicBezTo>
                    <a:pt x="8765" y="6434"/>
                    <a:pt x="8801" y="6542"/>
                    <a:pt x="8801" y="6722"/>
                  </a:cubicBezTo>
                  <a:cubicBezTo>
                    <a:pt x="8801" y="7047"/>
                    <a:pt x="8729" y="7480"/>
                    <a:pt x="8548" y="7948"/>
                  </a:cubicBezTo>
                  <a:cubicBezTo>
                    <a:pt x="8332" y="8670"/>
                    <a:pt x="7971" y="9463"/>
                    <a:pt x="7647" y="10221"/>
                  </a:cubicBezTo>
                  <a:cubicBezTo>
                    <a:pt x="7502" y="10617"/>
                    <a:pt x="7358" y="10942"/>
                    <a:pt x="7214" y="11267"/>
                  </a:cubicBezTo>
                  <a:cubicBezTo>
                    <a:pt x="7106" y="11591"/>
                    <a:pt x="7034" y="11880"/>
                    <a:pt x="7034" y="12132"/>
                  </a:cubicBezTo>
                  <a:cubicBezTo>
                    <a:pt x="6997" y="12493"/>
                    <a:pt x="6889" y="12745"/>
                    <a:pt x="6781" y="12854"/>
                  </a:cubicBezTo>
                  <a:cubicBezTo>
                    <a:pt x="6673" y="12998"/>
                    <a:pt x="6529" y="13034"/>
                    <a:pt x="6312" y="13034"/>
                  </a:cubicBezTo>
                  <a:cubicBezTo>
                    <a:pt x="6060" y="13034"/>
                    <a:pt x="5735" y="12926"/>
                    <a:pt x="5302" y="12709"/>
                  </a:cubicBezTo>
                  <a:cubicBezTo>
                    <a:pt x="4942" y="12493"/>
                    <a:pt x="4653" y="12096"/>
                    <a:pt x="4437" y="11663"/>
                  </a:cubicBezTo>
                  <a:cubicBezTo>
                    <a:pt x="4256" y="11195"/>
                    <a:pt x="4148" y="10654"/>
                    <a:pt x="4148" y="10113"/>
                  </a:cubicBezTo>
                  <a:cubicBezTo>
                    <a:pt x="4148" y="9788"/>
                    <a:pt x="4184" y="9427"/>
                    <a:pt x="4256" y="9103"/>
                  </a:cubicBezTo>
                  <a:cubicBezTo>
                    <a:pt x="4401" y="8670"/>
                    <a:pt x="4509" y="8309"/>
                    <a:pt x="4581" y="8057"/>
                  </a:cubicBezTo>
                  <a:cubicBezTo>
                    <a:pt x="4653" y="7768"/>
                    <a:pt x="4725" y="7588"/>
                    <a:pt x="4725" y="7407"/>
                  </a:cubicBezTo>
                  <a:cubicBezTo>
                    <a:pt x="4725" y="7299"/>
                    <a:pt x="4689" y="7191"/>
                    <a:pt x="4653" y="7083"/>
                  </a:cubicBezTo>
                  <a:cubicBezTo>
                    <a:pt x="4581" y="6975"/>
                    <a:pt x="4473" y="6903"/>
                    <a:pt x="4365" y="6866"/>
                  </a:cubicBezTo>
                  <a:cubicBezTo>
                    <a:pt x="4292" y="6866"/>
                    <a:pt x="4076" y="6794"/>
                    <a:pt x="3788" y="6722"/>
                  </a:cubicBezTo>
                  <a:cubicBezTo>
                    <a:pt x="3355" y="6578"/>
                    <a:pt x="2742" y="6398"/>
                    <a:pt x="2164" y="6217"/>
                  </a:cubicBezTo>
                  <a:cubicBezTo>
                    <a:pt x="1623" y="6037"/>
                    <a:pt x="1119" y="5857"/>
                    <a:pt x="902" y="5748"/>
                  </a:cubicBezTo>
                  <a:cubicBezTo>
                    <a:pt x="902" y="5712"/>
                    <a:pt x="830" y="5604"/>
                    <a:pt x="794" y="5388"/>
                  </a:cubicBezTo>
                  <a:cubicBezTo>
                    <a:pt x="650" y="4811"/>
                    <a:pt x="578" y="3693"/>
                    <a:pt x="578" y="2683"/>
                  </a:cubicBezTo>
                  <a:cubicBezTo>
                    <a:pt x="578" y="2091"/>
                    <a:pt x="611" y="1499"/>
                    <a:pt x="613" y="1069"/>
                  </a:cubicBezTo>
                  <a:close/>
                  <a:moveTo>
                    <a:pt x="354" y="0"/>
                  </a:moveTo>
                  <a:cubicBezTo>
                    <a:pt x="323" y="0"/>
                    <a:pt x="289" y="5"/>
                    <a:pt x="253" y="14"/>
                  </a:cubicBezTo>
                  <a:cubicBezTo>
                    <a:pt x="145" y="50"/>
                    <a:pt x="73" y="158"/>
                    <a:pt x="73" y="302"/>
                  </a:cubicBezTo>
                  <a:cubicBezTo>
                    <a:pt x="73" y="302"/>
                    <a:pt x="0" y="1420"/>
                    <a:pt x="0" y="2683"/>
                  </a:cubicBezTo>
                  <a:cubicBezTo>
                    <a:pt x="0" y="3440"/>
                    <a:pt x="0" y="4197"/>
                    <a:pt x="73" y="4847"/>
                  </a:cubicBezTo>
                  <a:cubicBezTo>
                    <a:pt x="109" y="5171"/>
                    <a:pt x="181" y="5460"/>
                    <a:pt x="217" y="5676"/>
                  </a:cubicBezTo>
                  <a:cubicBezTo>
                    <a:pt x="253" y="5784"/>
                    <a:pt x="289" y="5893"/>
                    <a:pt x="361" y="6001"/>
                  </a:cubicBezTo>
                  <a:cubicBezTo>
                    <a:pt x="397" y="6109"/>
                    <a:pt x="469" y="6181"/>
                    <a:pt x="614" y="6253"/>
                  </a:cubicBezTo>
                  <a:cubicBezTo>
                    <a:pt x="794" y="6362"/>
                    <a:pt x="1082" y="6470"/>
                    <a:pt x="1443" y="6614"/>
                  </a:cubicBezTo>
                  <a:cubicBezTo>
                    <a:pt x="1984" y="6794"/>
                    <a:pt x="2597" y="6975"/>
                    <a:pt x="3138" y="7155"/>
                  </a:cubicBezTo>
                  <a:cubicBezTo>
                    <a:pt x="3565" y="7277"/>
                    <a:pt x="3940" y="7373"/>
                    <a:pt x="4111" y="7422"/>
                  </a:cubicBezTo>
                  <a:lnTo>
                    <a:pt x="4111" y="7422"/>
                  </a:lnTo>
                  <a:cubicBezTo>
                    <a:pt x="4105" y="7478"/>
                    <a:pt x="4069" y="7648"/>
                    <a:pt x="4004" y="7876"/>
                  </a:cubicBezTo>
                  <a:cubicBezTo>
                    <a:pt x="3932" y="8129"/>
                    <a:pt x="3824" y="8489"/>
                    <a:pt x="3679" y="8958"/>
                  </a:cubicBezTo>
                  <a:cubicBezTo>
                    <a:pt x="3571" y="9319"/>
                    <a:pt x="3535" y="9716"/>
                    <a:pt x="3535" y="10113"/>
                  </a:cubicBezTo>
                  <a:cubicBezTo>
                    <a:pt x="3535" y="10726"/>
                    <a:pt x="3643" y="11339"/>
                    <a:pt x="3896" y="11880"/>
                  </a:cubicBezTo>
                  <a:cubicBezTo>
                    <a:pt x="4148" y="12421"/>
                    <a:pt x="4509" y="12926"/>
                    <a:pt x="5014" y="13214"/>
                  </a:cubicBezTo>
                  <a:cubicBezTo>
                    <a:pt x="5483" y="13467"/>
                    <a:pt x="5915" y="13647"/>
                    <a:pt x="6312" y="13647"/>
                  </a:cubicBezTo>
                  <a:cubicBezTo>
                    <a:pt x="6673" y="13647"/>
                    <a:pt x="6997" y="13503"/>
                    <a:pt x="7250" y="13250"/>
                  </a:cubicBezTo>
                  <a:cubicBezTo>
                    <a:pt x="7466" y="12998"/>
                    <a:pt x="7575" y="12637"/>
                    <a:pt x="7611" y="12204"/>
                  </a:cubicBezTo>
                  <a:cubicBezTo>
                    <a:pt x="7647" y="11988"/>
                    <a:pt x="7755" y="11591"/>
                    <a:pt x="7899" y="11158"/>
                  </a:cubicBezTo>
                  <a:cubicBezTo>
                    <a:pt x="8152" y="10509"/>
                    <a:pt x="8548" y="9680"/>
                    <a:pt x="8837" y="8922"/>
                  </a:cubicBezTo>
                  <a:cubicBezTo>
                    <a:pt x="9162" y="8129"/>
                    <a:pt x="9414" y="7371"/>
                    <a:pt x="9414" y="6722"/>
                  </a:cubicBezTo>
                  <a:cubicBezTo>
                    <a:pt x="9414" y="6470"/>
                    <a:pt x="9378" y="6253"/>
                    <a:pt x="9234" y="6037"/>
                  </a:cubicBezTo>
                  <a:cubicBezTo>
                    <a:pt x="8873" y="5460"/>
                    <a:pt x="8404" y="4883"/>
                    <a:pt x="7755" y="4414"/>
                  </a:cubicBezTo>
                  <a:cubicBezTo>
                    <a:pt x="7070" y="3945"/>
                    <a:pt x="6240" y="3584"/>
                    <a:pt x="5086" y="3440"/>
                  </a:cubicBezTo>
                  <a:cubicBezTo>
                    <a:pt x="4148" y="3332"/>
                    <a:pt x="2994" y="2502"/>
                    <a:pt x="2092" y="1673"/>
                  </a:cubicBezTo>
                  <a:cubicBezTo>
                    <a:pt x="1660" y="1276"/>
                    <a:pt x="1263" y="879"/>
                    <a:pt x="1010" y="591"/>
                  </a:cubicBezTo>
                  <a:cubicBezTo>
                    <a:pt x="866" y="447"/>
                    <a:pt x="758" y="338"/>
                    <a:pt x="686" y="230"/>
                  </a:cubicBezTo>
                  <a:cubicBezTo>
                    <a:pt x="614" y="158"/>
                    <a:pt x="578" y="122"/>
                    <a:pt x="578" y="122"/>
                  </a:cubicBezTo>
                  <a:cubicBezTo>
                    <a:pt x="523" y="41"/>
                    <a:pt x="449" y="0"/>
                    <a:pt x="354"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43" name="Google Shape;4840;p64">
              <a:extLst>
                <a:ext uri="{FF2B5EF4-FFF2-40B4-BE49-F238E27FC236}">
                  <a16:creationId xmlns:a16="http://schemas.microsoft.com/office/drawing/2014/main" id="{25BC7679-00A0-9365-7FF2-BEC0B4D55793}"/>
                </a:ext>
              </a:extLst>
            </p:cNvPr>
            <p:cNvSpPr/>
            <p:nvPr/>
          </p:nvSpPr>
          <p:spPr>
            <a:xfrm>
              <a:off x="2313200" y="4261075"/>
              <a:ext cx="151500" cy="319325"/>
            </a:xfrm>
            <a:custGeom>
              <a:avLst/>
              <a:gdLst/>
              <a:ahLst/>
              <a:cxnLst/>
              <a:rect l="l" t="t" r="r" b="b"/>
              <a:pathLst>
                <a:path w="6060" h="12773" extrusionOk="0">
                  <a:moveTo>
                    <a:pt x="2142" y="1"/>
                  </a:moveTo>
                  <a:cubicBezTo>
                    <a:pt x="1757" y="1"/>
                    <a:pt x="1370" y="155"/>
                    <a:pt x="1011" y="482"/>
                  </a:cubicBezTo>
                  <a:cubicBezTo>
                    <a:pt x="1" y="1384"/>
                    <a:pt x="614" y="3440"/>
                    <a:pt x="830" y="4522"/>
                  </a:cubicBezTo>
                  <a:cubicBezTo>
                    <a:pt x="1263" y="6470"/>
                    <a:pt x="1552" y="8453"/>
                    <a:pt x="2237" y="10329"/>
                  </a:cubicBezTo>
                  <a:cubicBezTo>
                    <a:pt x="2525" y="11086"/>
                    <a:pt x="2850" y="12529"/>
                    <a:pt x="3788" y="12709"/>
                  </a:cubicBezTo>
                  <a:cubicBezTo>
                    <a:pt x="3980" y="12752"/>
                    <a:pt x="4157" y="12772"/>
                    <a:pt x="4321" y="12772"/>
                  </a:cubicBezTo>
                  <a:cubicBezTo>
                    <a:pt x="5540" y="12772"/>
                    <a:pt x="5992" y="11639"/>
                    <a:pt x="6024" y="10112"/>
                  </a:cubicBezTo>
                  <a:cubicBezTo>
                    <a:pt x="6060" y="7371"/>
                    <a:pt x="4798" y="3296"/>
                    <a:pt x="4509" y="2430"/>
                  </a:cubicBezTo>
                  <a:cubicBezTo>
                    <a:pt x="3999" y="900"/>
                    <a:pt x="3074" y="1"/>
                    <a:pt x="2142" y="1"/>
                  </a:cubicBezTo>
                  <a:close/>
                </a:path>
              </a:pathLst>
            </a:custGeom>
            <a:solidFill>
              <a:srgbClr val="707070"/>
            </a:solidFill>
            <a:ln>
              <a:noFill/>
            </a:ln>
          </p:spPr>
          <p:txBody>
            <a:bodyPr spcFirstLastPara="1" wrap="square" lIns="121900" tIns="121900" rIns="121900" bIns="121900" anchor="ctr" anchorCtr="0">
              <a:noAutofit/>
            </a:bodyPr>
            <a:lstStyle/>
            <a:p>
              <a:endParaRPr sz="2400"/>
            </a:p>
          </p:txBody>
        </p:sp>
        <p:sp>
          <p:nvSpPr>
            <p:cNvPr id="8244" name="Google Shape;4841;p64">
              <a:extLst>
                <a:ext uri="{FF2B5EF4-FFF2-40B4-BE49-F238E27FC236}">
                  <a16:creationId xmlns:a16="http://schemas.microsoft.com/office/drawing/2014/main" id="{1FEB2009-E256-5C6E-38FB-298503896B4D}"/>
                </a:ext>
              </a:extLst>
            </p:cNvPr>
            <p:cNvSpPr/>
            <p:nvPr/>
          </p:nvSpPr>
          <p:spPr>
            <a:xfrm>
              <a:off x="2316800" y="4254175"/>
              <a:ext cx="154225" cy="333650"/>
            </a:xfrm>
            <a:custGeom>
              <a:avLst/>
              <a:gdLst/>
              <a:ahLst/>
              <a:cxnLst/>
              <a:rect l="l" t="t" r="r" b="b"/>
              <a:pathLst>
                <a:path w="6169" h="13346" extrusionOk="0">
                  <a:moveTo>
                    <a:pt x="2021" y="578"/>
                  </a:moveTo>
                  <a:cubicBezTo>
                    <a:pt x="2381" y="578"/>
                    <a:pt x="2778" y="758"/>
                    <a:pt x="3139" y="1119"/>
                  </a:cubicBezTo>
                  <a:cubicBezTo>
                    <a:pt x="3499" y="1516"/>
                    <a:pt x="3824" y="2057"/>
                    <a:pt x="4076" y="2814"/>
                  </a:cubicBezTo>
                  <a:cubicBezTo>
                    <a:pt x="4365" y="3644"/>
                    <a:pt x="5591" y="7539"/>
                    <a:pt x="5555" y="10208"/>
                  </a:cubicBezTo>
                  <a:cubicBezTo>
                    <a:pt x="5555" y="10280"/>
                    <a:pt x="5555" y="10316"/>
                    <a:pt x="5555" y="10388"/>
                  </a:cubicBezTo>
                  <a:cubicBezTo>
                    <a:pt x="5555" y="11146"/>
                    <a:pt x="5447" y="11759"/>
                    <a:pt x="5195" y="12156"/>
                  </a:cubicBezTo>
                  <a:cubicBezTo>
                    <a:pt x="5086" y="12336"/>
                    <a:pt x="4942" y="12516"/>
                    <a:pt x="4798" y="12588"/>
                  </a:cubicBezTo>
                  <a:cubicBezTo>
                    <a:pt x="4617" y="12697"/>
                    <a:pt x="4401" y="12769"/>
                    <a:pt x="4149" y="12769"/>
                  </a:cubicBezTo>
                  <a:cubicBezTo>
                    <a:pt x="4004" y="12769"/>
                    <a:pt x="3860" y="12733"/>
                    <a:pt x="3680" y="12697"/>
                  </a:cubicBezTo>
                  <a:cubicBezTo>
                    <a:pt x="3535" y="12661"/>
                    <a:pt x="3391" y="12588"/>
                    <a:pt x="3247" y="12444"/>
                  </a:cubicBezTo>
                  <a:cubicBezTo>
                    <a:pt x="3031" y="12228"/>
                    <a:pt x="2886" y="11903"/>
                    <a:pt x="2742" y="11542"/>
                  </a:cubicBezTo>
                  <a:cubicBezTo>
                    <a:pt x="2598" y="11182"/>
                    <a:pt x="2490" y="10785"/>
                    <a:pt x="2381" y="10497"/>
                  </a:cubicBezTo>
                  <a:cubicBezTo>
                    <a:pt x="1696" y="8657"/>
                    <a:pt x="1408" y="6709"/>
                    <a:pt x="975" y="4762"/>
                  </a:cubicBezTo>
                  <a:cubicBezTo>
                    <a:pt x="867" y="4113"/>
                    <a:pt x="614" y="3175"/>
                    <a:pt x="614" y="2345"/>
                  </a:cubicBezTo>
                  <a:cubicBezTo>
                    <a:pt x="614" y="1768"/>
                    <a:pt x="722" y="1299"/>
                    <a:pt x="1047" y="1011"/>
                  </a:cubicBezTo>
                  <a:cubicBezTo>
                    <a:pt x="1371" y="722"/>
                    <a:pt x="1696" y="578"/>
                    <a:pt x="2021" y="578"/>
                  </a:cubicBezTo>
                  <a:close/>
                  <a:moveTo>
                    <a:pt x="2021" y="1"/>
                  </a:moveTo>
                  <a:cubicBezTo>
                    <a:pt x="1516" y="1"/>
                    <a:pt x="1047" y="181"/>
                    <a:pt x="650" y="542"/>
                  </a:cubicBezTo>
                  <a:cubicBezTo>
                    <a:pt x="145" y="1011"/>
                    <a:pt x="1" y="1696"/>
                    <a:pt x="1" y="2345"/>
                  </a:cubicBezTo>
                  <a:cubicBezTo>
                    <a:pt x="1" y="3283"/>
                    <a:pt x="289" y="4257"/>
                    <a:pt x="398" y="4870"/>
                  </a:cubicBezTo>
                  <a:cubicBezTo>
                    <a:pt x="830" y="6818"/>
                    <a:pt x="1119" y="8801"/>
                    <a:pt x="1804" y="10713"/>
                  </a:cubicBezTo>
                  <a:cubicBezTo>
                    <a:pt x="1949" y="11074"/>
                    <a:pt x="2093" y="11615"/>
                    <a:pt x="2345" y="12156"/>
                  </a:cubicBezTo>
                  <a:cubicBezTo>
                    <a:pt x="2453" y="12408"/>
                    <a:pt x="2634" y="12661"/>
                    <a:pt x="2814" y="12841"/>
                  </a:cubicBezTo>
                  <a:cubicBezTo>
                    <a:pt x="2994" y="13057"/>
                    <a:pt x="3247" y="13238"/>
                    <a:pt x="3572" y="13274"/>
                  </a:cubicBezTo>
                  <a:cubicBezTo>
                    <a:pt x="3788" y="13346"/>
                    <a:pt x="3968" y="13346"/>
                    <a:pt x="4149" y="13346"/>
                  </a:cubicBezTo>
                  <a:cubicBezTo>
                    <a:pt x="4509" y="13346"/>
                    <a:pt x="4834" y="13274"/>
                    <a:pt x="5086" y="13129"/>
                  </a:cubicBezTo>
                  <a:cubicBezTo>
                    <a:pt x="5483" y="12877"/>
                    <a:pt x="5772" y="12480"/>
                    <a:pt x="5916" y="12011"/>
                  </a:cubicBezTo>
                  <a:cubicBezTo>
                    <a:pt x="6096" y="11542"/>
                    <a:pt x="6168" y="11001"/>
                    <a:pt x="6168" y="10424"/>
                  </a:cubicBezTo>
                  <a:cubicBezTo>
                    <a:pt x="6168" y="10352"/>
                    <a:pt x="6168" y="10280"/>
                    <a:pt x="6168" y="10208"/>
                  </a:cubicBezTo>
                  <a:cubicBezTo>
                    <a:pt x="6168" y="7359"/>
                    <a:pt x="4942" y="3499"/>
                    <a:pt x="4654" y="2634"/>
                  </a:cubicBezTo>
                  <a:cubicBezTo>
                    <a:pt x="4401" y="1804"/>
                    <a:pt x="4004" y="1155"/>
                    <a:pt x="3572" y="722"/>
                  </a:cubicBezTo>
                  <a:cubicBezTo>
                    <a:pt x="3103" y="253"/>
                    <a:pt x="2562" y="1"/>
                    <a:pt x="2021"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45" name="Google Shape;4842;p64">
              <a:extLst>
                <a:ext uri="{FF2B5EF4-FFF2-40B4-BE49-F238E27FC236}">
                  <a16:creationId xmlns:a16="http://schemas.microsoft.com/office/drawing/2014/main" id="{AAA34A99-688E-43DD-5119-5D0DAA10DA11}"/>
                </a:ext>
              </a:extLst>
            </p:cNvPr>
            <p:cNvSpPr/>
            <p:nvPr/>
          </p:nvSpPr>
          <p:spPr>
            <a:xfrm>
              <a:off x="2431325" y="4289025"/>
              <a:ext cx="151500" cy="319325"/>
            </a:xfrm>
            <a:custGeom>
              <a:avLst/>
              <a:gdLst/>
              <a:ahLst/>
              <a:cxnLst/>
              <a:rect l="l" t="t" r="r" b="b"/>
              <a:pathLst>
                <a:path w="6060" h="12773" extrusionOk="0">
                  <a:moveTo>
                    <a:pt x="2113" y="1"/>
                  </a:moveTo>
                  <a:cubicBezTo>
                    <a:pt x="1723" y="1"/>
                    <a:pt x="1333" y="155"/>
                    <a:pt x="974" y="482"/>
                  </a:cubicBezTo>
                  <a:cubicBezTo>
                    <a:pt x="0" y="1384"/>
                    <a:pt x="577" y="3440"/>
                    <a:pt x="830" y="4522"/>
                  </a:cubicBezTo>
                  <a:cubicBezTo>
                    <a:pt x="1227" y="6470"/>
                    <a:pt x="1515" y="8453"/>
                    <a:pt x="2201" y="10329"/>
                  </a:cubicBezTo>
                  <a:cubicBezTo>
                    <a:pt x="2489" y="11086"/>
                    <a:pt x="2814" y="12493"/>
                    <a:pt x="3751" y="12709"/>
                  </a:cubicBezTo>
                  <a:cubicBezTo>
                    <a:pt x="3944" y="12752"/>
                    <a:pt x="4121" y="12772"/>
                    <a:pt x="4285" y="12772"/>
                  </a:cubicBezTo>
                  <a:cubicBezTo>
                    <a:pt x="5503" y="12772"/>
                    <a:pt x="5956" y="11639"/>
                    <a:pt x="5988" y="10112"/>
                  </a:cubicBezTo>
                  <a:cubicBezTo>
                    <a:pt x="6060" y="7335"/>
                    <a:pt x="4761" y="3296"/>
                    <a:pt x="4473" y="2430"/>
                  </a:cubicBezTo>
                  <a:cubicBezTo>
                    <a:pt x="3988" y="900"/>
                    <a:pt x="3053" y="1"/>
                    <a:pt x="2113" y="1"/>
                  </a:cubicBezTo>
                  <a:close/>
                </a:path>
              </a:pathLst>
            </a:custGeom>
            <a:solidFill>
              <a:srgbClr val="707070"/>
            </a:solidFill>
            <a:ln>
              <a:noFill/>
            </a:ln>
          </p:spPr>
          <p:txBody>
            <a:bodyPr spcFirstLastPara="1" wrap="square" lIns="121900" tIns="121900" rIns="121900" bIns="121900" anchor="ctr" anchorCtr="0">
              <a:noAutofit/>
            </a:bodyPr>
            <a:lstStyle/>
            <a:p>
              <a:endParaRPr sz="2400"/>
            </a:p>
          </p:txBody>
        </p:sp>
        <p:sp>
          <p:nvSpPr>
            <p:cNvPr id="8246" name="Google Shape;4843;p64">
              <a:extLst>
                <a:ext uri="{FF2B5EF4-FFF2-40B4-BE49-F238E27FC236}">
                  <a16:creationId xmlns:a16="http://schemas.microsoft.com/office/drawing/2014/main" id="{AE41DFCF-651C-972E-C05C-C2195B7EB764}"/>
                </a:ext>
              </a:extLst>
            </p:cNvPr>
            <p:cNvSpPr/>
            <p:nvPr/>
          </p:nvSpPr>
          <p:spPr>
            <a:xfrm>
              <a:off x="2434025" y="4281225"/>
              <a:ext cx="154225" cy="334550"/>
            </a:xfrm>
            <a:custGeom>
              <a:avLst/>
              <a:gdLst/>
              <a:ahLst/>
              <a:cxnLst/>
              <a:rect l="l" t="t" r="r" b="b"/>
              <a:pathLst>
                <a:path w="6169" h="13382" extrusionOk="0">
                  <a:moveTo>
                    <a:pt x="2020" y="614"/>
                  </a:moveTo>
                  <a:cubicBezTo>
                    <a:pt x="2381" y="614"/>
                    <a:pt x="2778" y="794"/>
                    <a:pt x="3138" y="1155"/>
                  </a:cubicBezTo>
                  <a:cubicBezTo>
                    <a:pt x="3499" y="1516"/>
                    <a:pt x="3860" y="2093"/>
                    <a:pt x="4076" y="2814"/>
                  </a:cubicBezTo>
                  <a:cubicBezTo>
                    <a:pt x="4365" y="3680"/>
                    <a:pt x="5591" y="7539"/>
                    <a:pt x="5591" y="10208"/>
                  </a:cubicBezTo>
                  <a:cubicBezTo>
                    <a:pt x="5591" y="10280"/>
                    <a:pt x="5591" y="10352"/>
                    <a:pt x="5591" y="10424"/>
                  </a:cubicBezTo>
                  <a:cubicBezTo>
                    <a:pt x="5555" y="11146"/>
                    <a:pt x="5447" y="11759"/>
                    <a:pt x="5230" y="12192"/>
                  </a:cubicBezTo>
                  <a:cubicBezTo>
                    <a:pt x="5086" y="12372"/>
                    <a:pt x="4978" y="12516"/>
                    <a:pt x="4798" y="12624"/>
                  </a:cubicBezTo>
                  <a:cubicBezTo>
                    <a:pt x="4617" y="12733"/>
                    <a:pt x="4437" y="12769"/>
                    <a:pt x="4148" y="12769"/>
                  </a:cubicBezTo>
                  <a:cubicBezTo>
                    <a:pt x="4040" y="12769"/>
                    <a:pt x="3860" y="12769"/>
                    <a:pt x="3716" y="12733"/>
                  </a:cubicBezTo>
                  <a:cubicBezTo>
                    <a:pt x="3535" y="12697"/>
                    <a:pt x="3391" y="12588"/>
                    <a:pt x="3247" y="12444"/>
                  </a:cubicBezTo>
                  <a:cubicBezTo>
                    <a:pt x="3066" y="12264"/>
                    <a:pt x="2886" y="11903"/>
                    <a:pt x="2742" y="11542"/>
                  </a:cubicBezTo>
                  <a:cubicBezTo>
                    <a:pt x="2597" y="11182"/>
                    <a:pt x="2489" y="10821"/>
                    <a:pt x="2381" y="10533"/>
                  </a:cubicBezTo>
                  <a:cubicBezTo>
                    <a:pt x="1732" y="8693"/>
                    <a:pt x="1407" y="6746"/>
                    <a:pt x="1010" y="4762"/>
                  </a:cubicBezTo>
                  <a:cubicBezTo>
                    <a:pt x="866" y="4113"/>
                    <a:pt x="614" y="3175"/>
                    <a:pt x="614" y="2381"/>
                  </a:cubicBezTo>
                  <a:cubicBezTo>
                    <a:pt x="614" y="1804"/>
                    <a:pt x="758" y="1299"/>
                    <a:pt x="1083" y="1011"/>
                  </a:cubicBezTo>
                  <a:cubicBezTo>
                    <a:pt x="1407" y="722"/>
                    <a:pt x="1696" y="614"/>
                    <a:pt x="2020" y="614"/>
                  </a:cubicBezTo>
                  <a:close/>
                  <a:moveTo>
                    <a:pt x="2020" y="1"/>
                  </a:moveTo>
                  <a:cubicBezTo>
                    <a:pt x="1551" y="1"/>
                    <a:pt x="1083" y="217"/>
                    <a:pt x="650" y="578"/>
                  </a:cubicBezTo>
                  <a:cubicBezTo>
                    <a:pt x="145" y="1047"/>
                    <a:pt x="1" y="1732"/>
                    <a:pt x="1" y="2381"/>
                  </a:cubicBezTo>
                  <a:cubicBezTo>
                    <a:pt x="37" y="3319"/>
                    <a:pt x="289" y="4257"/>
                    <a:pt x="397" y="4906"/>
                  </a:cubicBezTo>
                  <a:cubicBezTo>
                    <a:pt x="830" y="6818"/>
                    <a:pt x="1119" y="8801"/>
                    <a:pt x="1840" y="10749"/>
                  </a:cubicBezTo>
                  <a:cubicBezTo>
                    <a:pt x="1948" y="11074"/>
                    <a:pt x="2093" y="11651"/>
                    <a:pt x="2345" y="12156"/>
                  </a:cubicBezTo>
                  <a:cubicBezTo>
                    <a:pt x="2489" y="12408"/>
                    <a:pt x="2634" y="12661"/>
                    <a:pt x="2814" y="12877"/>
                  </a:cubicBezTo>
                  <a:cubicBezTo>
                    <a:pt x="3030" y="13093"/>
                    <a:pt x="3283" y="13238"/>
                    <a:pt x="3571" y="13310"/>
                  </a:cubicBezTo>
                  <a:cubicBezTo>
                    <a:pt x="3788" y="13346"/>
                    <a:pt x="3968" y="13382"/>
                    <a:pt x="4148" y="13382"/>
                  </a:cubicBezTo>
                  <a:cubicBezTo>
                    <a:pt x="4509" y="13382"/>
                    <a:pt x="4834" y="13310"/>
                    <a:pt x="5122" y="13129"/>
                  </a:cubicBezTo>
                  <a:cubicBezTo>
                    <a:pt x="5519" y="12877"/>
                    <a:pt x="5771" y="12480"/>
                    <a:pt x="5916" y="12047"/>
                  </a:cubicBezTo>
                  <a:cubicBezTo>
                    <a:pt x="6096" y="11579"/>
                    <a:pt x="6168" y="11038"/>
                    <a:pt x="6168" y="10424"/>
                  </a:cubicBezTo>
                  <a:cubicBezTo>
                    <a:pt x="6168" y="10352"/>
                    <a:pt x="6168" y="10280"/>
                    <a:pt x="6168" y="10208"/>
                  </a:cubicBezTo>
                  <a:cubicBezTo>
                    <a:pt x="6168" y="7395"/>
                    <a:pt x="4942" y="3500"/>
                    <a:pt x="4653" y="2634"/>
                  </a:cubicBezTo>
                  <a:cubicBezTo>
                    <a:pt x="4401" y="1840"/>
                    <a:pt x="4040" y="1191"/>
                    <a:pt x="3571" y="722"/>
                  </a:cubicBezTo>
                  <a:cubicBezTo>
                    <a:pt x="3138" y="290"/>
                    <a:pt x="2597" y="1"/>
                    <a:pt x="2020"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47" name="Google Shape;4844;p64">
              <a:extLst>
                <a:ext uri="{FF2B5EF4-FFF2-40B4-BE49-F238E27FC236}">
                  <a16:creationId xmlns:a16="http://schemas.microsoft.com/office/drawing/2014/main" id="{20C25066-80F8-0C11-8F5F-296AFA4B4BF9}"/>
                </a:ext>
              </a:extLst>
            </p:cNvPr>
            <p:cNvSpPr/>
            <p:nvPr/>
          </p:nvSpPr>
          <p:spPr>
            <a:xfrm>
              <a:off x="3493500" y="4624625"/>
              <a:ext cx="241675" cy="332750"/>
            </a:xfrm>
            <a:custGeom>
              <a:avLst/>
              <a:gdLst/>
              <a:ahLst/>
              <a:cxnLst/>
              <a:rect l="l" t="t" r="r" b="b"/>
              <a:pathLst>
                <a:path w="9667" h="13310" extrusionOk="0">
                  <a:moveTo>
                    <a:pt x="7152" y="0"/>
                  </a:moveTo>
                  <a:cubicBezTo>
                    <a:pt x="6332" y="0"/>
                    <a:pt x="5421" y="554"/>
                    <a:pt x="4653" y="1630"/>
                  </a:cubicBezTo>
                  <a:cubicBezTo>
                    <a:pt x="4076" y="2459"/>
                    <a:pt x="1371" y="6246"/>
                    <a:pt x="541" y="9312"/>
                  </a:cubicBezTo>
                  <a:cubicBezTo>
                    <a:pt x="0" y="11223"/>
                    <a:pt x="181" y="12846"/>
                    <a:pt x="2020" y="13279"/>
                  </a:cubicBezTo>
                  <a:cubicBezTo>
                    <a:pt x="2105" y="13300"/>
                    <a:pt x="2188" y="13309"/>
                    <a:pt x="2269" y="13309"/>
                  </a:cubicBezTo>
                  <a:cubicBezTo>
                    <a:pt x="3193" y="13309"/>
                    <a:pt x="3903" y="12070"/>
                    <a:pt x="4401" y="11440"/>
                  </a:cubicBezTo>
                  <a:cubicBezTo>
                    <a:pt x="5735" y="9709"/>
                    <a:pt x="6709" y="7725"/>
                    <a:pt x="7791" y="5777"/>
                  </a:cubicBezTo>
                  <a:cubicBezTo>
                    <a:pt x="8368" y="4695"/>
                    <a:pt x="9666" y="2784"/>
                    <a:pt x="8945" y="1305"/>
                  </a:cubicBezTo>
                  <a:cubicBezTo>
                    <a:pt x="8523" y="428"/>
                    <a:pt x="7873" y="0"/>
                    <a:pt x="7152" y="0"/>
                  </a:cubicBezTo>
                  <a:close/>
                </a:path>
              </a:pathLst>
            </a:custGeom>
            <a:solidFill>
              <a:srgbClr val="707070"/>
            </a:solidFill>
            <a:ln>
              <a:noFill/>
            </a:ln>
          </p:spPr>
          <p:txBody>
            <a:bodyPr spcFirstLastPara="1" wrap="square" lIns="121900" tIns="121900" rIns="121900" bIns="121900" anchor="ctr" anchorCtr="0">
              <a:noAutofit/>
            </a:bodyPr>
            <a:lstStyle/>
            <a:p>
              <a:endParaRPr sz="2400"/>
            </a:p>
          </p:txBody>
        </p:sp>
        <p:sp>
          <p:nvSpPr>
            <p:cNvPr id="8248" name="Google Shape;4845;p64">
              <a:extLst>
                <a:ext uri="{FF2B5EF4-FFF2-40B4-BE49-F238E27FC236}">
                  <a16:creationId xmlns:a16="http://schemas.microsoft.com/office/drawing/2014/main" id="{4D89F37B-79AF-E6FE-9829-B85B746BCBBF}"/>
                </a:ext>
              </a:extLst>
            </p:cNvPr>
            <p:cNvSpPr/>
            <p:nvPr/>
          </p:nvSpPr>
          <p:spPr>
            <a:xfrm>
              <a:off x="3492600" y="4617575"/>
              <a:ext cx="237175" cy="347150"/>
            </a:xfrm>
            <a:custGeom>
              <a:avLst/>
              <a:gdLst/>
              <a:ahLst/>
              <a:cxnLst/>
              <a:rect l="l" t="t" r="r" b="b"/>
              <a:pathLst>
                <a:path w="9487" h="13886" extrusionOk="0">
                  <a:moveTo>
                    <a:pt x="7178" y="577"/>
                  </a:moveTo>
                  <a:cubicBezTo>
                    <a:pt x="7502" y="577"/>
                    <a:pt x="7755" y="685"/>
                    <a:pt x="8007" y="866"/>
                  </a:cubicBezTo>
                  <a:cubicBezTo>
                    <a:pt x="8260" y="1046"/>
                    <a:pt x="8512" y="1298"/>
                    <a:pt x="8693" y="1695"/>
                  </a:cubicBezTo>
                  <a:cubicBezTo>
                    <a:pt x="8837" y="1984"/>
                    <a:pt x="8909" y="2236"/>
                    <a:pt x="8909" y="2561"/>
                  </a:cubicBezTo>
                  <a:cubicBezTo>
                    <a:pt x="8909" y="3138"/>
                    <a:pt x="8693" y="3751"/>
                    <a:pt x="8404" y="4364"/>
                  </a:cubicBezTo>
                  <a:cubicBezTo>
                    <a:pt x="8115" y="4941"/>
                    <a:pt x="7791" y="5482"/>
                    <a:pt x="7538" y="5915"/>
                  </a:cubicBezTo>
                  <a:cubicBezTo>
                    <a:pt x="6456" y="7863"/>
                    <a:pt x="5519" y="9846"/>
                    <a:pt x="4220" y="11542"/>
                  </a:cubicBezTo>
                  <a:cubicBezTo>
                    <a:pt x="3932" y="11866"/>
                    <a:pt x="3643" y="12335"/>
                    <a:pt x="3319" y="12696"/>
                  </a:cubicBezTo>
                  <a:cubicBezTo>
                    <a:pt x="3138" y="12876"/>
                    <a:pt x="2958" y="13020"/>
                    <a:pt x="2814" y="13128"/>
                  </a:cubicBezTo>
                  <a:cubicBezTo>
                    <a:pt x="2633" y="13237"/>
                    <a:pt x="2453" y="13309"/>
                    <a:pt x="2309" y="13309"/>
                  </a:cubicBezTo>
                  <a:cubicBezTo>
                    <a:pt x="2237" y="13309"/>
                    <a:pt x="2200" y="13273"/>
                    <a:pt x="2128" y="13273"/>
                  </a:cubicBezTo>
                  <a:cubicBezTo>
                    <a:pt x="1551" y="13128"/>
                    <a:pt x="1191" y="12876"/>
                    <a:pt x="974" y="12551"/>
                  </a:cubicBezTo>
                  <a:cubicBezTo>
                    <a:pt x="722" y="12227"/>
                    <a:pt x="614" y="11758"/>
                    <a:pt x="614" y="11253"/>
                  </a:cubicBezTo>
                  <a:cubicBezTo>
                    <a:pt x="614" y="10784"/>
                    <a:pt x="722" y="10243"/>
                    <a:pt x="866" y="9666"/>
                  </a:cubicBezTo>
                  <a:cubicBezTo>
                    <a:pt x="1696" y="6709"/>
                    <a:pt x="4328" y="2885"/>
                    <a:pt x="4942" y="2092"/>
                  </a:cubicBezTo>
                  <a:cubicBezTo>
                    <a:pt x="5663" y="1082"/>
                    <a:pt x="6529" y="577"/>
                    <a:pt x="7178" y="577"/>
                  </a:cubicBezTo>
                  <a:close/>
                  <a:moveTo>
                    <a:pt x="7178" y="0"/>
                  </a:moveTo>
                  <a:cubicBezTo>
                    <a:pt x="6240" y="0"/>
                    <a:pt x="5266" y="613"/>
                    <a:pt x="4437" y="1731"/>
                  </a:cubicBezTo>
                  <a:cubicBezTo>
                    <a:pt x="3860" y="2597"/>
                    <a:pt x="1155" y="6348"/>
                    <a:pt x="289" y="9522"/>
                  </a:cubicBezTo>
                  <a:cubicBezTo>
                    <a:pt x="109" y="10099"/>
                    <a:pt x="0" y="10712"/>
                    <a:pt x="0" y="11253"/>
                  </a:cubicBezTo>
                  <a:cubicBezTo>
                    <a:pt x="0" y="11866"/>
                    <a:pt x="145" y="12407"/>
                    <a:pt x="469" y="12876"/>
                  </a:cubicBezTo>
                  <a:cubicBezTo>
                    <a:pt x="794" y="13345"/>
                    <a:pt x="1299" y="13669"/>
                    <a:pt x="1984" y="13850"/>
                  </a:cubicBezTo>
                  <a:cubicBezTo>
                    <a:pt x="2092" y="13886"/>
                    <a:pt x="2200" y="13886"/>
                    <a:pt x="2309" y="13886"/>
                  </a:cubicBezTo>
                  <a:cubicBezTo>
                    <a:pt x="2597" y="13886"/>
                    <a:pt x="2886" y="13778"/>
                    <a:pt x="3102" y="13633"/>
                  </a:cubicBezTo>
                  <a:cubicBezTo>
                    <a:pt x="3463" y="13417"/>
                    <a:pt x="3787" y="13092"/>
                    <a:pt x="4040" y="12768"/>
                  </a:cubicBezTo>
                  <a:cubicBezTo>
                    <a:pt x="4292" y="12443"/>
                    <a:pt x="4509" y="12119"/>
                    <a:pt x="4689" y="11902"/>
                  </a:cubicBezTo>
                  <a:cubicBezTo>
                    <a:pt x="6024" y="10135"/>
                    <a:pt x="6997" y="8151"/>
                    <a:pt x="8079" y="6204"/>
                  </a:cubicBezTo>
                  <a:cubicBezTo>
                    <a:pt x="8296" y="5807"/>
                    <a:pt x="8656" y="5230"/>
                    <a:pt x="8945" y="4617"/>
                  </a:cubicBezTo>
                  <a:cubicBezTo>
                    <a:pt x="9234" y="3967"/>
                    <a:pt x="9486" y="3282"/>
                    <a:pt x="9486" y="2561"/>
                  </a:cubicBezTo>
                  <a:cubicBezTo>
                    <a:pt x="9486" y="2164"/>
                    <a:pt x="9414" y="1803"/>
                    <a:pt x="9234" y="1443"/>
                  </a:cubicBezTo>
                  <a:cubicBezTo>
                    <a:pt x="9017" y="974"/>
                    <a:pt x="8729" y="613"/>
                    <a:pt x="8368" y="361"/>
                  </a:cubicBezTo>
                  <a:cubicBezTo>
                    <a:pt x="8007" y="108"/>
                    <a:pt x="7611" y="0"/>
                    <a:pt x="7178"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49" name="Google Shape;4846;p64">
              <a:extLst>
                <a:ext uri="{FF2B5EF4-FFF2-40B4-BE49-F238E27FC236}">
                  <a16:creationId xmlns:a16="http://schemas.microsoft.com/office/drawing/2014/main" id="{B6F01A37-3A43-DA86-6DB6-41D393597793}"/>
                </a:ext>
              </a:extLst>
            </p:cNvPr>
            <p:cNvSpPr/>
            <p:nvPr/>
          </p:nvSpPr>
          <p:spPr>
            <a:xfrm>
              <a:off x="3610725" y="4730250"/>
              <a:ext cx="182150" cy="250325"/>
            </a:xfrm>
            <a:custGeom>
              <a:avLst/>
              <a:gdLst/>
              <a:ahLst/>
              <a:cxnLst/>
              <a:rect l="l" t="t" r="r" b="b"/>
              <a:pathLst>
                <a:path w="7286" h="10013" extrusionOk="0">
                  <a:moveTo>
                    <a:pt x="5370" y="1"/>
                  </a:moveTo>
                  <a:cubicBezTo>
                    <a:pt x="4757" y="1"/>
                    <a:pt x="4076" y="419"/>
                    <a:pt x="3499" y="1228"/>
                  </a:cubicBezTo>
                  <a:cubicBezTo>
                    <a:pt x="3066" y="1841"/>
                    <a:pt x="1046" y="4690"/>
                    <a:pt x="397" y="6998"/>
                  </a:cubicBezTo>
                  <a:cubicBezTo>
                    <a:pt x="0" y="8441"/>
                    <a:pt x="144" y="9631"/>
                    <a:pt x="1515" y="9992"/>
                  </a:cubicBezTo>
                  <a:cubicBezTo>
                    <a:pt x="1577" y="10006"/>
                    <a:pt x="1637" y="10013"/>
                    <a:pt x="1697" y="10013"/>
                  </a:cubicBezTo>
                  <a:cubicBezTo>
                    <a:pt x="2403" y="10013"/>
                    <a:pt x="2952" y="9084"/>
                    <a:pt x="3318" y="8585"/>
                  </a:cubicBezTo>
                  <a:cubicBezTo>
                    <a:pt x="4328" y="7323"/>
                    <a:pt x="5050" y="5808"/>
                    <a:pt x="5843" y="4366"/>
                  </a:cubicBezTo>
                  <a:cubicBezTo>
                    <a:pt x="6312" y="3536"/>
                    <a:pt x="7286" y="2093"/>
                    <a:pt x="6709" y="975"/>
                  </a:cubicBezTo>
                  <a:cubicBezTo>
                    <a:pt x="6389" y="320"/>
                    <a:pt x="5905" y="1"/>
                    <a:pt x="5370" y="1"/>
                  </a:cubicBezTo>
                  <a:close/>
                </a:path>
              </a:pathLst>
            </a:custGeom>
            <a:solidFill>
              <a:srgbClr val="707070"/>
            </a:solidFill>
            <a:ln>
              <a:noFill/>
            </a:ln>
          </p:spPr>
          <p:txBody>
            <a:bodyPr spcFirstLastPara="1" wrap="square" lIns="121900" tIns="121900" rIns="121900" bIns="121900" anchor="ctr" anchorCtr="0">
              <a:noAutofit/>
            </a:bodyPr>
            <a:lstStyle/>
            <a:p>
              <a:endParaRPr sz="2400"/>
            </a:p>
          </p:txBody>
        </p:sp>
        <p:sp>
          <p:nvSpPr>
            <p:cNvPr id="8250" name="Google Shape;4847;p64">
              <a:extLst>
                <a:ext uri="{FF2B5EF4-FFF2-40B4-BE49-F238E27FC236}">
                  <a16:creationId xmlns:a16="http://schemas.microsoft.com/office/drawing/2014/main" id="{129A2E14-9C87-AA97-2445-18C94117FB64}"/>
                </a:ext>
              </a:extLst>
            </p:cNvPr>
            <p:cNvSpPr/>
            <p:nvPr/>
          </p:nvSpPr>
          <p:spPr>
            <a:xfrm>
              <a:off x="3608925" y="4723050"/>
              <a:ext cx="181250" cy="265125"/>
            </a:xfrm>
            <a:custGeom>
              <a:avLst/>
              <a:gdLst/>
              <a:ahLst/>
              <a:cxnLst/>
              <a:rect l="l" t="t" r="r" b="b"/>
              <a:pathLst>
                <a:path w="7250" h="10605" extrusionOk="0">
                  <a:moveTo>
                    <a:pt x="5446" y="614"/>
                  </a:moveTo>
                  <a:cubicBezTo>
                    <a:pt x="5663" y="614"/>
                    <a:pt x="5843" y="650"/>
                    <a:pt x="6023" y="794"/>
                  </a:cubicBezTo>
                  <a:cubicBezTo>
                    <a:pt x="6204" y="903"/>
                    <a:pt x="6384" y="1119"/>
                    <a:pt x="6528" y="1408"/>
                  </a:cubicBezTo>
                  <a:cubicBezTo>
                    <a:pt x="6600" y="1588"/>
                    <a:pt x="6672" y="1804"/>
                    <a:pt x="6672" y="2021"/>
                  </a:cubicBezTo>
                  <a:cubicBezTo>
                    <a:pt x="6672" y="2417"/>
                    <a:pt x="6492" y="2886"/>
                    <a:pt x="6312" y="3319"/>
                  </a:cubicBezTo>
                  <a:cubicBezTo>
                    <a:pt x="6095" y="3752"/>
                    <a:pt x="5843" y="4185"/>
                    <a:pt x="5663" y="4509"/>
                  </a:cubicBezTo>
                  <a:cubicBezTo>
                    <a:pt x="4833" y="5952"/>
                    <a:pt x="4112" y="7467"/>
                    <a:pt x="3138" y="8693"/>
                  </a:cubicBezTo>
                  <a:cubicBezTo>
                    <a:pt x="2958" y="8946"/>
                    <a:pt x="2741" y="9306"/>
                    <a:pt x="2489" y="9559"/>
                  </a:cubicBezTo>
                  <a:cubicBezTo>
                    <a:pt x="2344" y="9703"/>
                    <a:pt x="2236" y="9811"/>
                    <a:pt x="2128" y="9883"/>
                  </a:cubicBezTo>
                  <a:cubicBezTo>
                    <a:pt x="1984" y="9955"/>
                    <a:pt x="1876" y="9991"/>
                    <a:pt x="1767" y="9991"/>
                  </a:cubicBezTo>
                  <a:lnTo>
                    <a:pt x="1659" y="9991"/>
                  </a:lnTo>
                  <a:cubicBezTo>
                    <a:pt x="1226" y="9883"/>
                    <a:pt x="1010" y="9703"/>
                    <a:pt x="830" y="9450"/>
                  </a:cubicBezTo>
                  <a:cubicBezTo>
                    <a:pt x="685" y="9234"/>
                    <a:pt x="577" y="8909"/>
                    <a:pt x="577" y="8549"/>
                  </a:cubicBezTo>
                  <a:cubicBezTo>
                    <a:pt x="577" y="8188"/>
                    <a:pt x="649" y="7791"/>
                    <a:pt x="757" y="7359"/>
                  </a:cubicBezTo>
                  <a:cubicBezTo>
                    <a:pt x="1371" y="5158"/>
                    <a:pt x="3390" y="2309"/>
                    <a:pt x="3823" y="1696"/>
                  </a:cubicBezTo>
                  <a:cubicBezTo>
                    <a:pt x="4364" y="939"/>
                    <a:pt x="4977" y="614"/>
                    <a:pt x="5446" y="614"/>
                  </a:cubicBezTo>
                  <a:close/>
                  <a:moveTo>
                    <a:pt x="5446" y="1"/>
                  </a:moveTo>
                  <a:cubicBezTo>
                    <a:pt x="4689" y="1"/>
                    <a:pt x="3931" y="506"/>
                    <a:pt x="3318" y="1371"/>
                  </a:cubicBezTo>
                  <a:cubicBezTo>
                    <a:pt x="2885" y="1985"/>
                    <a:pt x="866" y="4834"/>
                    <a:pt x="180" y="7214"/>
                  </a:cubicBezTo>
                  <a:cubicBezTo>
                    <a:pt x="72" y="7683"/>
                    <a:pt x="0" y="8116"/>
                    <a:pt x="0" y="8549"/>
                  </a:cubicBezTo>
                  <a:cubicBezTo>
                    <a:pt x="0" y="8982"/>
                    <a:pt x="72" y="9450"/>
                    <a:pt x="325" y="9811"/>
                  </a:cubicBezTo>
                  <a:cubicBezTo>
                    <a:pt x="577" y="10172"/>
                    <a:pt x="1010" y="10424"/>
                    <a:pt x="1515" y="10569"/>
                  </a:cubicBezTo>
                  <a:cubicBezTo>
                    <a:pt x="1623" y="10569"/>
                    <a:pt x="1695" y="10605"/>
                    <a:pt x="1767" y="10605"/>
                  </a:cubicBezTo>
                  <a:cubicBezTo>
                    <a:pt x="2020" y="10605"/>
                    <a:pt x="2236" y="10496"/>
                    <a:pt x="2417" y="10388"/>
                  </a:cubicBezTo>
                  <a:cubicBezTo>
                    <a:pt x="2705" y="10208"/>
                    <a:pt x="2921" y="9955"/>
                    <a:pt x="3138" y="9739"/>
                  </a:cubicBezTo>
                  <a:cubicBezTo>
                    <a:pt x="3318" y="9487"/>
                    <a:pt x="3499" y="9234"/>
                    <a:pt x="3607" y="9054"/>
                  </a:cubicBezTo>
                  <a:cubicBezTo>
                    <a:pt x="4653" y="7755"/>
                    <a:pt x="5374" y="6241"/>
                    <a:pt x="6168" y="4798"/>
                  </a:cubicBezTo>
                  <a:cubicBezTo>
                    <a:pt x="6348" y="4473"/>
                    <a:pt x="6600" y="4040"/>
                    <a:pt x="6853" y="3572"/>
                  </a:cubicBezTo>
                  <a:cubicBezTo>
                    <a:pt x="7069" y="3103"/>
                    <a:pt x="7250" y="2562"/>
                    <a:pt x="7250" y="2021"/>
                  </a:cubicBezTo>
                  <a:cubicBezTo>
                    <a:pt x="7250" y="1732"/>
                    <a:pt x="7213" y="1408"/>
                    <a:pt x="7069" y="1119"/>
                  </a:cubicBezTo>
                  <a:cubicBezTo>
                    <a:pt x="6889" y="758"/>
                    <a:pt x="6636" y="506"/>
                    <a:pt x="6384" y="289"/>
                  </a:cubicBezTo>
                  <a:cubicBezTo>
                    <a:pt x="6095" y="109"/>
                    <a:pt x="5771" y="1"/>
                    <a:pt x="5446"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51" name="Google Shape;4848;p64">
              <a:extLst>
                <a:ext uri="{FF2B5EF4-FFF2-40B4-BE49-F238E27FC236}">
                  <a16:creationId xmlns:a16="http://schemas.microsoft.com/office/drawing/2014/main" id="{9FE0FACF-A8D5-BD57-1482-D2CFEBD2CEE3}"/>
                </a:ext>
              </a:extLst>
            </p:cNvPr>
            <p:cNvSpPr/>
            <p:nvPr/>
          </p:nvSpPr>
          <p:spPr>
            <a:xfrm>
              <a:off x="3129225" y="4525600"/>
              <a:ext cx="300275" cy="286350"/>
            </a:xfrm>
            <a:custGeom>
              <a:avLst/>
              <a:gdLst/>
              <a:ahLst/>
              <a:cxnLst/>
              <a:rect l="l" t="t" r="r" b="b"/>
              <a:pathLst>
                <a:path w="12011" h="11454" extrusionOk="0">
                  <a:moveTo>
                    <a:pt x="12011" y="0"/>
                  </a:moveTo>
                  <a:cubicBezTo>
                    <a:pt x="12010" y="0"/>
                    <a:pt x="9320" y="1568"/>
                    <a:pt x="7073" y="1568"/>
                  </a:cubicBezTo>
                  <a:cubicBezTo>
                    <a:pt x="6680" y="1568"/>
                    <a:pt x="6301" y="1520"/>
                    <a:pt x="5951" y="1407"/>
                  </a:cubicBezTo>
                  <a:cubicBezTo>
                    <a:pt x="5202" y="1153"/>
                    <a:pt x="4541" y="1047"/>
                    <a:pt x="3953" y="1047"/>
                  </a:cubicBezTo>
                  <a:cubicBezTo>
                    <a:pt x="2702" y="1047"/>
                    <a:pt x="1782" y="1528"/>
                    <a:pt x="1046" y="2092"/>
                  </a:cubicBezTo>
                  <a:cubicBezTo>
                    <a:pt x="0" y="2922"/>
                    <a:pt x="1154" y="8043"/>
                    <a:pt x="830" y="9486"/>
                  </a:cubicBezTo>
                  <a:cubicBezTo>
                    <a:pt x="535" y="10797"/>
                    <a:pt x="1223" y="11453"/>
                    <a:pt x="2435" y="11453"/>
                  </a:cubicBezTo>
                  <a:cubicBezTo>
                    <a:pt x="2556" y="11453"/>
                    <a:pt x="2682" y="11447"/>
                    <a:pt x="2814" y="11433"/>
                  </a:cubicBezTo>
                  <a:cubicBezTo>
                    <a:pt x="4256" y="11289"/>
                    <a:pt x="5302" y="9450"/>
                    <a:pt x="5338" y="7719"/>
                  </a:cubicBezTo>
                  <a:cubicBezTo>
                    <a:pt x="5373" y="6079"/>
                    <a:pt x="5307" y="5553"/>
                    <a:pt x="5596" y="5553"/>
                  </a:cubicBezTo>
                  <a:cubicBezTo>
                    <a:pt x="5606" y="5553"/>
                    <a:pt x="5616" y="5553"/>
                    <a:pt x="5627" y="5555"/>
                  </a:cubicBezTo>
                  <a:cubicBezTo>
                    <a:pt x="5955" y="5587"/>
                    <a:pt x="8371" y="6038"/>
                    <a:pt x="9430" y="6038"/>
                  </a:cubicBezTo>
                  <a:cubicBezTo>
                    <a:pt x="9535" y="6038"/>
                    <a:pt x="9627" y="6033"/>
                    <a:pt x="9702" y="6023"/>
                  </a:cubicBezTo>
                  <a:cubicBezTo>
                    <a:pt x="10568" y="5951"/>
                    <a:pt x="12011" y="0"/>
                    <a:pt x="12011" y="0"/>
                  </a:cubicBezTo>
                  <a:close/>
                </a:path>
              </a:pathLst>
            </a:custGeom>
            <a:solidFill>
              <a:srgbClr val="707070"/>
            </a:solidFill>
            <a:ln>
              <a:noFill/>
            </a:ln>
          </p:spPr>
          <p:txBody>
            <a:bodyPr spcFirstLastPara="1" wrap="square" lIns="121900" tIns="121900" rIns="121900" bIns="121900" anchor="ctr" anchorCtr="0">
              <a:noAutofit/>
            </a:bodyPr>
            <a:lstStyle/>
            <a:p>
              <a:endParaRPr sz="2400"/>
            </a:p>
          </p:txBody>
        </p:sp>
        <p:sp>
          <p:nvSpPr>
            <p:cNvPr id="8252" name="Google Shape;4849;p64">
              <a:extLst>
                <a:ext uri="{FF2B5EF4-FFF2-40B4-BE49-F238E27FC236}">
                  <a16:creationId xmlns:a16="http://schemas.microsoft.com/office/drawing/2014/main" id="{D811101D-2AC7-AC4A-BF84-C49ACF53C81B}"/>
                </a:ext>
              </a:extLst>
            </p:cNvPr>
            <p:cNvSpPr/>
            <p:nvPr/>
          </p:nvSpPr>
          <p:spPr>
            <a:xfrm>
              <a:off x="3136425" y="4518300"/>
              <a:ext cx="300300" cy="301275"/>
            </a:xfrm>
            <a:custGeom>
              <a:avLst/>
              <a:gdLst/>
              <a:ahLst/>
              <a:cxnLst/>
              <a:rect l="l" t="t" r="r" b="b"/>
              <a:pathLst>
                <a:path w="12012" h="12051" extrusionOk="0">
                  <a:moveTo>
                    <a:pt x="11248" y="899"/>
                  </a:moveTo>
                  <a:cubicBezTo>
                    <a:pt x="11228" y="980"/>
                    <a:pt x="11206" y="1067"/>
                    <a:pt x="11182" y="1158"/>
                  </a:cubicBezTo>
                  <a:cubicBezTo>
                    <a:pt x="10965" y="1987"/>
                    <a:pt x="10605" y="3250"/>
                    <a:pt x="10244" y="4296"/>
                  </a:cubicBezTo>
                  <a:cubicBezTo>
                    <a:pt x="10064" y="4801"/>
                    <a:pt x="9847" y="5269"/>
                    <a:pt x="9667" y="5594"/>
                  </a:cubicBezTo>
                  <a:cubicBezTo>
                    <a:pt x="9595" y="5774"/>
                    <a:pt x="9523" y="5883"/>
                    <a:pt x="9450" y="5955"/>
                  </a:cubicBezTo>
                  <a:lnTo>
                    <a:pt x="9378" y="6027"/>
                  </a:lnTo>
                  <a:lnTo>
                    <a:pt x="9198" y="6027"/>
                  </a:lnTo>
                  <a:cubicBezTo>
                    <a:pt x="8729" y="6027"/>
                    <a:pt x="7827" y="5919"/>
                    <a:pt x="7070" y="5810"/>
                  </a:cubicBezTo>
                  <a:cubicBezTo>
                    <a:pt x="6673" y="5738"/>
                    <a:pt x="6277" y="5702"/>
                    <a:pt x="5988" y="5630"/>
                  </a:cubicBezTo>
                  <a:cubicBezTo>
                    <a:pt x="5699" y="5594"/>
                    <a:pt x="5483" y="5558"/>
                    <a:pt x="5375" y="5558"/>
                  </a:cubicBezTo>
                  <a:lnTo>
                    <a:pt x="5303" y="5522"/>
                  </a:lnTo>
                  <a:cubicBezTo>
                    <a:pt x="5231" y="5522"/>
                    <a:pt x="5122" y="5558"/>
                    <a:pt x="5050" y="5630"/>
                  </a:cubicBezTo>
                  <a:cubicBezTo>
                    <a:pt x="4906" y="5702"/>
                    <a:pt x="4870" y="5847"/>
                    <a:pt x="4834" y="5991"/>
                  </a:cubicBezTo>
                  <a:cubicBezTo>
                    <a:pt x="4798" y="6171"/>
                    <a:pt x="4762" y="6424"/>
                    <a:pt x="4762" y="6748"/>
                  </a:cubicBezTo>
                  <a:cubicBezTo>
                    <a:pt x="4762" y="7073"/>
                    <a:pt x="4762" y="7470"/>
                    <a:pt x="4762" y="8011"/>
                  </a:cubicBezTo>
                  <a:cubicBezTo>
                    <a:pt x="4726" y="8804"/>
                    <a:pt x="4473" y="9670"/>
                    <a:pt x="4076" y="10283"/>
                  </a:cubicBezTo>
                  <a:cubicBezTo>
                    <a:pt x="3644" y="10932"/>
                    <a:pt x="3103" y="11365"/>
                    <a:pt x="2490" y="11437"/>
                  </a:cubicBezTo>
                  <a:lnTo>
                    <a:pt x="2129" y="11437"/>
                  </a:lnTo>
                  <a:cubicBezTo>
                    <a:pt x="1660" y="11437"/>
                    <a:pt x="1299" y="11329"/>
                    <a:pt x="1119" y="11148"/>
                  </a:cubicBezTo>
                  <a:cubicBezTo>
                    <a:pt x="903" y="11004"/>
                    <a:pt x="758" y="10752"/>
                    <a:pt x="758" y="10355"/>
                  </a:cubicBezTo>
                  <a:cubicBezTo>
                    <a:pt x="758" y="10211"/>
                    <a:pt x="794" y="10030"/>
                    <a:pt x="830" y="9850"/>
                  </a:cubicBezTo>
                  <a:cubicBezTo>
                    <a:pt x="866" y="9634"/>
                    <a:pt x="903" y="9345"/>
                    <a:pt x="903" y="9057"/>
                  </a:cubicBezTo>
                  <a:cubicBezTo>
                    <a:pt x="903" y="7794"/>
                    <a:pt x="614" y="5847"/>
                    <a:pt x="614" y="4368"/>
                  </a:cubicBezTo>
                  <a:cubicBezTo>
                    <a:pt x="614" y="3899"/>
                    <a:pt x="650" y="3502"/>
                    <a:pt x="686" y="3178"/>
                  </a:cubicBezTo>
                  <a:cubicBezTo>
                    <a:pt x="758" y="2889"/>
                    <a:pt x="866" y="2709"/>
                    <a:pt x="975" y="2637"/>
                  </a:cubicBezTo>
                  <a:cubicBezTo>
                    <a:pt x="1660" y="2096"/>
                    <a:pt x="2490" y="1663"/>
                    <a:pt x="3680" y="1627"/>
                  </a:cubicBezTo>
                  <a:cubicBezTo>
                    <a:pt x="4221" y="1627"/>
                    <a:pt x="4870" y="1735"/>
                    <a:pt x="5591" y="1987"/>
                  </a:cubicBezTo>
                  <a:cubicBezTo>
                    <a:pt x="5952" y="2096"/>
                    <a:pt x="6385" y="2168"/>
                    <a:pt x="6818" y="2168"/>
                  </a:cubicBezTo>
                  <a:cubicBezTo>
                    <a:pt x="8008" y="2168"/>
                    <a:pt x="9234" y="1735"/>
                    <a:pt x="10208" y="1338"/>
                  </a:cubicBezTo>
                  <a:cubicBezTo>
                    <a:pt x="10615" y="1187"/>
                    <a:pt x="10971" y="1031"/>
                    <a:pt x="11248" y="899"/>
                  </a:cubicBezTo>
                  <a:close/>
                  <a:moveTo>
                    <a:pt x="11678" y="0"/>
                  </a:moveTo>
                  <a:cubicBezTo>
                    <a:pt x="11630" y="0"/>
                    <a:pt x="11584" y="12"/>
                    <a:pt x="11542" y="40"/>
                  </a:cubicBezTo>
                  <a:cubicBezTo>
                    <a:pt x="11542" y="40"/>
                    <a:pt x="11506" y="76"/>
                    <a:pt x="11434" y="112"/>
                  </a:cubicBezTo>
                  <a:cubicBezTo>
                    <a:pt x="11182" y="256"/>
                    <a:pt x="10496" y="617"/>
                    <a:pt x="9631" y="941"/>
                  </a:cubicBezTo>
                  <a:cubicBezTo>
                    <a:pt x="8765" y="1266"/>
                    <a:pt x="7719" y="1555"/>
                    <a:pt x="6818" y="1555"/>
                  </a:cubicBezTo>
                  <a:cubicBezTo>
                    <a:pt x="6421" y="1555"/>
                    <a:pt x="6096" y="1518"/>
                    <a:pt x="5772" y="1410"/>
                  </a:cubicBezTo>
                  <a:cubicBezTo>
                    <a:pt x="4978" y="1158"/>
                    <a:pt x="4293" y="1050"/>
                    <a:pt x="3680" y="1050"/>
                  </a:cubicBezTo>
                  <a:cubicBezTo>
                    <a:pt x="2345" y="1050"/>
                    <a:pt x="1335" y="1555"/>
                    <a:pt x="578" y="2168"/>
                  </a:cubicBezTo>
                  <a:cubicBezTo>
                    <a:pt x="325" y="2384"/>
                    <a:pt x="181" y="2709"/>
                    <a:pt x="109" y="3069"/>
                  </a:cubicBezTo>
                  <a:cubicBezTo>
                    <a:pt x="37" y="3430"/>
                    <a:pt x="1" y="3863"/>
                    <a:pt x="1" y="4368"/>
                  </a:cubicBezTo>
                  <a:cubicBezTo>
                    <a:pt x="1" y="5883"/>
                    <a:pt x="289" y="7866"/>
                    <a:pt x="289" y="9057"/>
                  </a:cubicBezTo>
                  <a:cubicBezTo>
                    <a:pt x="289" y="9345"/>
                    <a:pt x="289" y="9561"/>
                    <a:pt x="253" y="9706"/>
                  </a:cubicBezTo>
                  <a:cubicBezTo>
                    <a:pt x="181" y="9922"/>
                    <a:pt x="181" y="10139"/>
                    <a:pt x="181" y="10355"/>
                  </a:cubicBezTo>
                  <a:cubicBezTo>
                    <a:pt x="181" y="10860"/>
                    <a:pt x="362" y="11329"/>
                    <a:pt x="722" y="11617"/>
                  </a:cubicBezTo>
                  <a:cubicBezTo>
                    <a:pt x="1083" y="11906"/>
                    <a:pt x="1552" y="12050"/>
                    <a:pt x="2129" y="12050"/>
                  </a:cubicBezTo>
                  <a:cubicBezTo>
                    <a:pt x="2273" y="12050"/>
                    <a:pt x="2417" y="12050"/>
                    <a:pt x="2562" y="12014"/>
                  </a:cubicBezTo>
                  <a:cubicBezTo>
                    <a:pt x="3391" y="11942"/>
                    <a:pt x="4076" y="11365"/>
                    <a:pt x="4581" y="10607"/>
                  </a:cubicBezTo>
                  <a:cubicBezTo>
                    <a:pt x="5050" y="9886"/>
                    <a:pt x="5303" y="8948"/>
                    <a:pt x="5339" y="8047"/>
                  </a:cubicBezTo>
                  <a:cubicBezTo>
                    <a:pt x="5375" y="7217"/>
                    <a:pt x="5375" y="6640"/>
                    <a:pt x="5375" y="6351"/>
                  </a:cubicBezTo>
                  <a:cubicBezTo>
                    <a:pt x="5394" y="6256"/>
                    <a:pt x="5403" y="6191"/>
                    <a:pt x="5407" y="6145"/>
                  </a:cubicBezTo>
                  <a:lnTo>
                    <a:pt x="5407" y="6145"/>
                  </a:lnTo>
                  <a:cubicBezTo>
                    <a:pt x="5514" y="6160"/>
                    <a:pt x="5679" y="6193"/>
                    <a:pt x="5880" y="6243"/>
                  </a:cubicBezTo>
                  <a:cubicBezTo>
                    <a:pt x="6782" y="6388"/>
                    <a:pt x="8368" y="6640"/>
                    <a:pt x="9198" y="6640"/>
                  </a:cubicBezTo>
                  <a:lnTo>
                    <a:pt x="9450" y="6640"/>
                  </a:lnTo>
                  <a:cubicBezTo>
                    <a:pt x="9595" y="6604"/>
                    <a:pt x="9703" y="6568"/>
                    <a:pt x="9775" y="6496"/>
                  </a:cubicBezTo>
                  <a:cubicBezTo>
                    <a:pt x="9955" y="6351"/>
                    <a:pt x="10064" y="6171"/>
                    <a:pt x="10172" y="5919"/>
                  </a:cubicBezTo>
                  <a:cubicBezTo>
                    <a:pt x="10605" y="5125"/>
                    <a:pt x="11073" y="3755"/>
                    <a:pt x="11398" y="2564"/>
                  </a:cubicBezTo>
                  <a:cubicBezTo>
                    <a:pt x="11759" y="1374"/>
                    <a:pt x="12011" y="364"/>
                    <a:pt x="12011" y="364"/>
                  </a:cubicBezTo>
                  <a:cubicBezTo>
                    <a:pt x="12011" y="256"/>
                    <a:pt x="11975" y="148"/>
                    <a:pt x="11903" y="76"/>
                  </a:cubicBezTo>
                  <a:cubicBezTo>
                    <a:pt x="11836" y="31"/>
                    <a:pt x="11756" y="0"/>
                    <a:pt x="11678"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53" name="Google Shape;4850;p64">
              <a:extLst>
                <a:ext uri="{FF2B5EF4-FFF2-40B4-BE49-F238E27FC236}">
                  <a16:creationId xmlns:a16="http://schemas.microsoft.com/office/drawing/2014/main" id="{99C41F8B-98CC-0ABE-AB7A-17A18089AF25}"/>
                </a:ext>
              </a:extLst>
            </p:cNvPr>
            <p:cNvSpPr/>
            <p:nvPr/>
          </p:nvSpPr>
          <p:spPr>
            <a:xfrm>
              <a:off x="3441200" y="4492850"/>
              <a:ext cx="241675" cy="331975"/>
            </a:xfrm>
            <a:custGeom>
              <a:avLst/>
              <a:gdLst/>
              <a:ahLst/>
              <a:cxnLst/>
              <a:rect l="l" t="t" r="r" b="b"/>
              <a:pathLst>
                <a:path w="9667" h="13279" extrusionOk="0">
                  <a:moveTo>
                    <a:pt x="7141" y="0"/>
                  </a:moveTo>
                  <a:cubicBezTo>
                    <a:pt x="6323" y="0"/>
                    <a:pt x="5408" y="554"/>
                    <a:pt x="4617" y="1635"/>
                  </a:cubicBezTo>
                  <a:cubicBezTo>
                    <a:pt x="4040" y="2428"/>
                    <a:pt x="1371" y="6215"/>
                    <a:pt x="542" y="9281"/>
                  </a:cubicBezTo>
                  <a:cubicBezTo>
                    <a:pt x="1" y="11193"/>
                    <a:pt x="181" y="12816"/>
                    <a:pt x="2020" y="13248"/>
                  </a:cubicBezTo>
                  <a:cubicBezTo>
                    <a:pt x="2102" y="13269"/>
                    <a:pt x="2182" y="13278"/>
                    <a:pt x="2261" y="13278"/>
                  </a:cubicBezTo>
                  <a:cubicBezTo>
                    <a:pt x="3162" y="13278"/>
                    <a:pt x="3903" y="12039"/>
                    <a:pt x="4401" y="11409"/>
                  </a:cubicBezTo>
                  <a:cubicBezTo>
                    <a:pt x="5735" y="9714"/>
                    <a:pt x="6673" y="7694"/>
                    <a:pt x="7755" y="5783"/>
                  </a:cubicBezTo>
                  <a:cubicBezTo>
                    <a:pt x="8368" y="4701"/>
                    <a:pt x="9667" y="2753"/>
                    <a:pt x="8909" y="1274"/>
                  </a:cubicBezTo>
                  <a:cubicBezTo>
                    <a:pt x="8490" y="419"/>
                    <a:pt x="7852" y="0"/>
                    <a:pt x="7141" y="0"/>
                  </a:cubicBezTo>
                  <a:close/>
                </a:path>
              </a:pathLst>
            </a:custGeom>
            <a:solidFill>
              <a:srgbClr val="707070"/>
            </a:solidFill>
            <a:ln>
              <a:noFill/>
            </a:ln>
          </p:spPr>
          <p:txBody>
            <a:bodyPr spcFirstLastPara="1" wrap="square" lIns="121900" tIns="121900" rIns="121900" bIns="121900" anchor="ctr" anchorCtr="0">
              <a:noAutofit/>
            </a:bodyPr>
            <a:lstStyle/>
            <a:p>
              <a:endParaRPr sz="2400"/>
            </a:p>
          </p:txBody>
        </p:sp>
        <p:sp>
          <p:nvSpPr>
            <p:cNvPr id="8254" name="Google Shape;4851;p64">
              <a:extLst>
                <a:ext uri="{FF2B5EF4-FFF2-40B4-BE49-F238E27FC236}">
                  <a16:creationId xmlns:a16="http://schemas.microsoft.com/office/drawing/2014/main" id="{F344ECBA-7715-8AFF-A042-F77A473F8613}"/>
                </a:ext>
              </a:extLst>
            </p:cNvPr>
            <p:cNvSpPr/>
            <p:nvPr/>
          </p:nvSpPr>
          <p:spPr>
            <a:xfrm>
              <a:off x="3440300" y="4485025"/>
              <a:ext cx="237175" cy="348075"/>
            </a:xfrm>
            <a:custGeom>
              <a:avLst/>
              <a:gdLst/>
              <a:ahLst/>
              <a:cxnLst/>
              <a:rect l="l" t="t" r="r" b="b"/>
              <a:pathLst>
                <a:path w="9487" h="13923" extrusionOk="0">
                  <a:moveTo>
                    <a:pt x="7178" y="613"/>
                  </a:moveTo>
                  <a:cubicBezTo>
                    <a:pt x="7466" y="613"/>
                    <a:pt x="7755" y="685"/>
                    <a:pt x="8007" y="866"/>
                  </a:cubicBezTo>
                  <a:cubicBezTo>
                    <a:pt x="8260" y="1046"/>
                    <a:pt x="8512" y="1335"/>
                    <a:pt x="8693" y="1731"/>
                  </a:cubicBezTo>
                  <a:cubicBezTo>
                    <a:pt x="8837" y="1984"/>
                    <a:pt x="8873" y="2272"/>
                    <a:pt x="8873" y="2561"/>
                  </a:cubicBezTo>
                  <a:cubicBezTo>
                    <a:pt x="8873" y="3138"/>
                    <a:pt x="8657" y="3751"/>
                    <a:pt x="8404" y="4364"/>
                  </a:cubicBezTo>
                  <a:cubicBezTo>
                    <a:pt x="8116" y="4941"/>
                    <a:pt x="7791" y="5518"/>
                    <a:pt x="7539" y="5951"/>
                  </a:cubicBezTo>
                  <a:cubicBezTo>
                    <a:pt x="6457" y="7863"/>
                    <a:pt x="5483" y="9883"/>
                    <a:pt x="4184" y="11542"/>
                  </a:cubicBezTo>
                  <a:cubicBezTo>
                    <a:pt x="3932" y="11866"/>
                    <a:pt x="3643" y="12335"/>
                    <a:pt x="3283" y="12696"/>
                  </a:cubicBezTo>
                  <a:cubicBezTo>
                    <a:pt x="3138" y="12876"/>
                    <a:pt x="2958" y="13056"/>
                    <a:pt x="2778" y="13129"/>
                  </a:cubicBezTo>
                  <a:cubicBezTo>
                    <a:pt x="2597" y="13237"/>
                    <a:pt x="2453" y="13309"/>
                    <a:pt x="2273" y="13309"/>
                  </a:cubicBezTo>
                  <a:cubicBezTo>
                    <a:pt x="2237" y="13309"/>
                    <a:pt x="2165" y="13309"/>
                    <a:pt x="2128" y="13273"/>
                  </a:cubicBezTo>
                  <a:cubicBezTo>
                    <a:pt x="1551" y="13129"/>
                    <a:pt x="1191" y="12876"/>
                    <a:pt x="938" y="12552"/>
                  </a:cubicBezTo>
                  <a:cubicBezTo>
                    <a:pt x="722" y="12227"/>
                    <a:pt x="614" y="11794"/>
                    <a:pt x="614" y="11253"/>
                  </a:cubicBezTo>
                  <a:cubicBezTo>
                    <a:pt x="614" y="10784"/>
                    <a:pt x="686" y="10243"/>
                    <a:pt x="866" y="9666"/>
                  </a:cubicBezTo>
                  <a:cubicBezTo>
                    <a:pt x="1660" y="6709"/>
                    <a:pt x="4329" y="2922"/>
                    <a:pt x="4906" y="2128"/>
                  </a:cubicBezTo>
                  <a:cubicBezTo>
                    <a:pt x="5663" y="1082"/>
                    <a:pt x="6493" y="613"/>
                    <a:pt x="7178" y="613"/>
                  </a:cubicBezTo>
                  <a:close/>
                  <a:moveTo>
                    <a:pt x="7178" y="0"/>
                  </a:moveTo>
                  <a:cubicBezTo>
                    <a:pt x="6204" y="0"/>
                    <a:pt x="5230" y="649"/>
                    <a:pt x="4437" y="1767"/>
                  </a:cubicBezTo>
                  <a:cubicBezTo>
                    <a:pt x="3824" y="2597"/>
                    <a:pt x="1155" y="6384"/>
                    <a:pt x="253" y="9522"/>
                  </a:cubicBezTo>
                  <a:cubicBezTo>
                    <a:pt x="109" y="10135"/>
                    <a:pt x="0" y="10712"/>
                    <a:pt x="0" y="11253"/>
                  </a:cubicBezTo>
                  <a:cubicBezTo>
                    <a:pt x="0" y="11866"/>
                    <a:pt x="145" y="12443"/>
                    <a:pt x="433" y="12912"/>
                  </a:cubicBezTo>
                  <a:cubicBezTo>
                    <a:pt x="758" y="13345"/>
                    <a:pt x="1299" y="13706"/>
                    <a:pt x="1984" y="13850"/>
                  </a:cubicBezTo>
                  <a:cubicBezTo>
                    <a:pt x="2092" y="13886"/>
                    <a:pt x="2201" y="13922"/>
                    <a:pt x="2273" y="13922"/>
                  </a:cubicBezTo>
                  <a:cubicBezTo>
                    <a:pt x="2597" y="13922"/>
                    <a:pt x="2850" y="13814"/>
                    <a:pt x="3102" y="13670"/>
                  </a:cubicBezTo>
                  <a:cubicBezTo>
                    <a:pt x="3463" y="13417"/>
                    <a:pt x="3751" y="13129"/>
                    <a:pt x="4004" y="12804"/>
                  </a:cubicBezTo>
                  <a:cubicBezTo>
                    <a:pt x="4256" y="12479"/>
                    <a:pt x="4509" y="12155"/>
                    <a:pt x="4653" y="11902"/>
                  </a:cubicBezTo>
                  <a:cubicBezTo>
                    <a:pt x="6024" y="10171"/>
                    <a:pt x="6998" y="8151"/>
                    <a:pt x="8043" y="6240"/>
                  </a:cubicBezTo>
                  <a:cubicBezTo>
                    <a:pt x="8296" y="5807"/>
                    <a:pt x="8657" y="5266"/>
                    <a:pt x="8945" y="4617"/>
                  </a:cubicBezTo>
                  <a:cubicBezTo>
                    <a:pt x="9234" y="3968"/>
                    <a:pt x="9486" y="3282"/>
                    <a:pt x="9486" y="2561"/>
                  </a:cubicBezTo>
                  <a:cubicBezTo>
                    <a:pt x="9486" y="2200"/>
                    <a:pt x="9414" y="1804"/>
                    <a:pt x="9234" y="1443"/>
                  </a:cubicBezTo>
                  <a:cubicBezTo>
                    <a:pt x="9017" y="974"/>
                    <a:pt x="8693" y="613"/>
                    <a:pt x="8368" y="361"/>
                  </a:cubicBezTo>
                  <a:cubicBezTo>
                    <a:pt x="8007" y="144"/>
                    <a:pt x="7611" y="0"/>
                    <a:pt x="7178"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55" name="Google Shape;4852;p64">
              <a:extLst>
                <a:ext uri="{FF2B5EF4-FFF2-40B4-BE49-F238E27FC236}">
                  <a16:creationId xmlns:a16="http://schemas.microsoft.com/office/drawing/2014/main" id="{69A4B8E4-1DE9-EA22-58B8-875E02D66D02}"/>
                </a:ext>
              </a:extLst>
            </p:cNvPr>
            <p:cNvSpPr/>
            <p:nvPr/>
          </p:nvSpPr>
          <p:spPr>
            <a:xfrm>
              <a:off x="3309550" y="4463625"/>
              <a:ext cx="241675" cy="332350"/>
            </a:xfrm>
            <a:custGeom>
              <a:avLst/>
              <a:gdLst/>
              <a:ahLst/>
              <a:cxnLst/>
              <a:rect l="l" t="t" r="r" b="b"/>
              <a:pathLst>
                <a:path w="9667" h="13294" extrusionOk="0">
                  <a:moveTo>
                    <a:pt x="7156" y="1"/>
                  </a:moveTo>
                  <a:cubicBezTo>
                    <a:pt x="6330" y="1"/>
                    <a:pt x="5411" y="565"/>
                    <a:pt x="4617" y="1650"/>
                  </a:cubicBezTo>
                  <a:cubicBezTo>
                    <a:pt x="4040" y="2443"/>
                    <a:pt x="1371" y="6230"/>
                    <a:pt x="542" y="9296"/>
                  </a:cubicBezTo>
                  <a:cubicBezTo>
                    <a:pt x="1" y="11207"/>
                    <a:pt x="181" y="12830"/>
                    <a:pt x="2021" y="13263"/>
                  </a:cubicBezTo>
                  <a:cubicBezTo>
                    <a:pt x="2102" y="13284"/>
                    <a:pt x="2182" y="13293"/>
                    <a:pt x="2262" y="13293"/>
                  </a:cubicBezTo>
                  <a:cubicBezTo>
                    <a:pt x="3163" y="13293"/>
                    <a:pt x="3904" y="12054"/>
                    <a:pt x="4401" y="11424"/>
                  </a:cubicBezTo>
                  <a:cubicBezTo>
                    <a:pt x="5735" y="9729"/>
                    <a:pt x="6673" y="7709"/>
                    <a:pt x="7755" y="5797"/>
                  </a:cubicBezTo>
                  <a:cubicBezTo>
                    <a:pt x="8368" y="4715"/>
                    <a:pt x="9667" y="2768"/>
                    <a:pt x="8945" y="1289"/>
                  </a:cubicBezTo>
                  <a:cubicBezTo>
                    <a:pt x="8511" y="421"/>
                    <a:pt x="7868" y="1"/>
                    <a:pt x="7156" y="1"/>
                  </a:cubicBezTo>
                  <a:close/>
                </a:path>
              </a:pathLst>
            </a:custGeom>
            <a:solidFill>
              <a:srgbClr val="707070"/>
            </a:solidFill>
            <a:ln>
              <a:noFill/>
            </a:ln>
          </p:spPr>
          <p:txBody>
            <a:bodyPr spcFirstLastPara="1" wrap="square" lIns="121900" tIns="121900" rIns="121900" bIns="121900" anchor="ctr" anchorCtr="0">
              <a:noAutofit/>
            </a:bodyPr>
            <a:lstStyle/>
            <a:p>
              <a:endParaRPr sz="2400"/>
            </a:p>
          </p:txBody>
        </p:sp>
        <p:sp>
          <p:nvSpPr>
            <p:cNvPr id="7808" name="Google Shape;4853;p64">
              <a:extLst>
                <a:ext uri="{FF2B5EF4-FFF2-40B4-BE49-F238E27FC236}">
                  <a16:creationId xmlns:a16="http://schemas.microsoft.com/office/drawing/2014/main" id="{CFC95943-9A46-5DEE-C75D-1BC3609597E9}"/>
                </a:ext>
              </a:extLst>
            </p:cNvPr>
            <p:cNvSpPr/>
            <p:nvPr/>
          </p:nvSpPr>
          <p:spPr>
            <a:xfrm>
              <a:off x="3308650" y="4456175"/>
              <a:ext cx="237175" cy="347150"/>
            </a:xfrm>
            <a:custGeom>
              <a:avLst/>
              <a:gdLst/>
              <a:ahLst/>
              <a:cxnLst/>
              <a:rect l="l" t="t" r="r" b="b"/>
              <a:pathLst>
                <a:path w="9487" h="13886" extrusionOk="0">
                  <a:moveTo>
                    <a:pt x="7109" y="611"/>
                  </a:moveTo>
                  <a:cubicBezTo>
                    <a:pt x="7132" y="611"/>
                    <a:pt x="7155" y="612"/>
                    <a:pt x="7178" y="613"/>
                  </a:cubicBezTo>
                  <a:cubicBezTo>
                    <a:pt x="7467" y="613"/>
                    <a:pt x="7755" y="685"/>
                    <a:pt x="8008" y="866"/>
                  </a:cubicBezTo>
                  <a:cubicBezTo>
                    <a:pt x="8260" y="1046"/>
                    <a:pt x="8513" y="1298"/>
                    <a:pt x="8693" y="1695"/>
                  </a:cubicBezTo>
                  <a:cubicBezTo>
                    <a:pt x="8837" y="1984"/>
                    <a:pt x="8873" y="2272"/>
                    <a:pt x="8873" y="2561"/>
                  </a:cubicBezTo>
                  <a:cubicBezTo>
                    <a:pt x="8873" y="3138"/>
                    <a:pt x="8657" y="3751"/>
                    <a:pt x="8404" y="4364"/>
                  </a:cubicBezTo>
                  <a:cubicBezTo>
                    <a:pt x="8116" y="4941"/>
                    <a:pt x="7791" y="5482"/>
                    <a:pt x="7539" y="5951"/>
                  </a:cubicBezTo>
                  <a:cubicBezTo>
                    <a:pt x="6457" y="7863"/>
                    <a:pt x="5483" y="9846"/>
                    <a:pt x="4184" y="11542"/>
                  </a:cubicBezTo>
                  <a:cubicBezTo>
                    <a:pt x="3932" y="11866"/>
                    <a:pt x="3643" y="12335"/>
                    <a:pt x="3319" y="12696"/>
                  </a:cubicBezTo>
                  <a:cubicBezTo>
                    <a:pt x="3139" y="12876"/>
                    <a:pt x="2958" y="13020"/>
                    <a:pt x="2778" y="13128"/>
                  </a:cubicBezTo>
                  <a:cubicBezTo>
                    <a:pt x="2634" y="13237"/>
                    <a:pt x="2453" y="13309"/>
                    <a:pt x="2309" y="13309"/>
                  </a:cubicBezTo>
                  <a:cubicBezTo>
                    <a:pt x="2237" y="13309"/>
                    <a:pt x="2165" y="13309"/>
                    <a:pt x="2129" y="13273"/>
                  </a:cubicBezTo>
                  <a:cubicBezTo>
                    <a:pt x="1552" y="13128"/>
                    <a:pt x="1191" y="12876"/>
                    <a:pt x="938" y="12551"/>
                  </a:cubicBezTo>
                  <a:cubicBezTo>
                    <a:pt x="722" y="12227"/>
                    <a:pt x="614" y="11794"/>
                    <a:pt x="614" y="11253"/>
                  </a:cubicBezTo>
                  <a:cubicBezTo>
                    <a:pt x="614" y="10784"/>
                    <a:pt x="686" y="10243"/>
                    <a:pt x="866" y="9666"/>
                  </a:cubicBezTo>
                  <a:cubicBezTo>
                    <a:pt x="1660" y="6709"/>
                    <a:pt x="4329" y="2921"/>
                    <a:pt x="4906" y="2092"/>
                  </a:cubicBezTo>
                  <a:cubicBezTo>
                    <a:pt x="5638" y="1116"/>
                    <a:pt x="6437" y="611"/>
                    <a:pt x="7109" y="611"/>
                  </a:cubicBezTo>
                  <a:close/>
                  <a:moveTo>
                    <a:pt x="7178" y="0"/>
                  </a:moveTo>
                  <a:cubicBezTo>
                    <a:pt x="6204" y="0"/>
                    <a:pt x="5230" y="613"/>
                    <a:pt x="4437" y="1767"/>
                  </a:cubicBezTo>
                  <a:cubicBezTo>
                    <a:pt x="3824" y="2597"/>
                    <a:pt x="1155" y="6384"/>
                    <a:pt x="289" y="9522"/>
                  </a:cubicBezTo>
                  <a:cubicBezTo>
                    <a:pt x="109" y="10135"/>
                    <a:pt x="1" y="10712"/>
                    <a:pt x="1" y="11253"/>
                  </a:cubicBezTo>
                  <a:cubicBezTo>
                    <a:pt x="1" y="11866"/>
                    <a:pt x="145" y="12443"/>
                    <a:pt x="470" y="12876"/>
                  </a:cubicBezTo>
                  <a:cubicBezTo>
                    <a:pt x="758" y="13345"/>
                    <a:pt x="1299" y="13706"/>
                    <a:pt x="1984" y="13850"/>
                  </a:cubicBezTo>
                  <a:cubicBezTo>
                    <a:pt x="2093" y="13886"/>
                    <a:pt x="2201" y="13886"/>
                    <a:pt x="2309" y="13886"/>
                  </a:cubicBezTo>
                  <a:cubicBezTo>
                    <a:pt x="2598" y="13886"/>
                    <a:pt x="2850" y="13814"/>
                    <a:pt x="3102" y="13633"/>
                  </a:cubicBezTo>
                  <a:cubicBezTo>
                    <a:pt x="3463" y="13417"/>
                    <a:pt x="3752" y="13092"/>
                    <a:pt x="4004" y="12768"/>
                  </a:cubicBezTo>
                  <a:cubicBezTo>
                    <a:pt x="4257" y="12443"/>
                    <a:pt x="4509" y="12119"/>
                    <a:pt x="4653" y="11902"/>
                  </a:cubicBezTo>
                  <a:cubicBezTo>
                    <a:pt x="6024" y="10171"/>
                    <a:pt x="6998" y="8151"/>
                    <a:pt x="8044" y="6240"/>
                  </a:cubicBezTo>
                  <a:cubicBezTo>
                    <a:pt x="8296" y="5807"/>
                    <a:pt x="8657" y="5230"/>
                    <a:pt x="8945" y="4617"/>
                  </a:cubicBezTo>
                  <a:cubicBezTo>
                    <a:pt x="9234" y="3967"/>
                    <a:pt x="9486" y="3282"/>
                    <a:pt x="9486" y="2561"/>
                  </a:cubicBezTo>
                  <a:cubicBezTo>
                    <a:pt x="9486" y="2200"/>
                    <a:pt x="9414" y="1803"/>
                    <a:pt x="9234" y="1443"/>
                  </a:cubicBezTo>
                  <a:cubicBezTo>
                    <a:pt x="9017" y="974"/>
                    <a:pt x="8693" y="613"/>
                    <a:pt x="8368" y="361"/>
                  </a:cubicBezTo>
                  <a:cubicBezTo>
                    <a:pt x="8008" y="108"/>
                    <a:pt x="7611" y="0"/>
                    <a:pt x="7178"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09" name="Google Shape;4854;p64">
              <a:extLst>
                <a:ext uri="{FF2B5EF4-FFF2-40B4-BE49-F238E27FC236}">
                  <a16:creationId xmlns:a16="http://schemas.microsoft.com/office/drawing/2014/main" id="{C6471E09-59D6-BDDF-A4C5-868008513F36}"/>
                </a:ext>
              </a:extLst>
            </p:cNvPr>
            <p:cNvSpPr/>
            <p:nvPr/>
          </p:nvSpPr>
          <p:spPr>
            <a:xfrm>
              <a:off x="1841625" y="4237050"/>
              <a:ext cx="1703300" cy="1232625"/>
            </a:xfrm>
            <a:custGeom>
              <a:avLst/>
              <a:gdLst/>
              <a:ahLst/>
              <a:cxnLst/>
              <a:rect l="l" t="t" r="r" b="b"/>
              <a:pathLst>
                <a:path w="68132" h="49305" extrusionOk="0">
                  <a:moveTo>
                    <a:pt x="1" y="1"/>
                  </a:moveTo>
                  <a:lnTo>
                    <a:pt x="10712" y="29287"/>
                  </a:lnTo>
                  <a:lnTo>
                    <a:pt x="68131" y="49304"/>
                  </a:lnTo>
                  <a:lnTo>
                    <a:pt x="64849" y="21352"/>
                  </a:lnTo>
                  <a:lnTo>
                    <a:pt x="1" y="1"/>
                  </a:ln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7810" name="Google Shape;4855;p64">
              <a:extLst>
                <a:ext uri="{FF2B5EF4-FFF2-40B4-BE49-F238E27FC236}">
                  <a16:creationId xmlns:a16="http://schemas.microsoft.com/office/drawing/2014/main" id="{BC0B4480-EBC0-5EAA-E398-23E5857183D6}"/>
                </a:ext>
              </a:extLst>
            </p:cNvPr>
            <p:cNvSpPr/>
            <p:nvPr/>
          </p:nvSpPr>
          <p:spPr>
            <a:xfrm>
              <a:off x="1833500" y="4229500"/>
              <a:ext cx="1718625" cy="1247750"/>
            </a:xfrm>
            <a:custGeom>
              <a:avLst/>
              <a:gdLst/>
              <a:ahLst/>
              <a:cxnLst/>
              <a:rect l="l" t="t" r="r" b="b"/>
              <a:pathLst>
                <a:path w="68745" h="49910" extrusionOk="0">
                  <a:moveTo>
                    <a:pt x="828" y="780"/>
                  </a:moveTo>
                  <a:lnTo>
                    <a:pt x="64886" y="21871"/>
                  </a:lnTo>
                  <a:lnTo>
                    <a:pt x="68096" y="49174"/>
                  </a:lnTo>
                  <a:lnTo>
                    <a:pt x="11254" y="29337"/>
                  </a:lnTo>
                  <a:lnTo>
                    <a:pt x="828" y="780"/>
                  </a:lnTo>
                  <a:close/>
                  <a:moveTo>
                    <a:pt x="341" y="0"/>
                  </a:moveTo>
                  <a:cubicBezTo>
                    <a:pt x="253" y="0"/>
                    <a:pt x="162" y="34"/>
                    <a:pt x="109" y="86"/>
                  </a:cubicBezTo>
                  <a:cubicBezTo>
                    <a:pt x="37" y="195"/>
                    <a:pt x="1" y="303"/>
                    <a:pt x="37" y="411"/>
                  </a:cubicBezTo>
                  <a:lnTo>
                    <a:pt x="10749" y="29697"/>
                  </a:lnTo>
                  <a:cubicBezTo>
                    <a:pt x="10785" y="29770"/>
                    <a:pt x="10857" y="29842"/>
                    <a:pt x="10929" y="29878"/>
                  </a:cubicBezTo>
                  <a:lnTo>
                    <a:pt x="68348" y="49895"/>
                  </a:lnTo>
                  <a:cubicBezTo>
                    <a:pt x="68380" y="49906"/>
                    <a:pt x="68411" y="49910"/>
                    <a:pt x="68442" y="49910"/>
                  </a:cubicBezTo>
                  <a:cubicBezTo>
                    <a:pt x="68517" y="49910"/>
                    <a:pt x="68586" y="49884"/>
                    <a:pt x="68637" y="49859"/>
                  </a:cubicBezTo>
                  <a:cubicBezTo>
                    <a:pt x="68709" y="49787"/>
                    <a:pt x="68745" y="49679"/>
                    <a:pt x="68745" y="49570"/>
                  </a:cubicBezTo>
                  <a:lnTo>
                    <a:pt x="65463" y="21618"/>
                  </a:lnTo>
                  <a:cubicBezTo>
                    <a:pt x="65427" y="21510"/>
                    <a:pt x="65355" y="21402"/>
                    <a:pt x="65246" y="21366"/>
                  </a:cubicBezTo>
                  <a:lnTo>
                    <a:pt x="434" y="14"/>
                  </a:lnTo>
                  <a:cubicBezTo>
                    <a:pt x="405" y="5"/>
                    <a:pt x="373" y="0"/>
                    <a:pt x="341"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11" name="Google Shape;4856;p64">
              <a:extLst>
                <a:ext uri="{FF2B5EF4-FFF2-40B4-BE49-F238E27FC236}">
                  <a16:creationId xmlns:a16="http://schemas.microsoft.com/office/drawing/2014/main" id="{A4212901-4D1D-FEEE-67FF-3C843ED856DB}"/>
                </a:ext>
              </a:extLst>
            </p:cNvPr>
            <p:cNvSpPr/>
            <p:nvPr/>
          </p:nvSpPr>
          <p:spPr>
            <a:xfrm>
              <a:off x="5068725" y="3813275"/>
              <a:ext cx="471600" cy="14450"/>
            </a:xfrm>
            <a:custGeom>
              <a:avLst/>
              <a:gdLst/>
              <a:ahLst/>
              <a:cxnLst/>
              <a:rect l="l" t="t" r="r" b="b"/>
              <a:pathLst>
                <a:path w="18864" h="578" extrusionOk="0">
                  <a:moveTo>
                    <a:pt x="325" y="0"/>
                  </a:moveTo>
                  <a:cubicBezTo>
                    <a:pt x="145" y="0"/>
                    <a:pt x="1" y="108"/>
                    <a:pt x="1" y="289"/>
                  </a:cubicBezTo>
                  <a:cubicBezTo>
                    <a:pt x="1" y="469"/>
                    <a:pt x="145" y="577"/>
                    <a:pt x="325" y="577"/>
                  </a:cubicBezTo>
                  <a:lnTo>
                    <a:pt x="18539" y="577"/>
                  </a:lnTo>
                  <a:cubicBezTo>
                    <a:pt x="18719" y="577"/>
                    <a:pt x="18864" y="469"/>
                    <a:pt x="18864" y="289"/>
                  </a:cubicBezTo>
                  <a:cubicBezTo>
                    <a:pt x="18864" y="108"/>
                    <a:pt x="18719" y="0"/>
                    <a:pt x="18539"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12" name="Google Shape;4857;p64">
              <a:extLst>
                <a:ext uri="{FF2B5EF4-FFF2-40B4-BE49-F238E27FC236}">
                  <a16:creationId xmlns:a16="http://schemas.microsoft.com/office/drawing/2014/main" id="{B7E189A7-D3C5-1793-8DFA-52453F744806}"/>
                </a:ext>
              </a:extLst>
            </p:cNvPr>
            <p:cNvSpPr/>
            <p:nvPr/>
          </p:nvSpPr>
          <p:spPr>
            <a:xfrm>
              <a:off x="4743225" y="3813275"/>
              <a:ext cx="174050" cy="14450"/>
            </a:xfrm>
            <a:custGeom>
              <a:avLst/>
              <a:gdLst/>
              <a:ahLst/>
              <a:cxnLst/>
              <a:rect l="l" t="t" r="r" b="b"/>
              <a:pathLst>
                <a:path w="6962" h="578" extrusionOk="0">
                  <a:moveTo>
                    <a:pt x="289" y="0"/>
                  </a:moveTo>
                  <a:cubicBezTo>
                    <a:pt x="145" y="0"/>
                    <a:pt x="0" y="108"/>
                    <a:pt x="0" y="289"/>
                  </a:cubicBezTo>
                  <a:cubicBezTo>
                    <a:pt x="0" y="469"/>
                    <a:pt x="145" y="577"/>
                    <a:pt x="289" y="577"/>
                  </a:cubicBezTo>
                  <a:lnTo>
                    <a:pt x="6673" y="577"/>
                  </a:lnTo>
                  <a:cubicBezTo>
                    <a:pt x="6853" y="577"/>
                    <a:pt x="6961" y="469"/>
                    <a:pt x="6961" y="289"/>
                  </a:cubicBezTo>
                  <a:cubicBezTo>
                    <a:pt x="6961" y="108"/>
                    <a:pt x="6853" y="0"/>
                    <a:pt x="667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13" name="Google Shape;4858;p64">
              <a:extLst>
                <a:ext uri="{FF2B5EF4-FFF2-40B4-BE49-F238E27FC236}">
                  <a16:creationId xmlns:a16="http://schemas.microsoft.com/office/drawing/2014/main" id="{F88C69CA-7B63-55F8-138E-40D7AC6457B2}"/>
                </a:ext>
              </a:extLst>
            </p:cNvPr>
            <p:cNvSpPr/>
            <p:nvPr/>
          </p:nvSpPr>
          <p:spPr>
            <a:xfrm>
              <a:off x="5445625" y="3896225"/>
              <a:ext cx="94700" cy="15350"/>
            </a:xfrm>
            <a:custGeom>
              <a:avLst/>
              <a:gdLst/>
              <a:ahLst/>
              <a:cxnLst/>
              <a:rect l="l" t="t" r="r" b="b"/>
              <a:pathLst>
                <a:path w="3788" h="614" extrusionOk="0">
                  <a:moveTo>
                    <a:pt x="289" y="0"/>
                  </a:moveTo>
                  <a:cubicBezTo>
                    <a:pt x="145" y="0"/>
                    <a:pt x="1" y="145"/>
                    <a:pt x="1" y="289"/>
                  </a:cubicBezTo>
                  <a:cubicBezTo>
                    <a:pt x="1" y="469"/>
                    <a:pt x="145" y="613"/>
                    <a:pt x="289" y="613"/>
                  </a:cubicBezTo>
                  <a:lnTo>
                    <a:pt x="3463" y="613"/>
                  </a:lnTo>
                  <a:cubicBezTo>
                    <a:pt x="3643" y="613"/>
                    <a:pt x="3788" y="469"/>
                    <a:pt x="3788" y="289"/>
                  </a:cubicBezTo>
                  <a:cubicBezTo>
                    <a:pt x="3788" y="145"/>
                    <a:pt x="3643" y="0"/>
                    <a:pt x="346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14" name="Google Shape;4859;p64">
              <a:extLst>
                <a:ext uri="{FF2B5EF4-FFF2-40B4-BE49-F238E27FC236}">
                  <a16:creationId xmlns:a16="http://schemas.microsoft.com/office/drawing/2014/main" id="{F7D08E81-EEBA-AF78-2D8F-477BCD23F6FE}"/>
                </a:ext>
              </a:extLst>
            </p:cNvPr>
            <p:cNvSpPr/>
            <p:nvPr/>
          </p:nvSpPr>
          <p:spPr>
            <a:xfrm>
              <a:off x="5221125" y="3896225"/>
              <a:ext cx="174025" cy="15350"/>
            </a:xfrm>
            <a:custGeom>
              <a:avLst/>
              <a:gdLst/>
              <a:ahLst/>
              <a:cxnLst/>
              <a:rect l="l" t="t" r="r" b="b"/>
              <a:pathLst>
                <a:path w="6961" h="614" extrusionOk="0">
                  <a:moveTo>
                    <a:pt x="289" y="0"/>
                  </a:moveTo>
                  <a:cubicBezTo>
                    <a:pt x="144" y="0"/>
                    <a:pt x="0" y="145"/>
                    <a:pt x="0" y="289"/>
                  </a:cubicBezTo>
                  <a:cubicBezTo>
                    <a:pt x="0" y="469"/>
                    <a:pt x="144" y="613"/>
                    <a:pt x="289" y="613"/>
                  </a:cubicBezTo>
                  <a:lnTo>
                    <a:pt x="6672" y="613"/>
                  </a:lnTo>
                  <a:cubicBezTo>
                    <a:pt x="6817" y="613"/>
                    <a:pt x="6961" y="469"/>
                    <a:pt x="6961" y="289"/>
                  </a:cubicBezTo>
                  <a:cubicBezTo>
                    <a:pt x="6961" y="145"/>
                    <a:pt x="6817" y="0"/>
                    <a:pt x="6672"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15" name="Google Shape;4860;p64">
              <a:extLst>
                <a:ext uri="{FF2B5EF4-FFF2-40B4-BE49-F238E27FC236}">
                  <a16:creationId xmlns:a16="http://schemas.microsoft.com/office/drawing/2014/main" id="{FFE609CD-5E81-DF5D-E614-6D30DD998ABB}"/>
                </a:ext>
              </a:extLst>
            </p:cNvPr>
            <p:cNvSpPr/>
            <p:nvPr/>
          </p:nvSpPr>
          <p:spPr>
            <a:xfrm>
              <a:off x="4743225" y="3896225"/>
              <a:ext cx="384150" cy="15350"/>
            </a:xfrm>
            <a:custGeom>
              <a:avLst/>
              <a:gdLst/>
              <a:ahLst/>
              <a:cxnLst/>
              <a:rect l="l" t="t" r="r" b="b"/>
              <a:pathLst>
                <a:path w="15366" h="614" extrusionOk="0">
                  <a:moveTo>
                    <a:pt x="289" y="0"/>
                  </a:moveTo>
                  <a:cubicBezTo>
                    <a:pt x="145" y="0"/>
                    <a:pt x="0" y="145"/>
                    <a:pt x="0" y="289"/>
                  </a:cubicBezTo>
                  <a:cubicBezTo>
                    <a:pt x="0" y="469"/>
                    <a:pt x="145" y="613"/>
                    <a:pt x="289" y="613"/>
                  </a:cubicBezTo>
                  <a:lnTo>
                    <a:pt x="15077" y="613"/>
                  </a:lnTo>
                  <a:cubicBezTo>
                    <a:pt x="15221" y="613"/>
                    <a:pt x="15365" y="469"/>
                    <a:pt x="15365" y="289"/>
                  </a:cubicBezTo>
                  <a:cubicBezTo>
                    <a:pt x="15365" y="145"/>
                    <a:pt x="15221" y="0"/>
                    <a:pt x="15077"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16" name="Google Shape;4861;p64">
              <a:extLst>
                <a:ext uri="{FF2B5EF4-FFF2-40B4-BE49-F238E27FC236}">
                  <a16:creationId xmlns:a16="http://schemas.microsoft.com/office/drawing/2014/main" id="{9CD1CA5D-6D24-86BE-559A-ACE8F3295121}"/>
                </a:ext>
              </a:extLst>
            </p:cNvPr>
            <p:cNvSpPr/>
            <p:nvPr/>
          </p:nvSpPr>
          <p:spPr>
            <a:xfrm>
              <a:off x="5120125" y="3979175"/>
              <a:ext cx="420200" cy="15350"/>
            </a:xfrm>
            <a:custGeom>
              <a:avLst/>
              <a:gdLst/>
              <a:ahLst/>
              <a:cxnLst/>
              <a:rect l="l" t="t" r="r" b="b"/>
              <a:pathLst>
                <a:path w="16808" h="614" extrusionOk="0">
                  <a:moveTo>
                    <a:pt x="289" y="1"/>
                  </a:moveTo>
                  <a:cubicBezTo>
                    <a:pt x="109" y="1"/>
                    <a:pt x="1" y="145"/>
                    <a:pt x="1" y="325"/>
                  </a:cubicBezTo>
                  <a:cubicBezTo>
                    <a:pt x="1" y="469"/>
                    <a:pt x="109" y="614"/>
                    <a:pt x="289" y="614"/>
                  </a:cubicBezTo>
                  <a:lnTo>
                    <a:pt x="16483" y="614"/>
                  </a:lnTo>
                  <a:cubicBezTo>
                    <a:pt x="16663" y="614"/>
                    <a:pt x="16808" y="469"/>
                    <a:pt x="16808" y="325"/>
                  </a:cubicBezTo>
                  <a:cubicBezTo>
                    <a:pt x="16808" y="145"/>
                    <a:pt x="16663" y="1"/>
                    <a:pt x="1648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17" name="Google Shape;4862;p64">
              <a:extLst>
                <a:ext uri="{FF2B5EF4-FFF2-40B4-BE49-F238E27FC236}">
                  <a16:creationId xmlns:a16="http://schemas.microsoft.com/office/drawing/2014/main" id="{AF466E45-A178-5F43-8CC9-FBE0A8C82392}"/>
                </a:ext>
              </a:extLst>
            </p:cNvPr>
            <p:cNvSpPr/>
            <p:nvPr/>
          </p:nvSpPr>
          <p:spPr>
            <a:xfrm>
              <a:off x="4743225" y="3979175"/>
              <a:ext cx="304800" cy="15350"/>
            </a:xfrm>
            <a:custGeom>
              <a:avLst/>
              <a:gdLst/>
              <a:ahLst/>
              <a:cxnLst/>
              <a:rect l="l" t="t" r="r" b="b"/>
              <a:pathLst>
                <a:path w="12192" h="614" extrusionOk="0">
                  <a:moveTo>
                    <a:pt x="289" y="1"/>
                  </a:moveTo>
                  <a:cubicBezTo>
                    <a:pt x="145" y="1"/>
                    <a:pt x="0" y="145"/>
                    <a:pt x="0" y="325"/>
                  </a:cubicBezTo>
                  <a:cubicBezTo>
                    <a:pt x="0" y="469"/>
                    <a:pt x="145" y="614"/>
                    <a:pt x="289" y="614"/>
                  </a:cubicBezTo>
                  <a:lnTo>
                    <a:pt x="11903" y="614"/>
                  </a:lnTo>
                  <a:cubicBezTo>
                    <a:pt x="12047" y="614"/>
                    <a:pt x="12191" y="469"/>
                    <a:pt x="12191" y="325"/>
                  </a:cubicBezTo>
                  <a:cubicBezTo>
                    <a:pt x="12191" y="145"/>
                    <a:pt x="12047" y="1"/>
                    <a:pt x="1190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18" name="Google Shape;4863;p64">
              <a:extLst>
                <a:ext uri="{FF2B5EF4-FFF2-40B4-BE49-F238E27FC236}">
                  <a16:creationId xmlns:a16="http://schemas.microsoft.com/office/drawing/2014/main" id="{ADC52D16-FBA6-0446-03C7-3F03F7F2040C}"/>
                </a:ext>
              </a:extLst>
            </p:cNvPr>
            <p:cNvSpPr/>
            <p:nvPr/>
          </p:nvSpPr>
          <p:spPr>
            <a:xfrm>
              <a:off x="5350950" y="4062125"/>
              <a:ext cx="189375" cy="15350"/>
            </a:xfrm>
            <a:custGeom>
              <a:avLst/>
              <a:gdLst/>
              <a:ahLst/>
              <a:cxnLst/>
              <a:rect l="l" t="t" r="r" b="b"/>
              <a:pathLst>
                <a:path w="7575" h="614" extrusionOk="0">
                  <a:moveTo>
                    <a:pt x="325" y="1"/>
                  </a:moveTo>
                  <a:cubicBezTo>
                    <a:pt x="145" y="1"/>
                    <a:pt x="1" y="145"/>
                    <a:pt x="1" y="325"/>
                  </a:cubicBezTo>
                  <a:cubicBezTo>
                    <a:pt x="1" y="470"/>
                    <a:pt x="145" y="614"/>
                    <a:pt x="325" y="614"/>
                  </a:cubicBezTo>
                  <a:lnTo>
                    <a:pt x="7250" y="614"/>
                  </a:lnTo>
                  <a:cubicBezTo>
                    <a:pt x="7430" y="614"/>
                    <a:pt x="7575" y="470"/>
                    <a:pt x="7575" y="325"/>
                  </a:cubicBezTo>
                  <a:cubicBezTo>
                    <a:pt x="7575" y="145"/>
                    <a:pt x="7430" y="1"/>
                    <a:pt x="7250"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19" name="Google Shape;4864;p64">
              <a:extLst>
                <a:ext uri="{FF2B5EF4-FFF2-40B4-BE49-F238E27FC236}">
                  <a16:creationId xmlns:a16="http://schemas.microsoft.com/office/drawing/2014/main" id="{7CB7C6FE-EFFB-0169-C182-3E5513A93C4C}"/>
                </a:ext>
              </a:extLst>
            </p:cNvPr>
            <p:cNvSpPr/>
            <p:nvPr/>
          </p:nvSpPr>
          <p:spPr>
            <a:xfrm>
              <a:off x="4917250" y="4062125"/>
              <a:ext cx="376925" cy="15350"/>
            </a:xfrm>
            <a:custGeom>
              <a:avLst/>
              <a:gdLst/>
              <a:ahLst/>
              <a:cxnLst/>
              <a:rect l="l" t="t" r="r" b="b"/>
              <a:pathLst>
                <a:path w="15077" h="614" extrusionOk="0">
                  <a:moveTo>
                    <a:pt x="289" y="1"/>
                  </a:moveTo>
                  <a:cubicBezTo>
                    <a:pt x="109" y="1"/>
                    <a:pt x="0" y="145"/>
                    <a:pt x="0" y="325"/>
                  </a:cubicBezTo>
                  <a:cubicBezTo>
                    <a:pt x="0" y="470"/>
                    <a:pt x="109" y="614"/>
                    <a:pt x="289" y="614"/>
                  </a:cubicBezTo>
                  <a:lnTo>
                    <a:pt x="14752" y="614"/>
                  </a:lnTo>
                  <a:cubicBezTo>
                    <a:pt x="14932" y="614"/>
                    <a:pt x="15076" y="470"/>
                    <a:pt x="15076" y="325"/>
                  </a:cubicBezTo>
                  <a:cubicBezTo>
                    <a:pt x="15076" y="145"/>
                    <a:pt x="14932" y="1"/>
                    <a:pt x="14752"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20" name="Google Shape;4865;p64">
              <a:extLst>
                <a:ext uri="{FF2B5EF4-FFF2-40B4-BE49-F238E27FC236}">
                  <a16:creationId xmlns:a16="http://schemas.microsoft.com/office/drawing/2014/main" id="{EE58DD20-CFEB-514A-3967-5EA3FBA6476A}"/>
                </a:ext>
              </a:extLst>
            </p:cNvPr>
            <p:cNvSpPr/>
            <p:nvPr/>
          </p:nvSpPr>
          <p:spPr>
            <a:xfrm>
              <a:off x="4743225" y="4062125"/>
              <a:ext cx="109125" cy="15350"/>
            </a:xfrm>
            <a:custGeom>
              <a:avLst/>
              <a:gdLst/>
              <a:ahLst/>
              <a:cxnLst/>
              <a:rect l="l" t="t" r="r" b="b"/>
              <a:pathLst>
                <a:path w="4365" h="614" extrusionOk="0">
                  <a:moveTo>
                    <a:pt x="289" y="1"/>
                  </a:moveTo>
                  <a:cubicBezTo>
                    <a:pt x="145" y="1"/>
                    <a:pt x="0" y="145"/>
                    <a:pt x="0" y="325"/>
                  </a:cubicBezTo>
                  <a:cubicBezTo>
                    <a:pt x="0" y="470"/>
                    <a:pt x="145" y="614"/>
                    <a:pt x="289" y="614"/>
                  </a:cubicBezTo>
                  <a:lnTo>
                    <a:pt x="4076" y="614"/>
                  </a:lnTo>
                  <a:cubicBezTo>
                    <a:pt x="4220" y="614"/>
                    <a:pt x="4365" y="470"/>
                    <a:pt x="4365" y="325"/>
                  </a:cubicBezTo>
                  <a:cubicBezTo>
                    <a:pt x="4365" y="145"/>
                    <a:pt x="4220" y="1"/>
                    <a:pt x="4076"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21" name="Google Shape;4866;p64">
              <a:extLst>
                <a:ext uri="{FF2B5EF4-FFF2-40B4-BE49-F238E27FC236}">
                  <a16:creationId xmlns:a16="http://schemas.microsoft.com/office/drawing/2014/main" id="{5B739556-48B8-AAE5-9ACD-E8C60B2796D7}"/>
                </a:ext>
              </a:extLst>
            </p:cNvPr>
            <p:cNvSpPr/>
            <p:nvPr/>
          </p:nvSpPr>
          <p:spPr>
            <a:xfrm>
              <a:off x="5068725" y="4135175"/>
              <a:ext cx="471600" cy="15350"/>
            </a:xfrm>
            <a:custGeom>
              <a:avLst/>
              <a:gdLst/>
              <a:ahLst/>
              <a:cxnLst/>
              <a:rect l="l" t="t" r="r" b="b"/>
              <a:pathLst>
                <a:path w="18864" h="614" extrusionOk="0">
                  <a:moveTo>
                    <a:pt x="325" y="0"/>
                  </a:moveTo>
                  <a:cubicBezTo>
                    <a:pt x="145" y="0"/>
                    <a:pt x="1" y="144"/>
                    <a:pt x="1" y="325"/>
                  </a:cubicBezTo>
                  <a:cubicBezTo>
                    <a:pt x="1" y="469"/>
                    <a:pt x="145" y="613"/>
                    <a:pt x="325" y="613"/>
                  </a:cubicBezTo>
                  <a:lnTo>
                    <a:pt x="18539" y="613"/>
                  </a:lnTo>
                  <a:cubicBezTo>
                    <a:pt x="18719" y="613"/>
                    <a:pt x="18864" y="469"/>
                    <a:pt x="18864" y="325"/>
                  </a:cubicBezTo>
                  <a:cubicBezTo>
                    <a:pt x="18864" y="144"/>
                    <a:pt x="18719" y="0"/>
                    <a:pt x="18539"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22" name="Google Shape;4867;p64">
              <a:extLst>
                <a:ext uri="{FF2B5EF4-FFF2-40B4-BE49-F238E27FC236}">
                  <a16:creationId xmlns:a16="http://schemas.microsoft.com/office/drawing/2014/main" id="{81F1DA2A-1B63-DCF8-46D4-E0D4440735DD}"/>
                </a:ext>
              </a:extLst>
            </p:cNvPr>
            <p:cNvSpPr/>
            <p:nvPr/>
          </p:nvSpPr>
          <p:spPr>
            <a:xfrm>
              <a:off x="4743225" y="4135175"/>
              <a:ext cx="174050" cy="15350"/>
            </a:xfrm>
            <a:custGeom>
              <a:avLst/>
              <a:gdLst/>
              <a:ahLst/>
              <a:cxnLst/>
              <a:rect l="l" t="t" r="r" b="b"/>
              <a:pathLst>
                <a:path w="6962" h="614" extrusionOk="0">
                  <a:moveTo>
                    <a:pt x="289" y="0"/>
                  </a:moveTo>
                  <a:cubicBezTo>
                    <a:pt x="145" y="0"/>
                    <a:pt x="0" y="144"/>
                    <a:pt x="0" y="325"/>
                  </a:cubicBezTo>
                  <a:cubicBezTo>
                    <a:pt x="0" y="469"/>
                    <a:pt x="145" y="613"/>
                    <a:pt x="289" y="613"/>
                  </a:cubicBezTo>
                  <a:lnTo>
                    <a:pt x="6673" y="613"/>
                  </a:lnTo>
                  <a:cubicBezTo>
                    <a:pt x="6853" y="613"/>
                    <a:pt x="6961" y="469"/>
                    <a:pt x="6961" y="325"/>
                  </a:cubicBezTo>
                  <a:cubicBezTo>
                    <a:pt x="6961" y="144"/>
                    <a:pt x="6853" y="0"/>
                    <a:pt x="667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23" name="Google Shape;4868;p64">
              <a:extLst>
                <a:ext uri="{FF2B5EF4-FFF2-40B4-BE49-F238E27FC236}">
                  <a16:creationId xmlns:a16="http://schemas.microsoft.com/office/drawing/2014/main" id="{313482E2-8DFA-FC03-45B7-DB2AD0C4920E}"/>
                </a:ext>
              </a:extLst>
            </p:cNvPr>
            <p:cNvSpPr/>
            <p:nvPr/>
          </p:nvSpPr>
          <p:spPr>
            <a:xfrm>
              <a:off x="5445625" y="4218125"/>
              <a:ext cx="94700" cy="15350"/>
            </a:xfrm>
            <a:custGeom>
              <a:avLst/>
              <a:gdLst/>
              <a:ahLst/>
              <a:cxnLst/>
              <a:rect l="l" t="t" r="r" b="b"/>
              <a:pathLst>
                <a:path w="3788" h="614" extrusionOk="0">
                  <a:moveTo>
                    <a:pt x="289" y="0"/>
                  </a:moveTo>
                  <a:cubicBezTo>
                    <a:pt x="145" y="0"/>
                    <a:pt x="1" y="145"/>
                    <a:pt x="1" y="325"/>
                  </a:cubicBezTo>
                  <a:cubicBezTo>
                    <a:pt x="1" y="469"/>
                    <a:pt x="145" y="613"/>
                    <a:pt x="289" y="613"/>
                  </a:cubicBezTo>
                  <a:lnTo>
                    <a:pt x="3463" y="613"/>
                  </a:lnTo>
                  <a:cubicBezTo>
                    <a:pt x="3643" y="613"/>
                    <a:pt x="3788" y="469"/>
                    <a:pt x="3788" y="325"/>
                  </a:cubicBezTo>
                  <a:cubicBezTo>
                    <a:pt x="3788" y="145"/>
                    <a:pt x="3643" y="0"/>
                    <a:pt x="346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24" name="Google Shape;4869;p64">
              <a:extLst>
                <a:ext uri="{FF2B5EF4-FFF2-40B4-BE49-F238E27FC236}">
                  <a16:creationId xmlns:a16="http://schemas.microsoft.com/office/drawing/2014/main" id="{6820012E-C1B9-B096-4182-FE77D21CC742}"/>
                </a:ext>
              </a:extLst>
            </p:cNvPr>
            <p:cNvSpPr/>
            <p:nvPr/>
          </p:nvSpPr>
          <p:spPr>
            <a:xfrm>
              <a:off x="5221125" y="4218125"/>
              <a:ext cx="174025" cy="15350"/>
            </a:xfrm>
            <a:custGeom>
              <a:avLst/>
              <a:gdLst/>
              <a:ahLst/>
              <a:cxnLst/>
              <a:rect l="l" t="t" r="r" b="b"/>
              <a:pathLst>
                <a:path w="6961" h="614" extrusionOk="0">
                  <a:moveTo>
                    <a:pt x="289" y="0"/>
                  </a:moveTo>
                  <a:cubicBezTo>
                    <a:pt x="144" y="0"/>
                    <a:pt x="0" y="145"/>
                    <a:pt x="0" y="325"/>
                  </a:cubicBezTo>
                  <a:cubicBezTo>
                    <a:pt x="0" y="469"/>
                    <a:pt x="144" y="613"/>
                    <a:pt x="289" y="613"/>
                  </a:cubicBezTo>
                  <a:lnTo>
                    <a:pt x="6672" y="613"/>
                  </a:lnTo>
                  <a:cubicBezTo>
                    <a:pt x="6817" y="613"/>
                    <a:pt x="6961" y="469"/>
                    <a:pt x="6961" y="325"/>
                  </a:cubicBezTo>
                  <a:cubicBezTo>
                    <a:pt x="6961" y="145"/>
                    <a:pt x="6817" y="0"/>
                    <a:pt x="6672"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25" name="Google Shape;4870;p64">
              <a:extLst>
                <a:ext uri="{FF2B5EF4-FFF2-40B4-BE49-F238E27FC236}">
                  <a16:creationId xmlns:a16="http://schemas.microsoft.com/office/drawing/2014/main" id="{A88FC889-5DF3-468C-0133-B52BBF7AD4BA}"/>
                </a:ext>
              </a:extLst>
            </p:cNvPr>
            <p:cNvSpPr/>
            <p:nvPr/>
          </p:nvSpPr>
          <p:spPr>
            <a:xfrm>
              <a:off x="4743225" y="4218125"/>
              <a:ext cx="384150" cy="15350"/>
            </a:xfrm>
            <a:custGeom>
              <a:avLst/>
              <a:gdLst/>
              <a:ahLst/>
              <a:cxnLst/>
              <a:rect l="l" t="t" r="r" b="b"/>
              <a:pathLst>
                <a:path w="15366" h="614" extrusionOk="0">
                  <a:moveTo>
                    <a:pt x="289" y="0"/>
                  </a:moveTo>
                  <a:cubicBezTo>
                    <a:pt x="145" y="0"/>
                    <a:pt x="0" y="145"/>
                    <a:pt x="0" y="325"/>
                  </a:cubicBezTo>
                  <a:cubicBezTo>
                    <a:pt x="0" y="469"/>
                    <a:pt x="145" y="613"/>
                    <a:pt x="289" y="613"/>
                  </a:cubicBezTo>
                  <a:lnTo>
                    <a:pt x="15077" y="613"/>
                  </a:lnTo>
                  <a:cubicBezTo>
                    <a:pt x="15221" y="613"/>
                    <a:pt x="15365" y="469"/>
                    <a:pt x="15365" y="325"/>
                  </a:cubicBezTo>
                  <a:cubicBezTo>
                    <a:pt x="15365" y="145"/>
                    <a:pt x="15221" y="0"/>
                    <a:pt x="15077"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26" name="Google Shape;4871;p64">
              <a:extLst>
                <a:ext uri="{FF2B5EF4-FFF2-40B4-BE49-F238E27FC236}">
                  <a16:creationId xmlns:a16="http://schemas.microsoft.com/office/drawing/2014/main" id="{D5FF6146-9A3E-99B5-3E8E-CD9070DF3D05}"/>
                </a:ext>
              </a:extLst>
            </p:cNvPr>
            <p:cNvSpPr/>
            <p:nvPr/>
          </p:nvSpPr>
          <p:spPr>
            <a:xfrm>
              <a:off x="5120125" y="4301975"/>
              <a:ext cx="420200" cy="14450"/>
            </a:xfrm>
            <a:custGeom>
              <a:avLst/>
              <a:gdLst/>
              <a:ahLst/>
              <a:cxnLst/>
              <a:rect l="l" t="t" r="r" b="b"/>
              <a:pathLst>
                <a:path w="16808" h="578" extrusionOk="0">
                  <a:moveTo>
                    <a:pt x="289" y="1"/>
                  </a:moveTo>
                  <a:cubicBezTo>
                    <a:pt x="109" y="1"/>
                    <a:pt x="1" y="109"/>
                    <a:pt x="1" y="289"/>
                  </a:cubicBezTo>
                  <a:cubicBezTo>
                    <a:pt x="1" y="469"/>
                    <a:pt x="109" y="578"/>
                    <a:pt x="289" y="578"/>
                  </a:cubicBezTo>
                  <a:lnTo>
                    <a:pt x="16483" y="578"/>
                  </a:lnTo>
                  <a:cubicBezTo>
                    <a:pt x="16663" y="578"/>
                    <a:pt x="16808" y="469"/>
                    <a:pt x="16808" y="289"/>
                  </a:cubicBezTo>
                  <a:cubicBezTo>
                    <a:pt x="16808" y="109"/>
                    <a:pt x="16663" y="1"/>
                    <a:pt x="1648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27" name="Google Shape;4872;p64">
              <a:extLst>
                <a:ext uri="{FF2B5EF4-FFF2-40B4-BE49-F238E27FC236}">
                  <a16:creationId xmlns:a16="http://schemas.microsoft.com/office/drawing/2014/main" id="{9C0E1C35-1108-EA21-1A4C-DD105D18E01D}"/>
                </a:ext>
              </a:extLst>
            </p:cNvPr>
            <p:cNvSpPr/>
            <p:nvPr/>
          </p:nvSpPr>
          <p:spPr>
            <a:xfrm>
              <a:off x="4743225" y="4301975"/>
              <a:ext cx="304800" cy="14450"/>
            </a:xfrm>
            <a:custGeom>
              <a:avLst/>
              <a:gdLst/>
              <a:ahLst/>
              <a:cxnLst/>
              <a:rect l="l" t="t" r="r" b="b"/>
              <a:pathLst>
                <a:path w="12192" h="578" extrusionOk="0">
                  <a:moveTo>
                    <a:pt x="289" y="1"/>
                  </a:moveTo>
                  <a:cubicBezTo>
                    <a:pt x="145" y="1"/>
                    <a:pt x="0" y="109"/>
                    <a:pt x="0" y="289"/>
                  </a:cubicBezTo>
                  <a:cubicBezTo>
                    <a:pt x="0" y="469"/>
                    <a:pt x="145" y="578"/>
                    <a:pt x="289" y="578"/>
                  </a:cubicBezTo>
                  <a:lnTo>
                    <a:pt x="11903" y="578"/>
                  </a:lnTo>
                  <a:cubicBezTo>
                    <a:pt x="12047" y="578"/>
                    <a:pt x="12191" y="469"/>
                    <a:pt x="12191" y="289"/>
                  </a:cubicBezTo>
                  <a:cubicBezTo>
                    <a:pt x="12191" y="109"/>
                    <a:pt x="12047" y="1"/>
                    <a:pt x="1190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28" name="Google Shape;4873;p64">
              <a:extLst>
                <a:ext uri="{FF2B5EF4-FFF2-40B4-BE49-F238E27FC236}">
                  <a16:creationId xmlns:a16="http://schemas.microsoft.com/office/drawing/2014/main" id="{AAEEC4F1-CC25-0D12-5370-0BB6184BA7C0}"/>
                </a:ext>
              </a:extLst>
            </p:cNvPr>
            <p:cNvSpPr/>
            <p:nvPr/>
          </p:nvSpPr>
          <p:spPr>
            <a:xfrm>
              <a:off x="5445625" y="4457975"/>
              <a:ext cx="94700" cy="15350"/>
            </a:xfrm>
            <a:custGeom>
              <a:avLst/>
              <a:gdLst/>
              <a:ahLst/>
              <a:cxnLst/>
              <a:rect l="l" t="t" r="r" b="b"/>
              <a:pathLst>
                <a:path w="3788" h="614" extrusionOk="0">
                  <a:moveTo>
                    <a:pt x="289" y="0"/>
                  </a:moveTo>
                  <a:cubicBezTo>
                    <a:pt x="145" y="0"/>
                    <a:pt x="1" y="144"/>
                    <a:pt x="1" y="289"/>
                  </a:cubicBezTo>
                  <a:cubicBezTo>
                    <a:pt x="1" y="469"/>
                    <a:pt x="145" y="613"/>
                    <a:pt x="289" y="613"/>
                  </a:cubicBezTo>
                  <a:lnTo>
                    <a:pt x="3463" y="613"/>
                  </a:lnTo>
                  <a:cubicBezTo>
                    <a:pt x="3643" y="613"/>
                    <a:pt x="3788" y="469"/>
                    <a:pt x="3788" y="289"/>
                  </a:cubicBezTo>
                  <a:cubicBezTo>
                    <a:pt x="3788" y="144"/>
                    <a:pt x="3643" y="0"/>
                    <a:pt x="346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29" name="Google Shape;4874;p64">
              <a:extLst>
                <a:ext uri="{FF2B5EF4-FFF2-40B4-BE49-F238E27FC236}">
                  <a16:creationId xmlns:a16="http://schemas.microsoft.com/office/drawing/2014/main" id="{BBC6DE68-D838-A4CE-911F-797011CE50EA}"/>
                </a:ext>
              </a:extLst>
            </p:cNvPr>
            <p:cNvSpPr/>
            <p:nvPr/>
          </p:nvSpPr>
          <p:spPr>
            <a:xfrm>
              <a:off x="5221125" y="4457975"/>
              <a:ext cx="174025" cy="15350"/>
            </a:xfrm>
            <a:custGeom>
              <a:avLst/>
              <a:gdLst/>
              <a:ahLst/>
              <a:cxnLst/>
              <a:rect l="l" t="t" r="r" b="b"/>
              <a:pathLst>
                <a:path w="6961" h="614" extrusionOk="0">
                  <a:moveTo>
                    <a:pt x="289" y="0"/>
                  </a:moveTo>
                  <a:cubicBezTo>
                    <a:pt x="144" y="0"/>
                    <a:pt x="0" y="144"/>
                    <a:pt x="0" y="289"/>
                  </a:cubicBezTo>
                  <a:cubicBezTo>
                    <a:pt x="0" y="469"/>
                    <a:pt x="144" y="613"/>
                    <a:pt x="289" y="613"/>
                  </a:cubicBezTo>
                  <a:lnTo>
                    <a:pt x="6672" y="613"/>
                  </a:lnTo>
                  <a:cubicBezTo>
                    <a:pt x="6817" y="613"/>
                    <a:pt x="6961" y="469"/>
                    <a:pt x="6961" y="289"/>
                  </a:cubicBezTo>
                  <a:cubicBezTo>
                    <a:pt x="6961" y="144"/>
                    <a:pt x="6817" y="0"/>
                    <a:pt x="6672"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30" name="Google Shape;4875;p64">
              <a:extLst>
                <a:ext uri="{FF2B5EF4-FFF2-40B4-BE49-F238E27FC236}">
                  <a16:creationId xmlns:a16="http://schemas.microsoft.com/office/drawing/2014/main" id="{D93359C6-2C09-932A-B0C3-021491F2A5F5}"/>
                </a:ext>
              </a:extLst>
            </p:cNvPr>
            <p:cNvSpPr/>
            <p:nvPr/>
          </p:nvSpPr>
          <p:spPr>
            <a:xfrm>
              <a:off x="4743225" y="4457975"/>
              <a:ext cx="384150" cy="15350"/>
            </a:xfrm>
            <a:custGeom>
              <a:avLst/>
              <a:gdLst/>
              <a:ahLst/>
              <a:cxnLst/>
              <a:rect l="l" t="t" r="r" b="b"/>
              <a:pathLst>
                <a:path w="15366" h="614" extrusionOk="0">
                  <a:moveTo>
                    <a:pt x="289" y="0"/>
                  </a:moveTo>
                  <a:cubicBezTo>
                    <a:pt x="145" y="0"/>
                    <a:pt x="0" y="144"/>
                    <a:pt x="0" y="289"/>
                  </a:cubicBezTo>
                  <a:cubicBezTo>
                    <a:pt x="0" y="469"/>
                    <a:pt x="145" y="613"/>
                    <a:pt x="289" y="613"/>
                  </a:cubicBezTo>
                  <a:lnTo>
                    <a:pt x="15077" y="613"/>
                  </a:lnTo>
                  <a:cubicBezTo>
                    <a:pt x="15221" y="613"/>
                    <a:pt x="15365" y="469"/>
                    <a:pt x="15365" y="289"/>
                  </a:cubicBezTo>
                  <a:cubicBezTo>
                    <a:pt x="15365" y="144"/>
                    <a:pt x="15221" y="0"/>
                    <a:pt x="15077"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31" name="Google Shape;4876;p64">
              <a:extLst>
                <a:ext uri="{FF2B5EF4-FFF2-40B4-BE49-F238E27FC236}">
                  <a16:creationId xmlns:a16="http://schemas.microsoft.com/office/drawing/2014/main" id="{B5669F11-D77B-6282-9861-8E7A5CFFC829}"/>
                </a:ext>
              </a:extLst>
            </p:cNvPr>
            <p:cNvSpPr/>
            <p:nvPr/>
          </p:nvSpPr>
          <p:spPr>
            <a:xfrm>
              <a:off x="5120125" y="4540925"/>
              <a:ext cx="420200" cy="15350"/>
            </a:xfrm>
            <a:custGeom>
              <a:avLst/>
              <a:gdLst/>
              <a:ahLst/>
              <a:cxnLst/>
              <a:rect l="l" t="t" r="r" b="b"/>
              <a:pathLst>
                <a:path w="16808" h="614" extrusionOk="0">
                  <a:moveTo>
                    <a:pt x="289" y="0"/>
                  </a:moveTo>
                  <a:cubicBezTo>
                    <a:pt x="109" y="0"/>
                    <a:pt x="1" y="145"/>
                    <a:pt x="1" y="325"/>
                  </a:cubicBezTo>
                  <a:cubicBezTo>
                    <a:pt x="1" y="469"/>
                    <a:pt x="109" y="613"/>
                    <a:pt x="289" y="613"/>
                  </a:cubicBezTo>
                  <a:lnTo>
                    <a:pt x="16483" y="613"/>
                  </a:lnTo>
                  <a:cubicBezTo>
                    <a:pt x="16663" y="613"/>
                    <a:pt x="16808" y="469"/>
                    <a:pt x="16808" y="325"/>
                  </a:cubicBezTo>
                  <a:cubicBezTo>
                    <a:pt x="16808" y="145"/>
                    <a:pt x="16663" y="0"/>
                    <a:pt x="1648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32" name="Google Shape;4877;p64">
              <a:extLst>
                <a:ext uri="{FF2B5EF4-FFF2-40B4-BE49-F238E27FC236}">
                  <a16:creationId xmlns:a16="http://schemas.microsoft.com/office/drawing/2014/main" id="{EFA8D63B-D514-B6AC-5F4B-4F086EB3A798}"/>
                </a:ext>
              </a:extLst>
            </p:cNvPr>
            <p:cNvSpPr/>
            <p:nvPr/>
          </p:nvSpPr>
          <p:spPr>
            <a:xfrm>
              <a:off x="4743225" y="4540925"/>
              <a:ext cx="304800" cy="15350"/>
            </a:xfrm>
            <a:custGeom>
              <a:avLst/>
              <a:gdLst/>
              <a:ahLst/>
              <a:cxnLst/>
              <a:rect l="l" t="t" r="r" b="b"/>
              <a:pathLst>
                <a:path w="12192" h="614" extrusionOk="0">
                  <a:moveTo>
                    <a:pt x="289" y="0"/>
                  </a:moveTo>
                  <a:cubicBezTo>
                    <a:pt x="145" y="0"/>
                    <a:pt x="0" y="145"/>
                    <a:pt x="0" y="325"/>
                  </a:cubicBezTo>
                  <a:cubicBezTo>
                    <a:pt x="0" y="469"/>
                    <a:pt x="145" y="613"/>
                    <a:pt x="289" y="613"/>
                  </a:cubicBezTo>
                  <a:lnTo>
                    <a:pt x="11903" y="613"/>
                  </a:lnTo>
                  <a:cubicBezTo>
                    <a:pt x="12047" y="613"/>
                    <a:pt x="12191" y="469"/>
                    <a:pt x="12191" y="325"/>
                  </a:cubicBezTo>
                  <a:cubicBezTo>
                    <a:pt x="12191" y="145"/>
                    <a:pt x="12047" y="0"/>
                    <a:pt x="1190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33" name="Google Shape;4878;p64">
              <a:extLst>
                <a:ext uri="{FF2B5EF4-FFF2-40B4-BE49-F238E27FC236}">
                  <a16:creationId xmlns:a16="http://schemas.microsoft.com/office/drawing/2014/main" id="{EAFBF84D-26F0-95C4-9C8D-9E30B916FC60}"/>
                </a:ext>
              </a:extLst>
            </p:cNvPr>
            <p:cNvSpPr/>
            <p:nvPr/>
          </p:nvSpPr>
          <p:spPr>
            <a:xfrm>
              <a:off x="5350950" y="4623875"/>
              <a:ext cx="189375" cy="15350"/>
            </a:xfrm>
            <a:custGeom>
              <a:avLst/>
              <a:gdLst/>
              <a:ahLst/>
              <a:cxnLst/>
              <a:rect l="l" t="t" r="r" b="b"/>
              <a:pathLst>
                <a:path w="7575" h="614" extrusionOk="0">
                  <a:moveTo>
                    <a:pt x="325" y="1"/>
                  </a:moveTo>
                  <a:cubicBezTo>
                    <a:pt x="145" y="1"/>
                    <a:pt x="1" y="145"/>
                    <a:pt x="1" y="325"/>
                  </a:cubicBezTo>
                  <a:cubicBezTo>
                    <a:pt x="1" y="469"/>
                    <a:pt x="145" y="614"/>
                    <a:pt x="325" y="614"/>
                  </a:cubicBezTo>
                  <a:lnTo>
                    <a:pt x="7250" y="614"/>
                  </a:lnTo>
                  <a:cubicBezTo>
                    <a:pt x="7430" y="614"/>
                    <a:pt x="7575" y="469"/>
                    <a:pt x="7575" y="325"/>
                  </a:cubicBezTo>
                  <a:cubicBezTo>
                    <a:pt x="7575" y="145"/>
                    <a:pt x="7430" y="1"/>
                    <a:pt x="7250"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34" name="Google Shape;4879;p64">
              <a:extLst>
                <a:ext uri="{FF2B5EF4-FFF2-40B4-BE49-F238E27FC236}">
                  <a16:creationId xmlns:a16="http://schemas.microsoft.com/office/drawing/2014/main" id="{B605054D-272B-2805-F275-F9323BEAFA5F}"/>
                </a:ext>
              </a:extLst>
            </p:cNvPr>
            <p:cNvSpPr/>
            <p:nvPr/>
          </p:nvSpPr>
          <p:spPr>
            <a:xfrm>
              <a:off x="4917250" y="4623875"/>
              <a:ext cx="376925" cy="15350"/>
            </a:xfrm>
            <a:custGeom>
              <a:avLst/>
              <a:gdLst/>
              <a:ahLst/>
              <a:cxnLst/>
              <a:rect l="l" t="t" r="r" b="b"/>
              <a:pathLst>
                <a:path w="15077" h="614" extrusionOk="0">
                  <a:moveTo>
                    <a:pt x="289" y="1"/>
                  </a:moveTo>
                  <a:cubicBezTo>
                    <a:pt x="109" y="1"/>
                    <a:pt x="0" y="145"/>
                    <a:pt x="0" y="325"/>
                  </a:cubicBezTo>
                  <a:cubicBezTo>
                    <a:pt x="0" y="469"/>
                    <a:pt x="109" y="614"/>
                    <a:pt x="289" y="614"/>
                  </a:cubicBezTo>
                  <a:lnTo>
                    <a:pt x="14752" y="614"/>
                  </a:lnTo>
                  <a:cubicBezTo>
                    <a:pt x="14932" y="614"/>
                    <a:pt x="15076" y="469"/>
                    <a:pt x="15076" y="325"/>
                  </a:cubicBezTo>
                  <a:cubicBezTo>
                    <a:pt x="15076" y="145"/>
                    <a:pt x="14932" y="1"/>
                    <a:pt x="14752"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35" name="Google Shape;4880;p64">
              <a:extLst>
                <a:ext uri="{FF2B5EF4-FFF2-40B4-BE49-F238E27FC236}">
                  <a16:creationId xmlns:a16="http://schemas.microsoft.com/office/drawing/2014/main" id="{74019BD1-BA08-8813-5D07-4975AED60E8D}"/>
                </a:ext>
              </a:extLst>
            </p:cNvPr>
            <p:cNvSpPr/>
            <p:nvPr/>
          </p:nvSpPr>
          <p:spPr>
            <a:xfrm>
              <a:off x="4743225" y="4623875"/>
              <a:ext cx="109125" cy="15350"/>
            </a:xfrm>
            <a:custGeom>
              <a:avLst/>
              <a:gdLst/>
              <a:ahLst/>
              <a:cxnLst/>
              <a:rect l="l" t="t" r="r" b="b"/>
              <a:pathLst>
                <a:path w="4365" h="614" extrusionOk="0">
                  <a:moveTo>
                    <a:pt x="289" y="1"/>
                  </a:moveTo>
                  <a:cubicBezTo>
                    <a:pt x="145" y="1"/>
                    <a:pt x="0" y="145"/>
                    <a:pt x="0" y="325"/>
                  </a:cubicBezTo>
                  <a:cubicBezTo>
                    <a:pt x="0" y="469"/>
                    <a:pt x="145" y="614"/>
                    <a:pt x="289" y="614"/>
                  </a:cubicBezTo>
                  <a:lnTo>
                    <a:pt x="4076" y="614"/>
                  </a:lnTo>
                  <a:cubicBezTo>
                    <a:pt x="4220" y="614"/>
                    <a:pt x="4365" y="469"/>
                    <a:pt x="4365" y="325"/>
                  </a:cubicBezTo>
                  <a:cubicBezTo>
                    <a:pt x="4365" y="145"/>
                    <a:pt x="4220" y="1"/>
                    <a:pt x="4076"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36" name="Google Shape;4881;p64">
              <a:extLst>
                <a:ext uri="{FF2B5EF4-FFF2-40B4-BE49-F238E27FC236}">
                  <a16:creationId xmlns:a16="http://schemas.microsoft.com/office/drawing/2014/main" id="{A9D62F2E-0EFC-3EE3-5DA7-0F8ED38EE841}"/>
                </a:ext>
              </a:extLst>
            </p:cNvPr>
            <p:cNvSpPr/>
            <p:nvPr/>
          </p:nvSpPr>
          <p:spPr>
            <a:xfrm>
              <a:off x="5068725" y="4696900"/>
              <a:ext cx="471600" cy="15375"/>
            </a:xfrm>
            <a:custGeom>
              <a:avLst/>
              <a:gdLst/>
              <a:ahLst/>
              <a:cxnLst/>
              <a:rect l="l" t="t" r="r" b="b"/>
              <a:pathLst>
                <a:path w="18864" h="615" extrusionOk="0">
                  <a:moveTo>
                    <a:pt x="325" y="1"/>
                  </a:moveTo>
                  <a:cubicBezTo>
                    <a:pt x="145" y="1"/>
                    <a:pt x="1" y="145"/>
                    <a:pt x="1" y="289"/>
                  </a:cubicBezTo>
                  <a:cubicBezTo>
                    <a:pt x="1" y="470"/>
                    <a:pt x="145" y="614"/>
                    <a:pt x="325" y="614"/>
                  </a:cubicBezTo>
                  <a:lnTo>
                    <a:pt x="18539" y="614"/>
                  </a:lnTo>
                  <a:cubicBezTo>
                    <a:pt x="18719" y="614"/>
                    <a:pt x="18864" y="470"/>
                    <a:pt x="18864" y="289"/>
                  </a:cubicBezTo>
                  <a:cubicBezTo>
                    <a:pt x="18864" y="145"/>
                    <a:pt x="18719" y="1"/>
                    <a:pt x="1853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37" name="Google Shape;4882;p64">
              <a:extLst>
                <a:ext uri="{FF2B5EF4-FFF2-40B4-BE49-F238E27FC236}">
                  <a16:creationId xmlns:a16="http://schemas.microsoft.com/office/drawing/2014/main" id="{0CC60786-596A-862E-F56B-A28CB6402EBC}"/>
                </a:ext>
              </a:extLst>
            </p:cNvPr>
            <p:cNvSpPr/>
            <p:nvPr/>
          </p:nvSpPr>
          <p:spPr>
            <a:xfrm>
              <a:off x="4743225" y="4696900"/>
              <a:ext cx="174050" cy="15375"/>
            </a:xfrm>
            <a:custGeom>
              <a:avLst/>
              <a:gdLst/>
              <a:ahLst/>
              <a:cxnLst/>
              <a:rect l="l" t="t" r="r" b="b"/>
              <a:pathLst>
                <a:path w="6962" h="615" extrusionOk="0">
                  <a:moveTo>
                    <a:pt x="289" y="1"/>
                  </a:moveTo>
                  <a:cubicBezTo>
                    <a:pt x="145" y="1"/>
                    <a:pt x="0" y="145"/>
                    <a:pt x="0" y="289"/>
                  </a:cubicBezTo>
                  <a:cubicBezTo>
                    <a:pt x="0" y="470"/>
                    <a:pt x="145" y="614"/>
                    <a:pt x="289" y="614"/>
                  </a:cubicBezTo>
                  <a:lnTo>
                    <a:pt x="6673" y="614"/>
                  </a:lnTo>
                  <a:cubicBezTo>
                    <a:pt x="6853" y="614"/>
                    <a:pt x="6961" y="470"/>
                    <a:pt x="6961" y="289"/>
                  </a:cubicBezTo>
                  <a:cubicBezTo>
                    <a:pt x="6961" y="145"/>
                    <a:pt x="6853" y="1"/>
                    <a:pt x="667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38" name="Google Shape;4883;p64">
              <a:extLst>
                <a:ext uri="{FF2B5EF4-FFF2-40B4-BE49-F238E27FC236}">
                  <a16:creationId xmlns:a16="http://schemas.microsoft.com/office/drawing/2014/main" id="{4AAB09A6-2106-2570-7B1B-554C1546D471}"/>
                </a:ext>
              </a:extLst>
            </p:cNvPr>
            <p:cNvSpPr/>
            <p:nvPr/>
          </p:nvSpPr>
          <p:spPr>
            <a:xfrm>
              <a:off x="5445625" y="4779875"/>
              <a:ext cx="94700" cy="15350"/>
            </a:xfrm>
            <a:custGeom>
              <a:avLst/>
              <a:gdLst/>
              <a:ahLst/>
              <a:cxnLst/>
              <a:rect l="l" t="t" r="r" b="b"/>
              <a:pathLst>
                <a:path w="3788" h="614" extrusionOk="0">
                  <a:moveTo>
                    <a:pt x="289" y="0"/>
                  </a:moveTo>
                  <a:cubicBezTo>
                    <a:pt x="145" y="0"/>
                    <a:pt x="1" y="144"/>
                    <a:pt x="1" y="325"/>
                  </a:cubicBezTo>
                  <a:cubicBezTo>
                    <a:pt x="1" y="469"/>
                    <a:pt x="145" y="613"/>
                    <a:pt x="289" y="613"/>
                  </a:cubicBezTo>
                  <a:lnTo>
                    <a:pt x="3463" y="613"/>
                  </a:lnTo>
                  <a:cubicBezTo>
                    <a:pt x="3643" y="613"/>
                    <a:pt x="3788" y="469"/>
                    <a:pt x="3788" y="325"/>
                  </a:cubicBezTo>
                  <a:cubicBezTo>
                    <a:pt x="3788" y="144"/>
                    <a:pt x="3643" y="0"/>
                    <a:pt x="346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39" name="Google Shape;4884;p64">
              <a:extLst>
                <a:ext uri="{FF2B5EF4-FFF2-40B4-BE49-F238E27FC236}">
                  <a16:creationId xmlns:a16="http://schemas.microsoft.com/office/drawing/2014/main" id="{5A15DE9A-659E-09E4-43DA-902B38162416}"/>
                </a:ext>
              </a:extLst>
            </p:cNvPr>
            <p:cNvSpPr/>
            <p:nvPr/>
          </p:nvSpPr>
          <p:spPr>
            <a:xfrm>
              <a:off x="5221125" y="4779875"/>
              <a:ext cx="174025" cy="15350"/>
            </a:xfrm>
            <a:custGeom>
              <a:avLst/>
              <a:gdLst/>
              <a:ahLst/>
              <a:cxnLst/>
              <a:rect l="l" t="t" r="r" b="b"/>
              <a:pathLst>
                <a:path w="6961" h="614" extrusionOk="0">
                  <a:moveTo>
                    <a:pt x="289" y="0"/>
                  </a:moveTo>
                  <a:cubicBezTo>
                    <a:pt x="144" y="0"/>
                    <a:pt x="0" y="144"/>
                    <a:pt x="0" y="325"/>
                  </a:cubicBezTo>
                  <a:cubicBezTo>
                    <a:pt x="0" y="469"/>
                    <a:pt x="144" y="613"/>
                    <a:pt x="289" y="613"/>
                  </a:cubicBezTo>
                  <a:lnTo>
                    <a:pt x="6672" y="613"/>
                  </a:lnTo>
                  <a:cubicBezTo>
                    <a:pt x="6817" y="613"/>
                    <a:pt x="6961" y="469"/>
                    <a:pt x="6961" y="325"/>
                  </a:cubicBezTo>
                  <a:cubicBezTo>
                    <a:pt x="6961" y="144"/>
                    <a:pt x="6817" y="0"/>
                    <a:pt x="6672"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40" name="Google Shape;4885;p64">
              <a:extLst>
                <a:ext uri="{FF2B5EF4-FFF2-40B4-BE49-F238E27FC236}">
                  <a16:creationId xmlns:a16="http://schemas.microsoft.com/office/drawing/2014/main" id="{BA26CBDC-8A30-C286-029C-4A36CA3EC3A2}"/>
                </a:ext>
              </a:extLst>
            </p:cNvPr>
            <p:cNvSpPr/>
            <p:nvPr/>
          </p:nvSpPr>
          <p:spPr>
            <a:xfrm>
              <a:off x="4743225" y="4779875"/>
              <a:ext cx="384150" cy="15350"/>
            </a:xfrm>
            <a:custGeom>
              <a:avLst/>
              <a:gdLst/>
              <a:ahLst/>
              <a:cxnLst/>
              <a:rect l="l" t="t" r="r" b="b"/>
              <a:pathLst>
                <a:path w="15366" h="614" extrusionOk="0">
                  <a:moveTo>
                    <a:pt x="289" y="0"/>
                  </a:moveTo>
                  <a:cubicBezTo>
                    <a:pt x="145" y="0"/>
                    <a:pt x="0" y="144"/>
                    <a:pt x="0" y="325"/>
                  </a:cubicBezTo>
                  <a:cubicBezTo>
                    <a:pt x="0" y="469"/>
                    <a:pt x="145" y="613"/>
                    <a:pt x="289" y="613"/>
                  </a:cubicBezTo>
                  <a:lnTo>
                    <a:pt x="15077" y="613"/>
                  </a:lnTo>
                  <a:cubicBezTo>
                    <a:pt x="15221" y="613"/>
                    <a:pt x="15365" y="469"/>
                    <a:pt x="15365" y="325"/>
                  </a:cubicBezTo>
                  <a:cubicBezTo>
                    <a:pt x="15365" y="144"/>
                    <a:pt x="15221" y="0"/>
                    <a:pt x="15077"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41" name="Google Shape;4886;p64">
              <a:extLst>
                <a:ext uri="{FF2B5EF4-FFF2-40B4-BE49-F238E27FC236}">
                  <a16:creationId xmlns:a16="http://schemas.microsoft.com/office/drawing/2014/main" id="{A160678C-2DAE-A73A-CB89-C0041A0D09D2}"/>
                </a:ext>
              </a:extLst>
            </p:cNvPr>
            <p:cNvSpPr/>
            <p:nvPr/>
          </p:nvSpPr>
          <p:spPr>
            <a:xfrm>
              <a:off x="5619650" y="3718600"/>
              <a:ext cx="671775" cy="1228275"/>
            </a:xfrm>
            <a:custGeom>
              <a:avLst/>
              <a:gdLst/>
              <a:ahLst/>
              <a:cxnLst/>
              <a:rect l="l" t="t" r="r" b="b"/>
              <a:pathLst>
                <a:path w="26871" h="49131" extrusionOk="0">
                  <a:moveTo>
                    <a:pt x="17529" y="0"/>
                  </a:moveTo>
                  <a:cubicBezTo>
                    <a:pt x="17385" y="0"/>
                    <a:pt x="17277" y="108"/>
                    <a:pt x="17241" y="253"/>
                  </a:cubicBezTo>
                  <a:lnTo>
                    <a:pt x="12408" y="36428"/>
                  </a:lnTo>
                  <a:lnTo>
                    <a:pt x="8440" y="16302"/>
                  </a:lnTo>
                  <a:cubicBezTo>
                    <a:pt x="8404" y="16158"/>
                    <a:pt x="8296" y="16050"/>
                    <a:pt x="8152" y="16050"/>
                  </a:cubicBezTo>
                  <a:cubicBezTo>
                    <a:pt x="7972" y="16050"/>
                    <a:pt x="7863" y="16158"/>
                    <a:pt x="7863" y="16302"/>
                  </a:cubicBezTo>
                  <a:lnTo>
                    <a:pt x="4870" y="43569"/>
                  </a:lnTo>
                  <a:lnTo>
                    <a:pt x="2958" y="38159"/>
                  </a:lnTo>
                  <a:cubicBezTo>
                    <a:pt x="2927" y="38065"/>
                    <a:pt x="2815" y="37972"/>
                    <a:pt x="2691" y="37972"/>
                  </a:cubicBezTo>
                  <a:cubicBezTo>
                    <a:pt x="2672" y="37972"/>
                    <a:pt x="2653" y="37974"/>
                    <a:pt x="2634" y="37979"/>
                  </a:cubicBezTo>
                  <a:cubicBezTo>
                    <a:pt x="2525" y="37979"/>
                    <a:pt x="2417" y="38087"/>
                    <a:pt x="2381" y="38195"/>
                  </a:cubicBezTo>
                  <a:lnTo>
                    <a:pt x="37" y="48763"/>
                  </a:lnTo>
                  <a:cubicBezTo>
                    <a:pt x="1" y="48943"/>
                    <a:pt x="109" y="49087"/>
                    <a:pt x="253" y="49124"/>
                  </a:cubicBezTo>
                  <a:cubicBezTo>
                    <a:pt x="277" y="49128"/>
                    <a:pt x="300" y="49131"/>
                    <a:pt x="322" y="49131"/>
                  </a:cubicBezTo>
                  <a:cubicBezTo>
                    <a:pt x="470" y="49131"/>
                    <a:pt x="582" y="49032"/>
                    <a:pt x="614" y="48907"/>
                  </a:cubicBezTo>
                  <a:lnTo>
                    <a:pt x="2742" y="39349"/>
                  </a:lnTo>
                  <a:lnTo>
                    <a:pt x="4725" y="45012"/>
                  </a:lnTo>
                  <a:cubicBezTo>
                    <a:pt x="4798" y="45156"/>
                    <a:pt x="4906" y="45228"/>
                    <a:pt x="5050" y="45228"/>
                  </a:cubicBezTo>
                  <a:cubicBezTo>
                    <a:pt x="5194" y="45192"/>
                    <a:pt x="5303" y="45084"/>
                    <a:pt x="5303" y="44940"/>
                  </a:cubicBezTo>
                  <a:lnTo>
                    <a:pt x="8224" y="18358"/>
                  </a:lnTo>
                  <a:lnTo>
                    <a:pt x="12155" y="38339"/>
                  </a:lnTo>
                  <a:cubicBezTo>
                    <a:pt x="12191" y="38484"/>
                    <a:pt x="12300" y="38556"/>
                    <a:pt x="12444" y="38556"/>
                  </a:cubicBezTo>
                  <a:cubicBezTo>
                    <a:pt x="12624" y="38556"/>
                    <a:pt x="12732" y="38448"/>
                    <a:pt x="12732" y="38303"/>
                  </a:cubicBezTo>
                  <a:lnTo>
                    <a:pt x="17529" y="2633"/>
                  </a:lnTo>
                  <a:lnTo>
                    <a:pt x="22723" y="44182"/>
                  </a:lnTo>
                  <a:cubicBezTo>
                    <a:pt x="22723" y="44291"/>
                    <a:pt x="22831" y="44399"/>
                    <a:pt x="22975" y="44435"/>
                  </a:cubicBezTo>
                  <a:cubicBezTo>
                    <a:pt x="22995" y="44441"/>
                    <a:pt x="23015" y="44444"/>
                    <a:pt x="23036" y="44444"/>
                  </a:cubicBezTo>
                  <a:cubicBezTo>
                    <a:pt x="23131" y="44444"/>
                    <a:pt x="23234" y="44380"/>
                    <a:pt x="23264" y="44291"/>
                  </a:cubicBezTo>
                  <a:lnTo>
                    <a:pt x="25176" y="40792"/>
                  </a:lnTo>
                  <a:lnTo>
                    <a:pt x="26258" y="48474"/>
                  </a:lnTo>
                  <a:cubicBezTo>
                    <a:pt x="26258" y="48631"/>
                    <a:pt x="26367" y="48734"/>
                    <a:pt x="26514" y="48734"/>
                  </a:cubicBezTo>
                  <a:cubicBezTo>
                    <a:pt x="26536" y="48734"/>
                    <a:pt x="26559" y="48731"/>
                    <a:pt x="26582" y="48727"/>
                  </a:cubicBezTo>
                  <a:cubicBezTo>
                    <a:pt x="26726" y="48727"/>
                    <a:pt x="26871" y="48583"/>
                    <a:pt x="26835" y="48402"/>
                  </a:cubicBezTo>
                  <a:lnTo>
                    <a:pt x="25680" y="39782"/>
                  </a:lnTo>
                  <a:cubicBezTo>
                    <a:pt x="25644" y="39674"/>
                    <a:pt x="25536" y="39566"/>
                    <a:pt x="25428" y="39530"/>
                  </a:cubicBezTo>
                  <a:cubicBezTo>
                    <a:pt x="25284" y="39530"/>
                    <a:pt x="25176" y="39566"/>
                    <a:pt x="25103" y="39674"/>
                  </a:cubicBezTo>
                  <a:lnTo>
                    <a:pt x="23192" y="43172"/>
                  </a:lnTo>
                  <a:lnTo>
                    <a:pt x="17854" y="289"/>
                  </a:lnTo>
                  <a:cubicBezTo>
                    <a:pt x="17818" y="108"/>
                    <a:pt x="17710" y="0"/>
                    <a:pt x="17529"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42" name="Google Shape;4887;p64">
              <a:extLst>
                <a:ext uri="{FF2B5EF4-FFF2-40B4-BE49-F238E27FC236}">
                  <a16:creationId xmlns:a16="http://schemas.microsoft.com/office/drawing/2014/main" id="{14B44606-86A8-CDB3-43EF-B76ADD28BC31}"/>
                </a:ext>
              </a:extLst>
            </p:cNvPr>
            <p:cNvSpPr/>
            <p:nvPr/>
          </p:nvSpPr>
          <p:spPr>
            <a:xfrm>
              <a:off x="4803625" y="3226950"/>
              <a:ext cx="1458050" cy="440500"/>
            </a:xfrm>
            <a:custGeom>
              <a:avLst/>
              <a:gdLst/>
              <a:ahLst/>
              <a:cxnLst/>
              <a:rect l="l" t="t" r="r" b="b"/>
              <a:pathLst>
                <a:path w="58322" h="17620" extrusionOk="0">
                  <a:moveTo>
                    <a:pt x="57979" y="1"/>
                  </a:moveTo>
                  <a:cubicBezTo>
                    <a:pt x="57907" y="1"/>
                    <a:pt x="57835" y="28"/>
                    <a:pt x="57780" y="82"/>
                  </a:cubicBezTo>
                  <a:lnTo>
                    <a:pt x="44508" y="14112"/>
                  </a:lnTo>
                  <a:lnTo>
                    <a:pt x="32281" y="4879"/>
                  </a:lnTo>
                  <a:cubicBezTo>
                    <a:pt x="32216" y="4846"/>
                    <a:pt x="32151" y="4828"/>
                    <a:pt x="32090" y="4828"/>
                  </a:cubicBezTo>
                  <a:cubicBezTo>
                    <a:pt x="32014" y="4828"/>
                    <a:pt x="31944" y="4855"/>
                    <a:pt x="31884" y="4915"/>
                  </a:cubicBezTo>
                  <a:lnTo>
                    <a:pt x="23697" y="12344"/>
                  </a:lnTo>
                  <a:lnTo>
                    <a:pt x="13995" y="3652"/>
                  </a:lnTo>
                  <a:cubicBezTo>
                    <a:pt x="13941" y="3598"/>
                    <a:pt x="13869" y="3571"/>
                    <a:pt x="13797" y="3571"/>
                  </a:cubicBezTo>
                  <a:cubicBezTo>
                    <a:pt x="13724" y="3571"/>
                    <a:pt x="13652" y="3598"/>
                    <a:pt x="13598" y="3652"/>
                  </a:cubicBezTo>
                  <a:lnTo>
                    <a:pt x="145" y="17105"/>
                  </a:lnTo>
                  <a:cubicBezTo>
                    <a:pt x="1" y="17214"/>
                    <a:pt x="1" y="17430"/>
                    <a:pt x="145" y="17538"/>
                  </a:cubicBezTo>
                  <a:cubicBezTo>
                    <a:pt x="199" y="17592"/>
                    <a:pt x="271" y="17619"/>
                    <a:pt x="344" y="17619"/>
                  </a:cubicBezTo>
                  <a:cubicBezTo>
                    <a:pt x="416" y="17619"/>
                    <a:pt x="488" y="17592"/>
                    <a:pt x="542" y="17538"/>
                  </a:cubicBezTo>
                  <a:lnTo>
                    <a:pt x="13815" y="4265"/>
                  </a:lnTo>
                  <a:lnTo>
                    <a:pt x="23517" y="12958"/>
                  </a:lnTo>
                  <a:cubicBezTo>
                    <a:pt x="23571" y="13012"/>
                    <a:pt x="23643" y="13039"/>
                    <a:pt x="23715" y="13039"/>
                  </a:cubicBezTo>
                  <a:cubicBezTo>
                    <a:pt x="23787" y="13039"/>
                    <a:pt x="23859" y="13012"/>
                    <a:pt x="23913" y="12958"/>
                  </a:cubicBezTo>
                  <a:lnTo>
                    <a:pt x="32101" y="5528"/>
                  </a:lnTo>
                  <a:lnTo>
                    <a:pt x="44327" y="14761"/>
                  </a:lnTo>
                  <a:cubicBezTo>
                    <a:pt x="44388" y="14806"/>
                    <a:pt x="44455" y="14826"/>
                    <a:pt x="44520" y="14826"/>
                  </a:cubicBezTo>
                  <a:cubicBezTo>
                    <a:pt x="44610" y="14826"/>
                    <a:pt x="44697" y="14788"/>
                    <a:pt x="44760" y="14725"/>
                  </a:cubicBezTo>
                  <a:lnTo>
                    <a:pt x="58213" y="514"/>
                  </a:lnTo>
                  <a:cubicBezTo>
                    <a:pt x="58321" y="406"/>
                    <a:pt x="58321" y="190"/>
                    <a:pt x="58177" y="82"/>
                  </a:cubicBezTo>
                  <a:cubicBezTo>
                    <a:pt x="58123" y="28"/>
                    <a:pt x="58051" y="1"/>
                    <a:pt x="5797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43" name="Google Shape;4888;p64">
              <a:extLst>
                <a:ext uri="{FF2B5EF4-FFF2-40B4-BE49-F238E27FC236}">
                  <a16:creationId xmlns:a16="http://schemas.microsoft.com/office/drawing/2014/main" id="{E1DDB037-3097-9EDF-9BDE-CE024B44DCC4}"/>
                </a:ext>
              </a:extLst>
            </p:cNvPr>
            <p:cNvSpPr/>
            <p:nvPr/>
          </p:nvSpPr>
          <p:spPr>
            <a:xfrm>
              <a:off x="5103900" y="3278575"/>
              <a:ext cx="89275" cy="89275"/>
            </a:xfrm>
            <a:custGeom>
              <a:avLst/>
              <a:gdLst/>
              <a:ahLst/>
              <a:cxnLst/>
              <a:rect l="l" t="t" r="r" b="b"/>
              <a:pathLst>
                <a:path w="3571" h="3571" extrusionOk="0">
                  <a:moveTo>
                    <a:pt x="1804" y="0"/>
                  </a:moveTo>
                  <a:cubicBezTo>
                    <a:pt x="794" y="0"/>
                    <a:pt x="0" y="830"/>
                    <a:pt x="0" y="1804"/>
                  </a:cubicBezTo>
                  <a:cubicBezTo>
                    <a:pt x="0" y="2778"/>
                    <a:pt x="794" y="3571"/>
                    <a:pt x="1804" y="3571"/>
                  </a:cubicBezTo>
                  <a:cubicBezTo>
                    <a:pt x="2777" y="3571"/>
                    <a:pt x="3571" y="2778"/>
                    <a:pt x="3571" y="1804"/>
                  </a:cubicBezTo>
                  <a:cubicBezTo>
                    <a:pt x="3571" y="830"/>
                    <a:pt x="2777" y="0"/>
                    <a:pt x="1804"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7844" name="Google Shape;4889;p64">
              <a:extLst>
                <a:ext uri="{FF2B5EF4-FFF2-40B4-BE49-F238E27FC236}">
                  <a16:creationId xmlns:a16="http://schemas.microsoft.com/office/drawing/2014/main" id="{3C26D251-AE8D-41D4-402A-9823330AF86A}"/>
                </a:ext>
              </a:extLst>
            </p:cNvPr>
            <p:cNvSpPr/>
            <p:nvPr/>
          </p:nvSpPr>
          <p:spPr>
            <a:xfrm>
              <a:off x="5096675" y="3271350"/>
              <a:ext cx="103725" cy="103725"/>
            </a:xfrm>
            <a:custGeom>
              <a:avLst/>
              <a:gdLst/>
              <a:ahLst/>
              <a:cxnLst/>
              <a:rect l="l" t="t" r="r" b="b"/>
              <a:pathLst>
                <a:path w="4149" h="4149" extrusionOk="0">
                  <a:moveTo>
                    <a:pt x="2093" y="614"/>
                  </a:moveTo>
                  <a:cubicBezTo>
                    <a:pt x="2886" y="614"/>
                    <a:pt x="3571" y="1263"/>
                    <a:pt x="3571" y="2093"/>
                  </a:cubicBezTo>
                  <a:cubicBezTo>
                    <a:pt x="3571" y="2886"/>
                    <a:pt x="2886" y="3571"/>
                    <a:pt x="2093" y="3571"/>
                  </a:cubicBezTo>
                  <a:cubicBezTo>
                    <a:pt x="1263" y="3571"/>
                    <a:pt x="614" y="2886"/>
                    <a:pt x="614" y="2093"/>
                  </a:cubicBezTo>
                  <a:cubicBezTo>
                    <a:pt x="614" y="1263"/>
                    <a:pt x="1263" y="614"/>
                    <a:pt x="2093" y="614"/>
                  </a:cubicBezTo>
                  <a:close/>
                  <a:moveTo>
                    <a:pt x="2093" y="1"/>
                  </a:moveTo>
                  <a:cubicBezTo>
                    <a:pt x="939" y="1"/>
                    <a:pt x="1" y="939"/>
                    <a:pt x="1" y="2093"/>
                  </a:cubicBezTo>
                  <a:cubicBezTo>
                    <a:pt x="1" y="3247"/>
                    <a:pt x="939" y="4149"/>
                    <a:pt x="2093" y="4149"/>
                  </a:cubicBezTo>
                  <a:cubicBezTo>
                    <a:pt x="3211" y="4149"/>
                    <a:pt x="4148" y="3247"/>
                    <a:pt x="4148" y="2093"/>
                  </a:cubicBezTo>
                  <a:cubicBezTo>
                    <a:pt x="4148" y="939"/>
                    <a:pt x="3211" y="1"/>
                    <a:pt x="209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45" name="Google Shape;4890;p64">
              <a:extLst>
                <a:ext uri="{FF2B5EF4-FFF2-40B4-BE49-F238E27FC236}">
                  <a16:creationId xmlns:a16="http://schemas.microsoft.com/office/drawing/2014/main" id="{B29DA273-E0E0-27BF-56DE-73F631BE9144}"/>
                </a:ext>
              </a:extLst>
            </p:cNvPr>
            <p:cNvSpPr/>
            <p:nvPr/>
          </p:nvSpPr>
          <p:spPr>
            <a:xfrm>
              <a:off x="5561050" y="3311025"/>
              <a:ext cx="89275" cy="88400"/>
            </a:xfrm>
            <a:custGeom>
              <a:avLst/>
              <a:gdLst/>
              <a:ahLst/>
              <a:cxnLst/>
              <a:rect l="l" t="t" r="r" b="b"/>
              <a:pathLst>
                <a:path w="3571" h="3536" extrusionOk="0">
                  <a:moveTo>
                    <a:pt x="1804" y="1"/>
                  </a:moveTo>
                  <a:cubicBezTo>
                    <a:pt x="794" y="1"/>
                    <a:pt x="0" y="794"/>
                    <a:pt x="0" y="1768"/>
                  </a:cubicBezTo>
                  <a:cubicBezTo>
                    <a:pt x="0" y="2742"/>
                    <a:pt x="794" y="3535"/>
                    <a:pt x="1804" y="3535"/>
                  </a:cubicBezTo>
                  <a:cubicBezTo>
                    <a:pt x="2777" y="3535"/>
                    <a:pt x="3571" y="2742"/>
                    <a:pt x="3571" y="1768"/>
                  </a:cubicBezTo>
                  <a:cubicBezTo>
                    <a:pt x="3571" y="794"/>
                    <a:pt x="2777" y="1"/>
                    <a:pt x="1804"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7846" name="Google Shape;4891;p64">
              <a:extLst>
                <a:ext uri="{FF2B5EF4-FFF2-40B4-BE49-F238E27FC236}">
                  <a16:creationId xmlns:a16="http://schemas.microsoft.com/office/drawing/2014/main" id="{778EECAC-1B7C-F355-3465-3AF75B8CF618}"/>
                </a:ext>
              </a:extLst>
            </p:cNvPr>
            <p:cNvSpPr/>
            <p:nvPr/>
          </p:nvSpPr>
          <p:spPr>
            <a:xfrm>
              <a:off x="5553825" y="3302925"/>
              <a:ext cx="103725" cy="104600"/>
            </a:xfrm>
            <a:custGeom>
              <a:avLst/>
              <a:gdLst/>
              <a:ahLst/>
              <a:cxnLst/>
              <a:rect l="l" t="t" r="r" b="b"/>
              <a:pathLst>
                <a:path w="4149" h="4184" extrusionOk="0">
                  <a:moveTo>
                    <a:pt x="2093" y="613"/>
                  </a:moveTo>
                  <a:cubicBezTo>
                    <a:pt x="2886" y="613"/>
                    <a:pt x="3535" y="1263"/>
                    <a:pt x="3535" y="2092"/>
                  </a:cubicBezTo>
                  <a:cubicBezTo>
                    <a:pt x="3535" y="2922"/>
                    <a:pt x="2886" y="3571"/>
                    <a:pt x="2093" y="3571"/>
                  </a:cubicBezTo>
                  <a:cubicBezTo>
                    <a:pt x="1263" y="3571"/>
                    <a:pt x="614" y="2922"/>
                    <a:pt x="614" y="2092"/>
                  </a:cubicBezTo>
                  <a:cubicBezTo>
                    <a:pt x="614" y="1263"/>
                    <a:pt x="1263" y="613"/>
                    <a:pt x="2093" y="613"/>
                  </a:cubicBezTo>
                  <a:close/>
                  <a:moveTo>
                    <a:pt x="2093" y="0"/>
                  </a:moveTo>
                  <a:cubicBezTo>
                    <a:pt x="939" y="0"/>
                    <a:pt x="1" y="938"/>
                    <a:pt x="1" y="2092"/>
                  </a:cubicBezTo>
                  <a:cubicBezTo>
                    <a:pt x="1" y="3246"/>
                    <a:pt x="939" y="4184"/>
                    <a:pt x="2093" y="4184"/>
                  </a:cubicBezTo>
                  <a:cubicBezTo>
                    <a:pt x="3211" y="4184"/>
                    <a:pt x="4148" y="3246"/>
                    <a:pt x="4148" y="2092"/>
                  </a:cubicBezTo>
                  <a:cubicBezTo>
                    <a:pt x="4148" y="938"/>
                    <a:pt x="3211" y="0"/>
                    <a:pt x="209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47" name="Google Shape;4892;p64">
              <a:extLst>
                <a:ext uri="{FF2B5EF4-FFF2-40B4-BE49-F238E27FC236}">
                  <a16:creationId xmlns:a16="http://schemas.microsoft.com/office/drawing/2014/main" id="{6E8692AE-90F8-586E-A5F4-A6192CAE4271}"/>
                </a:ext>
              </a:extLst>
            </p:cNvPr>
            <p:cNvSpPr/>
            <p:nvPr/>
          </p:nvSpPr>
          <p:spPr>
            <a:xfrm>
              <a:off x="5872125" y="3545475"/>
              <a:ext cx="89300" cy="89275"/>
            </a:xfrm>
            <a:custGeom>
              <a:avLst/>
              <a:gdLst/>
              <a:ahLst/>
              <a:cxnLst/>
              <a:rect l="l" t="t" r="r" b="b"/>
              <a:pathLst>
                <a:path w="3572" h="3571" extrusionOk="0">
                  <a:moveTo>
                    <a:pt x="1768" y="0"/>
                  </a:moveTo>
                  <a:cubicBezTo>
                    <a:pt x="794" y="0"/>
                    <a:pt x="0" y="794"/>
                    <a:pt x="0" y="1768"/>
                  </a:cubicBezTo>
                  <a:cubicBezTo>
                    <a:pt x="0" y="2777"/>
                    <a:pt x="794" y="3571"/>
                    <a:pt x="1768" y="3571"/>
                  </a:cubicBezTo>
                  <a:cubicBezTo>
                    <a:pt x="2778" y="3571"/>
                    <a:pt x="3571" y="2777"/>
                    <a:pt x="3571" y="1768"/>
                  </a:cubicBezTo>
                  <a:cubicBezTo>
                    <a:pt x="3571" y="794"/>
                    <a:pt x="2778" y="0"/>
                    <a:pt x="1768"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7848" name="Google Shape;4893;p64">
              <a:extLst>
                <a:ext uri="{FF2B5EF4-FFF2-40B4-BE49-F238E27FC236}">
                  <a16:creationId xmlns:a16="http://schemas.microsoft.com/office/drawing/2014/main" id="{72E6AB18-03CD-EB6E-DD9A-A605F2039AFA}"/>
                </a:ext>
              </a:extLst>
            </p:cNvPr>
            <p:cNvSpPr/>
            <p:nvPr/>
          </p:nvSpPr>
          <p:spPr>
            <a:xfrm>
              <a:off x="5864900" y="3538250"/>
              <a:ext cx="103725" cy="103725"/>
            </a:xfrm>
            <a:custGeom>
              <a:avLst/>
              <a:gdLst/>
              <a:ahLst/>
              <a:cxnLst/>
              <a:rect l="l" t="t" r="r" b="b"/>
              <a:pathLst>
                <a:path w="4149" h="4149" extrusionOk="0">
                  <a:moveTo>
                    <a:pt x="2057" y="578"/>
                  </a:moveTo>
                  <a:cubicBezTo>
                    <a:pt x="2886" y="614"/>
                    <a:pt x="3535" y="1263"/>
                    <a:pt x="3535" y="2057"/>
                  </a:cubicBezTo>
                  <a:cubicBezTo>
                    <a:pt x="3535" y="2886"/>
                    <a:pt x="2886" y="3535"/>
                    <a:pt x="2057" y="3535"/>
                  </a:cubicBezTo>
                  <a:cubicBezTo>
                    <a:pt x="1263" y="3535"/>
                    <a:pt x="614" y="2886"/>
                    <a:pt x="614" y="2057"/>
                  </a:cubicBezTo>
                  <a:cubicBezTo>
                    <a:pt x="614" y="1263"/>
                    <a:pt x="1263" y="614"/>
                    <a:pt x="2057" y="578"/>
                  </a:cubicBezTo>
                  <a:close/>
                  <a:moveTo>
                    <a:pt x="2057" y="1"/>
                  </a:moveTo>
                  <a:cubicBezTo>
                    <a:pt x="939" y="1"/>
                    <a:pt x="1" y="938"/>
                    <a:pt x="1" y="2057"/>
                  </a:cubicBezTo>
                  <a:cubicBezTo>
                    <a:pt x="1" y="3211"/>
                    <a:pt x="939" y="4148"/>
                    <a:pt x="2057" y="4148"/>
                  </a:cubicBezTo>
                  <a:cubicBezTo>
                    <a:pt x="3211" y="4148"/>
                    <a:pt x="4149" y="3211"/>
                    <a:pt x="4149" y="2057"/>
                  </a:cubicBezTo>
                  <a:cubicBezTo>
                    <a:pt x="4149" y="938"/>
                    <a:pt x="3211" y="1"/>
                    <a:pt x="2057"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7849" name="Google Shape;4894;p64">
              <a:extLst>
                <a:ext uri="{FF2B5EF4-FFF2-40B4-BE49-F238E27FC236}">
                  <a16:creationId xmlns:a16="http://schemas.microsoft.com/office/drawing/2014/main" id="{CC7B3F30-437F-68AA-149A-FE05100419A9}"/>
                </a:ext>
              </a:extLst>
            </p:cNvPr>
            <p:cNvSpPr/>
            <p:nvPr/>
          </p:nvSpPr>
          <p:spPr>
            <a:xfrm>
              <a:off x="6202150" y="3190200"/>
              <a:ext cx="89275" cy="88400"/>
            </a:xfrm>
            <a:custGeom>
              <a:avLst/>
              <a:gdLst/>
              <a:ahLst/>
              <a:cxnLst/>
              <a:rect l="l" t="t" r="r" b="b"/>
              <a:pathLst>
                <a:path w="3571" h="3536" extrusionOk="0">
                  <a:moveTo>
                    <a:pt x="1803" y="1"/>
                  </a:moveTo>
                  <a:cubicBezTo>
                    <a:pt x="793" y="1"/>
                    <a:pt x="0" y="794"/>
                    <a:pt x="0" y="1768"/>
                  </a:cubicBezTo>
                  <a:cubicBezTo>
                    <a:pt x="0" y="2742"/>
                    <a:pt x="793" y="3535"/>
                    <a:pt x="1803" y="3535"/>
                  </a:cubicBezTo>
                  <a:cubicBezTo>
                    <a:pt x="2777" y="3535"/>
                    <a:pt x="3571" y="2742"/>
                    <a:pt x="3571" y="1768"/>
                  </a:cubicBezTo>
                  <a:cubicBezTo>
                    <a:pt x="3571" y="794"/>
                    <a:pt x="2777" y="1"/>
                    <a:pt x="1803"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8256" name="Google Shape;4895;p64">
              <a:extLst>
                <a:ext uri="{FF2B5EF4-FFF2-40B4-BE49-F238E27FC236}">
                  <a16:creationId xmlns:a16="http://schemas.microsoft.com/office/drawing/2014/main" id="{968A98AC-2878-C5E0-6860-D12736E2A458}"/>
                </a:ext>
              </a:extLst>
            </p:cNvPr>
            <p:cNvSpPr/>
            <p:nvPr/>
          </p:nvSpPr>
          <p:spPr>
            <a:xfrm>
              <a:off x="6194925" y="3183000"/>
              <a:ext cx="103725" cy="103700"/>
            </a:xfrm>
            <a:custGeom>
              <a:avLst/>
              <a:gdLst/>
              <a:ahLst/>
              <a:cxnLst/>
              <a:rect l="l" t="t" r="r" b="b"/>
              <a:pathLst>
                <a:path w="4149" h="4148" extrusionOk="0">
                  <a:moveTo>
                    <a:pt x="2092" y="577"/>
                  </a:moveTo>
                  <a:cubicBezTo>
                    <a:pt x="2886" y="577"/>
                    <a:pt x="3535" y="1263"/>
                    <a:pt x="3535" y="2056"/>
                  </a:cubicBezTo>
                  <a:cubicBezTo>
                    <a:pt x="3535" y="2886"/>
                    <a:pt x="2886" y="3535"/>
                    <a:pt x="2092" y="3535"/>
                  </a:cubicBezTo>
                  <a:cubicBezTo>
                    <a:pt x="1263" y="3535"/>
                    <a:pt x="614" y="2886"/>
                    <a:pt x="614" y="2056"/>
                  </a:cubicBezTo>
                  <a:cubicBezTo>
                    <a:pt x="614" y="1263"/>
                    <a:pt x="1263" y="577"/>
                    <a:pt x="2092" y="577"/>
                  </a:cubicBezTo>
                  <a:close/>
                  <a:moveTo>
                    <a:pt x="2092" y="0"/>
                  </a:moveTo>
                  <a:cubicBezTo>
                    <a:pt x="938" y="0"/>
                    <a:pt x="0" y="902"/>
                    <a:pt x="0" y="2056"/>
                  </a:cubicBezTo>
                  <a:cubicBezTo>
                    <a:pt x="0" y="3210"/>
                    <a:pt x="938" y="4148"/>
                    <a:pt x="2092" y="4148"/>
                  </a:cubicBezTo>
                  <a:cubicBezTo>
                    <a:pt x="3210" y="4148"/>
                    <a:pt x="4148" y="3210"/>
                    <a:pt x="4148" y="2056"/>
                  </a:cubicBezTo>
                  <a:cubicBezTo>
                    <a:pt x="4148" y="902"/>
                    <a:pt x="3210" y="0"/>
                    <a:pt x="2092"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57" name="Google Shape;4896;p64">
              <a:extLst>
                <a:ext uri="{FF2B5EF4-FFF2-40B4-BE49-F238E27FC236}">
                  <a16:creationId xmlns:a16="http://schemas.microsoft.com/office/drawing/2014/main" id="{64DA4C1D-0D6C-89EC-8C10-AFFDA705CE24}"/>
                </a:ext>
              </a:extLst>
            </p:cNvPr>
            <p:cNvSpPr/>
            <p:nvPr/>
          </p:nvSpPr>
          <p:spPr>
            <a:xfrm>
              <a:off x="4767575" y="3615800"/>
              <a:ext cx="89275" cy="88400"/>
            </a:xfrm>
            <a:custGeom>
              <a:avLst/>
              <a:gdLst/>
              <a:ahLst/>
              <a:cxnLst/>
              <a:rect l="l" t="t" r="r" b="b"/>
              <a:pathLst>
                <a:path w="3571" h="3536" extrusionOk="0">
                  <a:moveTo>
                    <a:pt x="1804" y="0"/>
                  </a:moveTo>
                  <a:cubicBezTo>
                    <a:pt x="794" y="0"/>
                    <a:pt x="0" y="794"/>
                    <a:pt x="0" y="1768"/>
                  </a:cubicBezTo>
                  <a:cubicBezTo>
                    <a:pt x="0" y="2742"/>
                    <a:pt x="794" y="3535"/>
                    <a:pt x="1804" y="3535"/>
                  </a:cubicBezTo>
                  <a:cubicBezTo>
                    <a:pt x="2777" y="3535"/>
                    <a:pt x="3571" y="2742"/>
                    <a:pt x="3571" y="1768"/>
                  </a:cubicBezTo>
                  <a:cubicBezTo>
                    <a:pt x="3571" y="794"/>
                    <a:pt x="2777" y="0"/>
                    <a:pt x="1804"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8258" name="Google Shape;4897;p64">
              <a:extLst>
                <a:ext uri="{FF2B5EF4-FFF2-40B4-BE49-F238E27FC236}">
                  <a16:creationId xmlns:a16="http://schemas.microsoft.com/office/drawing/2014/main" id="{D7900259-10BA-396D-FB70-24A466609DB8}"/>
                </a:ext>
              </a:extLst>
            </p:cNvPr>
            <p:cNvSpPr/>
            <p:nvPr/>
          </p:nvSpPr>
          <p:spPr>
            <a:xfrm>
              <a:off x="4760350" y="3607675"/>
              <a:ext cx="103725" cy="103725"/>
            </a:xfrm>
            <a:custGeom>
              <a:avLst/>
              <a:gdLst/>
              <a:ahLst/>
              <a:cxnLst/>
              <a:rect l="l" t="t" r="r" b="b"/>
              <a:pathLst>
                <a:path w="4149" h="4149" extrusionOk="0">
                  <a:moveTo>
                    <a:pt x="2093" y="614"/>
                  </a:moveTo>
                  <a:cubicBezTo>
                    <a:pt x="2886" y="614"/>
                    <a:pt x="3535" y="1263"/>
                    <a:pt x="3571" y="2093"/>
                  </a:cubicBezTo>
                  <a:cubicBezTo>
                    <a:pt x="3535" y="2886"/>
                    <a:pt x="2886" y="3572"/>
                    <a:pt x="2093" y="3572"/>
                  </a:cubicBezTo>
                  <a:cubicBezTo>
                    <a:pt x="1263" y="3572"/>
                    <a:pt x="614" y="2886"/>
                    <a:pt x="614" y="2093"/>
                  </a:cubicBezTo>
                  <a:cubicBezTo>
                    <a:pt x="614" y="1263"/>
                    <a:pt x="1263" y="614"/>
                    <a:pt x="2093" y="614"/>
                  </a:cubicBezTo>
                  <a:close/>
                  <a:moveTo>
                    <a:pt x="2093" y="1"/>
                  </a:moveTo>
                  <a:cubicBezTo>
                    <a:pt x="938" y="1"/>
                    <a:pt x="1" y="939"/>
                    <a:pt x="1" y="2093"/>
                  </a:cubicBezTo>
                  <a:cubicBezTo>
                    <a:pt x="1" y="3247"/>
                    <a:pt x="938" y="4149"/>
                    <a:pt x="2093" y="4149"/>
                  </a:cubicBezTo>
                  <a:cubicBezTo>
                    <a:pt x="3211" y="4149"/>
                    <a:pt x="4148" y="3247"/>
                    <a:pt x="4148" y="2093"/>
                  </a:cubicBezTo>
                  <a:cubicBezTo>
                    <a:pt x="4148" y="939"/>
                    <a:pt x="3211" y="1"/>
                    <a:pt x="209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59" name="Google Shape;4898;p64">
              <a:extLst>
                <a:ext uri="{FF2B5EF4-FFF2-40B4-BE49-F238E27FC236}">
                  <a16:creationId xmlns:a16="http://schemas.microsoft.com/office/drawing/2014/main" id="{3B7471F6-FF1D-6CD8-7119-8BE8DD9C723C}"/>
                </a:ext>
              </a:extLst>
            </p:cNvPr>
            <p:cNvSpPr/>
            <p:nvPr/>
          </p:nvSpPr>
          <p:spPr>
            <a:xfrm>
              <a:off x="5351850" y="3488650"/>
              <a:ext cx="89300" cy="88400"/>
            </a:xfrm>
            <a:custGeom>
              <a:avLst/>
              <a:gdLst/>
              <a:ahLst/>
              <a:cxnLst/>
              <a:rect l="l" t="t" r="r" b="b"/>
              <a:pathLst>
                <a:path w="3572" h="3536" extrusionOk="0">
                  <a:moveTo>
                    <a:pt x="1768" y="1"/>
                  </a:moveTo>
                  <a:cubicBezTo>
                    <a:pt x="794" y="1"/>
                    <a:pt x="1" y="794"/>
                    <a:pt x="1" y="1768"/>
                  </a:cubicBezTo>
                  <a:cubicBezTo>
                    <a:pt x="1" y="2742"/>
                    <a:pt x="794" y="3536"/>
                    <a:pt x="1768" y="3536"/>
                  </a:cubicBezTo>
                  <a:cubicBezTo>
                    <a:pt x="2742" y="3536"/>
                    <a:pt x="3571" y="2742"/>
                    <a:pt x="3571" y="1768"/>
                  </a:cubicBezTo>
                  <a:cubicBezTo>
                    <a:pt x="3571" y="794"/>
                    <a:pt x="2742" y="1"/>
                    <a:pt x="1768"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8260" name="Google Shape;4899;p64">
              <a:extLst>
                <a:ext uri="{FF2B5EF4-FFF2-40B4-BE49-F238E27FC236}">
                  <a16:creationId xmlns:a16="http://schemas.microsoft.com/office/drawing/2014/main" id="{8F947915-B628-2EBF-EAA2-4746D7446D83}"/>
                </a:ext>
              </a:extLst>
            </p:cNvPr>
            <p:cNvSpPr/>
            <p:nvPr/>
          </p:nvSpPr>
          <p:spPr>
            <a:xfrm>
              <a:off x="5344650" y="3480550"/>
              <a:ext cx="103700" cy="104625"/>
            </a:xfrm>
            <a:custGeom>
              <a:avLst/>
              <a:gdLst/>
              <a:ahLst/>
              <a:cxnLst/>
              <a:rect l="l" t="t" r="r" b="b"/>
              <a:pathLst>
                <a:path w="4148" h="4185" extrusionOk="0">
                  <a:moveTo>
                    <a:pt x="2056" y="614"/>
                  </a:moveTo>
                  <a:cubicBezTo>
                    <a:pt x="2886" y="614"/>
                    <a:pt x="3535" y="1263"/>
                    <a:pt x="3535" y="2092"/>
                  </a:cubicBezTo>
                  <a:cubicBezTo>
                    <a:pt x="3535" y="2922"/>
                    <a:pt x="2886" y="3571"/>
                    <a:pt x="2056" y="3571"/>
                  </a:cubicBezTo>
                  <a:cubicBezTo>
                    <a:pt x="1263" y="3571"/>
                    <a:pt x="577" y="2922"/>
                    <a:pt x="577" y="2092"/>
                  </a:cubicBezTo>
                  <a:cubicBezTo>
                    <a:pt x="577" y="1263"/>
                    <a:pt x="1263" y="614"/>
                    <a:pt x="2056" y="614"/>
                  </a:cubicBezTo>
                  <a:close/>
                  <a:moveTo>
                    <a:pt x="2056" y="0"/>
                  </a:moveTo>
                  <a:cubicBezTo>
                    <a:pt x="902" y="0"/>
                    <a:pt x="0" y="938"/>
                    <a:pt x="0" y="2092"/>
                  </a:cubicBezTo>
                  <a:cubicBezTo>
                    <a:pt x="0" y="3246"/>
                    <a:pt x="902" y="4184"/>
                    <a:pt x="2056" y="4184"/>
                  </a:cubicBezTo>
                  <a:cubicBezTo>
                    <a:pt x="3210" y="4184"/>
                    <a:pt x="4148" y="3246"/>
                    <a:pt x="4148" y="2092"/>
                  </a:cubicBezTo>
                  <a:cubicBezTo>
                    <a:pt x="4148" y="938"/>
                    <a:pt x="3210" y="0"/>
                    <a:pt x="2056"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61" name="Google Shape;4900;p64">
              <a:extLst>
                <a:ext uri="{FF2B5EF4-FFF2-40B4-BE49-F238E27FC236}">
                  <a16:creationId xmlns:a16="http://schemas.microsoft.com/office/drawing/2014/main" id="{1F5FF2DB-0159-D275-33DE-F1B60785F31B}"/>
                </a:ext>
              </a:extLst>
            </p:cNvPr>
            <p:cNvSpPr/>
            <p:nvPr/>
          </p:nvSpPr>
          <p:spPr>
            <a:xfrm>
              <a:off x="2393450" y="2124425"/>
              <a:ext cx="147900" cy="90200"/>
            </a:xfrm>
            <a:custGeom>
              <a:avLst/>
              <a:gdLst/>
              <a:ahLst/>
              <a:cxnLst/>
              <a:rect l="l" t="t" r="r" b="b"/>
              <a:pathLst>
                <a:path w="5916" h="3608" extrusionOk="0">
                  <a:moveTo>
                    <a:pt x="5563" y="0"/>
                  </a:moveTo>
                  <a:cubicBezTo>
                    <a:pt x="5511" y="0"/>
                    <a:pt x="5459" y="12"/>
                    <a:pt x="5411" y="36"/>
                  </a:cubicBezTo>
                  <a:lnTo>
                    <a:pt x="181" y="3066"/>
                  </a:lnTo>
                  <a:cubicBezTo>
                    <a:pt x="37" y="3138"/>
                    <a:pt x="1" y="3319"/>
                    <a:pt x="73" y="3463"/>
                  </a:cubicBezTo>
                  <a:cubicBezTo>
                    <a:pt x="145" y="3559"/>
                    <a:pt x="249" y="3607"/>
                    <a:pt x="353" y="3607"/>
                  </a:cubicBezTo>
                  <a:cubicBezTo>
                    <a:pt x="405" y="3607"/>
                    <a:pt x="457" y="3595"/>
                    <a:pt x="506" y="3571"/>
                  </a:cubicBezTo>
                  <a:lnTo>
                    <a:pt x="5735" y="578"/>
                  </a:lnTo>
                  <a:cubicBezTo>
                    <a:pt x="5880" y="469"/>
                    <a:pt x="5916" y="289"/>
                    <a:pt x="5843" y="145"/>
                  </a:cubicBezTo>
                  <a:cubicBezTo>
                    <a:pt x="5771" y="49"/>
                    <a:pt x="5667" y="0"/>
                    <a:pt x="556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62" name="Google Shape;4901;p64">
              <a:extLst>
                <a:ext uri="{FF2B5EF4-FFF2-40B4-BE49-F238E27FC236}">
                  <a16:creationId xmlns:a16="http://schemas.microsoft.com/office/drawing/2014/main" id="{6CFD8898-B060-0CFC-F82F-34A12856245A}"/>
                </a:ext>
              </a:extLst>
            </p:cNvPr>
            <p:cNvSpPr/>
            <p:nvPr/>
          </p:nvSpPr>
          <p:spPr>
            <a:xfrm>
              <a:off x="1756875" y="1902825"/>
              <a:ext cx="783575" cy="901950"/>
            </a:xfrm>
            <a:custGeom>
              <a:avLst/>
              <a:gdLst/>
              <a:ahLst/>
              <a:cxnLst/>
              <a:rect l="l" t="t" r="r" b="b"/>
              <a:pathLst>
                <a:path w="31343" h="36078" extrusionOk="0">
                  <a:moveTo>
                    <a:pt x="15653" y="641"/>
                  </a:moveTo>
                  <a:lnTo>
                    <a:pt x="30729" y="9333"/>
                  </a:lnTo>
                  <a:lnTo>
                    <a:pt x="30729" y="26718"/>
                  </a:lnTo>
                  <a:lnTo>
                    <a:pt x="15653" y="35446"/>
                  </a:lnTo>
                  <a:lnTo>
                    <a:pt x="613" y="26718"/>
                  </a:lnTo>
                  <a:lnTo>
                    <a:pt x="613" y="9358"/>
                  </a:lnTo>
                  <a:lnTo>
                    <a:pt x="15653" y="641"/>
                  </a:lnTo>
                  <a:close/>
                  <a:moveTo>
                    <a:pt x="15671" y="1"/>
                  </a:moveTo>
                  <a:cubicBezTo>
                    <a:pt x="15617" y="1"/>
                    <a:pt x="15563" y="10"/>
                    <a:pt x="15509" y="28"/>
                  </a:cubicBezTo>
                  <a:lnTo>
                    <a:pt x="144" y="8900"/>
                  </a:lnTo>
                  <a:cubicBezTo>
                    <a:pt x="72" y="8973"/>
                    <a:pt x="0" y="9045"/>
                    <a:pt x="0" y="9153"/>
                  </a:cubicBezTo>
                  <a:lnTo>
                    <a:pt x="0" y="26898"/>
                  </a:lnTo>
                  <a:cubicBezTo>
                    <a:pt x="0" y="27006"/>
                    <a:pt x="72" y="27114"/>
                    <a:pt x="144" y="27150"/>
                  </a:cubicBezTo>
                  <a:lnTo>
                    <a:pt x="15509" y="36023"/>
                  </a:lnTo>
                  <a:cubicBezTo>
                    <a:pt x="15563" y="36059"/>
                    <a:pt x="15617" y="36077"/>
                    <a:pt x="15671" y="36077"/>
                  </a:cubicBezTo>
                  <a:cubicBezTo>
                    <a:pt x="15725" y="36077"/>
                    <a:pt x="15780" y="36059"/>
                    <a:pt x="15834" y="36023"/>
                  </a:cubicBezTo>
                  <a:lnTo>
                    <a:pt x="31198" y="27150"/>
                  </a:lnTo>
                  <a:cubicBezTo>
                    <a:pt x="31270" y="27114"/>
                    <a:pt x="31343" y="27006"/>
                    <a:pt x="31343" y="26898"/>
                  </a:cubicBezTo>
                  <a:lnTo>
                    <a:pt x="31343" y="9153"/>
                  </a:lnTo>
                  <a:cubicBezTo>
                    <a:pt x="31343" y="9045"/>
                    <a:pt x="31270" y="8973"/>
                    <a:pt x="31198" y="8900"/>
                  </a:cubicBezTo>
                  <a:lnTo>
                    <a:pt x="15834" y="28"/>
                  </a:lnTo>
                  <a:cubicBezTo>
                    <a:pt x="15780" y="10"/>
                    <a:pt x="15725" y="1"/>
                    <a:pt x="15671"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63" name="Google Shape;4902;p64">
              <a:extLst>
                <a:ext uri="{FF2B5EF4-FFF2-40B4-BE49-F238E27FC236}">
                  <a16:creationId xmlns:a16="http://schemas.microsoft.com/office/drawing/2014/main" id="{B9E48B18-8312-935A-EE5E-BBE485E9AE44}"/>
                </a:ext>
              </a:extLst>
            </p:cNvPr>
            <p:cNvSpPr/>
            <p:nvPr/>
          </p:nvSpPr>
          <p:spPr>
            <a:xfrm>
              <a:off x="1887600" y="2053425"/>
              <a:ext cx="522100" cy="600750"/>
            </a:xfrm>
            <a:custGeom>
              <a:avLst/>
              <a:gdLst/>
              <a:ahLst/>
              <a:cxnLst/>
              <a:rect l="l" t="t" r="r" b="b"/>
              <a:pathLst>
                <a:path w="20884" h="24030" extrusionOk="0">
                  <a:moveTo>
                    <a:pt x="10424" y="640"/>
                  </a:moveTo>
                  <a:lnTo>
                    <a:pt x="20271" y="6339"/>
                  </a:lnTo>
                  <a:lnTo>
                    <a:pt x="20271" y="17700"/>
                  </a:lnTo>
                  <a:lnTo>
                    <a:pt x="10424" y="23363"/>
                  </a:lnTo>
                  <a:lnTo>
                    <a:pt x="614" y="17700"/>
                  </a:lnTo>
                  <a:lnTo>
                    <a:pt x="614" y="6307"/>
                  </a:lnTo>
                  <a:lnTo>
                    <a:pt x="10424" y="640"/>
                  </a:lnTo>
                  <a:close/>
                  <a:moveTo>
                    <a:pt x="10442" y="0"/>
                  </a:moveTo>
                  <a:cubicBezTo>
                    <a:pt x="10388" y="0"/>
                    <a:pt x="10334" y="9"/>
                    <a:pt x="10280" y="27"/>
                  </a:cubicBezTo>
                  <a:lnTo>
                    <a:pt x="145" y="5906"/>
                  </a:lnTo>
                  <a:cubicBezTo>
                    <a:pt x="73" y="5942"/>
                    <a:pt x="1" y="6050"/>
                    <a:pt x="1" y="6159"/>
                  </a:cubicBezTo>
                  <a:lnTo>
                    <a:pt x="1" y="17880"/>
                  </a:lnTo>
                  <a:cubicBezTo>
                    <a:pt x="1" y="17989"/>
                    <a:pt x="73" y="18061"/>
                    <a:pt x="145" y="18133"/>
                  </a:cubicBezTo>
                  <a:lnTo>
                    <a:pt x="10280" y="23976"/>
                  </a:lnTo>
                  <a:cubicBezTo>
                    <a:pt x="10334" y="24012"/>
                    <a:pt x="10388" y="24030"/>
                    <a:pt x="10442" y="24030"/>
                  </a:cubicBezTo>
                  <a:cubicBezTo>
                    <a:pt x="10496" y="24030"/>
                    <a:pt x="10551" y="24012"/>
                    <a:pt x="10605" y="23976"/>
                  </a:cubicBezTo>
                  <a:lnTo>
                    <a:pt x="20740" y="18133"/>
                  </a:lnTo>
                  <a:cubicBezTo>
                    <a:pt x="20812" y="18061"/>
                    <a:pt x="20884" y="17989"/>
                    <a:pt x="20884" y="17880"/>
                  </a:cubicBezTo>
                  <a:lnTo>
                    <a:pt x="20884" y="6159"/>
                  </a:lnTo>
                  <a:cubicBezTo>
                    <a:pt x="20884" y="6050"/>
                    <a:pt x="20812" y="5942"/>
                    <a:pt x="20740" y="5906"/>
                  </a:cubicBezTo>
                  <a:lnTo>
                    <a:pt x="10605" y="27"/>
                  </a:lnTo>
                  <a:cubicBezTo>
                    <a:pt x="10551" y="9"/>
                    <a:pt x="10496" y="0"/>
                    <a:pt x="10442"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64" name="Google Shape;4903;p64">
              <a:extLst>
                <a:ext uri="{FF2B5EF4-FFF2-40B4-BE49-F238E27FC236}">
                  <a16:creationId xmlns:a16="http://schemas.microsoft.com/office/drawing/2014/main" id="{01EA9E54-134B-D07C-EF7E-C273FCFC9A60}"/>
                </a:ext>
              </a:extLst>
            </p:cNvPr>
            <p:cNvSpPr/>
            <p:nvPr/>
          </p:nvSpPr>
          <p:spPr>
            <a:xfrm>
              <a:off x="2140975" y="1573500"/>
              <a:ext cx="15350" cy="344475"/>
            </a:xfrm>
            <a:custGeom>
              <a:avLst/>
              <a:gdLst/>
              <a:ahLst/>
              <a:cxnLst/>
              <a:rect l="l" t="t" r="r" b="b"/>
              <a:pathLst>
                <a:path w="614" h="13779" extrusionOk="0">
                  <a:moveTo>
                    <a:pt x="289" y="0"/>
                  </a:moveTo>
                  <a:cubicBezTo>
                    <a:pt x="145" y="0"/>
                    <a:pt x="1" y="109"/>
                    <a:pt x="1" y="289"/>
                  </a:cubicBezTo>
                  <a:lnTo>
                    <a:pt x="1" y="13453"/>
                  </a:lnTo>
                  <a:cubicBezTo>
                    <a:pt x="1" y="13634"/>
                    <a:pt x="145" y="13778"/>
                    <a:pt x="289" y="13778"/>
                  </a:cubicBezTo>
                  <a:cubicBezTo>
                    <a:pt x="470" y="13778"/>
                    <a:pt x="614" y="13634"/>
                    <a:pt x="614" y="13453"/>
                  </a:cubicBezTo>
                  <a:lnTo>
                    <a:pt x="614" y="289"/>
                  </a:lnTo>
                  <a:cubicBezTo>
                    <a:pt x="614" y="109"/>
                    <a:pt x="470" y="0"/>
                    <a:pt x="289"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65" name="Google Shape;4904;p64">
              <a:extLst>
                <a:ext uri="{FF2B5EF4-FFF2-40B4-BE49-F238E27FC236}">
                  <a16:creationId xmlns:a16="http://schemas.microsoft.com/office/drawing/2014/main" id="{934088BE-AB3C-07CF-7B15-4D415E33F2F6}"/>
                </a:ext>
              </a:extLst>
            </p:cNvPr>
            <p:cNvSpPr/>
            <p:nvPr/>
          </p:nvSpPr>
          <p:spPr>
            <a:xfrm>
              <a:off x="2083275" y="1499550"/>
              <a:ext cx="129875" cy="129875"/>
            </a:xfrm>
            <a:custGeom>
              <a:avLst/>
              <a:gdLst/>
              <a:ahLst/>
              <a:cxnLst/>
              <a:rect l="l" t="t" r="r" b="b"/>
              <a:pathLst>
                <a:path w="5195" h="5195" extrusionOk="0">
                  <a:moveTo>
                    <a:pt x="2597" y="1"/>
                  </a:moveTo>
                  <a:cubicBezTo>
                    <a:pt x="1191" y="1"/>
                    <a:pt x="1" y="1155"/>
                    <a:pt x="1" y="2598"/>
                  </a:cubicBezTo>
                  <a:cubicBezTo>
                    <a:pt x="1" y="4040"/>
                    <a:pt x="1191" y="5195"/>
                    <a:pt x="2597" y="5195"/>
                  </a:cubicBezTo>
                  <a:cubicBezTo>
                    <a:pt x="4040" y="5195"/>
                    <a:pt x="5194" y="4040"/>
                    <a:pt x="5194" y="2598"/>
                  </a:cubicBezTo>
                  <a:cubicBezTo>
                    <a:pt x="5194" y="1155"/>
                    <a:pt x="4040" y="1"/>
                    <a:pt x="2597"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8266" name="Google Shape;4905;p64">
              <a:extLst>
                <a:ext uri="{FF2B5EF4-FFF2-40B4-BE49-F238E27FC236}">
                  <a16:creationId xmlns:a16="http://schemas.microsoft.com/office/drawing/2014/main" id="{540FE4EA-D0D9-D0E6-2409-286A8CD2CAF1}"/>
                </a:ext>
              </a:extLst>
            </p:cNvPr>
            <p:cNvSpPr/>
            <p:nvPr/>
          </p:nvSpPr>
          <p:spPr>
            <a:xfrm>
              <a:off x="2076050" y="1492350"/>
              <a:ext cx="145200" cy="144300"/>
            </a:xfrm>
            <a:custGeom>
              <a:avLst/>
              <a:gdLst/>
              <a:ahLst/>
              <a:cxnLst/>
              <a:rect l="l" t="t" r="r" b="b"/>
              <a:pathLst>
                <a:path w="5808" h="5772" extrusionOk="0">
                  <a:moveTo>
                    <a:pt x="2886" y="577"/>
                  </a:moveTo>
                  <a:cubicBezTo>
                    <a:pt x="3536" y="577"/>
                    <a:pt x="4113" y="830"/>
                    <a:pt x="4509" y="1263"/>
                  </a:cubicBezTo>
                  <a:cubicBezTo>
                    <a:pt x="4942" y="1659"/>
                    <a:pt x="5195" y="2237"/>
                    <a:pt x="5195" y="2886"/>
                  </a:cubicBezTo>
                  <a:cubicBezTo>
                    <a:pt x="5195" y="3499"/>
                    <a:pt x="4942" y="4076"/>
                    <a:pt x="4509" y="4509"/>
                  </a:cubicBezTo>
                  <a:cubicBezTo>
                    <a:pt x="4113" y="4906"/>
                    <a:pt x="3536" y="5158"/>
                    <a:pt x="2886" y="5158"/>
                  </a:cubicBezTo>
                  <a:cubicBezTo>
                    <a:pt x="2273" y="5158"/>
                    <a:pt x="1696" y="4906"/>
                    <a:pt x="1263" y="4509"/>
                  </a:cubicBezTo>
                  <a:cubicBezTo>
                    <a:pt x="867" y="4076"/>
                    <a:pt x="614" y="3499"/>
                    <a:pt x="614" y="2886"/>
                  </a:cubicBezTo>
                  <a:cubicBezTo>
                    <a:pt x="614" y="2237"/>
                    <a:pt x="867" y="1659"/>
                    <a:pt x="1263" y="1263"/>
                  </a:cubicBezTo>
                  <a:cubicBezTo>
                    <a:pt x="1696" y="830"/>
                    <a:pt x="2273" y="577"/>
                    <a:pt x="2886" y="577"/>
                  </a:cubicBezTo>
                  <a:close/>
                  <a:moveTo>
                    <a:pt x="2886" y="0"/>
                  </a:moveTo>
                  <a:cubicBezTo>
                    <a:pt x="1299" y="0"/>
                    <a:pt x="1" y="1299"/>
                    <a:pt x="1" y="2886"/>
                  </a:cubicBezTo>
                  <a:cubicBezTo>
                    <a:pt x="1" y="4473"/>
                    <a:pt x="1299" y="5771"/>
                    <a:pt x="2886" y="5771"/>
                  </a:cubicBezTo>
                  <a:cubicBezTo>
                    <a:pt x="4509" y="5771"/>
                    <a:pt x="5808" y="4473"/>
                    <a:pt x="5808" y="2886"/>
                  </a:cubicBezTo>
                  <a:cubicBezTo>
                    <a:pt x="5808" y="1299"/>
                    <a:pt x="4509" y="0"/>
                    <a:pt x="2886"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67" name="Google Shape;4906;p64">
              <a:extLst>
                <a:ext uri="{FF2B5EF4-FFF2-40B4-BE49-F238E27FC236}">
                  <a16:creationId xmlns:a16="http://schemas.microsoft.com/office/drawing/2014/main" id="{F2B10D44-868B-9408-1316-316BE9A79A5A}"/>
                </a:ext>
              </a:extLst>
            </p:cNvPr>
            <p:cNvSpPr/>
            <p:nvPr/>
          </p:nvSpPr>
          <p:spPr>
            <a:xfrm>
              <a:off x="2140975" y="2779950"/>
              <a:ext cx="15350" cy="345350"/>
            </a:xfrm>
            <a:custGeom>
              <a:avLst/>
              <a:gdLst/>
              <a:ahLst/>
              <a:cxnLst/>
              <a:rect l="l" t="t" r="r" b="b"/>
              <a:pathLst>
                <a:path w="614" h="13814" extrusionOk="0">
                  <a:moveTo>
                    <a:pt x="289" y="0"/>
                  </a:moveTo>
                  <a:cubicBezTo>
                    <a:pt x="145" y="0"/>
                    <a:pt x="1" y="144"/>
                    <a:pt x="1" y="325"/>
                  </a:cubicBezTo>
                  <a:lnTo>
                    <a:pt x="1" y="13489"/>
                  </a:lnTo>
                  <a:cubicBezTo>
                    <a:pt x="1" y="13670"/>
                    <a:pt x="145" y="13814"/>
                    <a:pt x="289" y="13814"/>
                  </a:cubicBezTo>
                  <a:cubicBezTo>
                    <a:pt x="470" y="13814"/>
                    <a:pt x="614" y="13670"/>
                    <a:pt x="614" y="13489"/>
                  </a:cubicBezTo>
                  <a:lnTo>
                    <a:pt x="614" y="325"/>
                  </a:lnTo>
                  <a:cubicBezTo>
                    <a:pt x="614" y="144"/>
                    <a:pt x="470" y="0"/>
                    <a:pt x="289"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68" name="Google Shape;4907;p64">
              <a:extLst>
                <a:ext uri="{FF2B5EF4-FFF2-40B4-BE49-F238E27FC236}">
                  <a16:creationId xmlns:a16="http://schemas.microsoft.com/office/drawing/2014/main" id="{1F4DBFD3-C0EB-B932-0AE2-BA41071B4302}"/>
                </a:ext>
              </a:extLst>
            </p:cNvPr>
            <p:cNvSpPr/>
            <p:nvPr/>
          </p:nvSpPr>
          <p:spPr>
            <a:xfrm>
              <a:off x="2083275" y="3068475"/>
              <a:ext cx="129875" cy="129875"/>
            </a:xfrm>
            <a:custGeom>
              <a:avLst/>
              <a:gdLst/>
              <a:ahLst/>
              <a:cxnLst/>
              <a:rect l="l" t="t" r="r" b="b"/>
              <a:pathLst>
                <a:path w="5195" h="5195" extrusionOk="0">
                  <a:moveTo>
                    <a:pt x="2597" y="1"/>
                  </a:moveTo>
                  <a:cubicBezTo>
                    <a:pt x="1191" y="1"/>
                    <a:pt x="1" y="1191"/>
                    <a:pt x="1" y="2598"/>
                  </a:cubicBezTo>
                  <a:cubicBezTo>
                    <a:pt x="1" y="4040"/>
                    <a:pt x="1191" y="5194"/>
                    <a:pt x="2597" y="5194"/>
                  </a:cubicBezTo>
                  <a:cubicBezTo>
                    <a:pt x="4040" y="5194"/>
                    <a:pt x="5194" y="4040"/>
                    <a:pt x="5194" y="2598"/>
                  </a:cubicBezTo>
                  <a:cubicBezTo>
                    <a:pt x="5194" y="1191"/>
                    <a:pt x="4040" y="1"/>
                    <a:pt x="2597"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8269" name="Google Shape;4908;p64">
              <a:extLst>
                <a:ext uri="{FF2B5EF4-FFF2-40B4-BE49-F238E27FC236}">
                  <a16:creationId xmlns:a16="http://schemas.microsoft.com/office/drawing/2014/main" id="{40D1D98F-42E1-ECF6-E19A-CA469A87D884}"/>
                </a:ext>
              </a:extLst>
            </p:cNvPr>
            <p:cNvSpPr/>
            <p:nvPr/>
          </p:nvSpPr>
          <p:spPr>
            <a:xfrm>
              <a:off x="2076050" y="3061275"/>
              <a:ext cx="145200" cy="145175"/>
            </a:xfrm>
            <a:custGeom>
              <a:avLst/>
              <a:gdLst/>
              <a:ahLst/>
              <a:cxnLst/>
              <a:rect l="l" t="t" r="r" b="b"/>
              <a:pathLst>
                <a:path w="5808" h="5807" extrusionOk="0">
                  <a:moveTo>
                    <a:pt x="2886" y="613"/>
                  </a:moveTo>
                  <a:cubicBezTo>
                    <a:pt x="3536" y="613"/>
                    <a:pt x="4113" y="866"/>
                    <a:pt x="4509" y="1263"/>
                  </a:cubicBezTo>
                  <a:cubicBezTo>
                    <a:pt x="4942" y="1695"/>
                    <a:pt x="5195" y="2272"/>
                    <a:pt x="5195" y="2886"/>
                  </a:cubicBezTo>
                  <a:cubicBezTo>
                    <a:pt x="5195" y="3535"/>
                    <a:pt x="4942" y="4112"/>
                    <a:pt x="4509" y="4509"/>
                  </a:cubicBezTo>
                  <a:cubicBezTo>
                    <a:pt x="4113" y="4941"/>
                    <a:pt x="3536" y="5194"/>
                    <a:pt x="2886" y="5194"/>
                  </a:cubicBezTo>
                  <a:cubicBezTo>
                    <a:pt x="2273" y="5194"/>
                    <a:pt x="1696" y="4941"/>
                    <a:pt x="1263" y="4509"/>
                  </a:cubicBezTo>
                  <a:cubicBezTo>
                    <a:pt x="867" y="4112"/>
                    <a:pt x="614" y="3535"/>
                    <a:pt x="614" y="2886"/>
                  </a:cubicBezTo>
                  <a:cubicBezTo>
                    <a:pt x="614" y="2272"/>
                    <a:pt x="867" y="1695"/>
                    <a:pt x="1263" y="1263"/>
                  </a:cubicBezTo>
                  <a:cubicBezTo>
                    <a:pt x="1696" y="866"/>
                    <a:pt x="2273" y="613"/>
                    <a:pt x="2886" y="613"/>
                  </a:cubicBezTo>
                  <a:close/>
                  <a:moveTo>
                    <a:pt x="2886" y="0"/>
                  </a:moveTo>
                  <a:cubicBezTo>
                    <a:pt x="1299" y="0"/>
                    <a:pt x="1" y="1299"/>
                    <a:pt x="1" y="2886"/>
                  </a:cubicBezTo>
                  <a:cubicBezTo>
                    <a:pt x="1" y="4509"/>
                    <a:pt x="1299" y="5771"/>
                    <a:pt x="2886" y="5807"/>
                  </a:cubicBezTo>
                  <a:cubicBezTo>
                    <a:pt x="4509" y="5771"/>
                    <a:pt x="5808" y="4509"/>
                    <a:pt x="5808" y="2886"/>
                  </a:cubicBezTo>
                  <a:cubicBezTo>
                    <a:pt x="5808" y="1299"/>
                    <a:pt x="4509" y="0"/>
                    <a:pt x="2886"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70" name="Google Shape;4909;p64">
              <a:extLst>
                <a:ext uri="{FF2B5EF4-FFF2-40B4-BE49-F238E27FC236}">
                  <a16:creationId xmlns:a16="http://schemas.microsoft.com/office/drawing/2014/main" id="{288BE1B3-CB0E-A9EC-9006-792A4335B4B4}"/>
                </a:ext>
              </a:extLst>
            </p:cNvPr>
            <p:cNvSpPr/>
            <p:nvPr/>
          </p:nvSpPr>
          <p:spPr>
            <a:xfrm>
              <a:off x="1755975" y="2124425"/>
              <a:ext cx="147900" cy="90200"/>
            </a:xfrm>
            <a:custGeom>
              <a:avLst/>
              <a:gdLst/>
              <a:ahLst/>
              <a:cxnLst/>
              <a:rect l="l" t="t" r="r" b="b"/>
              <a:pathLst>
                <a:path w="5916" h="3608" extrusionOk="0">
                  <a:moveTo>
                    <a:pt x="345" y="0"/>
                  </a:moveTo>
                  <a:cubicBezTo>
                    <a:pt x="233" y="0"/>
                    <a:pt x="120" y="49"/>
                    <a:pt x="72" y="145"/>
                  </a:cubicBezTo>
                  <a:cubicBezTo>
                    <a:pt x="0" y="289"/>
                    <a:pt x="36" y="469"/>
                    <a:pt x="180" y="578"/>
                  </a:cubicBezTo>
                  <a:lnTo>
                    <a:pt x="5410" y="3571"/>
                  </a:lnTo>
                  <a:cubicBezTo>
                    <a:pt x="5458" y="3595"/>
                    <a:pt x="5510" y="3607"/>
                    <a:pt x="5563" y="3607"/>
                  </a:cubicBezTo>
                  <a:cubicBezTo>
                    <a:pt x="5667" y="3607"/>
                    <a:pt x="5771" y="3559"/>
                    <a:pt x="5843" y="3463"/>
                  </a:cubicBezTo>
                  <a:cubicBezTo>
                    <a:pt x="5915" y="3319"/>
                    <a:pt x="5843" y="3138"/>
                    <a:pt x="5699" y="3066"/>
                  </a:cubicBezTo>
                  <a:lnTo>
                    <a:pt x="505" y="36"/>
                  </a:lnTo>
                  <a:cubicBezTo>
                    <a:pt x="457" y="12"/>
                    <a:pt x="401" y="0"/>
                    <a:pt x="345"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72" name="Google Shape;4911;p64">
              <a:extLst>
                <a:ext uri="{FF2B5EF4-FFF2-40B4-BE49-F238E27FC236}">
                  <a16:creationId xmlns:a16="http://schemas.microsoft.com/office/drawing/2014/main" id="{B5106E69-AF92-E5C7-A656-4E0589D92206}"/>
                </a:ext>
              </a:extLst>
            </p:cNvPr>
            <p:cNvSpPr/>
            <p:nvPr/>
          </p:nvSpPr>
          <p:spPr>
            <a:xfrm>
              <a:off x="2151800" y="2053200"/>
              <a:ext cx="15350" cy="310200"/>
            </a:xfrm>
            <a:custGeom>
              <a:avLst/>
              <a:gdLst/>
              <a:ahLst/>
              <a:cxnLst/>
              <a:rect l="l" t="t" r="r" b="b"/>
              <a:pathLst>
                <a:path w="614" h="12408" extrusionOk="0">
                  <a:moveTo>
                    <a:pt x="325" y="0"/>
                  </a:moveTo>
                  <a:cubicBezTo>
                    <a:pt x="145" y="0"/>
                    <a:pt x="1" y="144"/>
                    <a:pt x="1" y="325"/>
                  </a:cubicBezTo>
                  <a:lnTo>
                    <a:pt x="1" y="12119"/>
                  </a:lnTo>
                  <a:cubicBezTo>
                    <a:pt x="1" y="12263"/>
                    <a:pt x="145" y="12407"/>
                    <a:pt x="325" y="12407"/>
                  </a:cubicBezTo>
                  <a:cubicBezTo>
                    <a:pt x="469" y="12407"/>
                    <a:pt x="614" y="12263"/>
                    <a:pt x="614" y="12119"/>
                  </a:cubicBezTo>
                  <a:lnTo>
                    <a:pt x="614" y="325"/>
                  </a:lnTo>
                  <a:cubicBezTo>
                    <a:pt x="614" y="144"/>
                    <a:pt x="469" y="0"/>
                    <a:pt x="325"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73" name="Google Shape;4912;p64">
              <a:extLst>
                <a:ext uri="{FF2B5EF4-FFF2-40B4-BE49-F238E27FC236}">
                  <a16:creationId xmlns:a16="http://schemas.microsoft.com/office/drawing/2014/main" id="{363F3C8E-6DE2-6522-A9FA-9546D09F3F08}"/>
                </a:ext>
              </a:extLst>
            </p:cNvPr>
            <p:cNvSpPr/>
            <p:nvPr/>
          </p:nvSpPr>
          <p:spPr>
            <a:xfrm>
              <a:off x="2929950" y="911675"/>
              <a:ext cx="189375" cy="15350"/>
            </a:xfrm>
            <a:custGeom>
              <a:avLst/>
              <a:gdLst/>
              <a:ahLst/>
              <a:cxnLst/>
              <a:rect l="l" t="t" r="r" b="b"/>
              <a:pathLst>
                <a:path w="7575" h="614" extrusionOk="0">
                  <a:moveTo>
                    <a:pt x="325" y="0"/>
                  </a:moveTo>
                  <a:cubicBezTo>
                    <a:pt x="145" y="0"/>
                    <a:pt x="1" y="144"/>
                    <a:pt x="1" y="325"/>
                  </a:cubicBezTo>
                  <a:cubicBezTo>
                    <a:pt x="1" y="469"/>
                    <a:pt x="145" y="613"/>
                    <a:pt x="325" y="613"/>
                  </a:cubicBezTo>
                  <a:lnTo>
                    <a:pt x="7250" y="613"/>
                  </a:lnTo>
                  <a:cubicBezTo>
                    <a:pt x="7430" y="613"/>
                    <a:pt x="7575" y="469"/>
                    <a:pt x="7575" y="325"/>
                  </a:cubicBezTo>
                  <a:cubicBezTo>
                    <a:pt x="7575" y="144"/>
                    <a:pt x="7430" y="0"/>
                    <a:pt x="7250"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74" name="Google Shape;4913;p64">
              <a:extLst>
                <a:ext uri="{FF2B5EF4-FFF2-40B4-BE49-F238E27FC236}">
                  <a16:creationId xmlns:a16="http://schemas.microsoft.com/office/drawing/2014/main" id="{BBBF7966-D4B0-9820-A3B6-EC19D5695CDB}"/>
                </a:ext>
              </a:extLst>
            </p:cNvPr>
            <p:cNvSpPr/>
            <p:nvPr/>
          </p:nvSpPr>
          <p:spPr>
            <a:xfrm>
              <a:off x="2496250" y="911675"/>
              <a:ext cx="376925" cy="15350"/>
            </a:xfrm>
            <a:custGeom>
              <a:avLst/>
              <a:gdLst/>
              <a:ahLst/>
              <a:cxnLst/>
              <a:rect l="l" t="t" r="r" b="b"/>
              <a:pathLst>
                <a:path w="15077" h="614" extrusionOk="0">
                  <a:moveTo>
                    <a:pt x="289" y="0"/>
                  </a:moveTo>
                  <a:cubicBezTo>
                    <a:pt x="108" y="0"/>
                    <a:pt x="0" y="144"/>
                    <a:pt x="0" y="325"/>
                  </a:cubicBezTo>
                  <a:cubicBezTo>
                    <a:pt x="0" y="469"/>
                    <a:pt x="108" y="613"/>
                    <a:pt x="289" y="613"/>
                  </a:cubicBezTo>
                  <a:lnTo>
                    <a:pt x="14788" y="613"/>
                  </a:lnTo>
                  <a:cubicBezTo>
                    <a:pt x="14932" y="613"/>
                    <a:pt x="15076" y="469"/>
                    <a:pt x="15076" y="325"/>
                  </a:cubicBezTo>
                  <a:cubicBezTo>
                    <a:pt x="15076" y="144"/>
                    <a:pt x="14932" y="0"/>
                    <a:pt x="14788"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75" name="Google Shape;4914;p64">
              <a:extLst>
                <a:ext uri="{FF2B5EF4-FFF2-40B4-BE49-F238E27FC236}">
                  <a16:creationId xmlns:a16="http://schemas.microsoft.com/office/drawing/2014/main" id="{9E9EB094-6E45-1BC5-A0CB-B12FAFBC308D}"/>
                </a:ext>
              </a:extLst>
            </p:cNvPr>
            <p:cNvSpPr/>
            <p:nvPr/>
          </p:nvSpPr>
          <p:spPr>
            <a:xfrm>
              <a:off x="2322225" y="911675"/>
              <a:ext cx="109125" cy="15350"/>
            </a:xfrm>
            <a:custGeom>
              <a:avLst/>
              <a:gdLst/>
              <a:ahLst/>
              <a:cxnLst/>
              <a:rect l="l" t="t" r="r" b="b"/>
              <a:pathLst>
                <a:path w="4365" h="614" extrusionOk="0">
                  <a:moveTo>
                    <a:pt x="289" y="0"/>
                  </a:moveTo>
                  <a:cubicBezTo>
                    <a:pt x="145" y="0"/>
                    <a:pt x="0" y="144"/>
                    <a:pt x="0" y="325"/>
                  </a:cubicBezTo>
                  <a:cubicBezTo>
                    <a:pt x="0" y="469"/>
                    <a:pt x="145" y="613"/>
                    <a:pt x="289" y="613"/>
                  </a:cubicBezTo>
                  <a:lnTo>
                    <a:pt x="4076" y="613"/>
                  </a:lnTo>
                  <a:cubicBezTo>
                    <a:pt x="4220" y="613"/>
                    <a:pt x="4364" y="469"/>
                    <a:pt x="4364" y="325"/>
                  </a:cubicBezTo>
                  <a:cubicBezTo>
                    <a:pt x="4364" y="144"/>
                    <a:pt x="4220" y="0"/>
                    <a:pt x="4076"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76" name="Google Shape;4915;p64">
              <a:extLst>
                <a:ext uri="{FF2B5EF4-FFF2-40B4-BE49-F238E27FC236}">
                  <a16:creationId xmlns:a16="http://schemas.microsoft.com/office/drawing/2014/main" id="{80B5ABA0-465C-28FA-7BC6-3F43033712C0}"/>
                </a:ext>
              </a:extLst>
            </p:cNvPr>
            <p:cNvSpPr/>
            <p:nvPr/>
          </p:nvSpPr>
          <p:spPr>
            <a:xfrm>
              <a:off x="2647725" y="984700"/>
              <a:ext cx="471600" cy="15350"/>
            </a:xfrm>
            <a:custGeom>
              <a:avLst/>
              <a:gdLst/>
              <a:ahLst/>
              <a:cxnLst/>
              <a:rect l="l" t="t" r="r" b="b"/>
              <a:pathLst>
                <a:path w="18864" h="614" extrusionOk="0">
                  <a:moveTo>
                    <a:pt x="325" y="1"/>
                  </a:moveTo>
                  <a:cubicBezTo>
                    <a:pt x="145" y="1"/>
                    <a:pt x="1" y="145"/>
                    <a:pt x="1" y="289"/>
                  </a:cubicBezTo>
                  <a:cubicBezTo>
                    <a:pt x="1" y="469"/>
                    <a:pt x="145" y="614"/>
                    <a:pt x="325" y="614"/>
                  </a:cubicBezTo>
                  <a:lnTo>
                    <a:pt x="18539" y="614"/>
                  </a:lnTo>
                  <a:cubicBezTo>
                    <a:pt x="18719" y="614"/>
                    <a:pt x="18864" y="469"/>
                    <a:pt x="18864" y="289"/>
                  </a:cubicBezTo>
                  <a:cubicBezTo>
                    <a:pt x="18864" y="145"/>
                    <a:pt x="18719" y="1"/>
                    <a:pt x="1853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77" name="Google Shape;4916;p64">
              <a:extLst>
                <a:ext uri="{FF2B5EF4-FFF2-40B4-BE49-F238E27FC236}">
                  <a16:creationId xmlns:a16="http://schemas.microsoft.com/office/drawing/2014/main" id="{9781E6FF-1232-4500-CE22-69C2DE65850F}"/>
                </a:ext>
              </a:extLst>
            </p:cNvPr>
            <p:cNvSpPr/>
            <p:nvPr/>
          </p:nvSpPr>
          <p:spPr>
            <a:xfrm>
              <a:off x="2322225" y="984700"/>
              <a:ext cx="174050" cy="15350"/>
            </a:xfrm>
            <a:custGeom>
              <a:avLst/>
              <a:gdLst/>
              <a:ahLst/>
              <a:cxnLst/>
              <a:rect l="l" t="t" r="r" b="b"/>
              <a:pathLst>
                <a:path w="6962" h="614" extrusionOk="0">
                  <a:moveTo>
                    <a:pt x="289" y="1"/>
                  </a:moveTo>
                  <a:cubicBezTo>
                    <a:pt x="145" y="1"/>
                    <a:pt x="0" y="145"/>
                    <a:pt x="0" y="289"/>
                  </a:cubicBezTo>
                  <a:cubicBezTo>
                    <a:pt x="0" y="469"/>
                    <a:pt x="145" y="614"/>
                    <a:pt x="289" y="614"/>
                  </a:cubicBezTo>
                  <a:lnTo>
                    <a:pt x="6673" y="614"/>
                  </a:lnTo>
                  <a:cubicBezTo>
                    <a:pt x="6853" y="614"/>
                    <a:pt x="6961" y="469"/>
                    <a:pt x="6961" y="289"/>
                  </a:cubicBezTo>
                  <a:cubicBezTo>
                    <a:pt x="6961" y="145"/>
                    <a:pt x="6853" y="1"/>
                    <a:pt x="667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78" name="Google Shape;4917;p64">
              <a:extLst>
                <a:ext uri="{FF2B5EF4-FFF2-40B4-BE49-F238E27FC236}">
                  <a16:creationId xmlns:a16="http://schemas.microsoft.com/office/drawing/2014/main" id="{07E74EC7-DB4B-20CF-6507-6161040343CF}"/>
                </a:ext>
              </a:extLst>
            </p:cNvPr>
            <p:cNvSpPr/>
            <p:nvPr/>
          </p:nvSpPr>
          <p:spPr>
            <a:xfrm>
              <a:off x="3024625" y="1067650"/>
              <a:ext cx="94700" cy="15350"/>
            </a:xfrm>
            <a:custGeom>
              <a:avLst/>
              <a:gdLst/>
              <a:ahLst/>
              <a:cxnLst/>
              <a:rect l="l" t="t" r="r" b="b"/>
              <a:pathLst>
                <a:path w="3788" h="614" extrusionOk="0">
                  <a:moveTo>
                    <a:pt x="289" y="1"/>
                  </a:moveTo>
                  <a:cubicBezTo>
                    <a:pt x="145" y="1"/>
                    <a:pt x="1" y="145"/>
                    <a:pt x="1" y="325"/>
                  </a:cubicBezTo>
                  <a:cubicBezTo>
                    <a:pt x="1" y="470"/>
                    <a:pt x="145" y="614"/>
                    <a:pt x="289" y="614"/>
                  </a:cubicBezTo>
                  <a:lnTo>
                    <a:pt x="3463" y="614"/>
                  </a:lnTo>
                  <a:cubicBezTo>
                    <a:pt x="3643" y="614"/>
                    <a:pt x="3788" y="470"/>
                    <a:pt x="3788" y="325"/>
                  </a:cubicBezTo>
                  <a:cubicBezTo>
                    <a:pt x="3788" y="145"/>
                    <a:pt x="3643" y="1"/>
                    <a:pt x="346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79" name="Google Shape;4918;p64">
              <a:extLst>
                <a:ext uri="{FF2B5EF4-FFF2-40B4-BE49-F238E27FC236}">
                  <a16:creationId xmlns:a16="http://schemas.microsoft.com/office/drawing/2014/main" id="{B1E77AFF-ADA6-9F19-21D5-14F12265A127}"/>
                </a:ext>
              </a:extLst>
            </p:cNvPr>
            <p:cNvSpPr/>
            <p:nvPr/>
          </p:nvSpPr>
          <p:spPr>
            <a:xfrm>
              <a:off x="2800100" y="1067650"/>
              <a:ext cx="174050" cy="15350"/>
            </a:xfrm>
            <a:custGeom>
              <a:avLst/>
              <a:gdLst/>
              <a:ahLst/>
              <a:cxnLst/>
              <a:rect l="l" t="t" r="r" b="b"/>
              <a:pathLst>
                <a:path w="6962" h="614" extrusionOk="0">
                  <a:moveTo>
                    <a:pt x="289" y="1"/>
                  </a:moveTo>
                  <a:cubicBezTo>
                    <a:pt x="145" y="1"/>
                    <a:pt x="1" y="145"/>
                    <a:pt x="1" y="325"/>
                  </a:cubicBezTo>
                  <a:cubicBezTo>
                    <a:pt x="1" y="470"/>
                    <a:pt x="145" y="614"/>
                    <a:pt x="289" y="614"/>
                  </a:cubicBezTo>
                  <a:lnTo>
                    <a:pt x="6673" y="614"/>
                  </a:lnTo>
                  <a:cubicBezTo>
                    <a:pt x="6854" y="614"/>
                    <a:pt x="6962" y="470"/>
                    <a:pt x="6962" y="325"/>
                  </a:cubicBezTo>
                  <a:cubicBezTo>
                    <a:pt x="6962" y="145"/>
                    <a:pt x="6854" y="1"/>
                    <a:pt x="667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80" name="Google Shape;4919;p64">
              <a:extLst>
                <a:ext uri="{FF2B5EF4-FFF2-40B4-BE49-F238E27FC236}">
                  <a16:creationId xmlns:a16="http://schemas.microsoft.com/office/drawing/2014/main" id="{2D6A5389-6EE8-66CD-845E-2A4F3F888743}"/>
                </a:ext>
              </a:extLst>
            </p:cNvPr>
            <p:cNvSpPr/>
            <p:nvPr/>
          </p:nvSpPr>
          <p:spPr>
            <a:xfrm>
              <a:off x="2322225" y="1067650"/>
              <a:ext cx="384125" cy="15350"/>
            </a:xfrm>
            <a:custGeom>
              <a:avLst/>
              <a:gdLst/>
              <a:ahLst/>
              <a:cxnLst/>
              <a:rect l="l" t="t" r="r" b="b"/>
              <a:pathLst>
                <a:path w="15365" h="614" extrusionOk="0">
                  <a:moveTo>
                    <a:pt x="289" y="1"/>
                  </a:moveTo>
                  <a:cubicBezTo>
                    <a:pt x="145" y="1"/>
                    <a:pt x="0" y="145"/>
                    <a:pt x="0" y="325"/>
                  </a:cubicBezTo>
                  <a:cubicBezTo>
                    <a:pt x="0" y="470"/>
                    <a:pt x="145" y="614"/>
                    <a:pt x="289" y="614"/>
                  </a:cubicBezTo>
                  <a:lnTo>
                    <a:pt x="15076" y="614"/>
                  </a:lnTo>
                  <a:cubicBezTo>
                    <a:pt x="15221" y="614"/>
                    <a:pt x="15365" y="470"/>
                    <a:pt x="15365" y="325"/>
                  </a:cubicBezTo>
                  <a:cubicBezTo>
                    <a:pt x="15365" y="145"/>
                    <a:pt x="15221" y="1"/>
                    <a:pt x="15076"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81" name="Google Shape;4920;p64">
              <a:extLst>
                <a:ext uri="{FF2B5EF4-FFF2-40B4-BE49-F238E27FC236}">
                  <a16:creationId xmlns:a16="http://schemas.microsoft.com/office/drawing/2014/main" id="{FDC2F749-9C59-8182-50EE-026F4E448115}"/>
                </a:ext>
              </a:extLst>
            </p:cNvPr>
            <p:cNvSpPr/>
            <p:nvPr/>
          </p:nvSpPr>
          <p:spPr>
            <a:xfrm>
              <a:off x="2699125" y="1151525"/>
              <a:ext cx="420200" cy="14450"/>
            </a:xfrm>
            <a:custGeom>
              <a:avLst/>
              <a:gdLst/>
              <a:ahLst/>
              <a:cxnLst/>
              <a:rect l="l" t="t" r="r" b="b"/>
              <a:pathLst>
                <a:path w="16808" h="578" extrusionOk="0">
                  <a:moveTo>
                    <a:pt x="289" y="0"/>
                  </a:moveTo>
                  <a:cubicBezTo>
                    <a:pt x="109" y="0"/>
                    <a:pt x="0" y="108"/>
                    <a:pt x="0" y="289"/>
                  </a:cubicBezTo>
                  <a:cubicBezTo>
                    <a:pt x="0" y="433"/>
                    <a:pt x="109" y="577"/>
                    <a:pt x="289" y="577"/>
                  </a:cubicBezTo>
                  <a:lnTo>
                    <a:pt x="16483" y="577"/>
                  </a:lnTo>
                  <a:cubicBezTo>
                    <a:pt x="16663" y="577"/>
                    <a:pt x="16808" y="433"/>
                    <a:pt x="16808" y="289"/>
                  </a:cubicBezTo>
                  <a:cubicBezTo>
                    <a:pt x="16808" y="108"/>
                    <a:pt x="16663" y="0"/>
                    <a:pt x="16483"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82" name="Google Shape;4921;p64">
              <a:extLst>
                <a:ext uri="{FF2B5EF4-FFF2-40B4-BE49-F238E27FC236}">
                  <a16:creationId xmlns:a16="http://schemas.microsoft.com/office/drawing/2014/main" id="{5DBE4032-157C-C543-63EC-84E5241565CA}"/>
                </a:ext>
              </a:extLst>
            </p:cNvPr>
            <p:cNvSpPr/>
            <p:nvPr/>
          </p:nvSpPr>
          <p:spPr>
            <a:xfrm>
              <a:off x="2322225" y="1151525"/>
              <a:ext cx="304775" cy="14450"/>
            </a:xfrm>
            <a:custGeom>
              <a:avLst/>
              <a:gdLst/>
              <a:ahLst/>
              <a:cxnLst/>
              <a:rect l="l" t="t" r="r" b="b"/>
              <a:pathLst>
                <a:path w="12191" h="578" extrusionOk="0">
                  <a:moveTo>
                    <a:pt x="289" y="0"/>
                  </a:moveTo>
                  <a:cubicBezTo>
                    <a:pt x="145" y="0"/>
                    <a:pt x="0" y="108"/>
                    <a:pt x="0" y="289"/>
                  </a:cubicBezTo>
                  <a:cubicBezTo>
                    <a:pt x="0" y="433"/>
                    <a:pt x="145" y="577"/>
                    <a:pt x="289" y="577"/>
                  </a:cubicBezTo>
                  <a:lnTo>
                    <a:pt x="11902" y="577"/>
                  </a:lnTo>
                  <a:cubicBezTo>
                    <a:pt x="12047" y="577"/>
                    <a:pt x="12191" y="433"/>
                    <a:pt x="12191" y="289"/>
                  </a:cubicBezTo>
                  <a:cubicBezTo>
                    <a:pt x="12191" y="108"/>
                    <a:pt x="12047" y="0"/>
                    <a:pt x="11902"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83" name="Google Shape;4922;p64">
              <a:extLst>
                <a:ext uri="{FF2B5EF4-FFF2-40B4-BE49-F238E27FC236}">
                  <a16:creationId xmlns:a16="http://schemas.microsoft.com/office/drawing/2014/main" id="{167428D6-C0EC-9826-1CB1-64123CC73F2E}"/>
                </a:ext>
              </a:extLst>
            </p:cNvPr>
            <p:cNvSpPr/>
            <p:nvPr/>
          </p:nvSpPr>
          <p:spPr>
            <a:xfrm>
              <a:off x="2929950" y="1234475"/>
              <a:ext cx="189375" cy="14450"/>
            </a:xfrm>
            <a:custGeom>
              <a:avLst/>
              <a:gdLst/>
              <a:ahLst/>
              <a:cxnLst/>
              <a:rect l="l" t="t" r="r" b="b"/>
              <a:pathLst>
                <a:path w="7575" h="578" extrusionOk="0">
                  <a:moveTo>
                    <a:pt x="325" y="0"/>
                  </a:moveTo>
                  <a:cubicBezTo>
                    <a:pt x="145" y="0"/>
                    <a:pt x="1" y="144"/>
                    <a:pt x="1" y="289"/>
                  </a:cubicBezTo>
                  <a:cubicBezTo>
                    <a:pt x="1" y="469"/>
                    <a:pt x="145" y="577"/>
                    <a:pt x="325" y="577"/>
                  </a:cubicBezTo>
                  <a:lnTo>
                    <a:pt x="7250" y="577"/>
                  </a:lnTo>
                  <a:cubicBezTo>
                    <a:pt x="7430" y="577"/>
                    <a:pt x="7575" y="469"/>
                    <a:pt x="7575" y="289"/>
                  </a:cubicBezTo>
                  <a:cubicBezTo>
                    <a:pt x="7575" y="144"/>
                    <a:pt x="7430" y="0"/>
                    <a:pt x="7250"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84" name="Google Shape;4923;p64">
              <a:extLst>
                <a:ext uri="{FF2B5EF4-FFF2-40B4-BE49-F238E27FC236}">
                  <a16:creationId xmlns:a16="http://schemas.microsoft.com/office/drawing/2014/main" id="{4080BB22-2042-DF61-1DB7-0DE026D44811}"/>
                </a:ext>
              </a:extLst>
            </p:cNvPr>
            <p:cNvSpPr/>
            <p:nvPr/>
          </p:nvSpPr>
          <p:spPr>
            <a:xfrm>
              <a:off x="2496250" y="1234475"/>
              <a:ext cx="376925" cy="14450"/>
            </a:xfrm>
            <a:custGeom>
              <a:avLst/>
              <a:gdLst/>
              <a:ahLst/>
              <a:cxnLst/>
              <a:rect l="l" t="t" r="r" b="b"/>
              <a:pathLst>
                <a:path w="15077" h="578" extrusionOk="0">
                  <a:moveTo>
                    <a:pt x="289" y="0"/>
                  </a:moveTo>
                  <a:cubicBezTo>
                    <a:pt x="108" y="0"/>
                    <a:pt x="0" y="144"/>
                    <a:pt x="0" y="289"/>
                  </a:cubicBezTo>
                  <a:cubicBezTo>
                    <a:pt x="0" y="469"/>
                    <a:pt x="108" y="577"/>
                    <a:pt x="289" y="577"/>
                  </a:cubicBezTo>
                  <a:lnTo>
                    <a:pt x="14788" y="577"/>
                  </a:lnTo>
                  <a:cubicBezTo>
                    <a:pt x="14932" y="577"/>
                    <a:pt x="15076" y="469"/>
                    <a:pt x="15076" y="289"/>
                  </a:cubicBezTo>
                  <a:cubicBezTo>
                    <a:pt x="15076" y="144"/>
                    <a:pt x="14932" y="0"/>
                    <a:pt x="14788"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85" name="Google Shape;4924;p64">
              <a:extLst>
                <a:ext uri="{FF2B5EF4-FFF2-40B4-BE49-F238E27FC236}">
                  <a16:creationId xmlns:a16="http://schemas.microsoft.com/office/drawing/2014/main" id="{EB4B5C5E-7E4F-DA87-73E1-6F9AE103843C}"/>
                </a:ext>
              </a:extLst>
            </p:cNvPr>
            <p:cNvSpPr/>
            <p:nvPr/>
          </p:nvSpPr>
          <p:spPr>
            <a:xfrm>
              <a:off x="2322225" y="1234475"/>
              <a:ext cx="109125" cy="14450"/>
            </a:xfrm>
            <a:custGeom>
              <a:avLst/>
              <a:gdLst/>
              <a:ahLst/>
              <a:cxnLst/>
              <a:rect l="l" t="t" r="r" b="b"/>
              <a:pathLst>
                <a:path w="4365" h="578" extrusionOk="0">
                  <a:moveTo>
                    <a:pt x="289" y="0"/>
                  </a:moveTo>
                  <a:cubicBezTo>
                    <a:pt x="145" y="0"/>
                    <a:pt x="0" y="144"/>
                    <a:pt x="0" y="289"/>
                  </a:cubicBezTo>
                  <a:cubicBezTo>
                    <a:pt x="0" y="469"/>
                    <a:pt x="145" y="577"/>
                    <a:pt x="289" y="577"/>
                  </a:cubicBezTo>
                  <a:lnTo>
                    <a:pt x="4076" y="577"/>
                  </a:lnTo>
                  <a:cubicBezTo>
                    <a:pt x="4220" y="577"/>
                    <a:pt x="4364" y="469"/>
                    <a:pt x="4364" y="289"/>
                  </a:cubicBezTo>
                  <a:cubicBezTo>
                    <a:pt x="4364" y="144"/>
                    <a:pt x="4220" y="0"/>
                    <a:pt x="4076"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86" name="Google Shape;4925;p64">
              <a:extLst>
                <a:ext uri="{FF2B5EF4-FFF2-40B4-BE49-F238E27FC236}">
                  <a16:creationId xmlns:a16="http://schemas.microsoft.com/office/drawing/2014/main" id="{EEF9736C-AF4C-EF7C-9C29-8003ED52287B}"/>
                </a:ext>
              </a:extLst>
            </p:cNvPr>
            <p:cNvSpPr/>
            <p:nvPr/>
          </p:nvSpPr>
          <p:spPr>
            <a:xfrm>
              <a:off x="2647725" y="1306600"/>
              <a:ext cx="471600" cy="15350"/>
            </a:xfrm>
            <a:custGeom>
              <a:avLst/>
              <a:gdLst/>
              <a:ahLst/>
              <a:cxnLst/>
              <a:rect l="l" t="t" r="r" b="b"/>
              <a:pathLst>
                <a:path w="18864" h="614" extrusionOk="0">
                  <a:moveTo>
                    <a:pt x="325" y="1"/>
                  </a:moveTo>
                  <a:cubicBezTo>
                    <a:pt x="145" y="1"/>
                    <a:pt x="1" y="145"/>
                    <a:pt x="1" y="325"/>
                  </a:cubicBezTo>
                  <a:cubicBezTo>
                    <a:pt x="1" y="469"/>
                    <a:pt x="145" y="614"/>
                    <a:pt x="325" y="614"/>
                  </a:cubicBezTo>
                  <a:lnTo>
                    <a:pt x="18539" y="614"/>
                  </a:lnTo>
                  <a:cubicBezTo>
                    <a:pt x="18719" y="614"/>
                    <a:pt x="18864" y="469"/>
                    <a:pt x="18864" y="325"/>
                  </a:cubicBezTo>
                  <a:cubicBezTo>
                    <a:pt x="18864" y="145"/>
                    <a:pt x="18719" y="1"/>
                    <a:pt x="1853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87" name="Google Shape;4926;p64">
              <a:extLst>
                <a:ext uri="{FF2B5EF4-FFF2-40B4-BE49-F238E27FC236}">
                  <a16:creationId xmlns:a16="http://schemas.microsoft.com/office/drawing/2014/main" id="{0AD8BDD5-B904-8DDA-CA96-DCE497BA2744}"/>
                </a:ext>
              </a:extLst>
            </p:cNvPr>
            <p:cNvSpPr/>
            <p:nvPr/>
          </p:nvSpPr>
          <p:spPr>
            <a:xfrm>
              <a:off x="2322225" y="1306600"/>
              <a:ext cx="174050" cy="15350"/>
            </a:xfrm>
            <a:custGeom>
              <a:avLst/>
              <a:gdLst/>
              <a:ahLst/>
              <a:cxnLst/>
              <a:rect l="l" t="t" r="r" b="b"/>
              <a:pathLst>
                <a:path w="6962" h="614" extrusionOk="0">
                  <a:moveTo>
                    <a:pt x="289" y="1"/>
                  </a:moveTo>
                  <a:cubicBezTo>
                    <a:pt x="145" y="1"/>
                    <a:pt x="0" y="145"/>
                    <a:pt x="0" y="325"/>
                  </a:cubicBezTo>
                  <a:cubicBezTo>
                    <a:pt x="0" y="469"/>
                    <a:pt x="145" y="614"/>
                    <a:pt x="289" y="614"/>
                  </a:cubicBezTo>
                  <a:lnTo>
                    <a:pt x="6673" y="614"/>
                  </a:lnTo>
                  <a:cubicBezTo>
                    <a:pt x="6853" y="614"/>
                    <a:pt x="6961" y="469"/>
                    <a:pt x="6961" y="325"/>
                  </a:cubicBezTo>
                  <a:cubicBezTo>
                    <a:pt x="6961" y="145"/>
                    <a:pt x="6853" y="1"/>
                    <a:pt x="667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88" name="Google Shape;4927;p64">
              <a:extLst>
                <a:ext uri="{FF2B5EF4-FFF2-40B4-BE49-F238E27FC236}">
                  <a16:creationId xmlns:a16="http://schemas.microsoft.com/office/drawing/2014/main" id="{0B50A847-3A5A-2B9F-EEF8-45D336A366B5}"/>
                </a:ext>
              </a:extLst>
            </p:cNvPr>
            <p:cNvSpPr/>
            <p:nvPr/>
          </p:nvSpPr>
          <p:spPr>
            <a:xfrm>
              <a:off x="3024625" y="1390450"/>
              <a:ext cx="94700" cy="14450"/>
            </a:xfrm>
            <a:custGeom>
              <a:avLst/>
              <a:gdLst/>
              <a:ahLst/>
              <a:cxnLst/>
              <a:rect l="l" t="t" r="r" b="b"/>
              <a:pathLst>
                <a:path w="3788" h="578" extrusionOk="0">
                  <a:moveTo>
                    <a:pt x="289" y="1"/>
                  </a:moveTo>
                  <a:cubicBezTo>
                    <a:pt x="145" y="1"/>
                    <a:pt x="1" y="109"/>
                    <a:pt x="1" y="289"/>
                  </a:cubicBezTo>
                  <a:cubicBezTo>
                    <a:pt x="1" y="470"/>
                    <a:pt x="145" y="578"/>
                    <a:pt x="289" y="578"/>
                  </a:cubicBezTo>
                  <a:lnTo>
                    <a:pt x="3463" y="578"/>
                  </a:lnTo>
                  <a:cubicBezTo>
                    <a:pt x="3643" y="578"/>
                    <a:pt x="3788" y="470"/>
                    <a:pt x="3788" y="289"/>
                  </a:cubicBezTo>
                  <a:cubicBezTo>
                    <a:pt x="3788" y="109"/>
                    <a:pt x="3643" y="1"/>
                    <a:pt x="346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89" name="Google Shape;4928;p64">
              <a:extLst>
                <a:ext uri="{FF2B5EF4-FFF2-40B4-BE49-F238E27FC236}">
                  <a16:creationId xmlns:a16="http://schemas.microsoft.com/office/drawing/2014/main" id="{9E493EFA-3403-8F4D-B80E-682F404AB0BD}"/>
                </a:ext>
              </a:extLst>
            </p:cNvPr>
            <p:cNvSpPr/>
            <p:nvPr/>
          </p:nvSpPr>
          <p:spPr>
            <a:xfrm>
              <a:off x="2800100" y="1390450"/>
              <a:ext cx="174050" cy="14450"/>
            </a:xfrm>
            <a:custGeom>
              <a:avLst/>
              <a:gdLst/>
              <a:ahLst/>
              <a:cxnLst/>
              <a:rect l="l" t="t" r="r" b="b"/>
              <a:pathLst>
                <a:path w="6962" h="578" extrusionOk="0">
                  <a:moveTo>
                    <a:pt x="289" y="1"/>
                  </a:moveTo>
                  <a:cubicBezTo>
                    <a:pt x="145" y="1"/>
                    <a:pt x="1" y="109"/>
                    <a:pt x="1" y="289"/>
                  </a:cubicBezTo>
                  <a:cubicBezTo>
                    <a:pt x="1" y="470"/>
                    <a:pt x="145" y="578"/>
                    <a:pt x="289" y="578"/>
                  </a:cubicBezTo>
                  <a:lnTo>
                    <a:pt x="6673" y="578"/>
                  </a:lnTo>
                  <a:cubicBezTo>
                    <a:pt x="6854" y="578"/>
                    <a:pt x="6962" y="470"/>
                    <a:pt x="6962" y="289"/>
                  </a:cubicBezTo>
                  <a:cubicBezTo>
                    <a:pt x="6962" y="109"/>
                    <a:pt x="6854" y="1"/>
                    <a:pt x="667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90" name="Google Shape;4929;p64">
              <a:extLst>
                <a:ext uri="{FF2B5EF4-FFF2-40B4-BE49-F238E27FC236}">
                  <a16:creationId xmlns:a16="http://schemas.microsoft.com/office/drawing/2014/main" id="{7789DB5A-4B95-8CC7-AC4A-21AC56D843D9}"/>
                </a:ext>
              </a:extLst>
            </p:cNvPr>
            <p:cNvSpPr/>
            <p:nvPr/>
          </p:nvSpPr>
          <p:spPr>
            <a:xfrm>
              <a:off x="2322225" y="1390450"/>
              <a:ext cx="384125" cy="14450"/>
            </a:xfrm>
            <a:custGeom>
              <a:avLst/>
              <a:gdLst/>
              <a:ahLst/>
              <a:cxnLst/>
              <a:rect l="l" t="t" r="r" b="b"/>
              <a:pathLst>
                <a:path w="15365" h="578" extrusionOk="0">
                  <a:moveTo>
                    <a:pt x="289" y="1"/>
                  </a:moveTo>
                  <a:cubicBezTo>
                    <a:pt x="145" y="1"/>
                    <a:pt x="0" y="109"/>
                    <a:pt x="0" y="289"/>
                  </a:cubicBezTo>
                  <a:cubicBezTo>
                    <a:pt x="0" y="470"/>
                    <a:pt x="145" y="578"/>
                    <a:pt x="289" y="578"/>
                  </a:cubicBezTo>
                  <a:lnTo>
                    <a:pt x="15076" y="578"/>
                  </a:lnTo>
                  <a:cubicBezTo>
                    <a:pt x="15221" y="578"/>
                    <a:pt x="15365" y="470"/>
                    <a:pt x="15365" y="289"/>
                  </a:cubicBezTo>
                  <a:cubicBezTo>
                    <a:pt x="15365" y="109"/>
                    <a:pt x="15221" y="1"/>
                    <a:pt x="15076"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91" name="Google Shape;4930;p64">
              <a:extLst>
                <a:ext uri="{FF2B5EF4-FFF2-40B4-BE49-F238E27FC236}">
                  <a16:creationId xmlns:a16="http://schemas.microsoft.com/office/drawing/2014/main" id="{FDF0DFA5-6431-D4CA-31F3-DCBDBAB84D65}"/>
                </a:ext>
              </a:extLst>
            </p:cNvPr>
            <p:cNvSpPr/>
            <p:nvPr/>
          </p:nvSpPr>
          <p:spPr>
            <a:xfrm>
              <a:off x="2699125" y="1473400"/>
              <a:ext cx="420200" cy="15375"/>
            </a:xfrm>
            <a:custGeom>
              <a:avLst/>
              <a:gdLst/>
              <a:ahLst/>
              <a:cxnLst/>
              <a:rect l="l" t="t" r="r" b="b"/>
              <a:pathLst>
                <a:path w="16808" h="615" extrusionOk="0">
                  <a:moveTo>
                    <a:pt x="289" y="1"/>
                  </a:moveTo>
                  <a:cubicBezTo>
                    <a:pt x="109" y="1"/>
                    <a:pt x="0" y="145"/>
                    <a:pt x="0" y="290"/>
                  </a:cubicBezTo>
                  <a:cubicBezTo>
                    <a:pt x="0" y="470"/>
                    <a:pt x="109" y="614"/>
                    <a:pt x="289" y="614"/>
                  </a:cubicBezTo>
                  <a:lnTo>
                    <a:pt x="16483" y="614"/>
                  </a:lnTo>
                  <a:cubicBezTo>
                    <a:pt x="16663" y="614"/>
                    <a:pt x="16808" y="470"/>
                    <a:pt x="16808" y="290"/>
                  </a:cubicBezTo>
                  <a:cubicBezTo>
                    <a:pt x="16808" y="145"/>
                    <a:pt x="16663" y="1"/>
                    <a:pt x="1648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92" name="Google Shape;4931;p64">
              <a:extLst>
                <a:ext uri="{FF2B5EF4-FFF2-40B4-BE49-F238E27FC236}">
                  <a16:creationId xmlns:a16="http://schemas.microsoft.com/office/drawing/2014/main" id="{69C4C77F-5C78-ED51-656B-62CB24FB5B06}"/>
                </a:ext>
              </a:extLst>
            </p:cNvPr>
            <p:cNvSpPr/>
            <p:nvPr/>
          </p:nvSpPr>
          <p:spPr>
            <a:xfrm>
              <a:off x="2322225" y="1473400"/>
              <a:ext cx="304775" cy="15375"/>
            </a:xfrm>
            <a:custGeom>
              <a:avLst/>
              <a:gdLst/>
              <a:ahLst/>
              <a:cxnLst/>
              <a:rect l="l" t="t" r="r" b="b"/>
              <a:pathLst>
                <a:path w="12191" h="615" extrusionOk="0">
                  <a:moveTo>
                    <a:pt x="289" y="1"/>
                  </a:moveTo>
                  <a:cubicBezTo>
                    <a:pt x="145" y="1"/>
                    <a:pt x="0" y="145"/>
                    <a:pt x="0" y="290"/>
                  </a:cubicBezTo>
                  <a:cubicBezTo>
                    <a:pt x="0" y="470"/>
                    <a:pt x="145" y="614"/>
                    <a:pt x="289" y="614"/>
                  </a:cubicBezTo>
                  <a:lnTo>
                    <a:pt x="11902" y="614"/>
                  </a:lnTo>
                  <a:cubicBezTo>
                    <a:pt x="12047" y="614"/>
                    <a:pt x="12191" y="470"/>
                    <a:pt x="12191" y="290"/>
                  </a:cubicBezTo>
                  <a:cubicBezTo>
                    <a:pt x="12191" y="145"/>
                    <a:pt x="12047" y="1"/>
                    <a:pt x="11902"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93" name="Google Shape;4932;p64">
              <a:extLst>
                <a:ext uri="{FF2B5EF4-FFF2-40B4-BE49-F238E27FC236}">
                  <a16:creationId xmlns:a16="http://schemas.microsoft.com/office/drawing/2014/main" id="{203030C6-CC43-8D13-73B5-EFB118DEDB96}"/>
                </a:ext>
              </a:extLst>
            </p:cNvPr>
            <p:cNvSpPr/>
            <p:nvPr/>
          </p:nvSpPr>
          <p:spPr>
            <a:xfrm>
              <a:off x="2929950" y="1556375"/>
              <a:ext cx="189375" cy="15350"/>
            </a:xfrm>
            <a:custGeom>
              <a:avLst/>
              <a:gdLst/>
              <a:ahLst/>
              <a:cxnLst/>
              <a:rect l="l" t="t" r="r" b="b"/>
              <a:pathLst>
                <a:path w="7575" h="614" extrusionOk="0">
                  <a:moveTo>
                    <a:pt x="325" y="0"/>
                  </a:moveTo>
                  <a:cubicBezTo>
                    <a:pt x="145" y="0"/>
                    <a:pt x="1" y="144"/>
                    <a:pt x="1" y="325"/>
                  </a:cubicBezTo>
                  <a:cubicBezTo>
                    <a:pt x="1" y="469"/>
                    <a:pt x="145" y="613"/>
                    <a:pt x="325" y="613"/>
                  </a:cubicBezTo>
                  <a:lnTo>
                    <a:pt x="7250" y="613"/>
                  </a:lnTo>
                  <a:cubicBezTo>
                    <a:pt x="7430" y="613"/>
                    <a:pt x="7575" y="469"/>
                    <a:pt x="7575" y="325"/>
                  </a:cubicBezTo>
                  <a:cubicBezTo>
                    <a:pt x="7575" y="144"/>
                    <a:pt x="7430" y="0"/>
                    <a:pt x="7250"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94" name="Google Shape;4933;p64">
              <a:extLst>
                <a:ext uri="{FF2B5EF4-FFF2-40B4-BE49-F238E27FC236}">
                  <a16:creationId xmlns:a16="http://schemas.microsoft.com/office/drawing/2014/main" id="{E1B0EA40-64C3-DC69-9CE3-EE8EAF042676}"/>
                </a:ext>
              </a:extLst>
            </p:cNvPr>
            <p:cNvSpPr/>
            <p:nvPr/>
          </p:nvSpPr>
          <p:spPr>
            <a:xfrm>
              <a:off x="2496250" y="1556375"/>
              <a:ext cx="376925" cy="15350"/>
            </a:xfrm>
            <a:custGeom>
              <a:avLst/>
              <a:gdLst/>
              <a:ahLst/>
              <a:cxnLst/>
              <a:rect l="l" t="t" r="r" b="b"/>
              <a:pathLst>
                <a:path w="15077" h="614" extrusionOk="0">
                  <a:moveTo>
                    <a:pt x="289" y="0"/>
                  </a:moveTo>
                  <a:cubicBezTo>
                    <a:pt x="108" y="0"/>
                    <a:pt x="0" y="144"/>
                    <a:pt x="0" y="325"/>
                  </a:cubicBezTo>
                  <a:cubicBezTo>
                    <a:pt x="0" y="469"/>
                    <a:pt x="108" y="613"/>
                    <a:pt x="289" y="613"/>
                  </a:cubicBezTo>
                  <a:lnTo>
                    <a:pt x="14788" y="613"/>
                  </a:lnTo>
                  <a:cubicBezTo>
                    <a:pt x="14932" y="613"/>
                    <a:pt x="15076" y="469"/>
                    <a:pt x="15076" y="325"/>
                  </a:cubicBezTo>
                  <a:cubicBezTo>
                    <a:pt x="15076" y="144"/>
                    <a:pt x="14932" y="0"/>
                    <a:pt x="14788"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95" name="Google Shape;4934;p64">
              <a:extLst>
                <a:ext uri="{FF2B5EF4-FFF2-40B4-BE49-F238E27FC236}">
                  <a16:creationId xmlns:a16="http://schemas.microsoft.com/office/drawing/2014/main" id="{66B913B4-7A04-BF9C-41D6-B478DADD4BA1}"/>
                </a:ext>
              </a:extLst>
            </p:cNvPr>
            <p:cNvSpPr/>
            <p:nvPr/>
          </p:nvSpPr>
          <p:spPr>
            <a:xfrm>
              <a:off x="2322225" y="1556375"/>
              <a:ext cx="109125" cy="15350"/>
            </a:xfrm>
            <a:custGeom>
              <a:avLst/>
              <a:gdLst/>
              <a:ahLst/>
              <a:cxnLst/>
              <a:rect l="l" t="t" r="r" b="b"/>
              <a:pathLst>
                <a:path w="4365" h="614" extrusionOk="0">
                  <a:moveTo>
                    <a:pt x="289" y="0"/>
                  </a:moveTo>
                  <a:cubicBezTo>
                    <a:pt x="145" y="0"/>
                    <a:pt x="0" y="144"/>
                    <a:pt x="0" y="325"/>
                  </a:cubicBezTo>
                  <a:cubicBezTo>
                    <a:pt x="0" y="469"/>
                    <a:pt x="145" y="613"/>
                    <a:pt x="289" y="613"/>
                  </a:cubicBezTo>
                  <a:lnTo>
                    <a:pt x="4076" y="613"/>
                  </a:lnTo>
                  <a:cubicBezTo>
                    <a:pt x="4220" y="613"/>
                    <a:pt x="4364" y="469"/>
                    <a:pt x="4364" y="325"/>
                  </a:cubicBezTo>
                  <a:cubicBezTo>
                    <a:pt x="4364" y="144"/>
                    <a:pt x="4220" y="0"/>
                    <a:pt x="4076"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96" name="Google Shape;4935;p64">
              <a:extLst>
                <a:ext uri="{FF2B5EF4-FFF2-40B4-BE49-F238E27FC236}">
                  <a16:creationId xmlns:a16="http://schemas.microsoft.com/office/drawing/2014/main" id="{6A8928C0-1E75-E1D7-16BB-F3B56F544881}"/>
                </a:ext>
              </a:extLst>
            </p:cNvPr>
            <p:cNvSpPr/>
            <p:nvPr/>
          </p:nvSpPr>
          <p:spPr>
            <a:xfrm>
              <a:off x="2647725" y="1629400"/>
              <a:ext cx="471600" cy="15350"/>
            </a:xfrm>
            <a:custGeom>
              <a:avLst/>
              <a:gdLst/>
              <a:ahLst/>
              <a:cxnLst/>
              <a:rect l="l" t="t" r="r" b="b"/>
              <a:pathLst>
                <a:path w="18864" h="614" extrusionOk="0">
                  <a:moveTo>
                    <a:pt x="325" y="1"/>
                  </a:moveTo>
                  <a:cubicBezTo>
                    <a:pt x="145" y="1"/>
                    <a:pt x="1" y="145"/>
                    <a:pt x="1" y="289"/>
                  </a:cubicBezTo>
                  <a:cubicBezTo>
                    <a:pt x="1" y="469"/>
                    <a:pt x="145" y="614"/>
                    <a:pt x="325" y="614"/>
                  </a:cubicBezTo>
                  <a:lnTo>
                    <a:pt x="18539" y="614"/>
                  </a:lnTo>
                  <a:cubicBezTo>
                    <a:pt x="18719" y="614"/>
                    <a:pt x="18864" y="469"/>
                    <a:pt x="18864" y="289"/>
                  </a:cubicBezTo>
                  <a:cubicBezTo>
                    <a:pt x="18864" y="145"/>
                    <a:pt x="18719" y="1"/>
                    <a:pt x="1853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97" name="Google Shape;4936;p64">
              <a:extLst>
                <a:ext uri="{FF2B5EF4-FFF2-40B4-BE49-F238E27FC236}">
                  <a16:creationId xmlns:a16="http://schemas.microsoft.com/office/drawing/2014/main" id="{D0DD0FFA-1C44-1D25-D233-C945BC06B0D2}"/>
                </a:ext>
              </a:extLst>
            </p:cNvPr>
            <p:cNvSpPr/>
            <p:nvPr/>
          </p:nvSpPr>
          <p:spPr>
            <a:xfrm>
              <a:off x="2322225" y="1629400"/>
              <a:ext cx="174050" cy="15350"/>
            </a:xfrm>
            <a:custGeom>
              <a:avLst/>
              <a:gdLst/>
              <a:ahLst/>
              <a:cxnLst/>
              <a:rect l="l" t="t" r="r" b="b"/>
              <a:pathLst>
                <a:path w="6962" h="614" extrusionOk="0">
                  <a:moveTo>
                    <a:pt x="289" y="1"/>
                  </a:moveTo>
                  <a:cubicBezTo>
                    <a:pt x="145" y="1"/>
                    <a:pt x="0" y="145"/>
                    <a:pt x="0" y="289"/>
                  </a:cubicBezTo>
                  <a:cubicBezTo>
                    <a:pt x="0" y="469"/>
                    <a:pt x="145" y="614"/>
                    <a:pt x="289" y="614"/>
                  </a:cubicBezTo>
                  <a:lnTo>
                    <a:pt x="6673" y="614"/>
                  </a:lnTo>
                  <a:cubicBezTo>
                    <a:pt x="6853" y="614"/>
                    <a:pt x="6961" y="469"/>
                    <a:pt x="6961" y="289"/>
                  </a:cubicBezTo>
                  <a:cubicBezTo>
                    <a:pt x="6961" y="145"/>
                    <a:pt x="6853" y="1"/>
                    <a:pt x="667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98" name="Google Shape;4937;p64">
              <a:extLst>
                <a:ext uri="{FF2B5EF4-FFF2-40B4-BE49-F238E27FC236}">
                  <a16:creationId xmlns:a16="http://schemas.microsoft.com/office/drawing/2014/main" id="{CB81950D-4BA2-6813-8481-8DA2EC131309}"/>
                </a:ext>
              </a:extLst>
            </p:cNvPr>
            <p:cNvSpPr/>
            <p:nvPr/>
          </p:nvSpPr>
          <p:spPr>
            <a:xfrm>
              <a:off x="3024625" y="1712350"/>
              <a:ext cx="94700" cy="15350"/>
            </a:xfrm>
            <a:custGeom>
              <a:avLst/>
              <a:gdLst/>
              <a:ahLst/>
              <a:cxnLst/>
              <a:rect l="l" t="t" r="r" b="b"/>
              <a:pathLst>
                <a:path w="3788" h="614" extrusionOk="0">
                  <a:moveTo>
                    <a:pt x="289" y="1"/>
                  </a:moveTo>
                  <a:cubicBezTo>
                    <a:pt x="145" y="1"/>
                    <a:pt x="1" y="145"/>
                    <a:pt x="1" y="325"/>
                  </a:cubicBezTo>
                  <a:cubicBezTo>
                    <a:pt x="1" y="470"/>
                    <a:pt x="145" y="614"/>
                    <a:pt x="289" y="614"/>
                  </a:cubicBezTo>
                  <a:lnTo>
                    <a:pt x="3463" y="614"/>
                  </a:lnTo>
                  <a:cubicBezTo>
                    <a:pt x="3643" y="614"/>
                    <a:pt x="3788" y="470"/>
                    <a:pt x="3788" y="325"/>
                  </a:cubicBezTo>
                  <a:cubicBezTo>
                    <a:pt x="3788" y="145"/>
                    <a:pt x="3643" y="1"/>
                    <a:pt x="346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299" name="Google Shape;4938;p64">
              <a:extLst>
                <a:ext uri="{FF2B5EF4-FFF2-40B4-BE49-F238E27FC236}">
                  <a16:creationId xmlns:a16="http://schemas.microsoft.com/office/drawing/2014/main" id="{16C3BB58-3194-348E-4BAA-068280D0EF61}"/>
                </a:ext>
              </a:extLst>
            </p:cNvPr>
            <p:cNvSpPr/>
            <p:nvPr/>
          </p:nvSpPr>
          <p:spPr>
            <a:xfrm>
              <a:off x="2800100" y="1712350"/>
              <a:ext cx="174050" cy="15350"/>
            </a:xfrm>
            <a:custGeom>
              <a:avLst/>
              <a:gdLst/>
              <a:ahLst/>
              <a:cxnLst/>
              <a:rect l="l" t="t" r="r" b="b"/>
              <a:pathLst>
                <a:path w="6962" h="614" extrusionOk="0">
                  <a:moveTo>
                    <a:pt x="289" y="1"/>
                  </a:moveTo>
                  <a:cubicBezTo>
                    <a:pt x="145" y="1"/>
                    <a:pt x="1" y="145"/>
                    <a:pt x="1" y="325"/>
                  </a:cubicBezTo>
                  <a:cubicBezTo>
                    <a:pt x="1" y="470"/>
                    <a:pt x="145" y="614"/>
                    <a:pt x="289" y="614"/>
                  </a:cubicBezTo>
                  <a:lnTo>
                    <a:pt x="6673" y="614"/>
                  </a:lnTo>
                  <a:cubicBezTo>
                    <a:pt x="6854" y="614"/>
                    <a:pt x="6962" y="470"/>
                    <a:pt x="6962" y="325"/>
                  </a:cubicBezTo>
                  <a:cubicBezTo>
                    <a:pt x="6962" y="145"/>
                    <a:pt x="6854" y="1"/>
                    <a:pt x="667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300" name="Google Shape;4939;p64">
              <a:extLst>
                <a:ext uri="{FF2B5EF4-FFF2-40B4-BE49-F238E27FC236}">
                  <a16:creationId xmlns:a16="http://schemas.microsoft.com/office/drawing/2014/main" id="{58D1B177-261A-5113-6862-4BDCC4297537}"/>
                </a:ext>
              </a:extLst>
            </p:cNvPr>
            <p:cNvSpPr/>
            <p:nvPr/>
          </p:nvSpPr>
          <p:spPr>
            <a:xfrm>
              <a:off x="2322225" y="1712350"/>
              <a:ext cx="384125" cy="15350"/>
            </a:xfrm>
            <a:custGeom>
              <a:avLst/>
              <a:gdLst/>
              <a:ahLst/>
              <a:cxnLst/>
              <a:rect l="l" t="t" r="r" b="b"/>
              <a:pathLst>
                <a:path w="15365" h="614" extrusionOk="0">
                  <a:moveTo>
                    <a:pt x="289" y="1"/>
                  </a:moveTo>
                  <a:cubicBezTo>
                    <a:pt x="145" y="1"/>
                    <a:pt x="0" y="145"/>
                    <a:pt x="0" y="325"/>
                  </a:cubicBezTo>
                  <a:cubicBezTo>
                    <a:pt x="0" y="470"/>
                    <a:pt x="145" y="614"/>
                    <a:pt x="289" y="614"/>
                  </a:cubicBezTo>
                  <a:lnTo>
                    <a:pt x="15076" y="614"/>
                  </a:lnTo>
                  <a:cubicBezTo>
                    <a:pt x="15221" y="614"/>
                    <a:pt x="15365" y="470"/>
                    <a:pt x="15365" y="325"/>
                  </a:cubicBezTo>
                  <a:cubicBezTo>
                    <a:pt x="15365" y="145"/>
                    <a:pt x="15221" y="1"/>
                    <a:pt x="15076"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301" name="Google Shape;4940;p64">
              <a:extLst>
                <a:ext uri="{FF2B5EF4-FFF2-40B4-BE49-F238E27FC236}">
                  <a16:creationId xmlns:a16="http://schemas.microsoft.com/office/drawing/2014/main" id="{1EF762D5-064C-932C-8B5A-BBFEEEF52A80}"/>
                </a:ext>
              </a:extLst>
            </p:cNvPr>
            <p:cNvSpPr/>
            <p:nvPr/>
          </p:nvSpPr>
          <p:spPr>
            <a:xfrm>
              <a:off x="2699125" y="1795300"/>
              <a:ext cx="420200" cy="15375"/>
            </a:xfrm>
            <a:custGeom>
              <a:avLst/>
              <a:gdLst/>
              <a:ahLst/>
              <a:cxnLst/>
              <a:rect l="l" t="t" r="r" b="b"/>
              <a:pathLst>
                <a:path w="16808" h="615" extrusionOk="0">
                  <a:moveTo>
                    <a:pt x="289" y="1"/>
                  </a:moveTo>
                  <a:cubicBezTo>
                    <a:pt x="109" y="1"/>
                    <a:pt x="0" y="145"/>
                    <a:pt x="0" y="326"/>
                  </a:cubicBezTo>
                  <a:cubicBezTo>
                    <a:pt x="0" y="470"/>
                    <a:pt x="109" y="614"/>
                    <a:pt x="289" y="614"/>
                  </a:cubicBezTo>
                  <a:lnTo>
                    <a:pt x="16483" y="614"/>
                  </a:lnTo>
                  <a:cubicBezTo>
                    <a:pt x="16663" y="614"/>
                    <a:pt x="16808" y="470"/>
                    <a:pt x="16808" y="326"/>
                  </a:cubicBezTo>
                  <a:cubicBezTo>
                    <a:pt x="16808" y="145"/>
                    <a:pt x="16663" y="1"/>
                    <a:pt x="16483"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302" name="Google Shape;4941;p64">
              <a:extLst>
                <a:ext uri="{FF2B5EF4-FFF2-40B4-BE49-F238E27FC236}">
                  <a16:creationId xmlns:a16="http://schemas.microsoft.com/office/drawing/2014/main" id="{1B80698C-BFDD-382C-CAB3-9F926D4C681E}"/>
                </a:ext>
              </a:extLst>
            </p:cNvPr>
            <p:cNvSpPr/>
            <p:nvPr/>
          </p:nvSpPr>
          <p:spPr>
            <a:xfrm>
              <a:off x="2322225" y="1795300"/>
              <a:ext cx="304775" cy="15375"/>
            </a:xfrm>
            <a:custGeom>
              <a:avLst/>
              <a:gdLst/>
              <a:ahLst/>
              <a:cxnLst/>
              <a:rect l="l" t="t" r="r" b="b"/>
              <a:pathLst>
                <a:path w="12191" h="615" extrusionOk="0">
                  <a:moveTo>
                    <a:pt x="289" y="1"/>
                  </a:moveTo>
                  <a:cubicBezTo>
                    <a:pt x="145" y="1"/>
                    <a:pt x="0" y="145"/>
                    <a:pt x="0" y="326"/>
                  </a:cubicBezTo>
                  <a:cubicBezTo>
                    <a:pt x="0" y="470"/>
                    <a:pt x="145" y="614"/>
                    <a:pt x="289" y="614"/>
                  </a:cubicBezTo>
                  <a:lnTo>
                    <a:pt x="11902" y="614"/>
                  </a:lnTo>
                  <a:cubicBezTo>
                    <a:pt x="12047" y="614"/>
                    <a:pt x="12191" y="470"/>
                    <a:pt x="12191" y="326"/>
                  </a:cubicBezTo>
                  <a:cubicBezTo>
                    <a:pt x="12191" y="145"/>
                    <a:pt x="12047" y="1"/>
                    <a:pt x="11902"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303" name="Google Shape;4942;p64">
              <a:extLst>
                <a:ext uri="{FF2B5EF4-FFF2-40B4-BE49-F238E27FC236}">
                  <a16:creationId xmlns:a16="http://schemas.microsoft.com/office/drawing/2014/main" id="{5828D814-3774-A45D-4F8F-F00DBDA0A1DD}"/>
                </a:ext>
              </a:extLst>
            </p:cNvPr>
            <p:cNvSpPr/>
            <p:nvPr/>
          </p:nvSpPr>
          <p:spPr>
            <a:xfrm>
              <a:off x="2929950" y="1879175"/>
              <a:ext cx="189375" cy="14450"/>
            </a:xfrm>
            <a:custGeom>
              <a:avLst/>
              <a:gdLst/>
              <a:ahLst/>
              <a:cxnLst/>
              <a:rect l="l" t="t" r="r" b="b"/>
              <a:pathLst>
                <a:path w="7575" h="578" extrusionOk="0">
                  <a:moveTo>
                    <a:pt x="325" y="0"/>
                  </a:moveTo>
                  <a:cubicBezTo>
                    <a:pt x="145" y="0"/>
                    <a:pt x="1" y="108"/>
                    <a:pt x="1" y="289"/>
                  </a:cubicBezTo>
                  <a:cubicBezTo>
                    <a:pt x="1" y="469"/>
                    <a:pt x="145" y="577"/>
                    <a:pt x="325" y="577"/>
                  </a:cubicBezTo>
                  <a:lnTo>
                    <a:pt x="7250" y="577"/>
                  </a:lnTo>
                  <a:cubicBezTo>
                    <a:pt x="7430" y="577"/>
                    <a:pt x="7575" y="469"/>
                    <a:pt x="7575" y="289"/>
                  </a:cubicBezTo>
                  <a:cubicBezTo>
                    <a:pt x="7575" y="108"/>
                    <a:pt x="7430" y="0"/>
                    <a:pt x="7250"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304" name="Google Shape;4943;p64">
              <a:extLst>
                <a:ext uri="{FF2B5EF4-FFF2-40B4-BE49-F238E27FC236}">
                  <a16:creationId xmlns:a16="http://schemas.microsoft.com/office/drawing/2014/main" id="{B030AF65-634E-BD42-CC33-1F7C9C76988A}"/>
                </a:ext>
              </a:extLst>
            </p:cNvPr>
            <p:cNvSpPr/>
            <p:nvPr/>
          </p:nvSpPr>
          <p:spPr>
            <a:xfrm>
              <a:off x="2496250" y="1879175"/>
              <a:ext cx="376925" cy="14450"/>
            </a:xfrm>
            <a:custGeom>
              <a:avLst/>
              <a:gdLst/>
              <a:ahLst/>
              <a:cxnLst/>
              <a:rect l="l" t="t" r="r" b="b"/>
              <a:pathLst>
                <a:path w="15077" h="578" extrusionOk="0">
                  <a:moveTo>
                    <a:pt x="289" y="0"/>
                  </a:moveTo>
                  <a:cubicBezTo>
                    <a:pt x="108" y="0"/>
                    <a:pt x="0" y="108"/>
                    <a:pt x="0" y="289"/>
                  </a:cubicBezTo>
                  <a:cubicBezTo>
                    <a:pt x="0" y="469"/>
                    <a:pt x="108" y="577"/>
                    <a:pt x="289" y="577"/>
                  </a:cubicBezTo>
                  <a:lnTo>
                    <a:pt x="14788" y="577"/>
                  </a:lnTo>
                  <a:cubicBezTo>
                    <a:pt x="14932" y="577"/>
                    <a:pt x="15076" y="469"/>
                    <a:pt x="15076" y="289"/>
                  </a:cubicBezTo>
                  <a:cubicBezTo>
                    <a:pt x="15076" y="108"/>
                    <a:pt x="14932" y="0"/>
                    <a:pt x="14788"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8305" name="Google Shape;4944;p64">
              <a:extLst>
                <a:ext uri="{FF2B5EF4-FFF2-40B4-BE49-F238E27FC236}">
                  <a16:creationId xmlns:a16="http://schemas.microsoft.com/office/drawing/2014/main" id="{ADFBB30B-223C-08CF-4C2A-D3C39404960B}"/>
                </a:ext>
              </a:extLst>
            </p:cNvPr>
            <p:cNvSpPr/>
            <p:nvPr/>
          </p:nvSpPr>
          <p:spPr>
            <a:xfrm>
              <a:off x="2322225" y="1879175"/>
              <a:ext cx="109125" cy="14450"/>
            </a:xfrm>
            <a:custGeom>
              <a:avLst/>
              <a:gdLst/>
              <a:ahLst/>
              <a:cxnLst/>
              <a:rect l="l" t="t" r="r" b="b"/>
              <a:pathLst>
                <a:path w="4365" h="578" extrusionOk="0">
                  <a:moveTo>
                    <a:pt x="289" y="0"/>
                  </a:moveTo>
                  <a:cubicBezTo>
                    <a:pt x="145" y="0"/>
                    <a:pt x="0" y="108"/>
                    <a:pt x="0" y="289"/>
                  </a:cubicBezTo>
                  <a:cubicBezTo>
                    <a:pt x="0" y="469"/>
                    <a:pt x="145" y="577"/>
                    <a:pt x="289" y="577"/>
                  </a:cubicBezTo>
                  <a:lnTo>
                    <a:pt x="4076" y="577"/>
                  </a:lnTo>
                  <a:cubicBezTo>
                    <a:pt x="4220" y="577"/>
                    <a:pt x="4364" y="469"/>
                    <a:pt x="4364" y="289"/>
                  </a:cubicBezTo>
                  <a:cubicBezTo>
                    <a:pt x="4364" y="108"/>
                    <a:pt x="4220" y="0"/>
                    <a:pt x="4076"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sp>
        <p:nvSpPr>
          <p:cNvPr id="8307" name="TextBox 8306">
            <a:extLst>
              <a:ext uri="{FF2B5EF4-FFF2-40B4-BE49-F238E27FC236}">
                <a16:creationId xmlns:a16="http://schemas.microsoft.com/office/drawing/2014/main" id="{666BA41B-E895-A8BC-3AE9-7751C8F336DF}"/>
              </a:ext>
            </a:extLst>
          </p:cNvPr>
          <p:cNvSpPr txBox="1"/>
          <p:nvPr/>
        </p:nvSpPr>
        <p:spPr>
          <a:xfrm>
            <a:off x="8679863" y="3793423"/>
            <a:ext cx="1652511" cy="461665"/>
          </a:xfrm>
          <a:prstGeom prst="rect">
            <a:avLst/>
          </a:prstGeom>
          <a:noFill/>
        </p:spPr>
        <p:txBody>
          <a:bodyPr wrap="square">
            <a:spAutoFit/>
          </a:bodyPr>
          <a:lstStyle/>
          <a:p>
            <a:r>
              <a:rPr lang="en-US" sz="2400" b="1" i="1" dirty="0" err="1">
                <a:solidFill>
                  <a:srgbClr val="292D34"/>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Kapwing</a:t>
            </a:r>
            <a:endParaRPr lang="en-US" sz="2400" b="1" i="1" dirty="0">
              <a:solidFill>
                <a:srgbClr val="292D34"/>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851"/>
                                        </p:tgtEl>
                                        <p:attrNameLst>
                                          <p:attrName>style.visibility</p:attrName>
                                        </p:attrNameLst>
                                      </p:cBhvr>
                                      <p:to>
                                        <p:strVal val="visible"/>
                                      </p:to>
                                    </p:set>
                                    <p:animEffect transition="in" filter="fade">
                                      <p:cBhvr>
                                        <p:cTn id="7" dur="1000"/>
                                        <p:tgtEl>
                                          <p:spTgt spid="7851"/>
                                        </p:tgtEl>
                                      </p:cBhvr>
                                    </p:animEffect>
                                    <p:anim calcmode="lin" valueType="num">
                                      <p:cBhvr>
                                        <p:cTn id="8" dur="1000" fill="hold"/>
                                        <p:tgtEl>
                                          <p:spTgt spid="7851"/>
                                        </p:tgtEl>
                                        <p:attrNameLst>
                                          <p:attrName>ppt_x</p:attrName>
                                        </p:attrNameLst>
                                      </p:cBhvr>
                                      <p:tavLst>
                                        <p:tav tm="0">
                                          <p:val>
                                            <p:strVal val="#ppt_x"/>
                                          </p:val>
                                        </p:tav>
                                        <p:tav tm="100000">
                                          <p:val>
                                            <p:strVal val="#ppt_x"/>
                                          </p:val>
                                        </p:tav>
                                      </p:tavLst>
                                    </p:anim>
                                    <p:anim calcmode="lin" valueType="num">
                                      <p:cBhvr>
                                        <p:cTn id="9" dur="1000" fill="hold"/>
                                        <p:tgtEl>
                                          <p:spTgt spid="785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857"/>
                                        </p:tgtEl>
                                        <p:attrNameLst>
                                          <p:attrName>style.visibility</p:attrName>
                                        </p:attrNameLst>
                                      </p:cBhvr>
                                      <p:to>
                                        <p:strVal val="visible"/>
                                      </p:to>
                                    </p:set>
                                    <p:animEffect transition="in" filter="fade">
                                      <p:cBhvr>
                                        <p:cTn id="14" dur="1000"/>
                                        <p:tgtEl>
                                          <p:spTgt spid="7857"/>
                                        </p:tgtEl>
                                      </p:cBhvr>
                                    </p:animEffect>
                                    <p:anim calcmode="lin" valueType="num">
                                      <p:cBhvr>
                                        <p:cTn id="15" dur="1000" fill="hold"/>
                                        <p:tgtEl>
                                          <p:spTgt spid="7857"/>
                                        </p:tgtEl>
                                        <p:attrNameLst>
                                          <p:attrName>ppt_x</p:attrName>
                                        </p:attrNameLst>
                                      </p:cBhvr>
                                      <p:tavLst>
                                        <p:tav tm="0">
                                          <p:val>
                                            <p:strVal val="#ppt_x"/>
                                          </p:val>
                                        </p:tav>
                                        <p:tav tm="100000">
                                          <p:val>
                                            <p:strVal val="#ppt_x"/>
                                          </p:val>
                                        </p:tav>
                                      </p:tavLst>
                                    </p:anim>
                                    <p:anim calcmode="lin" valueType="num">
                                      <p:cBhvr>
                                        <p:cTn id="16" dur="1000" fill="hold"/>
                                        <p:tgtEl>
                                          <p:spTgt spid="785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217"/>
                                        </p:tgtEl>
                                        <p:attrNameLst>
                                          <p:attrName>style.visibility</p:attrName>
                                        </p:attrNameLst>
                                      </p:cBhvr>
                                      <p:to>
                                        <p:strVal val="visible"/>
                                      </p:to>
                                    </p:set>
                                    <p:animEffect transition="in" filter="fade">
                                      <p:cBhvr>
                                        <p:cTn id="21" dur="1000"/>
                                        <p:tgtEl>
                                          <p:spTgt spid="8217"/>
                                        </p:tgtEl>
                                      </p:cBhvr>
                                    </p:animEffect>
                                    <p:anim calcmode="lin" valueType="num">
                                      <p:cBhvr>
                                        <p:cTn id="22" dur="1000" fill="hold"/>
                                        <p:tgtEl>
                                          <p:spTgt spid="8217"/>
                                        </p:tgtEl>
                                        <p:attrNameLst>
                                          <p:attrName>ppt_x</p:attrName>
                                        </p:attrNameLst>
                                      </p:cBhvr>
                                      <p:tavLst>
                                        <p:tav tm="0">
                                          <p:val>
                                            <p:strVal val="#ppt_x"/>
                                          </p:val>
                                        </p:tav>
                                        <p:tav tm="100000">
                                          <p:val>
                                            <p:strVal val="#ppt_x"/>
                                          </p:val>
                                        </p:tav>
                                      </p:tavLst>
                                    </p:anim>
                                    <p:anim calcmode="lin" valueType="num">
                                      <p:cBhvr>
                                        <p:cTn id="23" dur="1000" fill="hold"/>
                                        <p:tgtEl>
                                          <p:spTgt spid="821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8218"/>
                                        </p:tgtEl>
                                        <p:attrNameLst>
                                          <p:attrName>style.visibility</p:attrName>
                                        </p:attrNameLst>
                                      </p:cBhvr>
                                      <p:to>
                                        <p:strVal val="visible"/>
                                      </p:to>
                                    </p:set>
                                    <p:anim calcmode="lin" valueType="num">
                                      <p:cBhvr additive="base">
                                        <p:cTn id="28" dur="500" fill="hold"/>
                                        <p:tgtEl>
                                          <p:spTgt spid="8218"/>
                                        </p:tgtEl>
                                        <p:attrNameLst>
                                          <p:attrName>ppt_x</p:attrName>
                                        </p:attrNameLst>
                                      </p:cBhvr>
                                      <p:tavLst>
                                        <p:tav tm="0">
                                          <p:val>
                                            <p:strVal val="#ppt_x"/>
                                          </p:val>
                                        </p:tav>
                                        <p:tav tm="100000">
                                          <p:val>
                                            <p:strVal val="#ppt_x"/>
                                          </p:val>
                                        </p:tav>
                                      </p:tavLst>
                                    </p:anim>
                                    <p:anim calcmode="lin" valueType="num">
                                      <p:cBhvr additive="base">
                                        <p:cTn id="29" dur="500" fill="hold"/>
                                        <p:tgtEl>
                                          <p:spTgt spid="821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8307"/>
                                        </p:tgtEl>
                                        <p:attrNameLst>
                                          <p:attrName>style.visibility</p:attrName>
                                        </p:attrNameLst>
                                      </p:cBhvr>
                                      <p:to>
                                        <p:strVal val="visible"/>
                                      </p:to>
                                    </p:set>
                                    <p:animEffect transition="in" filter="fade">
                                      <p:cBhvr>
                                        <p:cTn id="34" dur="1000"/>
                                        <p:tgtEl>
                                          <p:spTgt spid="8307"/>
                                        </p:tgtEl>
                                      </p:cBhvr>
                                    </p:animEffect>
                                    <p:anim calcmode="lin" valueType="num">
                                      <p:cBhvr>
                                        <p:cTn id="35" dur="1000" fill="hold"/>
                                        <p:tgtEl>
                                          <p:spTgt spid="8307"/>
                                        </p:tgtEl>
                                        <p:attrNameLst>
                                          <p:attrName>ppt_x</p:attrName>
                                        </p:attrNameLst>
                                      </p:cBhvr>
                                      <p:tavLst>
                                        <p:tav tm="0">
                                          <p:val>
                                            <p:strVal val="#ppt_x"/>
                                          </p:val>
                                        </p:tav>
                                        <p:tav tm="100000">
                                          <p:val>
                                            <p:strVal val="#ppt_x"/>
                                          </p:val>
                                        </p:tav>
                                      </p:tavLst>
                                    </p:anim>
                                    <p:anim calcmode="lin" valueType="num">
                                      <p:cBhvr>
                                        <p:cTn id="36" dur="1000" fill="hold"/>
                                        <p:tgtEl>
                                          <p:spTgt spid="830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7854"/>
                                        </p:tgtEl>
                                        <p:attrNameLst>
                                          <p:attrName>style.visibility</p:attrName>
                                        </p:attrNameLst>
                                      </p:cBhvr>
                                      <p:to>
                                        <p:strVal val="visible"/>
                                      </p:to>
                                    </p:set>
                                    <p:animEffect transition="in" filter="fade">
                                      <p:cBhvr>
                                        <p:cTn id="41" dur="1000"/>
                                        <p:tgtEl>
                                          <p:spTgt spid="7854"/>
                                        </p:tgtEl>
                                      </p:cBhvr>
                                    </p:animEffect>
                                    <p:anim calcmode="lin" valueType="num">
                                      <p:cBhvr>
                                        <p:cTn id="42" dur="1000" fill="hold"/>
                                        <p:tgtEl>
                                          <p:spTgt spid="7854"/>
                                        </p:tgtEl>
                                        <p:attrNameLst>
                                          <p:attrName>ppt_x</p:attrName>
                                        </p:attrNameLst>
                                      </p:cBhvr>
                                      <p:tavLst>
                                        <p:tav tm="0">
                                          <p:val>
                                            <p:strVal val="#ppt_x"/>
                                          </p:val>
                                        </p:tav>
                                        <p:tav tm="100000">
                                          <p:val>
                                            <p:strVal val="#ppt_x"/>
                                          </p:val>
                                        </p:tav>
                                      </p:tavLst>
                                    </p:anim>
                                    <p:anim calcmode="lin" valueType="num">
                                      <p:cBhvr>
                                        <p:cTn id="43" dur="1000" fill="hold"/>
                                        <p:tgtEl>
                                          <p:spTgt spid="78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1" grpId="0"/>
      <p:bldP spid="7854" grpId="0"/>
      <p:bldP spid="7857" grpId="0"/>
      <p:bldP spid="8217" grpId="0"/>
      <p:bldP spid="8218" grpId="0"/>
      <p:bldP spid="830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0A64E-EDFE-4349-9D01-336E24848882}"/>
              </a:ext>
            </a:extLst>
          </p:cNvPr>
          <p:cNvSpPr txBox="1">
            <a:spLocks/>
          </p:cNvSpPr>
          <p:nvPr/>
        </p:nvSpPr>
        <p:spPr>
          <a:xfrm>
            <a:off x="819150" y="2181225"/>
            <a:ext cx="11144250" cy="44973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i="1" dirty="0">
                <a:solidFill>
                  <a:srgbClr val="292D34"/>
                </a:solidFill>
                <a:latin typeface="Times New Roman" panose="02020603050405020304" pitchFamily="18" charset="0"/>
                <a:cs typeface="Times New Roman" panose="02020603050405020304" pitchFamily="18" charset="0"/>
              </a:rPr>
              <a:t>One AI tool that can summarize video content</a:t>
            </a:r>
          </a:p>
          <a:p>
            <a:pPr marL="0" indent="0">
              <a:buNone/>
            </a:pPr>
            <a:r>
              <a:rPr lang="en-US" sz="2000" i="1" dirty="0">
                <a:solidFill>
                  <a:srgbClr val="292D34"/>
                </a:solidFill>
                <a:latin typeface="Times New Roman" panose="02020603050405020304" pitchFamily="18" charset="0"/>
                <a:cs typeface="Times New Roman" panose="02020603050405020304" pitchFamily="18" charset="0"/>
              </a:rPr>
              <a:t>IBM Watson Media offers a feature called “Watson Captioning,” which uses AI-powered speech-to-text technology to automatically transcribe and caption video content. Along with transcription, Watson Captioning can also identify important keywords and topics discussed in the video, allowing users to generate summarized highlights and insights.</a:t>
            </a:r>
          </a:p>
          <a:p>
            <a:pPr marL="0" indent="0">
              <a:buNone/>
            </a:pPr>
            <a:r>
              <a:rPr lang="en-US" sz="2000" i="1" dirty="0">
                <a:solidFill>
                  <a:srgbClr val="292D34"/>
                </a:solidFill>
                <a:latin typeface="Times New Roman" panose="02020603050405020304" pitchFamily="18" charset="0"/>
                <a:cs typeface="Times New Roman" panose="02020603050405020304" pitchFamily="18" charset="0"/>
              </a:rPr>
              <a:t>The AI technology employed by Watson Captioning enables users to efficiently review and extract key points from video content, facilitating the creation of concise summaries without having to watch an entire video in its entirety. This can be particularly useful for content creators, educators, and researchers who need to process and extract valuable information from video material.</a:t>
            </a:r>
          </a:p>
          <a:p>
            <a:endParaRPr lang="en-US" dirty="0"/>
          </a:p>
        </p:txBody>
      </p:sp>
      <p:pic>
        <p:nvPicPr>
          <p:cNvPr id="4" name="Content Placeholder 5">
            <a:extLst>
              <a:ext uri="{FF2B5EF4-FFF2-40B4-BE49-F238E27FC236}">
                <a16:creationId xmlns:a16="http://schemas.microsoft.com/office/drawing/2014/main" id="{896498A3-4F24-4F60-8E5A-00A7345A2CC1}"/>
              </a:ext>
            </a:extLst>
          </p:cNvPr>
          <p:cNvPicPr>
            <a:picLocks noChangeAspect="1"/>
          </p:cNvPicPr>
          <p:nvPr/>
        </p:nvPicPr>
        <p:blipFill rotWithShape="1">
          <a:blip r:embed="rId2">
            <a:extLst>
              <a:ext uri="{28A0092B-C50C-407E-A947-70E740481C1C}">
                <a14:useLocalDpi xmlns:a14="http://schemas.microsoft.com/office/drawing/2010/main" val="0"/>
              </a:ext>
            </a:extLst>
          </a:blip>
          <a:srcRect t="11554" b="24571"/>
          <a:stretch/>
        </p:blipFill>
        <p:spPr>
          <a:xfrm>
            <a:off x="2885107" y="201544"/>
            <a:ext cx="6421786" cy="171456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9316031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grpSp>
        <p:nvGrpSpPr>
          <p:cNvPr id="2326" name="Google Shape;2326;p44"/>
          <p:cNvGrpSpPr/>
          <p:nvPr/>
        </p:nvGrpSpPr>
        <p:grpSpPr>
          <a:xfrm>
            <a:off x="7019348" y="966432"/>
            <a:ext cx="5172652" cy="5172652"/>
            <a:chOff x="4522050" y="622650"/>
            <a:chExt cx="3898200" cy="3898200"/>
          </a:xfrm>
        </p:grpSpPr>
        <p:sp>
          <p:nvSpPr>
            <p:cNvPr id="2327" name="Google Shape;2327;p44"/>
            <p:cNvSpPr/>
            <p:nvPr/>
          </p:nvSpPr>
          <p:spPr>
            <a:xfrm>
              <a:off x="4522050" y="622650"/>
              <a:ext cx="3898200" cy="38982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328" name="Google Shape;2328;p44"/>
            <p:cNvSpPr/>
            <p:nvPr/>
          </p:nvSpPr>
          <p:spPr>
            <a:xfrm>
              <a:off x="4698900" y="799500"/>
              <a:ext cx="3544500" cy="3544500"/>
            </a:xfrm>
            <a:prstGeom prst="ellipse">
              <a:avLst/>
            </a:prstGeom>
            <a:solidFill>
              <a:srgbClr val="FFFFFF"/>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
        <p:nvSpPr>
          <p:cNvPr id="2330" name="Google Shape;2330;p44"/>
          <p:cNvSpPr txBox="1">
            <a:spLocks noGrp="1"/>
          </p:cNvSpPr>
          <p:nvPr>
            <p:ph type="subTitle" idx="1"/>
          </p:nvPr>
        </p:nvSpPr>
        <p:spPr>
          <a:xfrm>
            <a:off x="1876669" y="2298933"/>
            <a:ext cx="4941650" cy="3357967"/>
          </a:xfrm>
          <a:prstGeom prst="rect">
            <a:avLst/>
          </a:prstGeom>
        </p:spPr>
        <p:txBody>
          <a:bodyPr spcFirstLastPara="1" vert="horz" wrap="square" lIns="121900" tIns="121900" rIns="121900" bIns="121900" rtlCol="0" anchor="t" anchorCtr="0">
            <a:noAutofit/>
          </a:bodyPr>
          <a:lstStyle/>
          <a:p>
            <a:pPr marL="114300" indent="0" algn="just"/>
            <a:r>
              <a:rPr lang="en-US" sz="1800" dirty="0">
                <a:solidFill>
                  <a:srgbClr val="292D34"/>
                </a:solidFill>
                <a:latin typeface="Times New Roman" panose="02020603050405020304" pitchFamily="18" charset="0"/>
                <a:ea typeface="+mn-ea"/>
                <a:cs typeface="Times New Roman" panose="02020603050405020304" pitchFamily="18" charset="0"/>
              </a:rPr>
              <a:t>As students navigate the demands of academia, AI becomes an invaluable companion in refining essential skills. AI bots designed to assist with writing have become invaluable tools for individuals seeking to enhance their writing skills, productivity, and overall communication. These bots leverage artificial intelligence technologies to provide a range of services, from grammar and style corrections to generating creative content</a:t>
            </a:r>
            <a:endParaRPr lang="en-US" sz="1800" dirty="0">
              <a:solidFill>
                <a:srgbClr val="292D34"/>
              </a:solidFill>
              <a:latin typeface="Times New Roman" panose="02020603050405020304" pitchFamily="18" charset="0"/>
              <a:ea typeface="+mn-ea"/>
              <a:cs typeface="Times New Roman" panose="02020603050405020304" pitchFamily="18" charset="0"/>
              <a:sym typeface="Arial"/>
            </a:endParaRPr>
          </a:p>
        </p:txBody>
      </p:sp>
      <p:pic>
        <p:nvPicPr>
          <p:cNvPr id="2331" name="Google Shape;2331;p44"/>
          <p:cNvPicPr preferRelativeResize="0"/>
          <p:nvPr/>
        </p:nvPicPr>
        <p:blipFill rotWithShape="1">
          <a:blip r:embed="rId3">
            <a:alphaModFix/>
          </a:blip>
          <a:srcRect l="34985" r="2674"/>
          <a:stretch/>
        </p:blipFill>
        <p:spPr>
          <a:xfrm>
            <a:off x="7509274" y="1360050"/>
            <a:ext cx="4192800" cy="4204000"/>
          </a:xfrm>
          <a:prstGeom prst="ellipse">
            <a:avLst/>
          </a:prstGeom>
          <a:noFill/>
          <a:ln>
            <a:noFill/>
          </a:ln>
        </p:spPr>
      </p:pic>
      <p:sp>
        <p:nvSpPr>
          <p:cNvPr id="5" name="TextBox 4">
            <a:extLst>
              <a:ext uri="{FF2B5EF4-FFF2-40B4-BE49-F238E27FC236}">
                <a16:creationId xmlns:a16="http://schemas.microsoft.com/office/drawing/2014/main" id="{85D634E8-6BFC-5637-1E86-F0BF9977C7F9}"/>
              </a:ext>
            </a:extLst>
          </p:cNvPr>
          <p:cNvSpPr txBox="1"/>
          <p:nvPr/>
        </p:nvSpPr>
        <p:spPr>
          <a:xfrm>
            <a:off x="1871224" y="1201100"/>
            <a:ext cx="6133522" cy="954107"/>
          </a:xfrm>
          <a:prstGeom prst="rect">
            <a:avLst/>
          </a:prstGeom>
          <a:noFill/>
        </p:spPr>
        <p:txBody>
          <a:bodyPr wrap="square">
            <a:spAutoFit/>
          </a:bodyPr>
          <a:lstStyle/>
          <a:p>
            <a:r>
              <a:rPr lang="en-US" sz="2800" b="1" dirty="0">
                <a:solidFill>
                  <a:srgbClr val="292D34"/>
                </a:solidFill>
                <a:latin typeface="Times New Roman" panose="02020603050405020304" pitchFamily="18" charset="0"/>
                <a:cs typeface="Times New Roman" panose="02020603050405020304" pitchFamily="18" charset="0"/>
                <a:sym typeface="Barlow Semi Condensed"/>
              </a:rPr>
              <a:t>AI Writing Bots: Enhancing Student Skills and Productivity</a:t>
            </a: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BF5EBE-1F89-A78C-F74C-82B82E9927F4}"/>
              </a:ext>
            </a:extLst>
          </p:cNvPr>
          <p:cNvPicPr>
            <a:picLocks noChangeAspect="1"/>
          </p:cNvPicPr>
          <p:nvPr/>
        </p:nvPicPr>
        <p:blipFill>
          <a:blip r:embed="rId2"/>
          <a:stretch>
            <a:fillRect/>
          </a:stretch>
        </p:blipFill>
        <p:spPr>
          <a:xfrm>
            <a:off x="2057629" y="3934106"/>
            <a:ext cx="7876715" cy="2036240"/>
          </a:xfrm>
          <a:prstGeom prst="rect">
            <a:avLst/>
          </a:prstGeom>
        </p:spPr>
      </p:pic>
      <p:pic>
        <p:nvPicPr>
          <p:cNvPr id="4" name="Picture 3">
            <a:extLst>
              <a:ext uri="{FF2B5EF4-FFF2-40B4-BE49-F238E27FC236}">
                <a16:creationId xmlns:a16="http://schemas.microsoft.com/office/drawing/2014/main" id="{BADE1EB7-ED73-42AB-8302-A6BAC4BBC3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2492" y="447245"/>
            <a:ext cx="3743325" cy="946467"/>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09CEC78E-AD13-1B6F-EBF8-B65796308843}"/>
              </a:ext>
            </a:extLst>
          </p:cNvPr>
          <p:cNvSpPr txBox="1"/>
          <p:nvPr/>
        </p:nvSpPr>
        <p:spPr>
          <a:xfrm>
            <a:off x="781050" y="1606407"/>
            <a:ext cx="10429875" cy="1015663"/>
          </a:xfrm>
          <a:prstGeom prst="rect">
            <a:avLst/>
          </a:prstGeom>
          <a:noFill/>
        </p:spPr>
        <p:txBody>
          <a:bodyPr wrap="square">
            <a:spAutoFit/>
          </a:bodyPr>
          <a:lstStyle/>
          <a:p>
            <a:pPr marL="114300" indent="0">
              <a:buFont typeface="Arial" panose="020B0604020202020204" pitchFamily="34" charset="0"/>
              <a:buNone/>
            </a:pPr>
            <a:r>
              <a:rPr lang="en-US" sz="2000" i="1" dirty="0">
                <a:solidFill>
                  <a:srgbClr val="292D34"/>
                </a:solidFill>
                <a:latin typeface="Times New Roman" panose="02020603050405020304" pitchFamily="18" charset="0"/>
                <a:cs typeface="Times New Roman" panose="02020603050405020304" pitchFamily="18" charset="0"/>
              </a:rPr>
              <a:t>An advanced AI-powered writing assistant designed to enhance the quality and clarity of written communication. It goes beyond conventional grammar and spell-checking, offering a suite of tools to assist users in refining their writing skills.</a:t>
            </a:r>
          </a:p>
        </p:txBody>
      </p:sp>
      <p:sp>
        <p:nvSpPr>
          <p:cNvPr id="10" name="TextBox 9">
            <a:extLst>
              <a:ext uri="{FF2B5EF4-FFF2-40B4-BE49-F238E27FC236}">
                <a16:creationId xmlns:a16="http://schemas.microsoft.com/office/drawing/2014/main" id="{C11541BB-3247-9DE3-5485-52514D8DFCAD}"/>
              </a:ext>
            </a:extLst>
          </p:cNvPr>
          <p:cNvSpPr txBox="1"/>
          <p:nvPr/>
        </p:nvSpPr>
        <p:spPr>
          <a:xfrm>
            <a:off x="1937120" y="3186358"/>
            <a:ext cx="3526631" cy="646331"/>
          </a:xfrm>
          <a:prstGeom prst="rect">
            <a:avLst/>
          </a:prstGeom>
          <a:noFill/>
        </p:spPr>
        <p:txBody>
          <a:bodyPr wrap="square">
            <a:spAutoFit/>
          </a:bodyPr>
          <a:lstStyle/>
          <a:p>
            <a:r>
              <a:rPr lang="en-US" sz="1800" i="1" dirty="0">
                <a:solidFill>
                  <a:srgbClr val="292D34"/>
                </a:solidFill>
                <a:latin typeface="Times New Roman" panose="02020603050405020304" pitchFamily="18" charset="0"/>
                <a:cs typeface="Times New Roman" panose="02020603050405020304" pitchFamily="18" charset="0"/>
              </a:rPr>
              <a:t>Reliable spell-checking and grammar-checking</a:t>
            </a:r>
          </a:p>
        </p:txBody>
      </p:sp>
      <p:sp>
        <p:nvSpPr>
          <p:cNvPr id="12" name="TextBox 11">
            <a:extLst>
              <a:ext uri="{FF2B5EF4-FFF2-40B4-BE49-F238E27FC236}">
                <a16:creationId xmlns:a16="http://schemas.microsoft.com/office/drawing/2014/main" id="{72D78AB1-81C5-0124-0BEA-C9BBB6E04C5D}"/>
              </a:ext>
            </a:extLst>
          </p:cNvPr>
          <p:cNvSpPr txBox="1"/>
          <p:nvPr/>
        </p:nvSpPr>
        <p:spPr>
          <a:xfrm>
            <a:off x="3769348" y="5986453"/>
            <a:ext cx="2675623" cy="646331"/>
          </a:xfrm>
          <a:prstGeom prst="rect">
            <a:avLst/>
          </a:prstGeom>
          <a:noFill/>
        </p:spPr>
        <p:txBody>
          <a:bodyPr wrap="square">
            <a:spAutoFit/>
          </a:bodyPr>
          <a:lstStyle/>
          <a:p>
            <a:r>
              <a:rPr lang="en-US" sz="1800" i="1" dirty="0">
                <a:solidFill>
                  <a:srgbClr val="292D34"/>
                </a:solidFill>
                <a:latin typeface="Times New Roman" panose="02020603050405020304" pitchFamily="18" charset="0"/>
                <a:cs typeface="Times New Roman" panose="02020603050405020304" pitchFamily="18" charset="0"/>
              </a:rPr>
              <a:t>Highly customizable kinds and levels of correction</a:t>
            </a:r>
          </a:p>
        </p:txBody>
      </p:sp>
      <p:sp>
        <p:nvSpPr>
          <p:cNvPr id="14" name="TextBox 13">
            <a:extLst>
              <a:ext uri="{FF2B5EF4-FFF2-40B4-BE49-F238E27FC236}">
                <a16:creationId xmlns:a16="http://schemas.microsoft.com/office/drawing/2014/main" id="{FEA37859-4694-F0F6-9F12-62ACF6CE4207}"/>
              </a:ext>
            </a:extLst>
          </p:cNvPr>
          <p:cNvSpPr txBox="1"/>
          <p:nvPr/>
        </p:nvSpPr>
        <p:spPr>
          <a:xfrm>
            <a:off x="6315074" y="3287775"/>
            <a:ext cx="3063188" cy="646331"/>
          </a:xfrm>
          <a:prstGeom prst="rect">
            <a:avLst/>
          </a:prstGeom>
          <a:noFill/>
        </p:spPr>
        <p:txBody>
          <a:bodyPr wrap="square">
            <a:spAutoFit/>
          </a:bodyPr>
          <a:lstStyle/>
          <a:p>
            <a:r>
              <a:rPr lang="en-US" sz="1800" i="1" dirty="0">
                <a:solidFill>
                  <a:srgbClr val="292D34"/>
                </a:solidFill>
                <a:latin typeface="Times New Roman" panose="02020603050405020304" pitchFamily="18" charset="0"/>
                <a:cs typeface="Times New Roman" panose="02020603050405020304" pitchFamily="18" charset="0"/>
              </a:rPr>
              <a:t>Smooth integration with third-party applications</a:t>
            </a:r>
          </a:p>
        </p:txBody>
      </p:sp>
      <p:sp>
        <p:nvSpPr>
          <p:cNvPr id="16" name="TextBox 15">
            <a:extLst>
              <a:ext uri="{FF2B5EF4-FFF2-40B4-BE49-F238E27FC236}">
                <a16:creationId xmlns:a16="http://schemas.microsoft.com/office/drawing/2014/main" id="{33BE64C3-0516-E73F-C65B-0523A7BF93D0}"/>
              </a:ext>
            </a:extLst>
          </p:cNvPr>
          <p:cNvSpPr txBox="1"/>
          <p:nvPr/>
        </p:nvSpPr>
        <p:spPr>
          <a:xfrm>
            <a:off x="8051967" y="5941316"/>
            <a:ext cx="3526631" cy="646331"/>
          </a:xfrm>
          <a:prstGeom prst="rect">
            <a:avLst/>
          </a:prstGeom>
          <a:noFill/>
        </p:spPr>
        <p:txBody>
          <a:bodyPr wrap="square">
            <a:spAutoFit/>
          </a:bodyPr>
          <a:lstStyle/>
          <a:p>
            <a:r>
              <a:rPr lang="en-US" sz="1800" i="1" dirty="0">
                <a:solidFill>
                  <a:srgbClr val="292D34"/>
                </a:solidFill>
                <a:latin typeface="Times New Roman" panose="02020603050405020304" pitchFamily="18" charset="0"/>
                <a:cs typeface="Times New Roman" panose="02020603050405020304" pitchFamily="18" charset="0"/>
              </a:rPr>
              <a:t>Online plagiarism checker finds matches to text available online</a:t>
            </a:r>
          </a:p>
        </p:txBody>
      </p:sp>
      <p:sp>
        <p:nvSpPr>
          <p:cNvPr id="17" name="Google Shape;18420;p90">
            <a:extLst>
              <a:ext uri="{FF2B5EF4-FFF2-40B4-BE49-F238E27FC236}">
                <a16:creationId xmlns:a16="http://schemas.microsoft.com/office/drawing/2014/main" id="{95A957BD-2830-D2BE-A262-F44CFAD165F9}"/>
              </a:ext>
            </a:extLst>
          </p:cNvPr>
          <p:cNvSpPr/>
          <p:nvPr/>
        </p:nvSpPr>
        <p:spPr>
          <a:xfrm>
            <a:off x="2569186" y="4676172"/>
            <a:ext cx="323850" cy="627622"/>
          </a:xfrm>
          <a:custGeom>
            <a:avLst/>
            <a:gdLst/>
            <a:ahLst/>
            <a:cxnLst/>
            <a:rect l="l" t="t" r="r" b="b"/>
            <a:pathLst>
              <a:path w="5010" h="11945" extrusionOk="0">
                <a:moveTo>
                  <a:pt x="2427" y="682"/>
                </a:moveTo>
                <a:cubicBezTo>
                  <a:pt x="2860" y="682"/>
                  <a:pt x="3308" y="817"/>
                  <a:pt x="3624" y="1107"/>
                </a:cubicBezTo>
                <a:cubicBezTo>
                  <a:pt x="4033" y="1454"/>
                  <a:pt x="4254" y="1926"/>
                  <a:pt x="4254" y="2430"/>
                </a:cubicBezTo>
                <a:cubicBezTo>
                  <a:pt x="4159" y="2745"/>
                  <a:pt x="4096" y="3060"/>
                  <a:pt x="3939" y="3344"/>
                </a:cubicBezTo>
                <a:cubicBezTo>
                  <a:pt x="3844" y="3470"/>
                  <a:pt x="3813" y="3533"/>
                  <a:pt x="3750" y="3659"/>
                </a:cubicBezTo>
                <a:cubicBezTo>
                  <a:pt x="3498" y="4005"/>
                  <a:pt x="3214" y="4446"/>
                  <a:pt x="3151" y="4919"/>
                </a:cubicBezTo>
                <a:lnTo>
                  <a:pt x="2805" y="4919"/>
                </a:lnTo>
                <a:lnTo>
                  <a:pt x="2805" y="2808"/>
                </a:lnTo>
                <a:lnTo>
                  <a:pt x="3151" y="2808"/>
                </a:lnTo>
                <a:cubicBezTo>
                  <a:pt x="3340" y="2808"/>
                  <a:pt x="3498" y="2651"/>
                  <a:pt x="3498" y="2430"/>
                </a:cubicBezTo>
                <a:cubicBezTo>
                  <a:pt x="3498" y="2241"/>
                  <a:pt x="3340" y="2084"/>
                  <a:pt x="3151" y="2084"/>
                </a:cubicBezTo>
                <a:lnTo>
                  <a:pt x="1733" y="2084"/>
                </a:lnTo>
                <a:cubicBezTo>
                  <a:pt x="1544" y="2084"/>
                  <a:pt x="1387" y="2241"/>
                  <a:pt x="1387" y="2430"/>
                </a:cubicBezTo>
                <a:cubicBezTo>
                  <a:pt x="1387" y="2651"/>
                  <a:pt x="1544" y="2808"/>
                  <a:pt x="1733" y="2808"/>
                </a:cubicBezTo>
                <a:lnTo>
                  <a:pt x="2080" y="2808"/>
                </a:lnTo>
                <a:lnTo>
                  <a:pt x="2080" y="4919"/>
                </a:lnTo>
                <a:lnTo>
                  <a:pt x="1733" y="4919"/>
                </a:lnTo>
                <a:cubicBezTo>
                  <a:pt x="1639" y="4478"/>
                  <a:pt x="1418" y="4100"/>
                  <a:pt x="1166" y="3690"/>
                </a:cubicBezTo>
                <a:cubicBezTo>
                  <a:pt x="1072" y="3533"/>
                  <a:pt x="977" y="3375"/>
                  <a:pt x="914" y="3218"/>
                </a:cubicBezTo>
                <a:cubicBezTo>
                  <a:pt x="757" y="2871"/>
                  <a:pt x="662" y="2525"/>
                  <a:pt x="757" y="2115"/>
                </a:cubicBezTo>
                <a:cubicBezTo>
                  <a:pt x="883" y="1422"/>
                  <a:pt x="1450" y="823"/>
                  <a:pt x="2174" y="697"/>
                </a:cubicBezTo>
                <a:cubicBezTo>
                  <a:pt x="2257" y="687"/>
                  <a:pt x="2342" y="682"/>
                  <a:pt x="2427" y="682"/>
                </a:cubicBezTo>
                <a:close/>
                <a:moveTo>
                  <a:pt x="3151" y="5644"/>
                </a:moveTo>
                <a:lnTo>
                  <a:pt x="3151" y="6337"/>
                </a:lnTo>
                <a:lnTo>
                  <a:pt x="1733" y="6337"/>
                </a:lnTo>
                <a:lnTo>
                  <a:pt x="1733" y="5644"/>
                </a:lnTo>
                <a:close/>
                <a:moveTo>
                  <a:pt x="3151" y="7061"/>
                </a:moveTo>
                <a:lnTo>
                  <a:pt x="3151" y="8983"/>
                </a:lnTo>
                <a:cubicBezTo>
                  <a:pt x="2915" y="8904"/>
                  <a:pt x="2671" y="8865"/>
                  <a:pt x="2430" y="8865"/>
                </a:cubicBezTo>
                <a:cubicBezTo>
                  <a:pt x="2190" y="8865"/>
                  <a:pt x="1954" y="8904"/>
                  <a:pt x="1733" y="8983"/>
                </a:cubicBezTo>
                <a:lnTo>
                  <a:pt x="1733" y="7061"/>
                </a:lnTo>
                <a:close/>
                <a:moveTo>
                  <a:pt x="2442" y="9558"/>
                </a:moveTo>
                <a:cubicBezTo>
                  <a:pt x="2639" y="9558"/>
                  <a:pt x="2836" y="9598"/>
                  <a:pt x="3025" y="9676"/>
                </a:cubicBezTo>
                <a:lnTo>
                  <a:pt x="2427" y="10873"/>
                </a:lnTo>
                <a:lnTo>
                  <a:pt x="1859" y="9676"/>
                </a:lnTo>
                <a:cubicBezTo>
                  <a:pt x="2048" y="9598"/>
                  <a:pt x="2245" y="9558"/>
                  <a:pt x="2442" y="9558"/>
                </a:cubicBezTo>
                <a:close/>
                <a:moveTo>
                  <a:pt x="2441" y="1"/>
                </a:moveTo>
                <a:cubicBezTo>
                  <a:pt x="2309" y="1"/>
                  <a:pt x="2178" y="12"/>
                  <a:pt x="2048" y="36"/>
                </a:cubicBezTo>
                <a:cubicBezTo>
                  <a:pt x="1072" y="193"/>
                  <a:pt x="221" y="1012"/>
                  <a:pt x="64" y="1989"/>
                </a:cubicBezTo>
                <a:cubicBezTo>
                  <a:pt x="1" y="2556"/>
                  <a:pt x="64" y="3060"/>
                  <a:pt x="316" y="3533"/>
                </a:cubicBezTo>
                <a:cubicBezTo>
                  <a:pt x="379" y="3753"/>
                  <a:pt x="505" y="3911"/>
                  <a:pt x="631" y="4068"/>
                </a:cubicBezTo>
                <a:cubicBezTo>
                  <a:pt x="820" y="4320"/>
                  <a:pt x="977" y="4604"/>
                  <a:pt x="1072" y="4888"/>
                </a:cubicBezTo>
                <a:lnTo>
                  <a:pt x="410" y="4888"/>
                </a:lnTo>
                <a:cubicBezTo>
                  <a:pt x="190" y="4888"/>
                  <a:pt x="32" y="5045"/>
                  <a:pt x="32" y="5234"/>
                </a:cubicBezTo>
                <a:cubicBezTo>
                  <a:pt x="32" y="5423"/>
                  <a:pt x="190" y="5581"/>
                  <a:pt x="410" y="5581"/>
                </a:cubicBezTo>
                <a:lnTo>
                  <a:pt x="1103" y="5581"/>
                </a:lnTo>
                <a:lnTo>
                  <a:pt x="1103" y="9487"/>
                </a:lnTo>
                <a:cubicBezTo>
                  <a:pt x="1103" y="9645"/>
                  <a:pt x="1103" y="9582"/>
                  <a:pt x="2206" y="11724"/>
                </a:cubicBezTo>
                <a:cubicBezTo>
                  <a:pt x="2301" y="11850"/>
                  <a:pt x="2395" y="11945"/>
                  <a:pt x="2521" y="11945"/>
                </a:cubicBezTo>
                <a:cubicBezTo>
                  <a:pt x="2647" y="11945"/>
                  <a:pt x="2773" y="11850"/>
                  <a:pt x="2836" y="11724"/>
                </a:cubicBezTo>
                <a:cubicBezTo>
                  <a:pt x="3939" y="9519"/>
                  <a:pt x="3939" y="9613"/>
                  <a:pt x="3939" y="9487"/>
                </a:cubicBezTo>
                <a:lnTo>
                  <a:pt x="3939" y="5581"/>
                </a:lnTo>
                <a:lnTo>
                  <a:pt x="4663" y="5581"/>
                </a:lnTo>
                <a:cubicBezTo>
                  <a:pt x="4852" y="5581"/>
                  <a:pt x="5010" y="5423"/>
                  <a:pt x="5010" y="5234"/>
                </a:cubicBezTo>
                <a:cubicBezTo>
                  <a:pt x="5010" y="5045"/>
                  <a:pt x="4852" y="4888"/>
                  <a:pt x="4663" y="4888"/>
                </a:cubicBezTo>
                <a:lnTo>
                  <a:pt x="3970" y="4888"/>
                </a:lnTo>
                <a:cubicBezTo>
                  <a:pt x="4065" y="4604"/>
                  <a:pt x="4254" y="4289"/>
                  <a:pt x="4443" y="4005"/>
                </a:cubicBezTo>
                <a:cubicBezTo>
                  <a:pt x="4411" y="3942"/>
                  <a:pt x="4506" y="3816"/>
                  <a:pt x="4569" y="3690"/>
                </a:cubicBezTo>
                <a:cubicBezTo>
                  <a:pt x="4821" y="3344"/>
                  <a:pt x="4915" y="2903"/>
                  <a:pt x="4915" y="2493"/>
                </a:cubicBezTo>
                <a:cubicBezTo>
                  <a:pt x="4915" y="1769"/>
                  <a:pt x="4600" y="1075"/>
                  <a:pt x="4065" y="603"/>
                </a:cubicBezTo>
                <a:cubicBezTo>
                  <a:pt x="3603" y="218"/>
                  <a:pt x="3017" y="1"/>
                  <a:pt x="2441" y="1"/>
                </a:cubicBezTo>
                <a:close/>
              </a:path>
            </a:pathLst>
          </a:custGeom>
          <a:solidFill>
            <a:schemeClr val="bg1"/>
          </a:solidFill>
          <a:ln>
            <a:solidFill>
              <a:schemeClr val="bg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356;p90">
            <a:extLst>
              <a:ext uri="{FF2B5EF4-FFF2-40B4-BE49-F238E27FC236}">
                <a16:creationId xmlns:a16="http://schemas.microsoft.com/office/drawing/2014/main" id="{2F5745BD-A446-FA28-9FEC-2C52F6A41228}"/>
              </a:ext>
            </a:extLst>
          </p:cNvPr>
          <p:cNvGrpSpPr/>
          <p:nvPr/>
        </p:nvGrpSpPr>
        <p:grpSpPr>
          <a:xfrm>
            <a:off x="4654800" y="4676172"/>
            <a:ext cx="606151" cy="627621"/>
            <a:chOff x="-48634750" y="2342000"/>
            <a:chExt cx="300900" cy="302450"/>
          </a:xfrm>
          <a:solidFill>
            <a:schemeClr val="accent5">
              <a:lumMod val="75000"/>
            </a:schemeClr>
          </a:solidFill>
        </p:grpSpPr>
        <p:sp>
          <p:nvSpPr>
            <p:cNvPr id="19" name="Google Shape;18357;p90">
              <a:extLst>
                <a:ext uri="{FF2B5EF4-FFF2-40B4-BE49-F238E27FC236}">
                  <a16:creationId xmlns:a16="http://schemas.microsoft.com/office/drawing/2014/main" id="{D163A4BD-92A4-D038-C62A-3D9FDD81D211}"/>
                </a:ext>
              </a:extLst>
            </p:cNvPr>
            <p:cNvSpPr/>
            <p:nvPr/>
          </p:nvSpPr>
          <p:spPr>
            <a:xfrm>
              <a:off x="-48545750" y="2342000"/>
              <a:ext cx="211900" cy="300875"/>
            </a:xfrm>
            <a:custGeom>
              <a:avLst/>
              <a:gdLst/>
              <a:ahLst/>
              <a:cxnLst/>
              <a:rect l="l" t="t" r="r" b="b"/>
              <a:pathLst>
                <a:path w="8476" h="12035" extrusionOk="0">
                  <a:moveTo>
                    <a:pt x="6711" y="725"/>
                  </a:moveTo>
                  <a:cubicBezTo>
                    <a:pt x="7310" y="725"/>
                    <a:pt x="7782" y="1197"/>
                    <a:pt x="7782" y="1764"/>
                  </a:cubicBezTo>
                  <a:lnTo>
                    <a:pt x="7782" y="10239"/>
                  </a:lnTo>
                  <a:cubicBezTo>
                    <a:pt x="7782" y="10838"/>
                    <a:pt x="7310" y="11310"/>
                    <a:pt x="6711" y="11310"/>
                  </a:cubicBezTo>
                  <a:lnTo>
                    <a:pt x="1797" y="11310"/>
                  </a:lnTo>
                  <a:cubicBezTo>
                    <a:pt x="1198" y="11310"/>
                    <a:pt x="725" y="10838"/>
                    <a:pt x="725" y="10239"/>
                  </a:cubicBezTo>
                  <a:lnTo>
                    <a:pt x="725" y="1764"/>
                  </a:lnTo>
                  <a:cubicBezTo>
                    <a:pt x="725" y="1197"/>
                    <a:pt x="1198" y="725"/>
                    <a:pt x="1797" y="725"/>
                  </a:cubicBezTo>
                  <a:close/>
                  <a:moveTo>
                    <a:pt x="1797" y="0"/>
                  </a:moveTo>
                  <a:cubicBezTo>
                    <a:pt x="788" y="0"/>
                    <a:pt x="1" y="788"/>
                    <a:pt x="1" y="1764"/>
                  </a:cubicBezTo>
                  <a:lnTo>
                    <a:pt x="1" y="10239"/>
                  </a:lnTo>
                  <a:cubicBezTo>
                    <a:pt x="1" y="11247"/>
                    <a:pt x="788" y="12035"/>
                    <a:pt x="1797" y="12035"/>
                  </a:cubicBezTo>
                  <a:lnTo>
                    <a:pt x="6711" y="12035"/>
                  </a:lnTo>
                  <a:cubicBezTo>
                    <a:pt x="7688" y="12035"/>
                    <a:pt x="8476" y="11247"/>
                    <a:pt x="8476" y="10239"/>
                  </a:cubicBezTo>
                  <a:lnTo>
                    <a:pt x="8476" y="1764"/>
                  </a:lnTo>
                  <a:cubicBezTo>
                    <a:pt x="8476" y="788"/>
                    <a:pt x="7688" y="0"/>
                    <a:pt x="6711"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18358;p90">
              <a:extLst>
                <a:ext uri="{FF2B5EF4-FFF2-40B4-BE49-F238E27FC236}">
                  <a16:creationId xmlns:a16="http://schemas.microsoft.com/office/drawing/2014/main" id="{4C5E142A-92F7-4D48-6EAE-B70215752A5C}"/>
                </a:ext>
              </a:extLst>
            </p:cNvPr>
            <p:cNvSpPr/>
            <p:nvPr/>
          </p:nvSpPr>
          <p:spPr>
            <a:xfrm>
              <a:off x="-48509525" y="2395550"/>
              <a:ext cx="52800" cy="52800"/>
            </a:xfrm>
            <a:custGeom>
              <a:avLst/>
              <a:gdLst/>
              <a:ahLst/>
              <a:cxnLst/>
              <a:rect l="l" t="t" r="r" b="b"/>
              <a:pathLst>
                <a:path w="2112" h="2112" extrusionOk="0">
                  <a:moveTo>
                    <a:pt x="1041" y="694"/>
                  </a:moveTo>
                  <a:cubicBezTo>
                    <a:pt x="1230" y="694"/>
                    <a:pt x="1387" y="851"/>
                    <a:pt x="1387" y="1040"/>
                  </a:cubicBezTo>
                  <a:cubicBezTo>
                    <a:pt x="1387" y="1261"/>
                    <a:pt x="1230" y="1418"/>
                    <a:pt x="1041" y="1418"/>
                  </a:cubicBezTo>
                  <a:cubicBezTo>
                    <a:pt x="852" y="1418"/>
                    <a:pt x="694" y="1261"/>
                    <a:pt x="694" y="1040"/>
                  </a:cubicBezTo>
                  <a:cubicBezTo>
                    <a:pt x="694" y="851"/>
                    <a:pt x="852" y="694"/>
                    <a:pt x="1041" y="694"/>
                  </a:cubicBezTo>
                  <a:close/>
                  <a:moveTo>
                    <a:pt x="1041" y="0"/>
                  </a:moveTo>
                  <a:cubicBezTo>
                    <a:pt x="442" y="0"/>
                    <a:pt x="1" y="473"/>
                    <a:pt x="1" y="1040"/>
                  </a:cubicBezTo>
                  <a:cubicBezTo>
                    <a:pt x="1" y="1639"/>
                    <a:pt x="442" y="2111"/>
                    <a:pt x="1041" y="2111"/>
                  </a:cubicBezTo>
                  <a:cubicBezTo>
                    <a:pt x="1639" y="2111"/>
                    <a:pt x="2112" y="1639"/>
                    <a:pt x="2112" y="1040"/>
                  </a:cubicBezTo>
                  <a:cubicBezTo>
                    <a:pt x="2112" y="473"/>
                    <a:pt x="1639" y="0"/>
                    <a:pt x="1041"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18359;p90">
              <a:extLst>
                <a:ext uri="{FF2B5EF4-FFF2-40B4-BE49-F238E27FC236}">
                  <a16:creationId xmlns:a16="http://schemas.microsoft.com/office/drawing/2014/main" id="{9BDFFA7C-0F9B-F433-D787-C8579C0AB744}"/>
                </a:ext>
              </a:extLst>
            </p:cNvPr>
            <p:cNvSpPr/>
            <p:nvPr/>
          </p:nvSpPr>
          <p:spPr>
            <a:xfrm>
              <a:off x="-48509525" y="2466425"/>
              <a:ext cx="52800" cy="52800"/>
            </a:xfrm>
            <a:custGeom>
              <a:avLst/>
              <a:gdLst/>
              <a:ahLst/>
              <a:cxnLst/>
              <a:rect l="l" t="t" r="r" b="b"/>
              <a:pathLst>
                <a:path w="2112" h="2112" extrusionOk="0">
                  <a:moveTo>
                    <a:pt x="1041" y="694"/>
                  </a:moveTo>
                  <a:cubicBezTo>
                    <a:pt x="1230" y="694"/>
                    <a:pt x="1387" y="851"/>
                    <a:pt x="1387" y="1072"/>
                  </a:cubicBezTo>
                  <a:cubicBezTo>
                    <a:pt x="1387" y="1261"/>
                    <a:pt x="1230" y="1419"/>
                    <a:pt x="1041" y="1419"/>
                  </a:cubicBezTo>
                  <a:cubicBezTo>
                    <a:pt x="852" y="1419"/>
                    <a:pt x="694" y="1261"/>
                    <a:pt x="694" y="1072"/>
                  </a:cubicBezTo>
                  <a:cubicBezTo>
                    <a:pt x="694" y="851"/>
                    <a:pt x="852" y="694"/>
                    <a:pt x="1041" y="694"/>
                  </a:cubicBezTo>
                  <a:close/>
                  <a:moveTo>
                    <a:pt x="1041" y="1"/>
                  </a:moveTo>
                  <a:cubicBezTo>
                    <a:pt x="442" y="1"/>
                    <a:pt x="1" y="473"/>
                    <a:pt x="1" y="1072"/>
                  </a:cubicBezTo>
                  <a:cubicBezTo>
                    <a:pt x="1" y="1639"/>
                    <a:pt x="442" y="2112"/>
                    <a:pt x="1041" y="2112"/>
                  </a:cubicBezTo>
                  <a:cubicBezTo>
                    <a:pt x="1639" y="2112"/>
                    <a:pt x="2112" y="1639"/>
                    <a:pt x="2112" y="1072"/>
                  </a:cubicBezTo>
                  <a:cubicBezTo>
                    <a:pt x="2112" y="473"/>
                    <a:pt x="1639" y="1"/>
                    <a:pt x="1041"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18360;p90">
              <a:extLst>
                <a:ext uri="{FF2B5EF4-FFF2-40B4-BE49-F238E27FC236}">
                  <a16:creationId xmlns:a16="http://schemas.microsoft.com/office/drawing/2014/main" id="{6BA1C5F0-0355-E0B3-7E80-9848C429BD48}"/>
                </a:ext>
              </a:extLst>
            </p:cNvPr>
            <p:cNvSpPr/>
            <p:nvPr/>
          </p:nvSpPr>
          <p:spPr>
            <a:xfrm>
              <a:off x="-48509525" y="2537325"/>
              <a:ext cx="52800" cy="52800"/>
            </a:xfrm>
            <a:custGeom>
              <a:avLst/>
              <a:gdLst/>
              <a:ahLst/>
              <a:cxnLst/>
              <a:rect l="l" t="t" r="r" b="b"/>
              <a:pathLst>
                <a:path w="2112" h="2112" extrusionOk="0">
                  <a:moveTo>
                    <a:pt x="1041" y="693"/>
                  </a:moveTo>
                  <a:cubicBezTo>
                    <a:pt x="1230" y="693"/>
                    <a:pt x="1387" y="851"/>
                    <a:pt x="1387" y="1071"/>
                  </a:cubicBezTo>
                  <a:cubicBezTo>
                    <a:pt x="1387" y="1260"/>
                    <a:pt x="1230" y="1418"/>
                    <a:pt x="1041" y="1418"/>
                  </a:cubicBezTo>
                  <a:cubicBezTo>
                    <a:pt x="852" y="1418"/>
                    <a:pt x="694" y="1260"/>
                    <a:pt x="694" y="1071"/>
                  </a:cubicBezTo>
                  <a:cubicBezTo>
                    <a:pt x="694" y="851"/>
                    <a:pt x="852" y="693"/>
                    <a:pt x="1041" y="693"/>
                  </a:cubicBezTo>
                  <a:close/>
                  <a:moveTo>
                    <a:pt x="1041" y="0"/>
                  </a:moveTo>
                  <a:cubicBezTo>
                    <a:pt x="442" y="0"/>
                    <a:pt x="1" y="473"/>
                    <a:pt x="1" y="1071"/>
                  </a:cubicBezTo>
                  <a:cubicBezTo>
                    <a:pt x="1" y="1639"/>
                    <a:pt x="442" y="2111"/>
                    <a:pt x="1041" y="2111"/>
                  </a:cubicBezTo>
                  <a:cubicBezTo>
                    <a:pt x="1639" y="2111"/>
                    <a:pt x="2112" y="1639"/>
                    <a:pt x="2112" y="1071"/>
                  </a:cubicBezTo>
                  <a:cubicBezTo>
                    <a:pt x="2112" y="473"/>
                    <a:pt x="1639" y="0"/>
                    <a:pt x="1041"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18361;p90">
              <a:extLst>
                <a:ext uri="{FF2B5EF4-FFF2-40B4-BE49-F238E27FC236}">
                  <a16:creationId xmlns:a16="http://schemas.microsoft.com/office/drawing/2014/main" id="{FED645C4-0552-ADDA-4AB6-2C9A8F0B5A1F}"/>
                </a:ext>
              </a:extLst>
            </p:cNvPr>
            <p:cNvSpPr/>
            <p:nvPr/>
          </p:nvSpPr>
          <p:spPr>
            <a:xfrm>
              <a:off x="-48421300" y="2395550"/>
              <a:ext cx="52800" cy="52800"/>
            </a:xfrm>
            <a:custGeom>
              <a:avLst/>
              <a:gdLst/>
              <a:ahLst/>
              <a:cxnLst/>
              <a:rect l="l" t="t" r="r" b="b"/>
              <a:pathLst>
                <a:path w="2112" h="2112" extrusionOk="0">
                  <a:moveTo>
                    <a:pt x="1072" y="694"/>
                  </a:moveTo>
                  <a:cubicBezTo>
                    <a:pt x="1261" y="694"/>
                    <a:pt x="1418" y="851"/>
                    <a:pt x="1418" y="1040"/>
                  </a:cubicBezTo>
                  <a:cubicBezTo>
                    <a:pt x="1387" y="1261"/>
                    <a:pt x="1229" y="1418"/>
                    <a:pt x="1072" y="1418"/>
                  </a:cubicBezTo>
                  <a:cubicBezTo>
                    <a:pt x="851" y="1418"/>
                    <a:pt x="725" y="1261"/>
                    <a:pt x="725" y="1040"/>
                  </a:cubicBezTo>
                  <a:cubicBezTo>
                    <a:pt x="725" y="851"/>
                    <a:pt x="851" y="694"/>
                    <a:pt x="1072" y="694"/>
                  </a:cubicBezTo>
                  <a:close/>
                  <a:moveTo>
                    <a:pt x="1072" y="0"/>
                  </a:moveTo>
                  <a:cubicBezTo>
                    <a:pt x="473" y="0"/>
                    <a:pt x="1" y="473"/>
                    <a:pt x="1" y="1040"/>
                  </a:cubicBezTo>
                  <a:cubicBezTo>
                    <a:pt x="1" y="1639"/>
                    <a:pt x="473" y="2111"/>
                    <a:pt x="1072" y="2111"/>
                  </a:cubicBezTo>
                  <a:cubicBezTo>
                    <a:pt x="1639" y="2111"/>
                    <a:pt x="2111" y="1639"/>
                    <a:pt x="2111" y="1040"/>
                  </a:cubicBezTo>
                  <a:cubicBezTo>
                    <a:pt x="2080" y="473"/>
                    <a:pt x="1607" y="0"/>
                    <a:pt x="1072"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18362;p90">
              <a:extLst>
                <a:ext uri="{FF2B5EF4-FFF2-40B4-BE49-F238E27FC236}">
                  <a16:creationId xmlns:a16="http://schemas.microsoft.com/office/drawing/2014/main" id="{2AE7FF6C-8F3F-9CEA-060B-4F80830739D1}"/>
                </a:ext>
              </a:extLst>
            </p:cNvPr>
            <p:cNvSpPr/>
            <p:nvPr/>
          </p:nvSpPr>
          <p:spPr>
            <a:xfrm>
              <a:off x="-48421300" y="2466425"/>
              <a:ext cx="52800" cy="52800"/>
            </a:xfrm>
            <a:custGeom>
              <a:avLst/>
              <a:gdLst/>
              <a:ahLst/>
              <a:cxnLst/>
              <a:rect l="l" t="t" r="r" b="b"/>
              <a:pathLst>
                <a:path w="2112" h="2112" extrusionOk="0">
                  <a:moveTo>
                    <a:pt x="1072" y="694"/>
                  </a:moveTo>
                  <a:cubicBezTo>
                    <a:pt x="1261" y="694"/>
                    <a:pt x="1418" y="851"/>
                    <a:pt x="1418" y="1072"/>
                  </a:cubicBezTo>
                  <a:cubicBezTo>
                    <a:pt x="1387" y="1261"/>
                    <a:pt x="1229" y="1419"/>
                    <a:pt x="1072" y="1419"/>
                  </a:cubicBezTo>
                  <a:cubicBezTo>
                    <a:pt x="851" y="1419"/>
                    <a:pt x="725" y="1261"/>
                    <a:pt x="725" y="1072"/>
                  </a:cubicBezTo>
                  <a:cubicBezTo>
                    <a:pt x="725" y="851"/>
                    <a:pt x="851" y="694"/>
                    <a:pt x="1072" y="694"/>
                  </a:cubicBezTo>
                  <a:close/>
                  <a:moveTo>
                    <a:pt x="1072" y="1"/>
                  </a:moveTo>
                  <a:cubicBezTo>
                    <a:pt x="473" y="1"/>
                    <a:pt x="1" y="473"/>
                    <a:pt x="1" y="1072"/>
                  </a:cubicBezTo>
                  <a:cubicBezTo>
                    <a:pt x="1" y="1639"/>
                    <a:pt x="473" y="2112"/>
                    <a:pt x="1072" y="2112"/>
                  </a:cubicBezTo>
                  <a:cubicBezTo>
                    <a:pt x="1639" y="2112"/>
                    <a:pt x="2111" y="1639"/>
                    <a:pt x="2111" y="1072"/>
                  </a:cubicBezTo>
                  <a:cubicBezTo>
                    <a:pt x="2080" y="473"/>
                    <a:pt x="1607" y="1"/>
                    <a:pt x="1072"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18363;p90">
              <a:extLst>
                <a:ext uri="{FF2B5EF4-FFF2-40B4-BE49-F238E27FC236}">
                  <a16:creationId xmlns:a16="http://schemas.microsoft.com/office/drawing/2014/main" id="{D366950A-9A89-F7E3-5A9B-5FF39C021468}"/>
                </a:ext>
              </a:extLst>
            </p:cNvPr>
            <p:cNvSpPr/>
            <p:nvPr/>
          </p:nvSpPr>
          <p:spPr>
            <a:xfrm>
              <a:off x="-48421300" y="2537325"/>
              <a:ext cx="52800" cy="52800"/>
            </a:xfrm>
            <a:custGeom>
              <a:avLst/>
              <a:gdLst/>
              <a:ahLst/>
              <a:cxnLst/>
              <a:rect l="l" t="t" r="r" b="b"/>
              <a:pathLst>
                <a:path w="2112" h="2112" extrusionOk="0">
                  <a:moveTo>
                    <a:pt x="1072" y="693"/>
                  </a:moveTo>
                  <a:cubicBezTo>
                    <a:pt x="1261" y="693"/>
                    <a:pt x="1418" y="851"/>
                    <a:pt x="1418" y="1071"/>
                  </a:cubicBezTo>
                  <a:cubicBezTo>
                    <a:pt x="1418" y="1260"/>
                    <a:pt x="1229" y="1418"/>
                    <a:pt x="1072" y="1418"/>
                  </a:cubicBezTo>
                  <a:cubicBezTo>
                    <a:pt x="851" y="1418"/>
                    <a:pt x="725" y="1260"/>
                    <a:pt x="725" y="1071"/>
                  </a:cubicBezTo>
                  <a:cubicBezTo>
                    <a:pt x="725" y="851"/>
                    <a:pt x="851" y="693"/>
                    <a:pt x="1072" y="693"/>
                  </a:cubicBezTo>
                  <a:close/>
                  <a:moveTo>
                    <a:pt x="1072" y="0"/>
                  </a:moveTo>
                  <a:cubicBezTo>
                    <a:pt x="473" y="0"/>
                    <a:pt x="1" y="473"/>
                    <a:pt x="1" y="1071"/>
                  </a:cubicBezTo>
                  <a:cubicBezTo>
                    <a:pt x="1" y="1639"/>
                    <a:pt x="473" y="2111"/>
                    <a:pt x="1072" y="2111"/>
                  </a:cubicBezTo>
                  <a:cubicBezTo>
                    <a:pt x="1639" y="2111"/>
                    <a:pt x="2111" y="1639"/>
                    <a:pt x="2111" y="1071"/>
                  </a:cubicBezTo>
                  <a:cubicBezTo>
                    <a:pt x="2080" y="473"/>
                    <a:pt x="1607" y="0"/>
                    <a:pt x="1072"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18364;p90">
              <a:extLst>
                <a:ext uri="{FF2B5EF4-FFF2-40B4-BE49-F238E27FC236}">
                  <a16:creationId xmlns:a16="http://schemas.microsoft.com/office/drawing/2014/main" id="{94926B7B-0F92-76A1-B15E-C7A85A8FBD75}"/>
                </a:ext>
              </a:extLst>
            </p:cNvPr>
            <p:cNvSpPr/>
            <p:nvPr/>
          </p:nvSpPr>
          <p:spPr>
            <a:xfrm>
              <a:off x="-48634750" y="2342775"/>
              <a:ext cx="71700" cy="301675"/>
            </a:xfrm>
            <a:custGeom>
              <a:avLst/>
              <a:gdLst/>
              <a:ahLst/>
              <a:cxnLst/>
              <a:rect l="l" t="t" r="r" b="b"/>
              <a:pathLst>
                <a:path w="2868" h="12067" extrusionOk="0">
                  <a:moveTo>
                    <a:pt x="1891" y="725"/>
                  </a:moveTo>
                  <a:lnTo>
                    <a:pt x="1891" y="725"/>
                  </a:lnTo>
                  <a:cubicBezTo>
                    <a:pt x="1828" y="851"/>
                    <a:pt x="1796" y="946"/>
                    <a:pt x="1796" y="1072"/>
                  </a:cubicBezTo>
                  <a:cubicBezTo>
                    <a:pt x="1765" y="1450"/>
                    <a:pt x="1859" y="1796"/>
                    <a:pt x="2112" y="2143"/>
                  </a:cubicBezTo>
                  <a:cubicBezTo>
                    <a:pt x="2175" y="2174"/>
                    <a:pt x="2206" y="2269"/>
                    <a:pt x="2175" y="2332"/>
                  </a:cubicBezTo>
                  <a:cubicBezTo>
                    <a:pt x="2049" y="2616"/>
                    <a:pt x="1796" y="2805"/>
                    <a:pt x="1481" y="2805"/>
                  </a:cubicBezTo>
                  <a:cubicBezTo>
                    <a:pt x="1103" y="2805"/>
                    <a:pt x="788" y="2489"/>
                    <a:pt x="788" y="2111"/>
                  </a:cubicBezTo>
                  <a:cubicBezTo>
                    <a:pt x="725" y="1702"/>
                    <a:pt x="883" y="1355"/>
                    <a:pt x="1166" y="1135"/>
                  </a:cubicBezTo>
                  <a:cubicBezTo>
                    <a:pt x="1418" y="883"/>
                    <a:pt x="1607" y="788"/>
                    <a:pt x="1891" y="725"/>
                  </a:cubicBezTo>
                  <a:close/>
                  <a:moveTo>
                    <a:pt x="1481" y="3529"/>
                  </a:moveTo>
                  <a:cubicBezTo>
                    <a:pt x="1733" y="3750"/>
                    <a:pt x="1891" y="4600"/>
                    <a:pt x="1954" y="4947"/>
                  </a:cubicBezTo>
                  <a:lnTo>
                    <a:pt x="977" y="4947"/>
                  </a:lnTo>
                  <a:cubicBezTo>
                    <a:pt x="1040" y="4600"/>
                    <a:pt x="1198" y="3750"/>
                    <a:pt x="1481" y="3529"/>
                  </a:cubicBezTo>
                  <a:close/>
                  <a:moveTo>
                    <a:pt x="2049" y="5608"/>
                  </a:moveTo>
                  <a:cubicBezTo>
                    <a:pt x="2112" y="6176"/>
                    <a:pt x="2112" y="6743"/>
                    <a:pt x="2112" y="7373"/>
                  </a:cubicBezTo>
                  <a:cubicBezTo>
                    <a:pt x="2143" y="9421"/>
                    <a:pt x="1796" y="10933"/>
                    <a:pt x="1450" y="11279"/>
                  </a:cubicBezTo>
                  <a:cubicBezTo>
                    <a:pt x="1387" y="11216"/>
                    <a:pt x="1166" y="10964"/>
                    <a:pt x="1009" y="10145"/>
                  </a:cubicBezTo>
                  <a:cubicBezTo>
                    <a:pt x="851" y="9389"/>
                    <a:pt x="725" y="8412"/>
                    <a:pt x="725" y="7373"/>
                  </a:cubicBezTo>
                  <a:cubicBezTo>
                    <a:pt x="725" y="6743"/>
                    <a:pt x="788" y="6176"/>
                    <a:pt x="820" y="5608"/>
                  </a:cubicBezTo>
                  <a:close/>
                  <a:moveTo>
                    <a:pt x="2458" y="1"/>
                  </a:moveTo>
                  <a:cubicBezTo>
                    <a:pt x="1765" y="1"/>
                    <a:pt x="1198" y="64"/>
                    <a:pt x="631" y="631"/>
                  </a:cubicBezTo>
                  <a:cubicBezTo>
                    <a:pt x="221" y="1040"/>
                    <a:pt x="1" y="1576"/>
                    <a:pt x="1" y="2143"/>
                  </a:cubicBezTo>
                  <a:cubicBezTo>
                    <a:pt x="1" y="2647"/>
                    <a:pt x="253" y="3120"/>
                    <a:pt x="694" y="3372"/>
                  </a:cubicBezTo>
                  <a:cubicBezTo>
                    <a:pt x="158" y="4317"/>
                    <a:pt x="1" y="6333"/>
                    <a:pt x="1" y="7467"/>
                  </a:cubicBezTo>
                  <a:cubicBezTo>
                    <a:pt x="1" y="8570"/>
                    <a:pt x="95" y="10586"/>
                    <a:pt x="694" y="11563"/>
                  </a:cubicBezTo>
                  <a:cubicBezTo>
                    <a:pt x="883" y="11909"/>
                    <a:pt x="1135" y="12067"/>
                    <a:pt x="1418" y="12067"/>
                  </a:cubicBezTo>
                  <a:cubicBezTo>
                    <a:pt x="1670" y="12067"/>
                    <a:pt x="1923" y="11909"/>
                    <a:pt x="2112" y="11563"/>
                  </a:cubicBezTo>
                  <a:cubicBezTo>
                    <a:pt x="2679" y="10618"/>
                    <a:pt x="2836" y="8601"/>
                    <a:pt x="2836" y="7467"/>
                  </a:cubicBezTo>
                  <a:cubicBezTo>
                    <a:pt x="2868" y="6270"/>
                    <a:pt x="2742" y="4285"/>
                    <a:pt x="2143" y="3309"/>
                  </a:cubicBezTo>
                  <a:cubicBezTo>
                    <a:pt x="2427" y="3151"/>
                    <a:pt x="2679" y="2899"/>
                    <a:pt x="2742" y="2584"/>
                  </a:cubicBezTo>
                  <a:cubicBezTo>
                    <a:pt x="2868" y="2269"/>
                    <a:pt x="2773" y="1954"/>
                    <a:pt x="2584" y="1702"/>
                  </a:cubicBezTo>
                  <a:cubicBezTo>
                    <a:pt x="2395" y="1481"/>
                    <a:pt x="2269" y="1166"/>
                    <a:pt x="2742" y="568"/>
                  </a:cubicBezTo>
                  <a:cubicBezTo>
                    <a:pt x="2836" y="442"/>
                    <a:pt x="2868" y="347"/>
                    <a:pt x="2773" y="221"/>
                  </a:cubicBezTo>
                  <a:cubicBezTo>
                    <a:pt x="2742" y="95"/>
                    <a:pt x="2584" y="1"/>
                    <a:pt x="2458"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7" name="Google Shape;18458;p90">
            <a:extLst>
              <a:ext uri="{FF2B5EF4-FFF2-40B4-BE49-F238E27FC236}">
                <a16:creationId xmlns:a16="http://schemas.microsoft.com/office/drawing/2014/main" id="{E2A4078D-973F-E485-800D-1AF6246886B1}"/>
              </a:ext>
            </a:extLst>
          </p:cNvPr>
          <p:cNvGrpSpPr/>
          <p:nvPr/>
        </p:nvGrpSpPr>
        <p:grpSpPr>
          <a:xfrm>
            <a:off x="6922501" y="4742547"/>
            <a:ext cx="426864" cy="437523"/>
            <a:chOff x="-45665400" y="2703250"/>
            <a:chExt cx="301500" cy="299575"/>
          </a:xfrm>
          <a:solidFill>
            <a:schemeClr val="bg1"/>
          </a:solidFill>
        </p:grpSpPr>
        <p:sp>
          <p:nvSpPr>
            <p:cNvPr id="28" name="Google Shape;18459;p90">
              <a:extLst>
                <a:ext uri="{FF2B5EF4-FFF2-40B4-BE49-F238E27FC236}">
                  <a16:creationId xmlns:a16="http://schemas.microsoft.com/office/drawing/2014/main" id="{E592701F-7821-A1C3-B533-CF275B650347}"/>
                </a:ext>
              </a:extLst>
            </p:cNvPr>
            <p:cNvSpPr/>
            <p:nvPr/>
          </p:nvSpPr>
          <p:spPr>
            <a:xfrm>
              <a:off x="-45664625" y="2703250"/>
              <a:ext cx="300725" cy="299575"/>
            </a:xfrm>
            <a:custGeom>
              <a:avLst/>
              <a:gdLst/>
              <a:ahLst/>
              <a:cxnLst/>
              <a:rect l="l" t="t" r="r" b="b"/>
              <a:pathLst>
                <a:path w="12029" h="11983" extrusionOk="0">
                  <a:moveTo>
                    <a:pt x="9799" y="1271"/>
                  </a:moveTo>
                  <a:lnTo>
                    <a:pt x="4947" y="4926"/>
                  </a:lnTo>
                  <a:lnTo>
                    <a:pt x="1482" y="3823"/>
                  </a:lnTo>
                  <a:lnTo>
                    <a:pt x="9799" y="1271"/>
                  </a:lnTo>
                  <a:close/>
                  <a:moveTo>
                    <a:pt x="9830" y="2153"/>
                  </a:moveTo>
                  <a:lnTo>
                    <a:pt x="6459" y="6627"/>
                  </a:lnTo>
                  <a:lnTo>
                    <a:pt x="4727" y="7257"/>
                  </a:lnTo>
                  <a:lnTo>
                    <a:pt x="5357" y="5524"/>
                  </a:lnTo>
                  <a:lnTo>
                    <a:pt x="9830" y="2153"/>
                  </a:lnTo>
                  <a:close/>
                  <a:moveTo>
                    <a:pt x="10681" y="2153"/>
                  </a:moveTo>
                  <a:lnTo>
                    <a:pt x="8098" y="10439"/>
                  </a:lnTo>
                  <a:lnTo>
                    <a:pt x="6995" y="6973"/>
                  </a:lnTo>
                  <a:lnTo>
                    <a:pt x="10681" y="2153"/>
                  </a:lnTo>
                  <a:close/>
                  <a:moveTo>
                    <a:pt x="11627" y="0"/>
                  </a:moveTo>
                  <a:cubicBezTo>
                    <a:pt x="11596" y="0"/>
                    <a:pt x="11564" y="4"/>
                    <a:pt x="11532" y="11"/>
                  </a:cubicBezTo>
                  <a:lnTo>
                    <a:pt x="221" y="3508"/>
                  </a:lnTo>
                  <a:cubicBezTo>
                    <a:pt x="64" y="3571"/>
                    <a:pt x="1" y="3728"/>
                    <a:pt x="1" y="3886"/>
                  </a:cubicBezTo>
                  <a:cubicBezTo>
                    <a:pt x="1" y="4043"/>
                    <a:pt x="127" y="4138"/>
                    <a:pt x="221" y="4232"/>
                  </a:cubicBezTo>
                  <a:lnTo>
                    <a:pt x="4569" y="5619"/>
                  </a:lnTo>
                  <a:lnTo>
                    <a:pt x="3750" y="7824"/>
                  </a:lnTo>
                  <a:cubicBezTo>
                    <a:pt x="3687" y="7919"/>
                    <a:pt x="3750" y="8076"/>
                    <a:pt x="3813" y="8171"/>
                  </a:cubicBezTo>
                  <a:cubicBezTo>
                    <a:pt x="3880" y="8215"/>
                    <a:pt x="3978" y="8260"/>
                    <a:pt x="4063" y="8260"/>
                  </a:cubicBezTo>
                  <a:cubicBezTo>
                    <a:pt x="4099" y="8260"/>
                    <a:pt x="4132" y="8252"/>
                    <a:pt x="4160" y="8234"/>
                  </a:cubicBezTo>
                  <a:lnTo>
                    <a:pt x="6365" y="7414"/>
                  </a:lnTo>
                  <a:lnTo>
                    <a:pt x="7751" y="11762"/>
                  </a:lnTo>
                  <a:cubicBezTo>
                    <a:pt x="7783" y="11920"/>
                    <a:pt x="7940" y="11983"/>
                    <a:pt x="8098" y="11983"/>
                  </a:cubicBezTo>
                  <a:cubicBezTo>
                    <a:pt x="8255" y="11983"/>
                    <a:pt x="8381" y="11857"/>
                    <a:pt x="8476" y="11762"/>
                  </a:cubicBezTo>
                  <a:lnTo>
                    <a:pt x="11973" y="483"/>
                  </a:lnTo>
                  <a:cubicBezTo>
                    <a:pt x="12029" y="205"/>
                    <a:pt x="11862" y="0"/>
                    <a:pt x="1162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8460;p90">
              <a:extLst>
                <a:ext uri="{FF2B5EF4-FFF2-40B4-BE49-F238E27FC236}">
                  <a16:creationId xmlns:a16="http://schemas.microsoft.com/office/drawing/2014/main" id="{E7B3960E-BC04-24BD-1224-A9F94815BCDD}"/>
                </a:ext>
              </a:extLst>
            </p:cNvPr>
            <p:cNvSpPr/>
            <p:nvPr/>
          </p:nvSpPr>
          <p:spPr>
            <a:xfrm>
              <a:off x="-45663825" y="2879150"/>
              <a:ext cx="71700" cy="71500"/>
            </a:xfrm>
            <a:custGeom>
              <a:avLst/>
              <a:gdLst/>
              <a:ahLst/>
              <a:cxnLst/>
              <a:rect l="l" t="t" r="r" b="b"/>
              <a:pathLst>
                <a:path w="2868" h="2860" extrusionOk="0">
                  <a:moveTo>
                    <a:pt x="2517" y="0"/>
                  </a:moveTo>
                  <a:cubicBezTo>
                    <a:pt x="2418" y="0"/>
                    <a:pt x="2316" y="32"/>
                    <a:pt x="2237" y="95"/>
                  </a:cubicBezTo>
                  <a:lnTo>
                    <a:pt x="126" y="2237"/>
                  </a:lnTo>
                  <a:cubicBezTo>
                    <a:pt x="0" y="2363"/>
                    <a:pt x="0" y="2584"/>
                    <a:pt x="126" y="2741"/>
                  </a:cubicBezTo>
                  <a:cubicBezTo>
                    <a:pt x="205" y="2820"/>
                    <a:pt x="300" y="2859"/>
                    <a:pt x="390" y="2859"/>
                  </a:cubicBezTo>
                  <a:cubicBezTo>
                    <a:pt x="481" y="2859"/>
                    <a:pt x="568" y="2820"/>
                    <a:pt x="631" y="2741"/>
                  </a:cubicBezTo>
                  <a:lnTo>
                    <a:pt x="2773" y="630"/>
                  </a:lnTo>
                  <a:cubicBezTo>
                    <a:pt x="2867" y="504"/>
                    <a:pt x="2867" y="252"/>
                    <a:pt x="2773" y="95"/>
                  </a:cubicBezTo>
                  <a:cubicBezTo>
                    <a:pt x="2710" y="32"/>
                    <a:pt x="2615" y="0"/>
                    <a:pt x="25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8461;p90">
              <a:extLst>
                <a:ext uri="{FF2B5EF4-FFF2-40B4-BE49-F238E27FC236}">
                  <a16:creationId xmlns:a16="http://schemas.microsoft.com/office/drawing/2014/main" id="{E199C4ED-DCAE-6E84-E2AA-6482807250F5}"/>
                </a:ext>
              </a:extLst>
            </p:cNvPr>
            <p:cNvSpPr/>
            <p:nvPr/>
          </p:nvSpPr>
          <p:spPr>
            <a:xfrm>
              <a:off x="-45613425" y="2929750"/>
              <a:ext cx="71700" cy="71500"/>
            </a:xfrm>
            <a:custGeom>
              <a:avLst/>
              <a:gdLst/>
              <a:ahLst/>
              <a:cxnLst/>
              <a:rect l="l" t="t" r="r" b="b"/>
              <a:pathLst>
                <a:path w="2868" h="2860" extrusionOk="0">
                  <a:moveTo>
                    <a:pt x="2478" y="1"/>
                  </a:moveTo>
                  <a:cubicBezTo>
                    <a:pt x="2387" y="1"/>
                    <a:pt x="2301" y="40"/>
                    <a:pt x="2238" y="119"/>
                  </a:cubicBezTo>
                  <a:lnTo>
                    <a:pt x="127" y="2261"/>
                  </a:lnTo>
                  <a:cubicBezTo>
                    <a:pt x="1" y="2387"/>
                    <a:pt x="1" y="2608"/>
                    <a:pt x="127" y="2765"/>
                  </a:cubicBezTo>
                  <a:cubicBezTo>
                    <a:pt x="190" y="2828"/>
                    <a:pt x="276" y="2860"/>
                    <a:pt x="367" y="2860"/>
                  </a:cubicBezTo>
                  <a:cubicBezTo>
                    <a:pt x="458" y="2860"/>
                    <a:pt x="552" y="2828"/>
                    <a:pt x="631" y="2765"/>
                  </a:cubicBezTo>
                  <a:lnTo>
                    <a:pt x="2742" y="654"/>
                  </a:lnTo>
                  <a:cubicBezTo>
                    <a:pt x="2868" y="528"/>
                    <a:pt x="2868" y="276"/>
                    <a:pt x="2742" y="119"/>
                  </a:cubicBezTo>
                  <a:cubicBezTo>
                    <a:pt x="2663" y="40"/>
                    <a:pt x="2568" y="1"/>
                    <a:pt x="247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8462;p90">
              <a:extLst>
                <a:ext uri="{FF2B5EF4-FFF2-40B4-BE49-F238E27FC236}">
                  <a16:creationId xmlns:a16="http://schemas.microsoft.com/office/drawing/2014/main" id="{6C344F3D-F42E-2806-5B9E-7EB0E41F84F8}"/>
                </a:ext>
              </a:extLst>
            </p:cNvPr>
            <p:cNvSpPr/>
            <p:nvPr/>
          </p:nvSpPr>
          <p:spPr>
            <a:xfrm>
              <a:off x="-45665400" y="2923050"/>
              <a:ext cx="81150" cy="79000"/>
            </a:xfrm>
            <a:custGeom>
              <a:avLst/>
              <a:gdLst/>
              <a:ahLst/>
              <a:cxnLst/>
              <a:rect l="l" t="t" r="r" b="b"/>
              <a:pathLst>
                <a:path w="3246" h="3160" extrusionOk="0">
                  <a:moveTo>
                    <a:pt x="2859" y="1"/>
                  </a:moveTo>
                  <a:cubicBezTo>
                    <a:pt x="2765" y="1"/>
                    <a:pt x="2663" y="24"/>
                    <a:pt x="2584" y="72"/>
                  </a:cubicBezTo>
                  <a:lnTo>
                    <a:pt x="95" y="2561"/>
                  </a:lnTo>
                  <a:cubicBezTo>
                    <a:pt x="0" y="2687"/>
                    <a:pt x="0" y="2907"/>
                    <a:pt x="95" y="3065"/>
                  </a:cubicBezTo>
                  <a:cubicBezTo>
                    <a:pt x="158" y="3128"/>
                    <a:pt x="252" y="3159"/>
                    <a:pt x="351" y="3159"/>
                  </a:cubicBezTo>
                  <a:cubicBezTo>
                    <a:pt x="449" y="3159"/>
                    <a:pt x="552" y="3128"/>
                    <a:pt x="631" y="3065"/>
                  </a:cubicBezTo>
                  <a:lnTo>
                    <a:pt x="3088" y="607"/>
                  </a:lnTo>
                  <a:cubicBezTo>
                    <a:pt x="3245" y="450"/>
                    <a:pt x="3245" y="229"/>
                    <a:pt x="3088" y="72"/>
                  </a:cubicBezTo>
                  <a:cubicBezTo>
                    <a:pt x="3041" y="24"/>
                    <a:pt x="2954" y="1"/>
                    <a:pt x="285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17947;p89">
            <a:extLst>
              <a:ext uri="{FF2B5EF4-FFF2-40B4-BE49-F238E27FC236}">
                <a16:creationId xmlns:a16="http://schemas.microsoft.com/office/drawing/2014/main" id="{36A97699-4FE5-890E-6DF8-59777EB22664}"/>
              </a:ext>
            </a:extLst>
          </p:cNvPr>
          <p:cNvGrpSpPr/>
          <p:nvPr/>
        </p:nvGrpSpPr>
        <p:grpSpPr>
          <a:xfrm>
            <a:off x="9048232" y="4682245"/>
            <a:ext cx="574582" cy="558125"/>
            <a:chOff x="-33676975" y="2275050"/>
            <a:chExt cx="295375" cy="293000"/>
          </a:xfrm>
          <a:solidFill>
            <a:schemeClr val="accent5">
              <a:lumMod val="75000"/>
            </a:schemeClr>
          </a:solidFill>
        </p:grpSpPr>
        <p:sp>
          <p:nvSpPr>
            <p:cNvPr id="33" name="Google Shape;17948;p89">
              <a:extLst>
                <a:ext uri="{FF2B5EF4-FFF2-40B4-BE49-F238E27FC236}">
                  <a16:creationId xmlns:a16="http://schemas.microsoft.com/office/drawing/2014/main" id="{D36AF050-B476-4762-87AF-84FF7CEA13F8}"/>
                </a:ext>
              </a:extLst>
            </p:cNvPr>
            <p:cNvSpPr/>
            <p:nvPr/>
          </p:nvSpPr>
          <p:spPr>
            <a:xfrm>
              <a:off x="-33502125" y="2309700"/>
              <a:ext cx="52800" cy="67750"/>
            </a:xfrm>
            <a:custGeom>
              <a:avLst/>
              <a:gdLst/>
              <a:ahLst/>
              <a:cxnLst/>
              <a:rect l="l" t="t" r="r" b="b"/>
              <a:pathLst>
                <a:path w="2112" h="2710" extrusionOk="0">
                  <a:moveTo>
                    <a:pt x="1040" y="0"/>
                  </a:moveTo>
                  <a:cubicBezTo>
                    <a:pt x="473" y="0"/>
                    <a:pt x="1" y="473"/>
                    <a:pt x="1" y="1040"/>
                  </a:cubicBezTo>
                  <a:cubicBezTo>
                    <a:pt x="1" y="1229"/>
                    <a:pt x="158" y="1387"/>
                    <a:pt x="379" y="1387"/>
                  </a:cubicBezTo>
                  <a:cubicBezTo>
                    <a:pt x="568" y="1387"/>
                    <a:pt x="725" y="1229"/>
                    <a:pt x="725" y="1040"/>
                  </a:cubicBezTo>
                  <a:cubicBezTo>
                    <a:pt x="725" y="820"/>
                    <a:pt x="883" y="662"/>
                    <a:pt x="1072" y="662"/>
                  </a:cubicBezTo>
                  <a:cubicBezTo>
                    <a:pt x="1261" y="662"/>
                    <a:pt x="1450" y="820"/>
                    <a:pt x="1450" y="1040"/>
                  </a:cubicBezTo>
                  <a:cubicBezTo>
                    <a:pt x="1450" y="1198"/>
                    <a:pt x="1355" y="1292"/>
                    <a:pt x="1198" y="1355"/>
                  </a:cubicBezTo>
                  <a:cubicBezTo>
                    <a:pt x="914" y="1418"/>
                    <a:pt x="725" y="1702"/>
                    <a:pt x="725" y="1985"/>
                  </a:cubicBezTo>
                  <a:lnTo>
                    <a:pt x="725" y="2363"/>
                  </a:lnTo>
                  <a:cubicBezTo>
                    <a:pt x="725" y="2552"/>
                    <a:pt x="883" y="2710"/>
                    <a:pt x="1072" y="2710"/>
                  </a:cubicBezTo>
                  <a:cubicBezTo>
                    <a:pt x="1292" y="2710"/>
                    <a:pt x="1450" y="2552"/>
                    <a:pt x="1450" y="2363"/>
                  </a:cubicBezTo>
                  <a:lnTo>
                    <a:pt x="1450" y="1985"/>
                  </a:lnTo>
                  <a:cubicBezTo>
                    <a:pt x="1828" y="1828"/>
                    <a:pt x="2111" y="1418"/>
                    <a:pt x="2111" y="977"/>
                  </a:cubicBezTo>
                  <a:cubicBezTo>
                    <a:pt x="2048" y="473"/>
                    <a:pt x="1576"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949;p89">
              <a:extLst>
                <a:ext uri="{FF2B5EF4-FFF2-40B4-BE49-F238E27FC236}">
                  <a16:creationId xmlns:a16="http://schemas.microsoft.com/office/drawing/2014/main" id="{59CCF0AB-EAAD-E348-611E-AD3ACC7F11F3}"/>
                </a:ext>
              </a:extLst>
            </p:cNvPr>
            <p:cNvSpPr/>
            <p:nvPr/>
          </p:nvSpPr>
          <p:spPr>
            <a:xfrm>
              <a:off x="-33484800" y="2395550"/>
              <a:ext cx="17350" cy="17350"/>
            </a:xfrm>
            <a:custGeom>
              <a:avLst/>
              <a:gdLst/>
              <a:ahLst/>
              <a:cxnLst/>
              <a:rect l="l" t="t" r="r" b="b"/>
              <a:pathLst>
                <a:path w="694" h="694" extrusionOk="0">
                  <a:moveTo>
                    <a:pt x="347" y="0"/>
                  </a:moveTo>
                  <a:cubicBezTo>
                    <a:pt x="158" y="0"/>
                    <a:pt x="1" y="158"/>
                    <a:pt x="1" y="347"/>
                  </a:cubicBezTo>
                  <a:cubicBezTo>
                    <a:pt x="1" y="536"/>
                    <a:pt x="158" y="694"/>
                    <a:pt x="347" y="694"/>
                  </a:cubicBezTo>
                  <a:cubicBezTo>
                    <a:pt x="536" y="694"/>
                    <a:pt x="694" y="536"/>
                    <a:pt x="694" y="347"/>
                  </a:cubicBezTo>
                  <a:cubicBezTo>
                    <a:pt x="662"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950;p89">
              <a:extLst>
                <a:ext uri="{FF2B5EF4-FFF2-40B4-BE49-F238E27FC236}">
                  <a16:creationId xmlns:a16="http://schemas.microsoft.com/office/drawing/2014/main" id="{BB410AEE-D2B3-689E-7B99-207F3E9AE3EA}"/>
                </a:ext>
              </a:extLst>
            </p:cNvPr>
            <p:cNvSpPr/>
            <p:nvPr/>
          </p:nvSpPr>
          <p:spPr>
            <a:xfrm>
              <a:off x="-33676975" y="2275050"/>
              <a:ext cx="295375" cy="293000"/>
            </a:xfrm>
            <a:custGeom>
              <a:avLst/>
              <a:gdLst/>
              <a:ahLst/>
              <a:cxnLst/>
              <a:rect l="l" t="t" r="r" b="b"/>
              <a:pathLst>
                <a:path w="11815" h="11720" extrusionOk="0">
                  <a:moveTo>
                    <a:pt x="8034" y="725"/>
                  </a:moveTo>
                  <a:cubicBezTo>
                    <a:pt x="9735" y="725"/>
                    <a:pt x="11090" y="2080"/>
                    <a:pt x="11090" y="3781"/>
                  </a:cubicBezTo>
                  <a:cubicBezTo>
                    <a:pt x="11090" y="5482"/>
                    <a:pt x="9735" y="6868"/>
                    <a:pt x="8034" y="6868"/>
                  </a:cubicBezTo>
                  <a:cubicBezTo>
                    <a:pt x="6333" y="6868"/>
                    <a:pt x="4947" y="5482"/>
                    <a:pt x="4947" y="3781"/>
                  </a:cubicBezTo>
                  <a:cubicBezTo>
                    <a:pt x="4947" y="2080"/>
                    <a:pt x="6333" y="725"/>
                    <a:pt x="8034" y="725"/>
                  </a:cubicBezTo>
                  <a:close/>
                  <a:moveTo>
                    <a:pt x="5104" y="6207"/>
                  </a:moveTo>
                  <a:cubicBezTo>
                    <a:pt x="5262" y="6364"/>
                    <a:pt x="5419" y="6553"/>
                    <a:pt x="5577" y="6679"/>
                  </a:cubicBezTo>
                  <a:lnTo>
                    <a:pt x="5325" y="6931"/>
                  </a:lnTo>
                  <a:cubicBezTo>
                    <a:pt x="5262" y="6994"/>
                    <a:pt x="5167" y="7026"/>
                    <a:pt x="5077" y="7026"/>
                  </a:cubicBezTo>
                  <a:cubicBezTo>
                    <a:pt x="4986" y="7026"/>
                    <a:pt x="4899" y="6994"/>
                    <a:pt x="4852" y="6931"/>
                  </a:cubicBezTo>
                  <a:cubicBezTo>
                    <a:pt x="4726" y="6805"/>
                    <a:pt x="4726" y="6585"/>
                    <a:pt x="4852" y="6459"/>
                  </a:cubicBezTo>
                  <a:lnTo>
                    <a:pt x="5104" y="6207"/>
                  </a:lnTo>
                  <a:close/>
                  <a:moveTo>
                    <a:pt x="3104" y="8380"/>
                  </a:moveTo>
                  <a:cubicBezTo>
                    <a:pt x="3190" y="8380"/>
                    <a:pt x="3277" y="8412"/>
                    <a:pt x="3340" y="8475"/>
                  </a:cubicBezTo>
                  <a:cubicBezTo>
                    <a:pt x="3466" y="8601"/>
                    <a:pt x="3466" y="8822"/>
                    <a:pt x="3340" y="8948"/>
                  </a:cubicBezTo>
                  <a:lnTo>
                    <a:pt x="1387" y="10932"/>
                  </a:lnTo>
                  <a:cubicBezTo>
                    <a:pt x="1324" y="10980"/>
                    <a:pt x="1229" y="11003"/>
                    <a:pt x="1139" y="11003"/>
                  </a:cubicBezTo>
                  <a:cubicBezTo>
                    <a:pt x="1048" y="11003"/>
                    <a:pt x="961" y="10980"/>
                    <a:pt x="914" y="10932"/>
                  </a:cubicBezTo>
                  <a:cubicBezTo>
                    <a:pt x="788" y="10806"/>
                    <a:pt x="788" y="10554"/>
                    <a:pt x="914" y="10460"/>
                  </a:cubicBezTo>
                  <a:lnTo>
                    <a:pt x="2867" y="8475"/>
                  </a:lnTo>
                  <a:cubicBezTo>
                    <a:pt x="2930" y="8412"/>
                    <a:pt x="3017" y="8380"/>
                    <a:pt x="3104" y="8380"/>
                  </a:cubicBezTo>
                  <a:close/>
                  <a:moveTo>
                    <a:pt x="8034" y="0"/>
                  </a:moveTo>
                  <a:cubicBezTo>
                    <a:pt x="5955" y="0"/>
                    <a:pt x="4285" y="1701"/>
                    <a:pt x="4285" y="3749"/>
                  </a:cubicBezTo>
                  <a:cubicBezTo>
                    <a:pt x="4285" y="4411"/>
                    <a:pt x="4443" y="5041"/>
                    <a:pt x="4758" y="5608"/>
                  </a:cubicBezTo>
                  <a:lnTo>
                    <a:pt x="4380" y="5986"/>
                  </a:lnTo>
                  <a:cubicBezTo>
                    <a:pt x="4065" y="6301"/>
                    <a:pt x="3970" y="6774"/>
                    <a:pt x="4159" y="7183"/>
                  </a:cubicBezTo>
                  <a:lnTo>
                    <a:pt x="3529" y="7813"/>
                  </a:lnTo>
                  <a:cubicBezTo>
                    <a:pt x="3387" y="7743"/>
                    <a:pt x="3232" y="7707"/>
                    <a:pt x="3077" y="7707"/>
                  </a:cubicBezTo>
                  <a:cubicBezTo>
                    <a:pt x="2819" y="7707"/>
                    <a:pt x="2560" y="7806"/>
                    <a:pt x="2363" y="8002"/>
                  </a:cubicBezTo>
                  <a:lnTo>
                    <a:pt x="378" y="9987"/>
                  </a:lnTo>
                  <a:cubicBezTo>
                    <a:pt x="0" y="10365"/>
                    <a:pt x="0" y="11027"/>
                    <a:pt x="378" y="11436"/>
                  </a:cubicBezTo>
                  <a:cubicBezTo>
                    <a:pt x="583" y="11625"/>
                    <a:pt x="851" y="11720"/>
                    <a:pt x="1119" y="11720"/>
                  </a:cubicBezTo>
                  <a:cubicBezTo>
                    <a:pt x="1387" y="11720"/>
                    <a:pt x="1654" y="11625"/>
                    <a:pt x="1859" y="11436"/>
                  </a:cubicBezTo>
                  <a:lnTo>
                    <a:pt x="3813" y="9452"/>
                  </a:lnTo>
                  <a:cubicBezTo>
                    <a:pt x="4128" y="9137"/>
                    <a:pt x="4222" y="8664"/>
                    <a:pt x="4002" y="8286"/>
                  </a:cubicBezTo>
                  <a:lnTo>
                    <a:pt x="4632" y="7656"/>
                  </a:lnTo>
                  <a:cubicBezTo>
                    <a:pt x="4782" y="7725"/>
                    <a:pt x="4940" y="7761"/>
                    <a:pt x="5097" y="7761"/>
                  </a:cubicBezTo>
                  <a:cubicBezTo>
                    <a:pt x="5367" y="7761"/>
                    <a:pt x="5629" y="7655"/>
                    <a:pt x="5829" y="7435"/>
                  </a:cubicBezTo>
                  <a:lnTo>
                    <a:pt x="6207" y="7057"/>
                  </a:lnTo>
                  <a:cubicBezTo>
                    <a:pt x="6774" y="7372"/>
                    <a:pt x="7404" y="7530"/>
                    <a:pt x="8066" y="7530"/>
                  </a:cubicBezTo>
                  <a:cubicBezTo>
                    <a:pt x="10145" y="7530"/>
                    <a:pt x="11815" y="5829"/>
                    <a:pt x="11815" y="3781"/>
                  </a:cubicBezTo>
                  <a:cubicBezTo>
                    <a:pt x="11815" y="1733"/>
                    <a:pt x="10082" y="0"/>
                    <a:pt x="80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42002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down)">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down)">
                                      <p:cBhvr>
                                        <p:cTn id="2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5B5AFA-74F1-4CB1-8489-A193C56F906C}"/>
              </a:ext>
            </a:extLst>
          </p:cNvPr>
          <p:cNvSpPr txBox="1">
            <a:spLocks/>
          </p:cNvSpPr>
          <p:nvPr/>
        </p:nvSpPr>
        <p:spPr>
          <a:xfrm>
            <a:off x="838200" y="2420368"/>
            <a:ext cx="6563583" cy="29755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err="1">
                <a:solidFill>
                  <a:srgbClr val="292D34"/>
                </a:solidFill>
                <a:latin typeface="Times New Roman" panose="02020603050405020304" pitchFamily="18" charset="0"/>
                <a:cs typeface="Times New Roman" panose="02020603050405020304" pitchFamily="18" charset="0"/>
              </a:rPr>
              <a:t>Pictory</a:t>
            </a:r>
            <a:r>
              <a:rPr lang="en-US" sz="2400" i="1" dirty="0">
                <a:solidFill>
                  <a:srgbClr val="292D34"/>
                </a:solidFill>
                <a:latin typeface="Times New Roman" panose="02020603050405020304" pitchFamily="18" charset="0"/>
                <a:cs typeface="Times New Roman" panose="02020603050405020304" pitchFamily="18" charset="0"/>
              </a:rPr>
              <a:t> is an AI video software that simplifies the video creation process.</a:t>
            </a:r>
          </a:p>
          <a:p>
            <a:pPr marL="0" indent="0" algn="just">
              <a:buFont typeface="Arial" panose="020B0604020202020204" pitchFamily="34" charset="0"/>
              <a:buNone/>
            </a:pPr>
            <a:r>
              <a:rPr lang="en-US" sz="2400" i="1" dirty="0">
                <a:solidFill>
                  <a:srgbClr val="292D34"/>
                </a:solidFill>
                <a:latin typeface="Times New Roman" panose="02020603050405020304" pitchFamily="18" charset="0"/>
                <a:cs typeface="Times New Roman" panose="02020603050405020304" pitchFamily="18" charset="0"/>
              </a:rPr>
              <a:t> It uses advanced Artificial Intelligence to automatically extract critical points from long-form videos, transform scripts into high-conversion Video Sales Letters, convert blog posts into engaging videos, and even add captions to videos automatically.</a:t>
            </a:r>
          </a:p>
        </p:txBody>
      </p:sp>
      <p:pic>
        <p:nvPicPr>
          <p:cNvPr id="4" name="Picture 3">
            <a:extLst>
              <a:ext uri="{FF2B5EF4-FFF2-40B4-BE49-F238E27FC236}">
                <a16:creationId xmlns:a16="http://schemas.microsoft.com/office/drawing/2014/main" id="{1AE07F5C-7189-4A30-8739-7AC65A5C4115}"/>
              </a:ext>
            </a:extLst>
          </p:cNvPr>
          <p:cNvPicPr>
            <a:picLocks noChangeAspect="1"/>
          </p:cNvPicPr>
          <p:nvPr/>
        </p:nvPicPr>
        <p:blipFill>
          <a:blip r:embed="rId2"/>
          <a:stretch>
            <a:fillRect/>
          </a:stretch>
        </p:blipFill>
        <p:spPr>
          <a:xfrm>
            <a:off x="3514461" y="438714"/>
            <a:ext cx="5150159" cy="1213543"/>
          </a:xfrm>
          <a:prstGeom prst="rect">
            <a:avLst/>
          </a:prstGeom>
          <a:ln>
            <a:noFill/>
          </a:ln>
          <a:effectLst>
            <a:outerShdw blurRad="292100" dist="139700" dir="2700000" algn="tl" rotWithShape="0">
              <a:srgbClr val="333333">
                <a:alpha val="65000"/>
              </a:srgbClr>
            </a:outerShdw>
          </a:effectLst>
        </p:spPr>
      </p:pic>
      <p:grpSp>
        <p:nvGrpSpPr>
          <p:cNvPr id="5" name="Google Shape;8675;p72">
            <a:extLst>
              <a:ext uri="{FF2B5EF4-FFF2-40B4-BE49-F238E27FC236}">
                <a16:creationId xmlns:a16="http://schemas.microsoft.com/office/drawing/2014/main" id="{58215034-1663-429F-8201-0BD34EE2098E}"/>
              </a:ext>
            </a:extLst>
          </p:cNvPr>
          <p:cNvGrpSpPr/>
          <p:nvPr/>
        </p:nvGrpSpPr>
        <p:grpSpPr>
          <a:xfrm>
            <a:off x="5717218" y="1655215"/>
            <a:ext cx="6474782" cy="5052982"/>
            <a:chOff x="3037643" y="-107695"/>
            <a:chExt cx="6371098" cy="4994651"/>
          </a:xfrm>
        </p:grpSpPr>
        <p:sp>
          <p:nvSpPr>
            <p:cNvPr id="6" name="Google Shape;8676;p72">
              <a:extLst>
                <a:ext uri="{FF2B5EF4-FFF2-40B4-BE49-F238E27FC236}">
                  <a16:creationId xmlns:a16="http://schemas.microsoft.com/office/drawing/2014/main" id="{367E94F3-484A-4A32-83D5-B189F4441312}"/>
                </a:ext>
              </a:extLst>
            </p:cNvPr>
            <p:cNvSpPr/>
            <p:nvPr/>
          </p:nvSpPr>
          <p:spPr>
            <a:xfrm>
              <a:off x="3037643" y="4807147"/>
              <a:ext cx="6371098" cy="245"/>
            </a:xfrm>
            <a:custGeom>
              <a:avLst/>
              <a:gdLst/>
              <a:ahLst/>
              <a:cxnLst/>
              <a:rect l="l" t="t" r="r" b="b"/>
              <a:pathLst>
                <a:path w="26051" h="1" fill="none" extrusionOk="0">
                  <a:moveTo>
                    <a:pt x="26050" y="1"/>
                  </a:moveTo>
                  <a:lnTo>
                    <a:pt x="1" y="1"/>
                  </a:lnTo>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nvGrpSpPr>
            <p:cNvPr id="7" name="Google Shape;8677;p72">
              <a:extLst>
                <a:ext uri="{FF2B5EF4-FFF2-40B4-BE49-F238E27FC236}">
                  <a16:creationId xmlns:a16="http://schemas.microsoft.com/office/drawing/2014/main" id="{46C27199-45B2-45BA-8305-1EEB7CED4EA8}"/>
                </a:ext>
              </a:extLst>
            </p:cNvPr>
            <p:cNvGrpSpPr/>
            <p:nvPr/>
          </p:nvGrpSpPr>
          <p:grpSpPr>
            <a:xfrm>
              <a:off x="6656001" y="-107695"/>
              <a:ext cx="497676" cy="1794734"/>
              <a:chOff x="6717790" y="1105236"/>
              <a:chExt cx="332116" cy="1197613"/>
            </a:xfrm>
          </p:grpSpPr>
          <p:sp>
            <p:nvSpPr>
              <p:cNvPr id="225" name="Google Shape;8678;p72">
                <a:extLst>
                  <a:ext uri="{FF2B5EF4-FFF2-40B4-BE49-F238E27FC236}">
                    <a16:creationId xmlns:a16="http://schemas.microsoft.com/office/drawing/2014/main" id="{47F4DB2A-E855-48FD-A94B-B8DB022B4497}"/>
                  </a:ext>
                </a:extLst>
              </p:cNvPr>
              <p:cNvSpPr/>
              <p:nvPr/>
            </p:nvSpPr>
            <p:spPr>
              <a:xfrm>
                <a:off x="6810479" y="2182769"/>
                <a:ext cx="146248" cy="67255"/>
              </a:xfrm>
              <a:custGeom>
                <a:avLst/>
                <a:gdLst/>
                <a:ahLst/>
                <a:cxnLst/>
                <a:rect l="l" t="t" r="r" b="b"/>
                <a:pathLst>
                  <a:path w="598" h="275" extrusionOk="0">
                    <a:moveTo>
                      <a:pt x="1" y="0"/>
                    </a:moveTo>
                    <a:cubicBezTo>
                      <a:pt x="16" y="152"/>
                      <a:pt x="146" y="274"/>
                      <a:pt x="303" y="274"/>
                    </a:cubicBezTo>
                    <a:cubicBezTo>
                      <a:pt x="454" y="274"/>
                      <a:pt x="584" y="152"/>
                      <a:pt x="59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6" name="Google Shape;8679;p72">
                <a:extLst>
                  <a:ext uri="{FF2B5EF4-FFF2-40B4-BE49-F238E27FC236}">
                    <a16:creationId xmlns:a16="http://schemas.microsoft.com/office/drawing/2014/main" id="{2863CF26-BFFF-4BDA-A4FF-0C43B2FC692C}"/>
                  </a:ext>
                </a:extLst>
              </p:cNvPr>
              <p:cNvSpPr/>
              <p:nvPr/>
            </p:nvSpPr>
            <p:spPr>
              <a:xfrm>
                <a:off x="6882624" y="2275947"/>
                <a:ext cx="245" cy="26902"/>
              </a:xfrm>
              <a:custGeom>
                <a:avLst/>
                <a:gdLst/>
                <a:ahLst/>
                <a:cxnLst/>
                <a:rect l="l" t="t" r="r" b="b"/>
                <a:pathLst>
                  <a:path w="1" h="110" fill="none" extrusionOk="0">
                    <a:moveTo>
                      <a:pt x="1" y="0"/>
                    </a:moveTo>
                    <a:lnTo>
                      <a:pt x="1" y="109"/>
                    </a:ln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7" name="Google Shape;8680;p72">
                <a:extLst>
                  <a:ext uri="{FF2B5EF4-FFF2-40B4-BE49-F238E27FC236}">
                    <a16:creationId xmlns:a16="http://schemas.microsoft.com/office/drawing/2014/main" id="{0B8C9BFA-3843-420A-94B4-8F152E22BF82}"/>
                  </a:ext>
                </a:extLst>
              </p:cNvPr>
              <p:cNvSpPr/>
              <p:nvPr/>
            </p:nvSpPr>
            <p:spPr>
              <a:xfrm>
                <a:off x="6933737" y="2262007"/>
                <a:ext cx="12473" cy="24701"/>
              </a:xfrm>
              <a:custGeom>
                <a:avLst/>
                <a:gdLst/>
                <a:ahLst/>
                <a:cxnLst/>
                <a:rect l="l" t="t" r="r" b="b"/>
                <a:pathLst>
                  <a:path w="51" h="101" fill="none" extrusionOk="0">
                    <a:moveTo>
                      <a:pt x="0" y="0"/>
                    </a:moveTo>
                    <a:lnTo>
                      <a:pt x="50" y="100"/>
                    </a:ln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8" name="Google Shape;8681;p72">
                <a:extLst>
                  <a:ext uri="{FF2B5EF4-FFF2-40B4-BE49-F238E27FC236}">
                    <a16:creationId xmlns:a16="http://schemas.microsoft.com/office/drawing/2014/main" id="{5DB70343-22AF-4450-86BB-53D1F578E487}"/>
                  </a:ext>
                </a:extLst>
              </p:cNvPr>
              <p:cNvSpPr/>
              <p:nvPr/>
            </p:nvSpPr>
            <p:spPr>
              <a:xfrm>
                <a:off x="6968709" y="2227034"/>
                <a:ext cx="25190" cy="12473"/>
              </a:xfrm>
              <a:custGeom>
                <a:avLst/>
                <a:gdLst/>
                <a:ahLst/>
                <a:cxnLst/>
                <a:rect l="l" t="t" r="r" b="b"/>
                <a:pathLst>
                  <a:path w="103" h="51" fill="none" extrusionOk="0">
                    <a:moveTo>
                      <a:pt x="1" y="0"/>
                    </a:moveTo>
                    <a:lnTo>
                      <a:pt x="102" y="50"/>
                    </a:ln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9" name="Google Shape;8682;p72">
                <a:extLst>
                  <a:ext uri="{FF2B5EF4-FFF2-40B4-BE49-F238E27FC236}">
                    <a16:creationId xmlns:a16="http://schemas.microsoft.com/office/drawing/2014/main" id="{FD5252AA-E650-4C1F-A086-F138CF480723}"/>
                  </a:ext>
                </a:extLst>
              </p:cNvPr>
              <p:cNvSpPr/>
              <p:nvPr/>
            </p:nvSpPr>
            <p:spPr>
              <a:xfrm>
                <a:off x="6773795" y="2227034"/>
                <a:ext cx="24701" cy="12473"/>
              </a:xfrm>
              <a:custGeom>
                <a:avLst/>
                <a:gdLst/>
                <a:ahLst/>
                <a:cxnLst/>
                <a:rect l="l" t="t" r="r" b="b"/>
                <a:pathLst>
                  <a:path w="101" h="51" fill="none" extrusionOk="0">
                    <a:moveTo>
                      <a:pt x="101" y="0"/>
                    </a:moveTo>
                    <a:lnTo>
                      <a:pt x="1" y="50"/>
                    </a:ln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0" name="Google Shape;8683;p72">
                <a:extLst>
                  <a:ext uri="{FF2B5EF4-FFF2-40B4-BE49-F238E27FC236}">
                    <a16:creationId xmlns:a16="http://schemas.microsoft.com/office/drawing/2014/main" id="{8462965F-9D1A-401C-92F8-A4F6C7952B80}"/>
                  </a:ext>
                </a:extLst>
              </p:cNvPr>
              <p:cNvSpPr/>
              <p:nvPr/>
            </p:nvSpPr>
            <p:spPr>
              <a:xfrm>
                <a:off x="6819283" y="2262007"/>
                <a:ext cx="14674" cy="24701"/>
              </a:xfrm>
              <a:custGeom>
                <a:avLst/>
                <a:gdLst/>
                <a:ahLst/>
                <a:cxnLst/>
                <a:rect l="l" t="t" r="r" b="b"/>
                <a:pathLst>
                  <a:path w="60" h="101" fill="none" extrusionOk="0">
                    <a:moveTo>
                      <a:pt x="60" y="0"/>
                    </a:moveTo>
                    <a:lnTo>
                      <a:pt x="1" y="100"/>
                    </a:ln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1" name="Google Shape;8684;p72">
                <a:extLst>
                  <a:ext uri="{FF2B5EF4-FFF2-40B4-BE49-F238E27FC236}">
                    <a16:creationId xmlns:a16="http://schemas.microsoft.com/office/drawing/2014/main" id="{2669C4D5-DE3E-4FBF-9557-AE9389FF1535}"/>
                  </a:ext>
                </a:extLst>
              </p:cNvPr>
              <p:cNvSpPr/>
              <p:nvPr/>
            </p:nvSpPr>
            <p:spPr>
              <a:xfrm>
                <a:off x="6884336" y="1105236"/>
                <a:ext cx="245" cy="796785"/>
              </a:xfrm>
              <a:custGeom>
                <a:avLst/>
                <a:gdLst/>
                <a:ahLst/>
                <a:cxnLst/>
                <a:rect l="l" t="t" r="r" b="b"/>
                <a:pathLst>
                  <a:path w="1" h="3258" fill="none" extrusionOk="0">
                    <a:moveTo>
                      <a:pt x="1" y="3257"/>
                    </a:moveTo>
                    <a:lnTo>
                      <a:pt x="1" y="0"/>
                    </a:lnTo>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2" name="Google Shape;8685;p72">
                <a:extLst>
                  <a:ext uri="{FF2B5EF4-FFF2-40B4-BE49-F238E27FC236}">
                    <a16:creationId xmlns:a16="http://schemas.microsoft.com/office/drawing/2014/main" id="{D89B64A6-A647-4150-B5F7-E53D5618A707}"/>
                  </a:ext>
                </a:extLst>
              </p:cNvPr>
              <p:cNvSpPr/>
              <p:nvPr/>
            </p:nvSpPr>
            <p:spPr>
              <a:xfrm>
                <a:off x="6717790" y="1901769"/>
                <a:ext cx="332116" cy="281247"/>
              </a:xfrm>
              <a:custGeom>
                <a:avLst/>
                <a:gdLst/>
                <a:ahLst/>
                <a:cxnLst/>
                <a:rect l="l" t="t" r="r" b="b"/>
                <a:pathLst>
                  <a:path w="1358" h="1150" extrusionOk="0">
                    <a:moveTo>
                      <a:pt x="682" y="0"/>
                    </a:moveTo>
                    <a:cubicBezTo>
                      <a:pt x="280" y="0"/>
                      <a:pt x="0" y="302"/>
                      <a:pt x="0" y="761"/>
                    </a:cubicBezTo>
                    <a:lnTo>
                      <a:pt x="0" y="1149"/>
                    </a:lnTo>
                    <a:lnTo>
                      <a:pt x="1358" y="1149"/>
                    </a:lnTo>
                    <a:lnTo>
                      <a:pt x="1358" y="761"/>
                    </a:lnTo>
                    <a:cubicBezTo>
                      <a:pt x="1358" y="302"/>
                      <a:pt x="1078" y="0"/>
                      <a:pt x="682"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8" name="Google Shape;8686;p72">
              <a:extLst>
                <a:ext uri="{FF2B5EF4-FFF2-40B4-BE49-F238E27FC236}">
                  <a16:creationId xmlns:a16="http://schemas.microsoft.com/office/drawing/2014/main" id="{3E220212-6892-449C-ACA6-4A31506354E0}"/>
                </a:ext>
              </a:extLst>
            </p:cNvPr>
            <p:cNvGrpSpPr/>
            <p:nvPr/>
          </p:nvGrpSpPr>
          <p:grpSpPr>
            <a:xfrm>
              <a:off x="5174577" y="1686985"/>
              <a:ext cx="3460539" cy="3199971"/>
              <a:chOff x="5603086" y="1871688"/>
              <a:chExt cx="3260965" cy="3015431"/>
            </a:xfrm>
          </p:grpSpPr>
          <p:sp>
            <p:nvSpPr>
              <p:cNvPr id="16" name="Google Shape;8687;p72">
                <a:extLst>
                  <a:ext uri="{FF2B5EF4-FFF2-40B4-BE49-F238E27FC236}">
                    <a16:creationId xmlns:a16="http://schemas.microsoft.com/office/drawing/2014/main" id="{FC5F6FEB-5E23-4AB0-98C6-D1D61627C760}"/>
                  </a:ext>
                </a:extLst>
              </p:cNvPr>
              <p:cNvSpPr/>
              <p:nvPr/>
            </p:nvSpPr>
            <p:spPr>
              <a:xfrm>
                <a:off x="5692595" y="3645485"/>
                <a:ext cx="114455" cy="237715"/>
              </a:xfrm>
              <a:custGeom>
                <a:avLst/>
                <a:gdLst/>
                <a:ahLst/>
                <a:cxnLst/>
                <a:rect l="l" t="t" r="r" b="b"/>
                <a:pathLst>
                  <a:path w="468" h="972" extrusionOk="0">
                    <a:moveTo>
                      <a:pt x="152" y="0"/>
                    </a:moveTo>
                    <a:lnTo>
                      <a:pt x="0" y="345"/>
                    </a:lnTo>
                    <a:lnTo>
                      <a:pt x="252" y="971"/>
                    </a:lnTo>
                    <a:lnTo>
                      <a:pt x="468" y="468"/>
                    </a:lnTo>
                    <a:cubicBezTo>
                      <a:pt x="361" y="288"/>
                      <a:pt x="252" y="123"/>
                      <a:pt x="152"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 name="Google Shape;8688;p72">
                <a:extLst>
                  <a:ext uri="{FF2B5EF4-FFF2-40B4-BE49-F238E27FC236}">
                    <a16:creationId xmlns:a16="http://schemas.microsoft.com/office/drawing/2014/main" id="{5FF3D53F-1EB8-4E2F-AEA2-63F334DB4765}"/>
                  </a:ext>
                </a:extLst>
              </p:cNvPr>
              <p:cNvSpPr/>
              <p:nvPr/>
            </p:nvSpPr>
            <p:spPr>
              <a:xfrm>
                <a:off x="5632922" y="3577008"/>
                <a:ext cx="96847" cy="153096"/>
              </a:xfrm>
              <a:custGeom>
                <a:avLst/>
                <a:gdLst/>
                <a:ahLst/>
                <a:cxnLst/>
                <a:rect l="l" t="t" r="r" b="b"/>
                <a:pathLst>
                  <a:path w="396" h="626" extrusionOk="0">
                    <a:moveTo>
                      <a:pt x="39" y="1"/>
                    </a:moveTo>
                    <a:cubicBezTo>
                      <a:pt x="26" y="1"/>
                      <a:pt x="13" y="3"/>
                      <a:pt x="1" y="7"/>
                    </a:cubicBezTo>
                    <a:lnTo>
                      <a:pt x="244" y="625"/>
                    </a:lnTo>
                    <a:lnTo>
                      <a:pt x="396" y="280"/>
                    </a:lnTo>
                    <a:cubicBezTo>
                      <a:pt x="258" y="104"/>
                      <a:pt x="131" y="1"/>
                      <a:pt x="3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8689;p72">
                <a:extLst>
                  <a:ext uri="{FF2B5EF4-FFF2-40B4-BE49-F238E27FC236}">
                    <a16:creationId xmlns:a16="http://schemas.microsoft.com/office/drawing/2014/main" id="{AA707C47-011F-4C7A-82A3-35B728FC5BFF}"/>
                  </a:ext>
                </a:extLst>
              </p:cNvPr>
              <p:cNvSpPr/>
              <p:nvPr/>
            </p:nvSpPr>
            <p:spPr>
              <a:xfrm>
                <a:off x="5603086" y="3578720"/>
                <a:ext cx="89754" cy="151384"/>
              </a:xfrm>
              <a:custGeom>
                <a:avLst/>
                <a:gdLst/>
                <a:ahLst/>
                <a:cxnLst/>
                <a:rect l="l" t="t" r="r" b="b"/>
                <a:pathLst>
                  <a:path w="367" h="619" extrusionOk="0">
                    <a:moveTo>
                      <a:pt x="123" y="0"/>
                    </a:moveTo>
                    <a:cubicBezTo>
                      <a:pt x="30" y="37"/>
                      <a:pt x="0" y="216"/>
                      <a:pt x="14" y="468"/>
                    </a:cubicBezTo>
                    <a:lnTo>
                      <a:pt x="366" y="618"/>
                    </a:lnTo>
                    <a:lnTo>
                      <a:pt x="12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8690;p72">
                <a:extLst>
                  <a:ext uri="{FF2B5EF4-FFF2-40B4-BE49-F238E27FC236}">
                    <a16:creationId xmlns:a16="http://schemas.microsoft.com/office/drawing/2014/main" id="{D15867C7-FD2A-480F-8733-ECFB5DEACDF7}"/>
                  </a:ext>
                </a:extLst>
              </p:cNvPr>
              <p:cNvSpPr/>
              <p:nvPr/>
            </p:nvSpPr>
            <p:spPr>
              <a:xfrm>
                <a:off x="5606510" y="3692929"/>
                <a:ext cx="147960" cy="190270"/>
              </a:xfrm>
              <a:custGeom>
                <a:avLst/>
                <a:gdLst/>
                <a:ahLst/>
                <a:cxnLst/>
                <a:rect l="l" t="t" r="r" b="b"/>
                <a:pathLst>
                  <a:path w="605" h="778" extrusionOk="0">
                    <a:moveTo>
                      <a:pt x="0" y="1"/>
                    </a:moveTo>
                    <a:lnTo>
                      <a:pt x="0" y="1"/>
                    </a:lnTo>
                    <a:cubicBezTo>
                      <a:pt x="16" y="165"/>
                      <a:pt x="50" y="360"/>
                      <a:pt x="102" y="562"/>
                    </a:cubicBezTo>
                    <a:lnTo>
                      <a:pt x="604" y="777"/>
                    </a:lnTo>
                    <a:lnTo>
                      <a:pt x="352" y="151"/>
                    </a:ln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8691;p72">
                <a:extLst>
                  <a:ext uri="{FF2B5EF4-FFF2-40B4-BE49-F238E27FC236}">
                    <a16:creationId xmlns:a16="http://schemas.microsoft.com/office/drawing/2014/main" id="{45AC4FC0-C324-4074-A878-2C9B13263A33}"/>
                  </a:ext>
                </a:extLst>
              </p:cNvPr>
              <p:cNvSpPr/>
              <p:nvPr/>
            </p:nvSpPr>
            <p:spPr>
              <a:xfrm>
                <a:off x="5631455" y="3830128"/>
                <a:ext cx="182688" cy="205677"/>
              </a:xfrm>
              <a:custGeom>
                <a:avLst/>
                <a:gdLst/>
                <a:ahLst/>
                <a:cxnLst/>
                <a:rect l="l" t="t" r="r" b="b"/>
                <a:pathLst>
                  <a:path w="747" h="841" extrusionOk="0">
                    <a:moveTo>
                      <a:pt x="0" y="1"/>
                    </a:moveTo>
                    <a:lnTo>
                      <a:pt x="0" y="1"/>
                    </a:lnTo>
                    <a:cubicBezTo>
                      <a:pt x="50" y="194"/>
                      <a:pt x="107" y="403"/>
                      <a:pt x="186" y="596"/>
                    </a:cubicBezTo>
                    <a:lnTo>
                      <a:pt x="747" y="841"/>
                    </a:lnTo>
                    <a:lnTo>
                      <a:pt x="502" y="216"/>
                    </a:ln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8692;p72">
                <a:extLst>
                  <a:ext uri="{FF2B5EF4-FFF2-40B4-BE49-F238E27FC236}">
                    <a16:creationId xmlns:a16="http://schemas.microsoft.com/office/drawing/2014/main" id="{BAB92F61-796B-493F-AB20-6F9F29B48A7E}"/>
                  </a:ext>
                </a:extLst>
              </p:cNvPr>
              <p:cNvSpPr/>
              <p:nvPr/>
            </p:nvSpPr>
            <p:spPr>
              <a:xfrm>
                <a:off x="5631455" y="3830128"/>
                <a:ext cx="0" cy="245"/>
              </a:xfrm>
              <a:custGeom>
                <a:avLst/>
                <a:gdLst/>
                <a:ahLst/>
                <a:cxnLst/>
                <a:rect l="l" t="t" r="r" b="b"/>
                <a:pathLst>
                  <a:path h="1" fill="none" extrusionOk="0">
                    <a:moveTo>
                      <a:pt x="0" y="1"/>
                    </a:move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8693;p72">
                <a:extLst>
                  <a:ext uri="{FF2B5EF4-FFF2-40B4-BE49-F238E27FC236}">
                    <a16:creationId xmlns:a16="http://schemas.microsoft.com/office/drawing/2014/main" id="{1BF12154-8B57-4001-9E27-D75B5717BD3B}"/>
                  </a:ext>
                </a:extLst>
              </p:cNvPr>
              <p:cNvSpPr/>
              <p:nvPr/>
            </p:nvSpPr>
            <p:spPr>
              <a:xfrm>
                <a:off x="5770120" y="4466474"/>
                <a:ext cx="42554" cy="387142"/>
              </a:xfrm>
              <a:custGeom>
                <a:avLst/>
                <a:gdLst/>
                <a:ahLst/>
                <a:cxnLst/>
                <a:rect l="l" t="t" r="r" b="b"/>
                <a:pathLst>
                  <a:path w="174" h="1583" extrusionOk="0">
                    <a:moveTo>
                      <a:pt x="1" y="0"/>
                    </a:moveTo>
                    <a:lnTo>
                      <a:pt x="1" y="1582"/>
                    </a:lnTo>
                    <a:lnTo>
                      <a:pt x="173" y="1582"/>
                    </a:lnTo>
                    <a:lnTo>
                      <a:pt x="17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8694;p72">
                <a:extLst>
                  <a:ext uri="{FF2B5EF4-FFF2-40B4-BE49-F238E27FC236}">
                    <a16:creationId xmlns:a16="http://schemas.microsoft.com/office/drawing/2014/main" id="{3C8EBB09-F854-4B12-B6E4-B536E7ABF161}"/>
                  </a:ext>
                </a:extLst>
              </p:cNvPr>
              <p:cNvSpPr/>
              <p:nvPr/>
            </p:nvSpPr>
            <p:spPr>
              <a:xfrm>
                <a:off x="6422362" y="3619317"/>
                <a:ext cx="337741" cy="1267567"/>
              </a:xfrm>
              <a:custGeom>
                <a:avLst/>
                <a:gdLst/>
                <a:ahLst/>
                <a:cxnLst/>
                <a:rect l="l" t="t" r="r" b="b"/>
                <a:pathLst>
                  <a:path w="1381" h="5183" extrusionOk="0">
                    <a:moveTo>
                      <a:pt x="1193" y="0"/>
                    </a:moveTo>
                    <a:lnTo>
                      <a:pt x="1" y="5182"/>
                    </a:lnTo>
                    <a:lnTo>
                      <a:pt x="187" y="5182"/>
                    </a:lnTo>
                    <a:lnTo>
                      <a:pt x="138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 name="Google Shape;8695;p72">
                <a:extLst>
                  <a:ext uri="{FF2B5EF4-FFF2-40B4-BE49-F238E27FC236}">
                    <a16:creationId xmlns:a16="http://schemas.microsoft.com/office/drawing/2014/main" id="{0898CE72-D5E3-4DB0-BDD7-879E833512F4}"/>
                  </a:ext>
                </a:extLst>
              </p:cNvPr>
              <p:cNvSpPr/>
              <p:nvPr/>
            </p:nvSpPr>
            <p:spPr>
              <a:xfrm>
                <a:off x="6713877" y="3617116"/>
                <a:ext cx="12473" cy="2446"/>
              </a:xfrm>
              <a:custGeom>
                <a:avLst/>
                <a:gdLst/>
                <a:ahLst/>
                <a:cxnLst/>
                <a:rect l="l" t="t" r="r" b="b"/>
                <a:pathLst>
                  <a:path w="51" h="10" extrusionOk="0">
                    <a:moveTo>
                      <a:pt x="1" y="0"/>
                    </a:moveTo>
                    <a:lnTo>
                      <a:pt x="1" y="9"/>
                    </a:lnTo>
                    <a:lnTo>
                      <a:pt x="51" y="9"/>
                    </a:lnTo>
                    <a:cubicBezTo>
                      <a:pt x="30" y="9"/>
                      <a:pt x="16" y="9"/>
                      <a:pt x="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 name="Google Shape;8696;p72">
                <a:extLst>
                  <a:ext uri="{FF2B5EF4-FFF2-40B4-BE49-F238E27FC236}">
                    <a16:creationId xmlns:a16="http://schemas.microsoft.com/office/drawing/2014/main" id="{2DC72A1C-5A1D-4004-B15B-B3FEE6EF9276}"/>
                  </a:ext>
                </a:extLst>
              </p:cNvPr>
              <p:cNvSpPr/>
              <p:nvPr/>
            </p:nvSpPr>
            <p:spPr>
              <a:xfrm>
                <a:off x="6467850" y="3619317"/>
                <a:ext cx="381762" cy="1267567"/>
              </a:xfrm>
              <a:custGeom>
                <a:avLst/>
                <a:gdLst/>
                <a:ahLst/>
                <a:cxnLst/>
                <a:rect l="l" t="t" r="r" b="b"/>
                <a:pathLst>
                  <a:path w="1561" h="5183" extrusionOk="0">
                    <a:moveTo>
                      <a:pt x="1195" y="0"/>
                    </a:moveTo>
                    <a:lnTo>
                      <a:pt x="1" y="5182"/>
                    </a:lnTo>
                    <a:lnTo>
                      <a:pt x="367" y="5182"/>
                    </a:lnTo>
                    <a:lnTo>
                      <a:pt x="1560"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 name="Google Shape;8697;p72">
                <a:extLst>
                  <a:ext uri="{FF2B5EF4-FFF2-40B4-BE49-F238E27FC236}">
                    <a16:creationId xmlns:a16="http://schemas.microsoft.com/office/drawing/2014/main" id="{CED0FB8B-465B-41D7-B7CA-550B32B6A10C}"/>
                  </a:ext>
                </a:extLst>
              </p:cNvPr>
              <p:cNvSpPr/>
              <p:nvPr/>
            </p:nvSpPr>
            <p:spPr>
              <a:xfrm>
                <a:off x="7144792" y="4698317"/>
                <a:ext cx="1712" cy="1957"/>
              </a:xfrm>
              <a:custGeom>
                <a:avLst/>
                <a:gdLst/>
                <a:ahLst/>
                <a:cxnLst/>
                <a:rect l="l" t="t" r="r" b="b"/>
                <a:pathLst>
                  <a:path w="7" h="8" extrusionOk="0">
                    <a:moveTo>
                      <a:pt x="7" y="1"/>
                    </a:moveTo>
                    <a:cubicBezTo>
                      <a:pt x="7" y="1"/>
                      <a:pt x="0" y="1"/>
                      <a:pt x="0" y="8"/>
                    </a:cubicBezTo>
                    <a:lnTo>
                      <a:pt x="7" y="8"/>
                    </a:lnTo>
                    <a:lnTo>
                      <a:pt x="7"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 name="Google Shape;8698;p72">
                <a:extLst>
                  <a:ext uri="{FF2B5EF4-FFF2-40B4-BE49-F238E27FC236}">
                    <a16:creationId xmlns:a16="http://schemas.microsoft.com/office/drawing/2014/main" id="{EB5D8025-F353-40C6-896A-8BFAEC9186E3}"/>
                  </a:ext>
                </a:extLst>
              </p:cNvPr>
              <p:cNvSpPr/>
              <p:nvPr/>
            </p:nvSpPr>
            <p:spPr>
              <a:xfrm>
                <a:off x="7234546" y="4695138"/>
                <a:ext cx="245" cy="1957"/>
              </a:xfrm>
              <a:custGeom>
                <a:avLst/>
                <a:gdLst/>
                <a:ahLst/>
                <a:cxnLst/>
                <a:rect l="l" t="t" r="r" b="b"/>
                <a:pathLst>
                  <a:path w="1" h="8" extrusionOk="0">
                    <a:moveTo>
                      <a:pt x="0" y="7"/>
                    </a:moveTo>
                    <a:lnTo>
                      <a:pt x="0" y="7"/>
                    </a:lnTo>
                    <a:lnTo>
                      <a:pt x="0"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8" name="Google Shape;8699;p72">
                <a:extLst>
                  <a:ext uri="{FF2B5EF4-FFF2-40B4-BE49-F238E27FC236}">
                    <a16:creationId xmlns:a16="http://schemas.microsoft.com/office/drawing/2014/main" id="{EB6EE644-E7CF-4866-AB59-0F9FE8481D3A}"/>
                  </a:ext>
                </a:extLst>
              </p:cNvPr>
              <p:cNvSpPr/>
              <p:nvPr/>
            </p:nvSpPr>
            <p:spPr>
              <a:xfrm>
                <a:off x="7215225" y="4713969"/>
                <a:ext cx="1712" cy="245"/>
              </a:xfrm>
              <a:custGeom>
                <a:avLst/>
                <a:gdLst/>
                <a:ahLst/>
                <a:cxnLst/>
                <a:rect l="l" t="t" r="r" b="b"/>
                <a:pathLst>
                  <a:path w="7" h="1" extrusionOk="0">
                    <a:moveTo>
                      <a:pt x="7" y="1"/>
                    </a:moveTo>
                    <a:lnTo>
                      <a:pt x="7" y="1"/>
                    </a:ln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9" name="Google Shape;8700;p72">
                <a:extLst>
                  <a:ext uri="{FF2B5EF4-FFF2-40B4-BE49-F238E27FC236}">
                    <a16:creationId xmlns:a16="http://schemas.microsoft.com/office/drawing/2014/main" id="{0C3C4FD9-035E-4373-8E4E-64480DAD0A8E}"/>
                  </a:ext>
                </a:extLst>
              </p:cNvPr>
              <p:cNvSpPr/>
              <p:nvPr/>
            </p:nvSpPr>
            <p:spPr>
              <a:xfrm>
                <a:off x="7213514" y="4781223"/>
                <a:ext cx="8560" cy="3424"/>
              </a:xfrm>
              <a:custGeom>
                <a:avLst/>
                <a:gdLst/>
                <a:ahLst/>
                <a:cxnLst/>
                <a:rect l="l" t="t" r="r" b="b"/>
                <a:pathLst>
                  <a:path w="35" h="14" extrusionOk="0">
                    <a:moveTo>
                      <a:pt x="0" y="0"/>
                    </a:moveTo>
                    <a:lnTo>
                      <a:pt x="0" y="0"/>
                    </a:lnTo>
                    <a:cubicBezTo>
                      <a:pt x="14" y="7"/>
                      <a:pt x="21" y="7"/>
                      <a:pt x="35" y="14"/>
                    </a:cubicBezTo>
                    <a:cubicBezTo>
                      <a:pt x="28" y="7"/>
                      <a:pt x="14" y="7"/>
                      <a:pt x="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0" name="Google Shape;8701;p72">
                <a:extLst>
                  <a:ext uri="{FF2B5EF4-FFF2-40B4-BE49-F238E27FC236}">
                    <a16:creationId xmlns:a16="http://schemas.microsoft.com/office/drawing/2014/main" id="{40020C59-603C-4E59-BA3A-0C685F6C990B}"/>
                  </a:ext>
                </a:extLst>
              </p:cNvPr>
              <p:cNvSpPr/>
              <p:nvPr/>
            </p:nvSpPr>
            <p:spPr>
              <a:xfrm>
                <a:off x="7215225" y="4713969"/>
                <a:ext cx="1712" cy="245"/>
              </a:xfrm>
              <a:custGeom>
                <a:avLst/>
                <a:gdLst/>
                <a:ahLst/>
                <a:cxnLst/>
                <a:rect l="l" t="t" r="r" b="b"/>
                <a:pathLst>
                  <a:path w="7" h="1" extrusionOk="0">
                    <a:moveTo>
                      <a:pt x="7" y="1"/>
                    </a:moveTo>
                    <a:lnTo>
                      <a:pt x="7" y="1"/>
                    </a:ln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1" name="Google Shape;8702;p72">
                <a:extLst>
                  <a:ext uri="{FF2B5EF4-FFF2-40B4-BE49-F238E27FC236}">
                    <a16:creationId xmlns:a16="http://schemas.microsoft.com/office/drawing/2014/main" id="{C20B6C7D-A4DD-4DA0-A970-F6E846549C29}"/>
                  </a:ext>
                </a:extLst>
              </p:cNvPr>
              <p:cNvSpPr/>
              <p:nvPr/>
            </p:nvSpPr>
            <p:spPr>
              <a:xfrm>
                <a:off x="7234546" y="4695138"/>
                <a:ext cx="245" cy="1957"/>
              </a:xfrm>
              <a:custGeom>
                <a:avLst/>
                <a:gdLst/>
                <a:ahLst/>
                <a:cxnLst/>
                <a:rect l="l" t="t" r="r" b="b"/>
                <a:pathLst>
                  <a:path w="1" h="8" extrusionOk="0">
                    <a:moveTo>
                      <a:pt x="0" y="7"/>
                    </a:moveTo>
                    <a:lnTo>
                      <a:pt x="0" y="7"/>
                    </a:lnTo>
                    <a:lnTo>
                      <a:pt x="0"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2" name="Google Shape;8703;p72">
                <a:extLst>
                  <a:ext uri="{FF2B5EF4-FFF2-40B4-BE49-F238E27FC236}">
                    <a16:creationId xmlns:a16="http://schemas.microsoft.com/office/drawing/2014/main" id="{4C3A4298-A20C-46E5-A190-7D0117A4C27C}"/>
                  </a:ext>
                </a:extLst>
              </p:cNvPr>
              <p:cNvSpPr/>
              <p:nvPr/>
            </p:nvSpPr>
            <p:spPr>
              <a:xfrm>
                <a:off x="6940829" y="3619317"/>
                <a:ext cx="276111" cy="1014445"/>
              </a:xfrm>
              <a:custGeom>
                <a:avLst/>
                <a:gdLst/>
                <a:ahLst/>
                <a:cxnLst/>
                <a:rect l="l" t="t" r="r" b="b"/>
                <a:pathLst>
                  <a:path w="1129" h="4148" extrusionOk="0">
                    <a:moveTo>
                      <a:pt x="1" y="0"/>
                    </a:moveTo>
                    <a:lnTo>
                      <a:pt x="956" y="4147"/>
                    </a:lnTo>
                    <a:lnTo>
                      <a:pt x="977" y="4082"/>
                    </a:lnTo>
                    <a:cubicBezTo>
                      <a:pt x="956" y="4075"/>
                      <a:pt x="943" y="4068"/>
                      <a:pt x="943" y="4068"/>
                    </a:cubicBezTo>
                    <a:cubicBezTo>
                      <a:pt x="943" y="4068"/>
                      <a:pt x="977" y="3916"/>
                      <a:pt x="1036" y="3687"/>
                    </a:cubicBezTo>
                    <a:cubicBezTo>
                      <a:pt x="1057" y="3571"/>
                      <a:pt x="1093" y="3435"/>
                      <a:pt x="1129" y="3292"/>
                    </a:cubicBezTo>
                    <a:lnTo>
                      <a:pt x="367"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3" name="Google Shape;8704;p72">
                <a:extLst>
                  <a:ext uri="{FF2B5EF4-FFF2-40B4-BE49-F238E27FC236}">
                    <a16:creationId xmlns:a16="http://schemas.microsoft.com/office/drawing/2014/main" id="{82550A6D-6ADE-4403-AD9D-8546FB1BA186}"/>
                  </a:ext>
                </a:extLst>
              </p:cNvPr>
              <p:cNvSpPr/>
              <p:nvPr/>
            </p:nvSpPr>
            <p:spPr>
              <a:xfrm>
                <a:off x="7213514" y="4781223"/>
                <a:ext cx="8560" cy="3424"/>
              </a:xfrm>
              <a:custGeom>
                <a:avLst/>
                <a:gdLst/>
                <a:ahLst/>
                <a:cxnLst/>
                <a:rect l="l" t="t" r="r" b="b"/>
                <a:pathLst>
                  <a:path w="35" h="14" extrusionOk="0">
                    <a:moveTo>
                      <a:pt x="0" y="0"/>
                    </a:moveTo>
                    <a:lnTo>
                      <a:pt x="0" y="0"/>
                    </a:lnTo>
                    <a:cubicBezTo>
                      <a:pt x="14" y="7"/>
                      <a:pt x="21" y="7"/>
                      <a:pt x="35" y="14"/>
                    </a:cubicBezTo>
                    <a:cubicBezTo>
                      <a:pt x="28" y="7"/>
                      <a:pt x="14" y="7"/>
                      <a:pt x="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4" name="Google Shape;8705;p72">
                <a:extLst>
                  <a:ext uri="{FF2B5EF4-FFF2-40B4-BE49-F238E27FC236}">
                    <a16:creationId xmlns:a16="http://schemas.microsoft.com/office/drawing/2014/main" id="{9E2B403C-3E7B-4729-9537-52E5715D2A16}"/>
                  </a:ext>
                </a:extLst>
              </p:cNvPr>
              <p:cNvSpPr/>
              <p:nvPr/>
            </p:nvSpPr>
            <p:spPr>
              <a:xfrm>
                <a:off x="7266094" y="4796630"/>
                <a:ext cx="245" cy="245"/>
              </a:xfrm>
              <a:custGeom>
                <a:avLst/>
                <a:gdLst/>
                <a:ahLst/>
                <a:cxnLst/>
                <a:rect l="l" t="t" r="r" b="b"/>
                <a:pathLst>
                  <a:path w="1" h="1" extrusionOk="0">
                    <a:moveTo>
                      <a:pt x="1" y="1"/>
                    </a:moveTo>
                    <a:lnTo>
                      <a:pt x="1" y="1"/>
                    </a:lnTo>
                    <a:lnTo>
                      <a:pt x="1"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5" name="Google Shape;8706;p72">
                <a:extLst>
                  <a:ext uri="{FF2B5EF4-FFF2-40B4-BE49-F238E27FC236}">
                    <a16:creationId xmlns:a16="http://schemas.microsoft.com/office/drawing/2014/main" id="{6895F27D-239F-493A-A696-AB52E91D5F1B}"/>
                  </a:ext>
                </a:extLst>
              </p:cNvPr>
              <p:cNvSpPr/>
              <p:nvPr/>
            </p:nvSpPr>
            <p:spPr>
              <a:xfrm>
                <a:off x="7241393" y="4832092"/>
                <a:ext cx="82907" cy="54782"/>
              </a:xfrm>
              <a:custGeom>
                <a:avLst/>
                <a:gdLst/>
                <a:ahLst/>
                <a:cxnLst/>
                <a:rect l="l" t="t" r="r" b="b"/>
                <a:pathLst>
                  <a:path w="339" h="224" extrusionOk="0">
                    <a:moveTo>
                      <a:pt x="79" y="1"/>
                    </a:moveTo>
                    <a:cubicBezTo>
                      <a:pt x="73" y="28"/>
                      <a:pt x="66" y="58"/>
                      <a:pt x="59" y="87"/>
                    </a:cubicBezTo>
                    <a:cubicBezTo>
                      <a:pt x="59" y="87"/>
                      <a:pt x="43" y="180"/>
                      <a:pt x="29" y="201"/>
                    </a:cubicBezTo>
                    <a:cubicBezTo>
                      <a:pt x="22" y="216"/>
                      <a:pt x="7" y="223"/>
                      <a:pt x="0" y="223"/>
                    </a:cubicBezTo>
                    <a:lnTo>
                      <a:pt x="338" y="223"/>
                    </a:lnTo>
                    <a:lnTo>
                      <a:pt x="295" y="65"/>
                    </a:lnTo>
                    <a:cubicBezTo>
                      <a:pt x="231" y="44"/>
                      <a:pt x="166" y="28"/>
                      <a:pt x="102" y="8"/>
                    </a:cubicBezTo>
                    <a:cubicBezTo>
                      <a:pt x="93" y="8"/>
                      <a:pt x="86" y="1"/>
                      <a:pt x="7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6" name="Google Shape;8707;p72">
                <a:extLst>
                  <a:ext uri="{FF2B5EF4-FFF2-40B4-BE49-F238E27FC236}">
                    <a16:creationId xmlns:a16="http://schemas.microsoft.com/office/drawing/2014/main" id="{BA39AC80-142A-4D0B-8229-983184CD26C9}"/>
                  </a:ext>
                </a:extLst>
              </p:cNvPr>
              <p:cNvSpPr/>
              <p:nvPr/>
            </p:nvSpPr>
            <p:spPr>
              <a:xfrm>
                <a:off x="7183433" y="4870488"/>
                <a:ext cx="54782" cy="16386"/>
              </a:xfrm>
              <a:custGeom>
                <a:avLst/>
                <a:gdLst/>
                <a:ahLst/>
                <a:cxnLst/>
                <a:rect l="l" t="t" r="r" b="b"/>
                <a:pathLst>
                  <a:path w="224" h="67" extrusionOk="0">
                    <a:moveTo>
                      <a:pt x="1" y="1"/>
                    </a:moveTo>
                    <a:lnTo>
                      <a:pt x="15" y="66"/>
                    </a:lnTo>
                    <a:lnTo>
                      <a:pt x="223" y="66"/>
                    </a:lnTo>
                    <a:cubicBezTo>
                      <a:pt x="223" y="66"/>
                      <a:pt x="216" y="59"/>
                      <a:pt x="201" y="59"/>
                    </a:cubicBezTo>
                    <a:cubicBezTo>
                      <a:pt x="166" y="51"/>
                      <a:pt x="101" y="30"/>
                      <a:pt x="1"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7" name="Google Shape;8708;p72">
                <a:extLst>
                  <a:ext uri="{FF2B5EF4-FFF2-40B4-BE49-F238E27FC236}">
                    <a16:creationId xmlns:a16="http://schemas.microsoft.com/office/drawing/2014/main" id="{03F7FD45-F1EC-4CE0-AD06-7A30CB03FE2B}"/>
                  </a:ext>
                </a:extLst>
              </p:cNvPr>
              <p:cNvSpPr/>
              <p:nvPr/>
            </p:nvSpPr>
            <p:spPr>
              <a:xfrm>
                <a:off x="6629504" y="3531030"/>
                <a:ext cx="84619" cy="88532"/>
              </a:xfrm>
              <a:custGeom>
                <a:avLst/>
                <a:gdLst/>
                <a:ahLst/>
                <a:cxnLst/>
                <a:rect l="l" t="t" r="r" b="b"/>
                <a:pathLst>
                  <a:path w="346" h="362" extrusionOk="0">
                    <a:moveTo>
                      <a:pt x="1" y="1"/>
                    </a:moveTo>
                    <a:lnTo>
                      <a:pt x="1" y="232"/>
                    </a:lnTo>
                    <a:cubicBezTo>
                      <a:pt x="1" y="302"/>
                      <a:pt x="59" y="361"/>
                      <a:pt x="130" y="361"/>
                    </a:cubicBezTo>
                    <a:lnTo>
                      <a:pt x="346" y="361"/>
                    </a:lnTo>
                    <a:lnTo>
                      <a:pt x="346" y="352"/>
                    </a:lnTo>
                    <a:cubicBezTo>
                      <a:pt x="296" y="332"/>
                      <a:pt x="266" y="289"/>
                      <a:pt x="266" y="232"/>
                    </a:cubicBezTo>
                    <a:lnTo>
                      <a:pt x="266"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8" name="Google Shape;8709;p72">
                <a:extLst>
                  <a:ext uri="{FF2B5EF4-FFF2-40B4-BE49-F238E27FC236}">
                    <a16:creationId xmlns:a16="http://schemas.microsoft.com/office/drawing/2014/main" id="{69E0970A-4421-476D-9DD2-3ACD6C400D9D}"/>
                  </a:ext>
                </a:extLst>
              </p:cNvPr>
              <p:cNvSpPr/>
              <p:nvPr/>
            </p:nvSpPr>
            <p:spPr>
              <a:xfrm>
                <a:off x="6713877" y="3617116"/>
                <a:ext cx="12473" cy="2446"/>
              </a:xfrm>
              <a:custGeom>
                <a:avLst/>
                <a:gdLst/>
                <a:ahLst/>
                <a:cxnLst/>
                <a:rect l="l" t="t" r="r" b="b"/>
                <a:pathLst>
                  <a:path w="51" h="10" extrusionOk="0">
                    <a:moveTo>
                      <a:pt x="1" y="0"/>
                    </a:moveTo>
                    <a:lnTo>
                      <a:pt x="1" y="9"/>
                    </a:lnTo>
                    <a:lnTo>
                      <a:pt x="51" y="9"/>
                    </a:lnTo>
                    <a:cubicBezTo>
                      <a:pt x="30" y="9"/>
                      <a:pt x="16" y="9"/>
                      <a:pt x="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9" name="Google Shape;8710;p72">
                <a:extLst>
                  <a:ext uri="{FF2B5EF4-FFF2-40B4-BE49-F238E27FC236}">
                    <a16:creationId xmlns:a16="http://schemas.microsoft.com/office/drawing/2014/main" id="{46AF6CAE-DBC4-402C-BF7A-05D264423CE9}"/>
                  </a:ext>
                </a:extLst>
              </p:cNvPr>
              <p:cNvSpPr/>
              <p:nvPr/>
            </p:nvSpPr>
            <p:spPr>
              <a:xfrm>
                <a:off x="6694557" y="3531030"/>
                <a:ext cx="388854" cy="88532"/>
              </a:xfrm>
              <a:custGeom>
                <a:avLst/>
                <a:gdLst/>
                <a:ahLst/>
                <a:cxnLst/>
                <a:rect l="l" t="t" r="r" b="b"/>
                <a:pathLst>
                  <a:path w="1590" h="362" extrusionOk="0">
                    <a:moveTo>
                      <a:pt x="0" y="1"/>
                    </a:moveTo>
                    <a:lnTo>
                      <a:pt x="0" y="232"/>
                    </a:lnTo>
                    <a:cubicBezTo>
                      <a:pt x="0" y="289"/>
                      <a:pt x="30" y="332"/>
                      <a:pt x="80" y="352"/>
                    </a:cubicBezTo>
                    <a:cubicBezTo>
                      <a:pt x="95" y="361"/>
                      <a:pt x="109" y="361"/>
                      <a:pt x="130" y="361"/>
                    </a:cubicBezTo>
                    <a:lnTo>
                      <a:pt x="1460" y="361"/>
                    </a:lnTo>
                    <a:cubicBezTo>
                      <a:pt x="1532" y="361"/>
                      <a:pt x="1589" y="302"/>
                      <a:pt x="1589" y="232"/>
                    </a:cubicBezTo>
                    <a:lnTo>
                      <a:pt x="1589"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0" name="Google Shape;8711;p72">
                <a:extLst>
                  <a:ext uri="{FF2B5EF4-FFF2-40B4-BE49-F238E27FC236}">
                    <a16:creationId xmlns:a16="http://schemas.microsoft.com/office/drawing/2014/main" id="{B6B8C24F-40B4-4503-BE45-5303846BEFB6}"/>
                  </a:ext>
                </a:extLst>
              </p:cNvPr>
              <p:cNvSpPr/>
              <p:nvPr/>
            </p:nvSpPr>
            <p:spPr>
              <a:xfrm>
                <a:off x="8113250" y="3657713"/>
                <a:ext cx="1957" cy="7337"/>
              </a:xfrm>
              <a:custGeom>
                <a:avLst/>
                <a:gdLst/>
                <a:ahLst/>
                <a:cxnLst/>
                <a:rect l="l" t="t" r="r" b="b"/>
                <a:pathLst>
                  <a:path w="8" h="30" extrusionOk="0">
                    <a:moveTo>
                      <a:pt x="1" y="0"/>
                    </a:moveTo>
                    <a:lnTo>
                      <a:pt x="1" y="29"/>
                    </a:lnTo>
                    <a:lnTo>
                      <a:pt x="8" y="29"/>
                    </a:ln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1" name="Google Shape;8712;p72">
                <a:extLst>
                  <a:ext uri="{FF2B5EF4-FFF2-40B4-BE49-F238E27FC236}">
                    <a16:creationId xmlns:a16="http://schemas.microsoft.com/office/drawing/2014/main" id="{CCCAF51B-4F24-42F4-8C5D-BDF8210D9C89}"/>
                  </a:ext>
                </a:extLst>
              </p:cNvPr>
              <p:cNvSpPr/>
              <p:nvPr/>
            </p:nvSpPr>
            <p:spPr>
              <a:xfrm>
                <a:off x="8092218" y="3893469"/>
                <a:ext cx="88043" cy="54537"/>
              </a:xfrm>
              <a:custGeom>
                <a:avLst/>
                <a:gdLst/>
                <a:ahLst/>
                <a:cxnLst/>
                <a:rect l="l" t="t" r="r" b="b"/>
                <a:pathLst>
                  <a:path w="360" h="223" extrusionOk="0">
                    <a:moveTo>
                      <a:pt x="309" y="0"/>
                    </a:moveTo>
                    <a:cubicBezTo>
                      <a:pt x="237" y="94"/>
                      <a:pt x="137" y="173"/>
                      <a:pt x="1" y="223"/>
                    </a:cubicBezTo>
                    <a:lnTo>
                      <a:pt x="359" y="223"/>
                    </a:lnTo>
                    <a:lnTo>
                      <a:pt x="309"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2" name="Google Shape;8713;p72">
                <a:extLst>
                  <a:ext uri="{FF2B5EF4-FFF2-40B4-BE49-F238E27FC236}">
                    <a16:creationId xmlns:a16="http://schemas.microsoft.com/office/drawing/2014/main" id="{F776D859-1A57-4FC1-A205-4EE2DA7A4A81}"/>
                  </a:ext>
                </a:extLst>
              </p:cNvPr>
              <p:cNvSpPr/>
              <p:nvPr/>
            </p:nvSpPr>
            <p:spPr>
              <a:xfrm>
                <a:off x="7923471" y="3617116"/>
                <a:ext cx="12473" cy="2446"/>
              </a:xfrm>
              <a:custGeom>
                <a:avLst/>
                <a:gdLst/>
                <a:ahLst/>
                <a:cxnLst/>
                <a:rect l="l" t="t" r="r" b="b"/>
                <a:pathLst>
                  <a:path w="51" h="10" extrusionOk="0">
                    <a:moveTo>
                      <a:pt x="1" y="0"/>
                    </a:moveTo>
                    <a:lnTo>
                      <a:pt x="1" y="9"/>
                    </a:lnTo>
                    <a:lnTo>
                      <a:pt x="51" y="9"/>
                    </a:lnTo>
                    <a:cubicBezTo>
                      <a:pt x="30" y="9"/>
                      <a:pt x="14" y="9"/>
                      <a:pt x="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3" name="Google Shape;8714;p72">
                <a:extLst>
                  <a:ext uri="{FF2B5EF4-FFF2-40B4-BE49-F238E27FC236}">
                    <a16:creationId xmlns:a16="http://schemas.microsoft.com/office/drawing/2014/main" id="{54FBC549-C3C5-4E28-9184-FEA0576B184D}"/>
                  </a:ext>
                </a:extLst>
              </p:cNvPr>
              <p:cNvSpPr/>
              <p:nvPr/>
            </p:nvSpPr>
            <p:spPr>
              <a:xfrm>
                <a:off x="8239932" y="3531030"/>
                <a:ext cx="203965" cy="438256"/>
              </a:xfrm>
              <a:custGeom>
                <a:avLst/>
                <a:gdLst/>
                <a:ahLst/>
                <a:cxnLst/>
                <a:rect l="l" t="t" r="r" b="b"/>
                <a:pathLst>
                  <a:path w="834" h="1792" extrusionOk="0">
                    <a:moveTo>
                      <a:pt x="216" y="1"/>
                    </a:moveTo>
                    <a:lnTo>
                      <a:pt x="216" y="232"/>
                    </a:lnTo>
                    <a:cubicBezTo>
                      <a:pt x="216" y="302"/>
                      <a:pt x="159" y="361"/>
                      <a:pt x="87" y="361"/>
                    </a:cubicBezTo>
                    <a:lnTo>
                      <a:pt x="0" y="361"/>
                    </a:lnTo>
                    <a:lnTo>
                      <a:pt x="159" y="1043"/>
                    </a:lnTo>
                    <a:lnTo>
                      <a:pt x="332" y="1791"/>
                    </a:lnTo>
                    <a:cubicBezTo>
                      <a:pt x="409" y="1748"/>
                      <a:pt x="475" y="1669"/>
                      <a:pt x="489" y="1582"/>
                    </a:cubicBezTo>
                    <a:lnTo>
                      <a:pt x="834"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4" name="Google Shape;8715;p72">
                <a:extLst>
                  <a:ext uri="{FF2B5EF4-FFF2-40B4-BE49-F238E27FC236}">
                    <a16:creationId xmlns:a16="http://schemas.microsoft.com/office/drawing/2014/main" id="{107792BC-6A7B-41B9-9BF6-5703622FFD32}"/>
                  </a:ext>
                </a:extLst>
              </p:cNvPr>
              <p:cNvSpPr/>
              <p:nvPr/>
            </p:nvSpPr>
            <p:spPr>
              <a:xfrm>
                <a:off x="8016649" y="3416821"/>
                <a:ext cx="146248" cy="40597"/>
              </a:xfrm>
              <a:custGeom>
                <a:avLst/>
                <a:gdLst/>
                <a:ahLst/>
                <a:cxnLst/>
                <a:rect l="l" t="t" r="r" b="b"/>
                <a:pathLst>
                  <a:path w="598" h="166" extrusionOk="0">
                    <a:moveTo>
                      <a:pt x="1" y="0"/>
                    </a:moveTo>
                    <a:lnTo>
                      <a:pt x="15" y="166"/>
                    </a:lnTo>
                    <a:lnTo>
                      <a:pt x="589" y="166"/>
                    </a:lnTo>
                    <a:lnTo>
                      <a:pt x="598"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5" name="Google Shape;8716;p72">
                <a:extLst>
                  <a:ext uri="{FF2B5EF4-FFF2-40B4-BE49-F238E27FC236}">
                    <a16:creationId xmlns:a16="http://schemas.microsoft.com/office/drawing/2014/main" id="{5C7BAE83-9B5D-41F8-AEBA-96757E2AA7D4}"/>
                  </a:ext>
                </a:extLst>
              </p:cNvPr>
              <p:cNvSpPr/>
              <p:nvPr/>
            </p:nvSpPr>
            <p:spPr>
              <a:xfrm>
                <a:off x="8281996" y="2961449"/>
                <a:ext cx="278068" cy="495973"/>
              </a:xfrm>
              <a:custGeom>
                <a:avLst/>
                <a:gdLst/>
                <a:ahLst/>
                <a:cxnLst/>
                <a:rect l="l" t="t" r="r" b="b"/>
                <a:pathLst>
                  <a:path w="1137" h="2028" extrusionOk="0">
                    <a:moveTo>
                      <a:pt x="332" y="1"/>
                    </a:moveTo>
                    <a:cubicBezTo>
                      <a:pt x="367" y="66"/>
                      <a:pt x="382" y="159"/>
                      <a:pt x="375" y="318"/>
                    </a:cubicBezTo>
                    <a:cubicBezTo>
                      <a:pt x="367" y="454"/>
                      <a:pt x="123" y="1884"/>
                      <a:pt x="108" y="1934"/>
                    </a:cubicBezTo>
                    <a:cubicBezTo>
                      <a:pt x="101" y="1985"/>
                      <a:pt x="37" y="2028"/>
                      <a:pt x="1" y="2028"/>
                    </a:cubicBezTo>
                    <a:lnTo>
                      <a:pt x="727" y="2028"/>
                    </a:lnTo>
                    <a:lnTo>
                      <a:pt x="1108" y="253"/>
                    </a:lnTo>
                    <a:cubicBezTo>
                      <a:pt x="1136" y="109"/>
                      <a:pt x="1043" y="1"/>
                      <a:pt x="907"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6" name="Google Shape;8717;p72">
                <a:extLst>
                  <a:ext uri="{FF2B5EF4-FFF2-40B4-BE49-F238E27FC236}">
                    <a16:creationId xmlns:a16="http://schemas.microsoft.com/office/drawing/2014/main" id="{F37F8D67-977D-4649-8019-485710F2DCE6}"/>
                  </a:ext>
                </a:extLst>
              </p:cNvPr>
              <p:cNvSpPr/>
              <p:nvPr/>
            </p:nvSpPr>
            <p:spPr>
              <a:xfrm>
                <a:off x="8113250" y="3657713"/>
                <a:ext cx="1957" cy="7337"/>
              </a:xfrm>
              <a:custGeom>
                <a:avLst/>
                <a:gdLst/>
                <a:ahLst/>
                <a:cxnLst/>
                <a:rect l="l" t="t" r="r" b="b"/>
                <a:pathLst>
                  <a:path w="8" h="30" extrusionOk="0">
                    <a:moveTo>
                      <a:pt x="1" y="0"/>
                    </a:moveTo>
                    <a:lnTo>
                      <a:pt x="1" y="29"/>
                    </a:lnTo>
                    <a:lnTo>
                      <a:pt x="8" y="29"/>
                    </a:ln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7" name="Google Shape;8718;p72">
                <a:extLst>
                  <a:ext uri="{FF2B5EF4-FFF2-40B4-BE49-F238E27FC236}">
                    <a16:creationId xmlns:a16="http://schemas.microsoft.com/office/drawing/2014/main" id="{B45C809D-08B7-4E42-AFA6-6B88BBD6819E}"/>
                  </a:ext>
                </a:extLst>
              </p:cNvPr>
              <p:cNvSpPr/>
              <p:nvPr/>
            </p:nvSpPr>
            <p:spPr>
              <a:xfrm>
                <a:off x="8092218" y="3893469"/>
                <a:ext cx="88043" cy="54537"/>
              </a:xfrm>
              <a:custGeom>
                <a:avLst/>
                <a:gdLst/>
                <a:ahLst/>
                <a:cxnLst/>
                <a:rect l="l" t="t" r="r" b="b"/>
                <a:pathLst>
                  <a:path w="360" h="223" extrusionOk="0">
                    <a:moveTo>
                      <a:pt x="309" y="0"/>
                    </a:moveTo>
                    <a:cubicBezTo>
                      <a:pt x="237" y="94"/>
                      <a:pt x="137" y="173"/>
                      <a:pt x="1" y="223"/>
                    </a:cubicBezTo>
                    <a:lnTo>
                      <a:pt x="359" y="223"/>
                    </a:lnTo>
                    <a:lnTo>
                      <a:pt x="309"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8" name="Google Shape;8719;p72">
                <a:extLst>
                  <a:ext uri="{FF2B5EF4-FFF2-40B4-BE49-F238E27FC236}">
                    <a16:creationId xmlns:a16="http://schemas.microsoft.com/office/drawing/2014/main" id="{4C1A5F4C-9160-4495-830A-32398474508F}"/>
                  </a:ext>
                </a:extLst>
              </p:cNvPr>
              <p:cNvSpPr/>
              <p:nvPr/>
            </p:nvSpPr>
            <p:spPr>
              <a:xfrm>
                <a:off x="7923471" y="3617116"/>
                <a:ext cx="12473" cy="2446"/>
              </a:xfrm>
              <a:custGeom>
                <a:avLst/>
                <a:gdLst/>
                <a:ahLst/>
                <a:cxnLst/>
                <a:rect l="l" t="t" r="r" b="b"/>
                <a:pathLst>
                  <a:path w="51" h="10" extrusionOk="0">
                    <a:moveTo>
                      <a:pt x="1" y="0"/>
                    </a:moveTo>
                    <a:lnTo>
                      <a:pt x="1" y="9"/>
                    </a:lnTo>
                    <a:lnTo>
                      <a:pt x="51" y="9"/>
                    </a:lnTo>
                    <a:cubicBezTo>
                      <a:pt x="30" y="9"/>
                      <a:pt x="14" y="9"/>
                      <a:pt x="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9" name="Google Shape;8720;p72">
                <a:extLst>
                  <a:ext uri="{FF2B5EF4-FFF2-40B4-BE49-F238E27FC236}">
                    <a16:creationId xmlns:a16="http://schemas.microsoft.com/office/drawing/2014/main" id="{ECA103D3-72FA-4F4F-95F8-6516C71D179B}"/>
                  </a:ext>
                </a:extLst>
              </p:cNvPr>
              <p:cNvSpPr/>
              <p:nvPr/>
            </p:nvSpPr>
            <p:spPr>
              <a:xfrm>
                <a:off x="7779181" y="3977842"/>
                <a:ext cx="49646" cy="1957"/>
              </a:xfrm>
              <a:custGeom>
                <a:avLst/>
                <a:gdLst/>
                <a:ahLst/>
                <a:cxnLst/>
                <a:rect l="l" t="t" r="r" b="b"/>
                <a:pathLst>
                  <a:path w="203" h="8" extrusionOk="0">
                    <a:moveTo>
                      <a:pt x="145" y="0"/>
                    </a:moveTo>
                    <a:cubicBezTo>
                      <a:pt x="59" y="7"/>
                      <a:pt x="1" y="7"/>
                      <a:pt x="1" y="7"/>
                    </a:cubicBezTo>
                    <a:lnTo>
                      <a:pt x="202" y="7"/>
                    </a:lnTo>
                    <a:cubicBezTo>
                      <a:pt x="180" y="7"/>
                      <a:pt x="159" y="7"/>
                      <a:pt x="145"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0" name="Google Shape;8721;p72">
                <a:extLst>
                  <a:ext uri="{FF2B5EF4-FFF2-40B4-BE49-F238E27FC236}">
                    <a16:creationId xmlns:a16="http://schemas.microsoft.com/office/drawing/2014/main" id="{CE8FFEC3-3EB2-42AF-969F-A4F93EC6D095}"/>
                  </a:ext>
                </a:extLst>
              </p:cNvPr>
              <p:cNvSpPr/>
              <p:nvPr/>
            </p:nvSpPr>
            <p:spPr>
              <a:xfrm>
                <a:off x="7730269" y="3531030"/>
                <a:ext cx="40353" cy="100760"/>
              </a:xfrm>
              <a:custGeom>
                <a:avLst/>
                <a:gdLst/>
                <a:ahLst/>
                <a:cxnLst/>
                <a:rect l="l" t="t" r="r" b="b"/>
                <a:pathLst>
                  <a:path w="165" h="412" extrusionOk="0">
                    <a:moveTo>
                      <a:pt x="87" y="1"/>
                    </a:moveTo>
                    <a:lnTo>
                      <a:pt x="0" y="411"/>
                    </a:lnTo>
                    <a:cubicBezTo>
                      <a:pt x="64" y="382"/>
                      <a:pt x="114" y="352"/>
                      <a:pt x="151" y="332"/>
                    </a:cubicBezTo>
                    <a:cubicBezTo>
                      <a:pt x="151" y="332"/>
                      <a:pt x="157" y="202"/>
                      <a:pt x="164"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1" name="Google Shape;8722;p72">
                <a:extLst>
                  <a:ext uri="{FF2B5EF4-FFF2-40B4-BE49-F238E27FC236}">
                    <a16:creationId xmlns:a16="http://schemas.microsoft.com/office/drawing/2014/main" id="{C9083623-913F-409C-9470-8E7E8DAD1824}"/>
                  </a:ext>
                </a:extLst>
              </p:cNvPr>
              <p:cNvSpPr/>
              <p:nvPr/>
            </p:nvSpPr>
            <p:spPr>
              <a:xfrm>
                <a:off x="8239932" y="3531030"/>
                <a:ext cx="93423" cy="255079"/>
              </a:xfrm>
              <a:custGeom>
                <a:avLst/>
                <a:gdLst/>
                <a:ahLst/>
                <a:cxnLst/>
                <a:rect l="l" t="t" r="r" b="b"/>
                <a:pathLst>
                  <a:path w="382" h="1043" extrusionOk="0">
                    <a:moveTo>
                      <a:pt x="216" y="1"/>
                    </a:moveTo>
                    <a:lnTo>
                      <a:pt x="216" y="232"/>
                    </a:lnTo>
                    <a:cubicBezTo>
                      <a:pt x="216" y="302"/>
                      <a:pt x="159" y="361"/>
                      <a:pt x="87" y="361"/>
                    </a:cubicBezTo>
                    <a:lnTo>
                      <a:pt x="0" y="361"/>
                    </a:lnTo>
                    <a:lnTo>
                      <a:pt x="159" y="1043"/>
                    </a:lnTo>
                    <a:lnTo>
                      <a:pt x="382"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2" name="Google Shape;8723;p72">
                <a:extLst>
                  <a:ext uri="{FF2B5EF4-FFF2-40B4-BE49-F238E27FC236}">
                    <a16:creationId xmlns:a16="http://schemas.microsoft.com/office/drawing/2014/main" id="{486A37DC-7A5E-4B4A-AB7F-5FB4D155654A}"/>
                  </a:ext>
                </a:extLst>
              </p:cNvPr>
              <p:cNvSpPr/>
              <p:nvPr/>
            </p:nvSpPr>
            <p:spPr>
              <a:xfrm>
                <a:off x="8016649" y="3416821"/>
                <a:ext cx="146248" cy="40597"/>
              </a:xfrm>
              <a:custGeom>
                <a:avLst/>
                <a:gdLst/>
                <a:ahLst/>
                <a:cxnLst/>
                <a:rect l="l" t="t" r="r" b="b"/>
                <a:pathLst>
                  <a:path w="598" h="166" extrusionOk="0">
                    <a:moveTo>
                      <a:pt x="1" y="0"/>
                    </a:moveTo>
                    <a:lnTo>
                      <a:pt x="15" y="166"/>
                    </a:lnTo>
                    <a:lnTo>
                      <a:pt x="589" y="166"/>
                    </a:lnTo>
                    <a:lnTo>
                      <a:pt x="598"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3" name="Google Shape;8724;p72">
                <a:extLst>
                  <a:ext uri="{FF2B5EF4-FFF2-40B4-BE49-F238E27FC236}">
                    <a16:creationId xmlns:a16="http://schemas.microsoft.com/office/drawing/2014/main" id="{D4BD640D-8D23-478C-BF0C-20F49F8F669A}"/>
                  </a:ext>
                </a:extLst>
              </p:cNvPr>
              <p:cNvSpPr/>
              <p:nvPr/>
            </p:nvSpPr>
            <p:spPr>
              <a:xfrm>
                <a:off x="8281996" y="2961449"/>
                <a:ext cx="168993" cy="495973"/>
              </a:xfrm>
              <a:custGeom>
                <a:avLst/>
                <a:gdLst/>
                <a:ahLst/>
                <a:cxnLst/>
                <a:rect l="l" t="t" r="r" b="b"/>
                <a:pathLst>
                  <a:path w="691" h="2028" extrusionOk="0">
                    <a:moveTo>
                      <a:pt x="332" y="1"/>
                    </a:moveTo>
                    <a:cubicBezTo>
                      <a:pt x="367" y="66"/>
                      <a:pt x="382" y="159"/>
                      <a:pt x="375" y="318"/>
                    </a:cubicBezTo>
                    <a:cubicBezTo>
                      <a:pt x="367" y="454"/>
                      <a:pt x="123" y="1884"/>
                      <a:pt x="108" y="1934"/>
                    </a:cubicBezTo>
                    <a:cubicBezTo>
                      <a:pt x="101" y="1985"/>
                      <a:pt x="37" y="2028"/>
                      <a:pt x="1" y="2028"/>
                    </a:cubicBezTo>
                    <a:lnTo>
                      <a:pt x="273" y="2028"/>
                    </a:lnTo>
                    <a:lnTo>
                      <a:pt x="655" y="253"/>
                    </a:lnTo>
                    <a:cubicBezTo>
                      <a:pt x="691" y="109"/>
                      <a:pt x="598" y="1"/>
                      <a:pt x="45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4" name="Google Shape;8725;p72">
                <a:extLst>
                  <a:ext uri="{FF2B5EF4-FFF2-40B4-BE49-F238E27FC236}">
                    <a16:creationId xmlns:a16="http://schemas.microsoft.com/office/drawing/2014/main" id="{0DCA67A2-080C-4091-9B48-CE4BCE2EDF85}"/>
                  </a:ext>
                </a:extLst>
              </p:cNvPr>
              <p:cNvSpPr/>
              <p:nvPr/>
            </p:nvSpPr>
            <p:spPr>
              <a:xfrm>
                <a:off x="7967248" y="4053411"/>
                <a:ext cx="60162" cy="660808"/>
              </a:xfrm>
              <a:custGeom>
                <a:avLst/>
                <a:gdLst/>
                <a:ahLst/>
                <a:cxnLst/>
                <a:rect l="l" t="t" r="r" b="b"/>
                <a:pathLst>
                  <a:path w="246" h="2702" extrusionOk="0">
                    <a:moveTo>
                      <a:pt x="1" y="0"/>
                    </a:moveTo>
                    <a:lnTo>
                      <a:pt x="1" y="2702"/>
                    </a:lnTo>
                    <a:lnTo>
                      <a:pt x="246" y="2702"/>
                    </a:lnTo>
                    <a:lnTo>
                      <a:pt x="246"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5" name="Google Shape;8726;p72">
                <a:extLst>
                  <a:ext uri="{FF2B5EF4-FFF2-40B4-BE49-F238E27FC236}">
                    <a16:creationId xmlns:a16="http://schemas.microsoft.com/office/drawing/2014/main" id="{3366EAB4-C39D-47EE-8A34-B825CCD22016}"/>
                  </a:ext>
                </a:extLst>
              </p:cNvPr>
              <p:cNvSpPr/>
              <p:nvPr/>
            </p:nvSpPr>
            <p:spPr>
              <a:xfrm>
                <a:off x="7766953" y="4713969"/>
                <a:ext cx="497685" cy="172906"/>
              </a:xfrm>
              <a:custGeom>
                <a:avLst/>
                <a:gdLst/>
                <a:ahLst/>
                <a:cxnLst/>
                <a:rect l="l" t="t" r="r" b="b"/>
                <a:pathLst>
                  <a:path w="2035" h="707" extrusionOk="0">
                    <a:moveTo>
                      <a:pt x="713" y="1"/>
                    </a:moveTo>
                    <a:lnTo>
                      <a:pt x="73" y="375"/>
                    </a:lnTo>
                    <a:lnTo>
                      <a:pt x="1" y="706"/>
                    </a:lnTo>
                    <a:lnTo>
                      <a:pt x="159" y="706"/>
                    </a:lnTo>
                    <a:lnTo>
                      <a:pt x="159" y="620"/>
                    </a:lnTo>
                    <a:lnTo>
                      <a:pt x="713" y="289"/>
                    </a:lnTo>
                    <a:lnTo>
                      <a:pt x="1172" y="289"/>
                    </a:lnTo>
                    <a:lnTo>
                      <a:pt x="1726" y="620"/>
                    </a:lnTo>
                    <a:lnTo>
                      <a:pt x="1726" y="706"/>
                    </a:lnTo>
                    <a:lnTo>
                      <a:pt x="2034" y="706"/>
                    </a:lnTo>
                    <a:lnTo>
                      <a:pt x="2034" y="511"/>
                    </a:lnTo>
                    <a:lnTo>
                      <a:pt x="1172"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6" name="Google Shape;8727;p72">
                <a:extLst>
                  <a:ext uri="{FF2B5EF4-FFF2-40B4-BE49-F238E27FC236}">
                    <a16:creationId xmlns:a16="http://schemas.microsoft.com/office/drawing/2014/main" id="{87F3CE37-E4A4-4231-8A15-F36C4E08ADB9}"/>
                  </a:ext>
                </a:extLst>
              </p:cNvPr>
              <p:cNvSpPr/>
              <p:nvPr/>
            </p:nvSpPr>
            <p:spPr>
              <a:xfrm>
                <a:off x="7754725" y="3977842"/>
                <a:ext cx="86331" cy="75814"/>
              </a:xfrm>
              <a:custGeom>
                <a:avLst/>
                <a:gdLst/>
                <a:ahLst/>
                <a:cxnLst/>
                <a:rect l="l" t="t" r="r" b="b"/>
                <a:pathLst>
                  <a:path w="353" h="310" extrusionOk="0">
                    <a:moveTo>
                      <a:pt x="245" y="0"/>
                    </a:moveTo>
                    <a:cubicBezTo>
                      <a:pt x="159" y="7"/>
                      <a:pt x="101" y="7"/>
                      <a:pt x="101" y="7"/>
                    </a:cubicBezTo>
                    <a:cubicBezTo>
                      <a:pt x="101" y="7"/>
                      <a:pt x="57" y="137"/>
                      <a:pt x="1" y="309"/>
                    </a:cubicBezTo>
                    <a:lnTo>
                      <a:pt x="280" y="309"/>
                    </a:lnTo>
                    <a:lnTo>
                      <a:pt x="352" y="7"/>
                    </a:lnTo>
                    <a:lnTo>
                      <a:pt x="302" y="7"/>
                    </a:lnTo>
                    <a:cubicBezTo>
                      <a:pt x="280" y="7"/>
                      <a:pt x="259" y="7"/>
                      <a:pt x="245"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7" name="Google Shape;8728;p72">
                <a:extLst>
                  <a:ext uri="{FF2B5EF4-FFF2-40B4-BE49-F238E27FC236}">
                    <a16:creationId xmlns:a16="http://schemas.microsoft.com/office/drawing/2014/main" id="{0FF0549F-2FAF-48C2-85BE-461D312B422F}"/>
                  </a:ext>
                </a:extLst>
              </p:cNvPr>
              <p:cNvSpPr/>
              <p:nvPr/>
            </p:nvSpPr>
            <p:spPr>
              <a:xfrm>
                <a:off x="7958443" y="3947761"/>
                <a:ext cx="246764" cy="105896"/>
              </a:xfrm>
              <a:custGeom>
                <a:avLst/>
                <a:gdLst/>
                <a:ahLst/>
                <a:cxnLst/>
                <a:rect l="l" t="t" r="r" b="b"/>
                <a:pathLst>
                  <a:path w="1009" h="433" extrusionOk="0">
                    <a:moveTo>
                      <a:pt x="548" y="1"/>
                    </a:moveTo>
                    <a:cubicBezTo>
                      <a:pt x="504" y="15"/>
                      <a:pt x="454" y="29"/>
                      <a:pt x="396" y="37"/>
                    </a:cubicBezTo>
                    <a:cubicBezTo>
                      <a:pt x="368" y="44"/>
                      <a:pt x="325" y="51"/>
                      <a:pt x="282" y="58"/>
                    </a:cubicBezTo>
                    <a:cubicBezTo>
                      <a:pt x="223" y="65"/>
                      <a:pt x="159" y="72"/>
                      <a:pt x="87" y="72"/>
                    </a:cubicBezTo>
                    <a:lnTo>
                      <a:pt x="73" y="130"/>
                    </a:lnTo>
                    <a:lnTo>
                      <a:pt x="37" y="274"/>
                    </a:lnTo>
                    <a:lnTo>
                      <a:pt x="1" y="432"/>
                    </a:lnTo>
                    <a:lnTo>
                      <a:pt x="1008" y="432"/>
                    </a:lnTo>
                    <a:lnTo>
                      <a:pt x="936" y="130"/>
                    </a:lnTo>
                    <a:lnTo>
                      <a:pt x="936" y="123"/>
                    </a:lnTo>
                    <a:lnTo>
                      <a:pt x="906"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8" name="Google Shape;8729;p72">
                <a:extLst>
                  <a:ext uri="{FF2B5EF4-FFF2-40B4-BE49-F238E27FC236}">
                    <a16:creationId xmlns:a16="http://schemas.microsoft.com/office/drawing/2014/main" id="{77B1B6C1-8251-4D04-A61A-7C8D6661845D}"/>
                  </a:ext>
                </a:extLst>
              </p:cNvPr>
              <p:cNvSpPr/>
              <p:nvPr/>
            </p:nvSpPr>
            <p:spPr>
              <a:xfrm>
                <a:off x="7216937" y="3353480"/>
                <a:ext cx="191737" cy="63586"/>
              </a:xfrm>
              <a:custGeom>
                <a:avLst/>
                <a:gdLst/>
                <a:ahLst/>
                <a:cxnLst/>
                <a:rect l="l" t="t" r="r" b="b"/>
                <a:pathLst>
                  <a:path w="784" h="260" extrusionOk="0">
                    <a:moveTo>
                      <a:pt x="279" y="0"/>
                    </a:moveTo>
                    <a:cubicBezTo>
                      <a:pt x="266" y="0"/>
                      <a:pt x="193" y="37"/>
                      <a:pt x="150" y="66"/>
                    </a:cubicBezTo>
                    <a:cubicBezTo>
                      <a:pt x="129" y="80"/>
                      <a:pt x="57" y="166"/>
                      <a:pt x="0" y="259"/>
                    </a:cubicBezTo>
                    <a:lnTo>
                      <a:pt x="783" y="259"/>
                    </a:lnTo>
                    <a:lnTo>
                      <a:pt x="783" y="138"/>
                    </a:lnTo>
                    <a:cubicBezTo>
                      <a:pt x="668" y="102"/>
                      <a:pt x="295" y="0"/>
                      <a:pt x="279" y="0"/>
                    </a:cubicBezTo>
                    <a:close/>
                  </a:path>
                </a:pathLst>
              </a:custGeom>
              <a:solidFill>
                <a:srgbClr val="999999"/>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9" name="Google Shape;8730;p72">
                <a:extLst>
                  <a:ext uri="{FF2B5EF4-FFF2-40B4-BE49-F238E27FC236}">
                    <a16:creationId xmlns:a16="http://schemas.microsoft.com/office/drawing/2014/main" id="{B801B75E-3084-463B-9A51-A42622F9D55E}"/>
                  </a:ext>
                </a:extLst>
              </p:cNvPr>
              <p:cNvSpPr/>
              <p:nvPr/>
            </p:nvSpPr>
            <p:spPr>
              <a:xfrm>
                <a:off x="7408428" y="2923053"/>
                <a:ext cx="478120" cy="494016"/>
              </a:xfrm>
              <a:custGeom>
                <a:avLst/>
                <a:gdLst/>
                <a:ahLst/>
                <a:cxnLst/>
                <a:rect l="l" t="t" r="r" b="b"/>
                <a:pathLst>
                  <a:path w="1955" h="2020" extrusionOk="0">
                    <a:moveTo>
                      <a:pt x="1955" y="1"/>
                    </a:moveTo>
                    <a:cubicBezTo>
                      <a:pt x="1948" y="8"/>
                      <a:pt x="1762" y="151"/>
                      <a:pt x="1510" y="863"/>
                    </a:cubicBezTo>
                    <a:cubicBezTo>
                      <a:pt x="1430" y="1063"/>
                      <a:pt x="1265" y="1667"/>
                      <a:pt x="1265" y="1667"/>
                    </a:cubicBezTo>
                    <a:lnTo>
                      <a:pt x="0" y="1898"/>
                    </a:lnTo>
                    <a:lnTo>
                      <a:pt x="0" y="2019"/>
                    </a:lnTo>
                    <a:lnTo>
                      <a:pt x="942" y="2019"/>
                    </a:lnTo>
                    <a:cubicBezTo>
                      <a:pt x="1006" y="1933"/>
                      <a:pt x="1078" y="1840"/>
                      <a:pt x="1101" y="1826"/>
                    </a:cubicBezTo>
                    <a:cubicBezTo>
                      <a:pt x="1144" y="1797"/>
                      <a:pt x="1215" y="1760"/>
                      <a:pt x="1230" y="1760"/>
                    </a:cubicBezTo>
                    <a:cubicBezTo>
                      <a:pt x="1237" y="1760"/>
                      <a:pt x="1380" y="1797"/>
                      <a:pt x="1517" y="1833"/>
                    </a:cubicBezTo>
                    <a:cubicBezTo>
                      <a:pt x="1546" y="1358"/>
                      <a:pt x="1610" y="827"/>
                      <a:pt x="1705" y="546"/>
                    </a:cubicBezTo>
                    <a:cubicBezTo>
                      <a:pt x="1782" y="309"/>
                      <a:pt x="1884" y="78"/>
                      <a:pt x="1955"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0" name="Google Shape;8731;p72">
                <a:extLst>
                  <a:ext uri="{FF2B5EF4-FFF2-40B4-BE49-F238E27FC236}">
                    <a16:creationId xmlns:a16="http://schemas.microsoft.com/office/drawing/2014/main" id="{FF1CAFCE-5EA1-4FEB-9038-637B03B891A8}"/>
                  </a:ext>
                </a:extLst>
              </p:cNvPr>
              <p:cNvSpPr/>
              <p:nvPr/>
            </p:nvSpPr>
            <p:spPr>
              <a:xfrm>
                <a:off x="7909531" y="2954846"/>
                <a:ext cx="7092" cy="6848"/>
              </a:xfrm>
              <a:custGeom>
                <a:avLst/>
                <a:gdLst/>
                <a:ahLst/>
                <a:cxnLst/>
                <a:rect l="l" t="t" r="r" b="b"/>
                <a:pathLst>
                  <a:path w="29" h="28" extrusionOk="0">
                    <a:moveTo>
                      <a:pt x="14" y="0"/>
                    </a:moveTo>
                    <a:lnTo>
                      <a:pt x="1" y="28"/>
                    </a:lnTo>
                    <a:lnTo>
                      <a:pt x="1" y="28"/>
                    </a:lnTo>
                    <a:lnTo>
                      <a:pt x="28" y="14"/>
                    </a:lnTo>
                    <a:cubicBezTo>
                      <a:pt x="21" y="7"/>
                      <a:pt x="14" y="7"/>
                      <a:pt x="1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1" name="Google Shape;8732;p72">
                <a:extLst>
                  <a:ext uri="{FF2B5EF4-FFF2-40B4-BE49-F238E27FC236}">
                    <a16:creationId xmlns:a16="http://schemas.microsoft.com/office/drawing/2014/main" id="{0768FE1C-A2E0-4485-A380-485ADE7810F3}"/>
                  </a:ext>
                </a:extLst>
              </p:cNvPr>
              <p:cNvSpPr/>
              <p:nvPr/>
            </p:nvSpPr>
            <p:spPr>
              <a:xfrm>
                <a:off x="7215225" y="4713969"/>
                <a:ext cx="1712" cy="245"/>
              </a:xfrm>
              <a:custGeom>
                <a:avLst/>
                <a:gdLst/>
                <a:ahLst/>
                <a:cxnLst/>
                <a:rect l="l" t="t" r="r" b="b"/>
                <a:pathLst>
                  <a:path w="7" h="1" extrusionOk="0">
                    <a:moveTo>
                      <a:pt x="7" y="1"/>
                    </a:moveTo>
                    <a:lnTo>
                      <a:pt x="7" y="1"/>
                    </a:ln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2" name="Google Shape;8733;p72">
                <a:extLst>
                  <a:ext uri="{FF2B5EF4-FFF2-40B4-BE49-F238E27FC236}">
                    <a16:creationId xmlns:a16="http://schemas.microsoft.com/office/drawing/2014/main" id="{863554C6-FF80-4B89-8DD7-B7DD8DA30929}"/>
                  </a:ext>
                </a:extLst>
              </p:cNvPr>
              <p:cNvSpPr/>
              <p:nvPr/>
            </p:nvSpPr>
            <p:spPr>
              <a:xfrm>
                <a:off x="6894852" y="3619317"/>
                <a:ext cx="283448" cy="1059934"/>
              </a:xfrm>
              <a:custGeom>
                <a:avLst/>
                <a:gdLst/>
                <a:ahLst/>
                <a:cxnLst/>
                <a:rect l="l" t="t" r="r" b="b"/>
                <a:pathLst>
                  <a:path w="1159" h="4334" extrusionOk="0">
                    <a:moveTo>
                      <a:pt x="1" y="0"/>
                    </a:moveTo>
                    <a:lnTo>
                      <a:pt x="1001" y="4334"/>
                    </a:lnTo>
                    <a:cubicBezTo>
                      <a:pt x="1015" y="4327"/>
                      <a:pt x="1022" y="4320"/>
                      <a:pt x="1029" y="4313"/>
                    </a:cubicBezTo>
                    <a:cubicBezTo>
                      <a:pt x="1065" y="4270"/>
                      <a:pt x="1051" y="4227"/>
                      <a:pt x="1051" y="4211"/>
                    </a:cubicBezTo>
                    <a:cubicBezTo>
                      <a:pt x="1051" y="4193"/>
                      <a:pt x="1067" y="4174"/>
                      <a:pt x="1091" y="4174"/>
                    </a:cubicBezTo>
                    <a:cubicBezTo>
                      <a:pt x="1094" y="4174"/>
                      <a:pt x="1098" y="4174"/>
                      <a:pt x="1101" y="4175"/>
                    </a:cubicBezTo>
                    <a:cubicBezTo>
                      <a:pt x="1108" y="4183"/>
                      <a:pt x="1122" y="4183"/>
                      <a:pt x="1131" y="4190"/>
                    </a:cubicBezTo>
                    <a:cubicBezTo>
                      <a:pt x="1138" y="4190"/>
                      <a:pt x="1144" y="4190"/>
                      <a:pt x="1158" y="4197"/>
                    </a:cubicBezTo>
                    <a:lnTo>
                      <a:pt x="1144" y="4147"/>
                    </a:lnTo>
                    <a:lnTo>
                      <a:pt x="189"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3" name="Google Shape;8734;p72">
                <a:extLst>
                  <a:ext uri="{FF2B5EF4-FFF2-40B4-BE49-F238E27FC236}">
                    <a16:creationId xmlns:a16="http://schemas.microsoft.com/office/drawing/2014/main" id="{AAC2C080-74FE-458A-844A-EA7A3D017113}"/>
                  </a:ext>
                </a:extLst>
              </p:cNvPr>
              <p:cNvSpPr/>
              <p:nvPr/>
            </p:nvSpPr>
            <p:spPr>
              <a:xfrm>
                <a:off x="7172917" y="4617368"/>
                <a:ext cx="117879" cy="86331"/>
              </a:xfrm>
              <a:custGeom>
                <a:avLst/>
                <a:gdLst/>
                <a:ahLst/>
                <a:cxnLst/>
                <a:rect l="l" t="t" r="r" b="b"/>
                <a:pathLst>
                  <a:path w="482" h="353" extrusionOk="0">
                    <a:moveTo>
                      <a:pt x="28" y="1"/>
                    </a:moveTo>
                    <a:lnTo>
                      <a:pt x="7" y="66"/>
                    </a:lnTo>
                    <a:lnTo>
                      <a:pt x="21" y="116"/>
                    </a:lnTo>
                    <a:cubicBezTo>
                      <a:pt x="44" y="123"/>
                      <a:pt x="71" y="137"/>
                      <a:pt x="87" y="146"/>
                    </a:cubicBezTo>
                    <a:cubicBezTo>
                      <a:pt x="101" y="153"/>
                      <a:pt x="108" y="232"/>
                      <a:pt x="58" y="289"/>
                    </a:cubicBezTo>
                    <a:cubicBezTo>
                      <a:pt x="44" y="303"/>
                      <a:pt x="28" y="325"/>
                      <a:pt x="1" y="332"/>
                    </a:cubicBezTo>
                    <a:cubicBezTo>
                      <a:pt x="7" y="332"/>
                      <a:pt x="7" y="332"/>
                      <a:pt x="7" y="339"/>
                    </a:cubicBezTo>
                    <a:lnTo>
                      <a:pt x="137" y="339"/>
                    </a:lnTo>
                    <a:cubicBezTo>
                      <a:pt x="144" y="339"/>
                      <a:pt x="151" y="339"/>
                      <a:pt x="158" y="353"/>
                    </a:cubicBezTo>
                    <a:cubicBezTo>
                      <a:pt x="158" y="353"/>
                      <a:pt x="173" y="332"/>
                      <a:pt x="201" y="325"/>
                    </a:cubicBezTo>
                    <a:lnTo>
                      <a:pt x="252" y="325"/>
                    </a:lnTo>
                    <a:lnTo>
                      <a:pt x="252" y="318"/>
                    </a:lnTo>
                    <a:cubicBezTo>
                      <a:pt x="252" y="303"/>
                      <a:pt x="266" y="289"/>
                      <a:pt x="280" y="282"/>
                    </a:cubicBezTo>
                    <a:cubicBezTo>
                      <a:pt x="302" y="282"/>
                      <a:pt x="316" y="296"/>
                      <a:pt x="316" y="318"/>
                    </a:cubicBezTo>
                    <a:lnTo>
                      <a:pt x="316" y="325"/>
                    </a:lnTo>
                    <a:lnTo>
                      <a:pt x="396" y="325"/>
                    </a:lnTo>
                    <a:cubicBezTo>
                      <a:pt x="389" y="303"/>
                      <a:pt x="403" y="289"/>
                      <a:pt x="416" y="282"/>
                    </a:cubicBezTo>
                    <a:lnTo>
                      <a:pt x="432" y="282"/>
                    </a:lnTo>
                    <a:cubicBezTo>
                      <a:pt x="453" y="232"/>
                      <a:pt x="468" y="180"/>
                      <a:pt x="482" y="137"/>
                    </a:cubicBezTo>
                    <a:cubicBezTo>
                      <a:pt x="446" y="130"/>
                      <a:pt x="416" y="123"/>
                      <a:pt x="389" y="116"/>
                    </a:cubicBezTo>
                    <a:cubicBezTo>
                      <a:pt x="316" y="102"/>
                      <a:pt x="252" y="80"/>
                      <a:pt x="187" y="59"/>
                    </a:cubicBezTo>
                    <a:cubicBezTo>
                      <a:pt x="123" y="37"/>
                      <a:pt x="64" y="16"/>
                      <a:pt x="28" y="1"/>
                    </a:cubicBezTo>
                    <a:close/>
                  </a:path>
                </a:pathLst>
              </a:custGeom>
              <a:solidFill>
                <a:srgbClr val="999999"/>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4" name="Google Shape;8735;p72">
                <a:extLst>
                  <a:ext uri="{FF2B5EF4-FFF2-40B4-BE49-F238E27FC236}">
                    <a16:creationId xmlns:a16="http://schemas.microsoft.com/office/drawing/2014/main" id="{0F3EFAB9-FE94-4FEE-BCC4-1AF7CA6B1998}"/>
                  </a:ext>
                </a:extLst>
              </p:cNvPr>
              <p:cNvSpPr/>
              <p:nvPr/>
            </p:nvSpPr>
            <p:spPr>
              <a:xfrm>
                <a:off x="7234546" y="4695138"/>
                <a:ext cx="245" cy="1957"/>
              </a:xfrm>
              <a:custGeom>
                <a:avLst/>
                <a:gdLst/>
                <a:ahLst/>
                <a:cxnLst/>
                <a:rect l="l" t="t" r="r" b="b"/>
                <a:pathLst>
                  <a:path w="1" h="8" extrusionOk="0">
                    <a:moveTo>
                      <a:pt x="0" y="7"/>
                    </a:moveTo>
                    <a:lnTo>
                      <a:pt x="0" y="7"/>
                    </a:lnTo>
                    <a:lnTo>
                      <a:pt x="0"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5" name="Google Shape;8736;p72">
                <a:extLst>
                  <a:ext uri="{FF2B5EF4-FFF2-40B4-BE49-F238E27FC236}">
                    <a16:creationId xmlns:a16="http://schemas.microsoft.com/office/drawing/2014/main" id="{3BEDCD88-A092-4B2B-976E-C0218F501CE0}"/>
                  </a:ext>
                </a:extLst>
              </p:cNvPr>
              <p:cNvSpPr/>
              <p:nvPr/>
            </p:nvSpPr>
            <p:spPr>
              <a:xfrm>
                <a:off x="6852787" y="4738914"/>
                <a:ext cx="403039" cy="147960"/>
              </a:xfrm>
              <a:custGeom>
                <a:avLst/>
                <a:gdLst/>
                <a:ahLst/>
                <a:cxnLst/>
                <a:rect l="l" t="t" r="r" b="b"/>
                <a:pathLst>
                  <a:path w="1648" h="605" extrusionOk="0">
                    <a:moveTo>
                      <a:pt x="66" y="1"/>
                    </a:moveTo>
                    <a:cubicBezTo>
                      <a:pt x="59" y="1"/>
                      <a:pt x="59" y="7"/>
                      <a:pt x="52" y="7"/>
                    </a:cubicBezTo>
                    <a:cubicBezTo>
                      <a:pt x="36" y="28"/>
                      <a:pt x="9" y="87"/>
                      <a:pt x="0" y="94"/>
                    </a:cubicBezTo>
                    <a:cubicBezTo>
                      <a:pt x="0" y="101"/>
                      <a:pt x="0" y="114"/>
                      <a:pt x="16" y="123"/>
                    </a:cubicBezTo>
                    <a:cubicBezTo>
                      <a:pt x="30" y="130"/>
                      <a:pt x="259" y="230"/>
                      <a:pt x="576" y="323"/>
                    </a:cubicBezTo>
                    <a:cubicBezTo>
                      <a:pt x="849" y="396"/>
                      <a:pt x="1158" y="482"/>
                      <a:pt x="1353" y="539"/>
                    </a:cubicBezTo>
                    <a:cubicBezTo>
                      <a:pt x="1453" y="568"/>
                      <a:pt x="1518" y="589"/>
                      <a:pt x="1553" y="597"/>
                    </a:cubicBezTo>
                    <a:cubicBezTo>
                      <a:pt x="1568" y="597"/>
                      <a:pt x="1575" y="604"/>
                      <a:pt x="1575" y="604"/>
                    </a:cubicBezTo>
                    <a:lnTo>
                      <a:pt x="1589" y="604"/>
                    </a:lnTo>
                    <a:cubicBezTo>
                      <a:pt x="1596" y="604"/>
                      <a:pt x="1611" y="597"/>
                      <a:pt x="1618" y="582"/>
                    </a:cubicBezTo>
                    <a:cubicBezTo>
                      <a:pt x="1632" y="561"/>
                      <a:pt x="1648" y="468"/>
                      <a:pt x="1648" y="468"/>
                    </a:cubicBezTo>
                    <a:cubicBezTo>
                      <a:pt x="1648" y="468"/>
                      <a:pt x="1596" y="453"/>
                      <a:pt x="1518" y="432"/>
                    </a:cubicBezTo>
                    <a:cubicBezTo>
                      <a:pt x="1503" y="432"/>
                      <a:pt x="1489" y="425"/>
                      <a:pt x="1475" y="425"/>
                    </a:cubicBezTo>
                    <a:cubicBezTo>
                      <a:pt x="1467" y="416"/>
                      <a:pt x="1460" y="416"/>
                      <a:pt x="1446" y="416"/>
                    </a:cubicBezTo>
                    <a:cubicBezTo>
                      <a:pt x="1439" y="409"/>
                      <a:pt x="1423" y="409"/>
                      <a:pt x="1417" y="402"/>
                    </a:cubicBezTo>
                    <a:cubicBezTo>
                      <a:pt x="1403" y="402"/>
                      <a:pt x="1396" y="396"/>
                      <a:pt x="1380" y="396"/>
                    </a:cubicBezTo>
                    <a:lnTo>
                      <a:pt x="1373" y="396"/>
                    </a:lnTo>
                    <a:cubicBezTo>
                      <a:pt x="1353" y="389"/>
                      <a:pt x="1337" y="382"/>
                      <a:pt x="1316" y="373"/>
                    </a:cubicBezTo>
                    <a:cubicBezTo>
                      <a:pt x="1294" y="366"/>
                      <a:pt x="1266" y="359"/>
                      <a:pt x="1244" y="359"/>
                    </a:cubicBezTo>
                    <a:cubicBezTo>
                      <a:pt x="1194" y="339"/>
                      <a:pt x="1130" y="323"/>
                      <a:pt x="1072" y="309"/>
                    </a:cubicBezTo>
                    <a:cubicBezTo>
                      <a:pt x="1051" y="302"/>
                      <a:pt x="1021" y="296"/>
                      <a:pt x="1001" y="287"/>
                    </a:cubicBezTo>
                    <a:lnTo>
                      <a:pt x="992" y="287"/>
                    </a:lnTo>
                    <a:cubicBezTo>
                      <a:pt x="915" y="266"/>
                      <a:pt x="835" y="237"/>
                      <a:pt x="756" y="216"/>
                    </a:cubicBezTo>
                    <a:cubicBezTo>
                      <a:pt x="713" y="209"/>
                      <a:pt x="676" y="194"/>
                      <a:pt x="640" y="187"/>
                    </a:cubicBezTo>
                    <a:cubicBezTo>
                      <a:pt x="626" y="180"/>
                      <a:pt x="613" y="180"/>
                      <a:pt x="597" y="173"/>
                    </a:cubicBezTo>
                    <a:lnTo>
                      <a:pt x="583" y="173"/>
                    </a:lnTo>
                    <a:cubicBezTo>
                      <a:pt x="311" y="94"/>
                      <a:pt x="102" y="7"/>
                      <a:pt x="86" y="7"/>
                    </a:cubicBezTo>
                    <a:cubicBezTo>
                      <a:pt x="86" y="7"/>
                      <a:pt x="73" y="1"/>
                      <a:pt x="66"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6" name="Google Shape;8737;p72">
                <a:extLst>
                  <a:ext uri="{FF2B5EF4-FFF2-40B4-BE49-F238E27FC236}">
                    <a16:creationId xmlns:a16="http://schemas.microsoft.com/office/drawing/2014/main" id="{8BA7432C-0C37-4FEB-BBB3-981CA441CDC0}"/>
                  </a:ext>
                </a:extLst>
              </p:cNvPr>
              <p:cNvSpPr/>
              <p:nvPr/>
            </p:nvSpPr>
            <p:spPr>
              <a:xfrm>
                <a:off x="6997078" y="4696850"/>
                <a:ext cx="24701" cy="21277"/>
              </a:xfrm>
              <a:custGeom>
                <a:avLst/>
                <a:gdLst/>
                <a:ahLst/>
                <a:cxnLst/>
                <a:rect l="l" t="t" r="r" b="b"/>
                <a:pathLst>
                  <a:path w="101" h="87" extrusionOk="0">
                    <a:moveTo>
                      <a:pt x="43" y="0"/>
                    </a:moveTo>
                    <a:cubicBezTo>
                      <a:pt x="14" y="7"/>
                      <a:pt x="0" y="28"/>
                      <a:pt x="0" y="28"/>
                    </a:cubicBezTo>
                    <a:cubicBezTo>
                      <a:pt x="7" y="36"/>
                      <a:pt x="14" y="50"/>
                      <a:pt x="23" y="71"/>
                    </a:cubicBezTo>
                    <a:cubicBezTo>
                      <a:pt x="30" y="79"/>
                      <a:pt x="43" y="86"/>
                      <a:pt x="57" y="86"/>
                    </a:cubicBezTo>
                    <a:lnTo>
                      <a:pt x="100" y="86"/>
                    </a:lnTo>
                    <a:lnTo>
                      <a:pt x="9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7" name="Google Shape;8738;p72">
                <a:extLst>
                  <a:ext uri="{FF2B5EF4-FFF2-40B4-BE49-F238E27FC236}">
                    <a16:creationId xmlns:a16="http://schemas.microsoft.com/office/drawing/2014/main" id="{416D4F72-F3E9-48EB-B22E-8A565462D1B1}"/>
                  </a:ext>
                </a:extLst>
              </p:cNvPr>
              <p:cNvSpPr/>
              <p:nvPr/>
            </p:nvSpPr>
            <p:spPr>
              <a:xfrm>
                <a:off x="7144792" y="4698317"/>
                <a:ext cx="1712" cy="1957"/>
              </a:xfrm>
              <a:custGeom>
                <a:avLst/>
                <a:gdLst/>
                <a:ahLst/>
                <a:cxnLst/>
                <a:rect l="l" t="t" r="r" b="b"/>
                <a:pathLst>
                  <a:path w="7" h="8" extrusionOk="0">
                    <a:moveTo>
                      <a:pt x="7" y="1"/>
                    </a:moveTo>
                    <a:cubicBezTo>
                      <a:pt x="7" y="1"/>
                      <a:pt x="0" y="1"/>
                      <a:pt x="0" y="8"/>
                    </a:cubicBezTo>
                    <a:lnTo>
                      <a:pt x="7" y="8"/>
                    </a:lnTo>
                    <a:lnTo>
                      <a:pt x="7"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8" name="Google Shape;8739;p72">
                <a:extLst>
                  <a:ext uri="{FF2B5EF4-FFF2-40B4-BE49-F238E27FC236}">
                    <a16:creationId xmlns:a16="http://schemas.microsoft.com/office/drawing/2014/main" id="{50BE0BC0-1DFD-40BC-9881-923E3693C5B8}"/>
                  </a:ext>
                </a:extLst>
              </p:cNvPr>
              <p:cNvSpPr/>
              <p:nvPr/>
            </p:nvSpPr>
            <p:spPr>
              <a:xfrm>
                <a:off x="7137455" y="4639867"/>
                <a:ext cx="61874" cy="60407"/>
              </a:xfrm>
              <a:custGeom>
                <a:avLst/>
                <a:gdLst/>
                <a:ahLst/>
                <a:cxnLst/>
                <a:rect l="l" t="t" r="r" b="b"/>
                <a:pathLst>
                  <a:path w="253" h="247" extrusionOk="0">
                    <a:moveTo>
                      <a:pt x="99" y="1"/>
                    </a:moveTo>
                    <a:cubicBezTo>
                      <a:pt x="75" y="1"/>
                      <a:pt x="59" y="20"/>
                      <a:pt x="59" y="38"/>
                    </a:cubicBezTo>
                    <a:cubicBezTo>
                      <a:pt x="59" y="54"/>
                      <a:pt x="73" y="97"/>
                      <a:pt x="37" y="140"/>
                    </a:cubicBezTo>
                    <a:cubicBezTo>
                      <a:pt x="30" y="147"/>
                      <a:pt x="23" y="154"/>
                      <a:pt x="9" y="161"/>
                    </a:cubicBezTo>
                    <a:lnTo>
                      <a:pt x="1" y="167"/>
                    </a:lnTo>
                    <a:lnTo>
                      <a:pt x="23" y="211"/>
                    </a:lnTo>
                    <a:lnTo>
                      <a:pt x="37" y="240"/>
                    </a:lnTo>
                    <a:lnTo>
                      <a:pt x="37" y="247"/>
                    </a:lnTo>
                    <a:lnTo>
                      <a:pt x="152" y="247"/>
                    </a:lnTo>
                    <a:cubicBezTo>
                      <a:pt x="152" y="240"/>
                      <a:pt x="152" y="240"/>
                      <a:pt x="146" y="240"/>
                    </a:cubicBezTo>
                    <a:cubicBezTo>
                      <a:pt x="173" y="233"/>
                      <a:pt x="189" y="211"/>
                      <a:pt x="203" y="197"/>
                    </a:cubicBezTo>
                    <a:cubicBezTo>
                      <a:pt x="253" y="140"/>
                      <a:pt x="246" y="61"/>
                      <a:pt x="232" y="54"/>
                    </a:cubicBezTo>
                    <a:cubicBezTo>
                      <a:pt x="216" y="45"/>
                      <a:pt x="189" y="31"/>
                      <a:pt x="166" y="24"/>
                    </a:cubicBezTo>
                    <a:cubicBezTo>
                      <a:pt x="152" y="17"/>
                      <a:pt x="146" y="17"/>
                      <a:pt x="139" y="17"/>
                    </a:cubicBezTo>
                    <a:cubicBezTo>
                      <a:pt x="130" y="10"/>
                      <a:pt x="116" y="10"/>
                      <a:pt x="109" y="2"/>
                    </a:cubicBezTo>
                    <a:cubicBezTo>
                      <a:pt x="106" y="1"/>
                      <a:pt x="102" y="1"/>
                      <a:pt x="9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9" name="Google Shape;8740;p72">
                <a:extLst>
                  <a:ext uri="{FF2B5EF4-FFF2-40B4-BE49-F238E27FC236}">
                    <a16:creationId xmlns:a16="http://schemas.microsoft.com/office/drawing/2014/main" id="{7D51B170-E0CD-430A-B9B7-01BFDF313C1C}"/>
                  </a:ext>
                </a:extLst>
              </p:cNvPr>
              <p:cNvSpPr/>
              <p:nvPr/>
            </p:nvSpPr>
            <p:spPr>
              <a:xfrm>
                <a:off x="7105907" y="4687801"/>
                <a:ext cx="21277" cy="15897"/>
              </a:xfrm>
              <a:custGeom>
                <a:avLst/>
                <a:gdLst/>
                <a:ahLst/>
                <a:cxnLst/>
                <a:rect l="l" t="t" r="r" b="b"/>
                <a:pathLst>
                  <a:path w="87" h="65" extrusionOk="0">
                    <a:moveTo>
                      <a:pt x="66" y="1"/>
                    </a:moveTo>
                    <a:cubicBezTo>
                      <a:pt x="52" y="8"/>
                      <a:pt x="30" y="8"/>
                      <a:pt x="0" y="15"/>
                    </a:cubicBezTo>
                    <a:lnTo>
                      <a:pt x="16" y="65"/>
                    </a:lnTo>
                    <a:cubicBezTo>
                      <a:pt x="37" y="58"/>
                      <a:pt x="66" y="51"/>
                      <a:pt x="87" y="51"/>
                    </a:cubicBezTo>
                    <a:lnTo>
                      <a:pt x="66"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0" name="Google Shape;8741;p72">
                <a:extLst>
                  <a:ext uri="{FF2B5EF4-FFF2-40B4-BE49-F238E27FC236}">
                    <a16:creationId xmlns:a16="http://schemas.microsoft.com/office/drawing/2014/main" id="{6D221C05-B90B-411D-A7A4-AC75D109C997}"/>
                  </a:ext>
                </a:extLst>
              </p:cNvPr>
              <p:cNvSpPr/>
              <p:nvPr/>
            </p:nvSpPr>
            <p:spPr>
              <a:xfrm>
                <a:off x="7037430" y="4696850"/>
                <a:ext cx="21521" cy="21277"/>
              </a:xfrm>
              <a:custGeom>
                <a:avLst/>
                <a:gdLst/>
                <a:ahLst/>
                <a:cxnLst/>
                <a:rect l="l" t="t" r="r" b="b"/>
                <a:pathLst>
                  <a:path w="88" h="87" extrusionOk="0">
                    <a:moveTo>
                      <a:pt x="1" y="0"/>
                    </a:moveTo>
                    <a:lnTo>
                      <a:pt x="8" y="86"/>
                    </a:lnTo>
                    <a:cubicBezTo>
                      <a:pt x="30" y="86"/>
                      <a:pt x="58" y="86"/>
                      <a:pt x="87" y="79"/>
                    </a:cubicBezTo>
                    <a:lnTo>
                      <a:pt x="7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1" name="Google Shape;8742;p72">
                <a:extLst>
                  <a:ext uri="{FF2B5EF4-FFF2-40B4-BE49-F238E27FC236}">
                    <a16:creationId xmlns:a16="http://schemas.microsoft.com/office/drawing/2014/main" id="{CD8EEA58-A956-4A8C-9875-5342204AAFAE}"/>
                  </a:ext>
                </a:extLst>
              </p:cNvPr>
              <p:cNvSpPr/>
              <p:nvPr/>
            </p:nvSpPr>
            <p:spPr>
              <a:xfrm>
                <a:off x="7072647" y="4692937"/>
                <a:ext cx="22989" cy="21277"/>
              </a:xfrm>
              <a:custGeom>
                <a:avLst/>
                <a:gdLst/>
                <a:ahLst/>
                <a:cxnLst/>
                <a:rect l="l" t="t" r="r" b="b"/>
                <a:pathLst>
                  <a:path w="94" h="87" extrusionOk="0">
                    <a:moveTo>
                      <a:pt x="72" y="0"/>
                    </a:moveTo>
                    <a:cubicBezTo>
                      <a:pt x="50" y="9"/>
                      <a:pt x="22" y="9"/>
                      <a:pt x="0" y="9"/>
                    </a:cubicBezTo>
                    <a:lnTo>
                      <a:pt x="16" y="87"/>
                    </a:lnTo>
                    <a:cubicBezTo>
                      <a:pt x="36" y="87"/>
                      <a:pt x="66" y="80"/>
                      <a:pt x="93" y="80"/>
                    </a:cubicBezTo>
                    <a:lnTo>
                      <a:pt x="72"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2" name="Google Shape;8743;p72">
                <a:extLst>
                  <a:ext uri="{FF2B5EF4-FFF2-40B4-BE49-F238E27FC236}">
                    <a16:creationId xmlns:a16="http://schemas.microsoft.com/office/drawing/2014/main" id="{D95AE471-A712-4A2F-852A-847022B9CE22}"/>
                  </a:ext>
                </a:extLst>
              </p:cNvPr>
              <p:cNvSpPr/>
              <p:nvPr/>
            </p:nvSpPr>
            <p:spPr>
              <a:xfrm>
                <a:off x="7144792" y="4698317"/>
                <a:ext cx="1712" cy="1957"/>
              </a:xfrm>
              <a:custGeom>
                <a:avLst/>
                <a:gdLst/>
                <a:ahLst/>
                <a:cxnLst/>
                <a:rect l="l" t="t" r="r" b="b"/>
                <a:pathLst>
                  <a:path w="7" h="8" extrusionOk="0">
                    <a:moveTo>
                      <a:pt x="7" y="1"/>
                    </a:moveTo>
                    <a:cubicBezTo>
                      <a:pt x="7" y="1"/>
                      <a:pt x="0" y="1"/>
                      <a:pt x="0" y="8"/>
                    </a:cubicBezTo>
                    <a:lnTo>
                      <a:pt x="7" y="8"/>
                    </a:lnTo>
                    <a:lnTo>
                      <a:pt x="7"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3" name="Google Shape;8744;p72">
                <a:extLst>
                  <a:ext uri="{FF2B5EF4-FFF2-40B4-BE49-F238E27FC236}">
                    <a16:creationId xmlns:a16="http://schemas.microsoft.com/office/drawing/2014/main" id="{5D77411A-81B6-4A48-B205-A69C31F71662}"/>
                  </a:ext>
                </a:extLst>
              </p:cNvPr>
              <p:cNvSpPr/>
              <p:nvPr/>
            </p:nvSpPr>
            <p:spPr>
              <a:xfrm>
                <a:off x="7100771" y="4744050"/>
                <a:ext cx="9049" cy="3913"/>
              </a:xfrm>
              <a:custGeom>
                <a:avLst/>
                <a:gdLst/>
                <a:ahLst/>
                <a:cxnLst/>
                <a:rect l="l" t="t" r="r" b="b"/>
                <a:pathLst>
                  <a:path w="37" h="16" extrusionOk="0">
                    <a:moveTo>
                      <a:pt x="37" y="16"/>
                    </a:moveTo>
                    <a:cubicBezTo>
                      <a:pt x="21" y="16"/>
                      <a:pt x="14" y="7"/>
                      <a:pt x="1" y="0"/>
                    </a:cubicBezTo>
                    <a:cubicBezTo>
                      <a:pt x="14" y="7"/>
                      <a:pt x="21" y="16"/>
                      <a:pt x="37" y="16"/>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4" name="Google Shape;8745;p72">
                <a:extLst>
                  <a:ext uri="{FF2B5EF4-FFF2-40B4-BE49-F238E27FC236}">
                    <a16:creationId xmlns:a16="http://schemas.microsoft.com/office/drawing/2014/main" id="{6A1AD3C2-CB8E-4EDD-9C3C-AE47E0BD01E8}"/>
                  </a:ext>
                </a:extLst>
              </p:cNvPr>
              <p:cNvSpPr/>
              <p:nvPr/>
            </p:nvSpPr>
            <p:spPr>
              <a:xfrm>
                <a:off x="7002458" y="4712257"/>
                <a:ext cx="258503" cy="141357"/>
              </a:xfrm>
              <a:custGeom>
                <a:avLst/>
                <a:gdLst/>
                <a:ahLst/>
                <a:cxnLst/>
                <a:rect l="l" t="t" r="r" b="b"/>
                <a:pathLst>
                  <a:path w="1057" h="578" extrusionOk="0">
                    <a:moveTo>
                      <a:pt x="380" y="1"/>
                    </a:moveTo>
                    <a:cubicBezTo>
                      <a:pt x="353" y="1"/>
                      <a:pt x="323" y="8"/>
                      <a:pt x="303" y="8"/>
                    </a:cubicBezTo>
                    <a:lnTo>
                      <a:pt x="309" y="37"/>
                    </a:lnTo>
                    <a:lnTo>
                      <a:pt x="309" y="44"/>
                    </a:lnTo>
                    <a:cubicBezTo>
                      <a:pt x="309" y="60"/>
                      <a:pt x="294" y="73"/>
                      <a:pt x="280" y="80"/>
                    </a:cubicBezTo>
                    <a:cubicBezTo>
                      <a:pt x="259" y="80"/>
                      <a:pt x="244" y="73"/>
                      <a:pt x="237" y="51"/>
                    </a:cubicBezTo>
                    <a:lnTo>
                      <a:pt x="230" y="16"/>
                    </a:lnTo>
                    <a:cubicBezTo>
                      <a:pt x="201" y="23"/>
                      <a:pt x="173" y="23"/>
                      <a:pt x="151" y="23"/>
                    </a:cubicBezTo>
                    <a:lnTo>
                      <a:pt x="151" y="51"/>
                    </a:lnTo>
                    <a:lnTo>
                      <a:pt x="151" y="66"/>
                    </a:lnTo>
                    <a:cubicBezTo>
                      <a:pt x="144" y="73"/>
                      <a:pt x="137" y="87"/>
                      <a:pt x="121" y="87"/>
                    </a:cubicBezTo>
                    <a:cubicBezTo>
                      <a:pt x="108" y="87"/>
                      <a:pt x="94" y="80"/>
                      <a:pt x="87" y="66"/>
                    </a:cubicBezTo>
                    <a:lnTo>
                      <a:pt x="87" y="51"/>
                    </a:lnTo>
                    <a:lnTo>
                      <a:pt x="78" y="23"/>
                    </a:lnTo>
                    <a:lnTo>
                      <a:pt x="35" y="23"/>
                    </a:lnTo>
                    <a:cubicBezTo>
                      <a:pt x="21" y="23"/>
                      <a:pt x="8" y="16"/>
                      <a:pt x="1" y="8"/>
                    </a:cubicBezTo>
                    <a:lnTo>
                      <a:pt x="1" y="8"/>
                    </a:lnTo>
                    <a:cubicBezTo>
                      <a:pt x="21" y="66"/>
                      <a:pt x="35" y="160"/>
                      <a:pt x="28" y="296"/>
                    </a:cubicBezTo>
                    <a:cubicBezTo>
                      <a:pt x="64" y="303"/>
                      <a:pt x="101" y="318"/>
                      <a:pt x="144" y="325"/>
                    </a:cubicBezTo>
                    <a:cubicBezTo>
                      <a:pt x="223" y="346"/>
                      <a:pt x="303" y="375"/>
                      <a:pt x="380" y="396"/>
                    </a:cubicBezTo>
                    <a:lnTo>
                      <a:pt x="389" y="396"/>
                    </a:lnTo>
                    <a:cubicBezTo>
                      <a:pt x="409" y="405"/>
                      <a:pt x="439" y="411"/>
                      <a:pt x="460" y="418"/>
                    </a:cubicBezTo>
                    <a:cubicBezTo>
                      <a:pt x="518" y="432"/>
                      <a:pt x="582" y="448"/>
                      <a:pt x="632" y="468"/>
                    </a:cubicBezTo>
                    <a:cubicBezTo>
                      <a:pt x="654" y="468"/>
                      <a:pt x="682" y="475"/>
                      <a:pt x="704" y="482"/>
                    </a:cubicBezTo>
                    <a:cubicBezTo>
                      <a:pt x="725" y="491"/>
                      <a:pt x="741" y="498"/>
                      <a:pt x="761" y="505"/>
                    </a:cubicBezTo>
                    <a:lnTo>
                      <a:pt x="768" y="505"/>
                    </a:lnTo>
                    <a:cubicBezTo>
                      <a:pt x="784" y="505"/>
                      <a:pt x="791" y="511"/>
                      <a:pt x="805" y="511"/>
                    </a:cubicBezTo>
                    <a:cubicBezTo>
                      <a:pt x="811" y="518"/>
                      <a:pt x="827" y="518"/>
                      <a:pt x="834" y="525"/>
                    </a:cubicBezTo>
                    <a:cubicBezTo>
                      <a:pt x="848" y="525"/>
                      <a:pt x="855" y="525"/>
                      <a:pt x="863" y="534"/>
                    </a:cubicBezTo>
                    <a:cubicBezTo>
                      <a:pt x="877" y="534"/>
                      <a:pt x="891" y="541"/>
                      <a:pt x="906" y="541"/>
                    </a:cubicBezTo>
                    <a:cubicBezTo>
                      <a:pt x="984" y="562"/>
                      <a:pt x="1036" y="577"/>
                      <a:pt x="1036" y="577"/>
                    </a:cubicBezTo>
                    <a:cubicBezTo>
                      <a:pt x="1043" y="548"/>
                      <a:pt x="1050" y="518"/>
                      <a:pt x="1056" y="491"/>
                    </a:cubicBezTo>
                    <a:cubicBezTo>
                      <a:pt x="999" y="475"/>
                      <a:pt x="941" y="461"/>
                      <a:pt x="884" y="439"/>
                    </a:cubicBezTo>
                    <a:cubicBezTo>
                      <a:pt x="870" y="439"/>
                      <a:pt x="855" y="432"/>
                      <a:pt x="841" y="432"/>
                    </a:cubicBezTo>
                    <a:cubicBezTo>
                      <a:pt x="784" y="411"/>
                      <a:pt x="734" y="396"/>
                      <a:pt x="682" y="382"/>
                    </a:cubicBezTo>
                    <a:cubicBezTo>
                      <a:pt x="446" y="303"/>
                      <a:pt x="287" y="232"/>
                      <a:pt x="280" y="232"/>
                    </a:cubicBezTo>
                    <a:cubicBezTo>
                      <a:pt x="266" y="223"/>
                      <a:pt x="259" y="210"/>
                      <a:pt x="259" y="203"/>
                    </a:cubicBezTo>
                    <a:cubicBezTo>
                      <a:pt x="266" y="196"/>
                      <a:pt x="294" y="137"/>
                      <a:pt x="316" y="116"/>
                    </a:cubicBezTo>
                    <a:cubicBezTo>
                      <a:pt x="316" y="116"/>
                      <a:pt x="323" y="110"/>
                      <a:pt x="330" y="110"/>
                    </a:cubicBezTo>
                    <a:cubicBezTo>
                      <a:pt x="330" y="110"/>
                      <a:pt x="353" y="66"/>
                      <a:pt x="380" y="30"/>
                    </a:cubicBezTo>
                    <a:cubicBezTo>
                      <a:pt x="380" y="30"/>
                      <a:pt x="380" y="23"/>
                      <a:pt x="389" y="23"/>
                    </a:cubicBezTo>
                    <a:lnTo>
                      <a:pt x="38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5" name="Google Shape;8746;p72">
                <a:extLst>
                  <a:ext uri="{FF2B5EF4-FFF2-40B4-BE49-F238E27FC236}">
                    <a16:creationId xmlns:a16="http://schemas.microsoft.com/office/drawing/2014/main" id="{613414E1-CF20-4294-BAA0-561A50100BFE}"/>
                  </a:ext>
                </a:extLst>
              </p:cNvPr>
              <p:cNvSpPr/>
              <p:nvPr/>
            </p:nvSpPr>
            <p:spPr>
              <a:xfrm>
                <a:off x="7213514" y="4781223"/>
                <a:ext cx="8560" cy="3424"/>
              </a:xfrm>
              <a:custGeom>
                <a:avLst/>
                <a:gdLst/>
                <a:ahLst/>
                <a:cxnLst/>
                <a:rect l="l" t="t" r="r" b="b"/>
                <a:pathLst>
                  <a:path w="35" h="14" extrusionOk="0">
                    <a:moveTo>
                      <a:pt x="0" y="0"/>
                    </a:moveTo>
                    <a:lnTo>
                      <a:pt x="0" y="0"/>
                    </a:lnTo>
                    <a:cubicBezTo>
                      <a:pt x="14" y="7"/>
                      <a:pt x="21" y="7"/>
                      <a:pt x="35" y="14"/>
                    </a:cubicBezTo>
                    <a:cubicBezTo>
                      <a:pt x="28" y="7"/>
                      <a:pt x="14" y="7"/>
                      <a:pt x="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6" name="Google Shape;8747;p72">
                <a:extLst>
                  <a:ext uri="{FF2B5EF4-FFF2-40B4-BE49-F238E27FC236}">
                    <a16:creationId xmlns:a16="http://schemas.microsoft.com/office/drawing/2014/main" id="{0C8F6177-60FD-48A1-97ED-C0080E800A17}"/>
                  </a:ext>
                </a:extLst>
              </p:cNvPr>
              <p:cNvSpPr/>
              <p:nvPr/>
            </p:nvSpPr>
            <p:spPr>
              <a:xfrm>
                <a:off x="7266094" y="4796630"/>
                <a:ext cx="245" cy="245"/>
              </a:xfrm>
              <a:custGeom>
                <a:avLst/>
                <a:gdLst/>
                <a:ahLst/>
                <a:cxnLst/>
                <a:rect l="l" t="t" r="r" b="b"/>
                <a:pathLst>
                  <a:path w="1" h="1" extrusionOk="0">
                    <a:moveTo>
                      <a:pt x="1" y="1"/>
                    </a:moveTo>
                    <a:lnTo>
                      <a:pt x="1" y="1"/>
                    </a:lnTo>
                    <a:lnTo>
                      <a:pt x="1"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7" name="Google Shape;8748;p72">
                <a:extLst>
                  <a:ext uri="{FF2B5EF4-FFF2-40B4-BE49-F238E27FC236}">
                    <a16:creationId xmlns:a16="http://schemas.microsoft.com/office/drawing/2014/main" id="{1DC66460-86D0-459F-B8B5-3D8BA4423F80}"/>
                  </a:ext>
                </a:extLst>
              </p:cNvPr>
              <p:cNvSpPr/>
              <p:nvPr/>
            </p:nvSpPr>
            <p:spPr>
              <a:xfrm>
                <a:off x="6868684" y="4699295"/>
                <a:ext cx="142580" cy="85352"/>
              </a:xfrm>
              <a:custGeom>
                <a:avLst/>
                <a:gdLst/>
                <a:ahLst/>
                <a:cxnLst/>
                <a:rect l="l" t="t" r="r" b="b"/>
                <a:pathLst>
                  <a:path w="583" h="349" extrusionOk="0">
                    <a:moveTo>
                      <a:pt x="282" y="1"/>
                    </a:moveTo>
                    <a:cubicBezTo>
                      <a:pt x="237" y="1"/>
                      <a:pt x="199" y="2"/>
                      <a:pt x="187" y="4"/>
                    </a:cubicBezTo>
                    <a:cubicBezTo>
                      <a:pt x="151" y="4"/>
                      <a:pt x="101" y="18"/>
                      <a:pt x="80" y="47"/>
                    </a:cubicBezTo>
                    <a:cubicBezTo>
                      <a:pt x="51" y="76"/>
                      <a:pt x="1" y="163"/>
                      <a:pt x="1" y="163"/>
                    </a:cubicBezTo>
                    <a:cubicBezTo>
                      <a:pt x="8" y="163"/>
                      <a:pt x="21" y="169"/>
                      <a:pt x="21" y="169"/>
                    </a:cubicBezTo>
                    <a:cubicBezTo>
                      <a:pt x="37" y="169"/>
                      <a:pt x="246" y="256"/>
                      <a:pt x="518" y="335"/>
                    </a:cubicBezTo>
                    <a:lnTo>
                      <a:pt x="532" y="335"/>
                    </a:lnTo>
                    <a:cubicBezTo>
                      <a:pt x="548" y="342"/>
                      <a:pt x="561" y="342"/>
                      <a:pt x="575" y="349"/>
                    </a:cubicBezTo>
                    <a:cubicBezTo>
                      <a:pt x="582" y="213"/>
                      <a:pt x="568" y="119"/>
                      <a:pt x="548" y="61"/>
                    </a:cubicBezTo>
                    <a:cubicBezTo>
                      <a:pt x="539" y="40"/>
                      <a:pt x="532" y="26"/>
                      <a:pt x="525" y="18"/>
                    </a:cubicBezTo>
                    <a:cubicBezTo>
                      <a:pt x="518" y="4"/>
                      <a:pt x="511" y="4"/>
                      <a:pt x="511" y="4"/>
                    </a:cubicBezTo>
                    <a:cubicBezTo>
                      <a:pt x="496" y="4"/>
                      <a:pt x="373" y="1"/>
                      <a:pt x="28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8" name="Google Shape;8749;p72">
                <a:extLst>
                  <a:ext uri="{FF2B5EF4-FFF2-40B4-BE49-F238E27FC236}">
                    <a16:creationId xmlns:a16="http://schemas.microsoft.com/office/drawing/2014/main" id="{E3B89F5F-768C-4F3C-B427-F29BADDD3323}"/>
                  </a:ext>
                </a:extLst>
              </p:cNvPr>
              <p:cNvSpPr/>
              <p:nvPr/>
            </p:nvSpPr>
            <p:spPr>
              <a:xfrm>
                <a:off x="6998790" y="4781223"/>
                <a:ext cx="10761" cy="3424"/>
              </a:xfrm>
              <a:custGeom>
                <a:avLst/>
                <a:gdLst/>
                <a:ahLst/>
                <a:cxnLst/>
                <a:rect l="l" t="t" r="r" b="b"/>
                <a:pathLst>
                  <a:path w="44" h="14" extrusionOk="0">
                    <a:moveTo>
                      <a:pt x="43" y="14"/>
                    </a:moveTo>
                    <a:lnTo>
                      <a:pt x="43" y="14"/>
                    </a:lnTo>
                    <a:cubicBezTo>
                      <a:pt x="29" y="7"/>
                      <a:pt x="16" y="7"/>
                      <a:pt x="0" y="0"/>
                    </a:cubicBezTo>
                    <a:cubicBezTo>
                      <a:pt x="16" y="7"/>
                      <a:pt x="29" y="7"/>
                      <a:pt x="43" y="14"/>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79" name="Google Shape;8750;p72">
                <a:extLst>
                  <a:ext uri="{FF2B5EF4-FFF2-40B4-BE49-F238E27FC236}">
                    <a16:creationId xmlns:a16="http://schemas.microsoft.com/office/drawing/2014/main" id="{5A27C669-F0F3-44BC-9B76-9C797A05F065}"/>
                  </a:ext>
                </a:extLst>
              </p:cNvPr>
              <p:cNvSpPr/>
              <p:nvPr/>
            </p:nvSpPr>
            <p:spPr>
              <a:xfrm>
                <a:off x="7019822" y="4686089"/>
                <a:ext cx="19565" cy="47690"/>
              </a:xfrm>
              <a:custGeom>
                <a:avLst/>
                <a:gdLst/>
                <a:ahLst/>
                <a:cxnLst/>
                <a:rect l="l" t="t" r="r" b="b"/>
                <a:pathLst>
                  <a:path w="80" h="195" extrusionOk="0">
                    <a:moveTo>
                      <a:pt x="30" y="1"/>
                    </a:moveTo>
                    <a:cubicBezTo>
                      <a:pt x="16" y="8"/>
                      <a:pt x="0" y="22"/>
                      <a:pt x="0" y="44"/>
                    </a:cubicBezTo>
                    <a:lnTo>
                      <a:pt x="7" y="130"/>
                    </a:lnTo>
                    <a:lnTo>
                      <a:pt x="16" y="158"/>
                    </a:lnTo>
                    <a:lnTo>
                      <a:pt x="16" y="173"/>
                    </a:lnTo>
                    <a:cubicBezTo>
                      <a:pt x="23" y="187"/>
                      <a:pt x="37" y="194"/>
                      <a:pt x="50" y="194"/>
                    </a:cubicBezTo>
                    <a:cubicBezTo>
                      <a:pt x="66" y="194"/>
                      <a:pt x="73" y="180"/>
                      <a:pt x="80" y="173"/>
                    </a:cubicBezTo>
                    <a:lnTo>
                      <a:pt x="80" y="158"/>
                    </a:lnTo>
                    <a:lnTo>
                      <a:pt x="80" y="130"/>
                    </a:lnTo>
                    <a:lnTo>
                      <a:pt x="73" y="44"/>
                    </a:lnTo>
                    <a:lnTo>
                      <a:pt x="73" y="37"/>
                    </a:lnTo>
                    <a:cubicBezTo>
                      <a:pt x="66" y="15"/>
                      <a:pt x="50" y="1"/>
                      <a:pt x="37"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0" name="Google Shape;8751;p72">
                <a:extLst>
                  <a:ext uri="{FF2B5EF4-FFF2-40B4-BE49-F238E27FC236}">
                    <a16:creationId xmlns:a16="http://schemas.microsoft.com/office/drawing/2014/main" id="{F6BEE18B-4614-4B3C-8D51-9AEC04023895}"/>
                  </a:ext>
                </a:extLst>
              </p:cNvPr>
              <p:cNvSpPr/>
              <p:nvPr/>
            </p:nvSpPr>
            <p:spPr>
              <a:xfrm>
                <a:off x="7055283" y="4686089"/>
                <a:ext cx="22989" cy="45978"/>
              </a:xfrm>
              <a:custGeom>
                <a:avLst/>
                <a:gdLst/>
                <a:ahLst/>
                <a:cxnLst/>
                <a:rect l="l" t="t" r="r" b="b"/>
                <a:pathLst>
                  <a:path w="94" h="188" extrusionOk="0">
                    <a:moveTo>
                      <a:pt x="28" y="1"/>
                    </a:moveTo>
                    <a:cubicBezTo>
                      <a:pt x="7" y="8"/>
                      <a:pt x="0" y="22"/>
                      <a:pt x="0" y="44"/>
                    </a:cubicBezTo>
                    <a:lnTo>
                      <a:pt x="14" y="123"/>
                    </a:lnTo>
                    <a:lnTo>
                      <a:pt x="21" y="158"/>
                    </a:lnTo>
                    <a:cubicBezTo>
                      <a:pt x="28" y="180"/>
                      <a:pt x="43" y="187"/>
                      <a:pt x="64" y="187"/>
                    </a:cubicBezTo>
                    <a:cubicBezTo>
                      <a:pt x="78" y="180"/>
                      <a:pt x="93" y="167"/>
                      <a:pt x="93" y="151"/>
                    </a:cubicBezTo>
                    <a:lnTo>
                      <a:pt x="93" y="144"/>
                    </a:lnTo>
                    <a:lnTo>
                      <a:pt x="87" y="115"/>
                    </a:lnTo>
                    <a:lnTo>
                      <a:pt x="71" y="37"/>
                    </a:lnTo>
                    <a:lnTo>
                      <a:pt x="71" y="28"/>
                    </a:lnTo>
                    <a:cubicBezTo>
                      <a:pt x="64" y="15"/>
                      <a:pt x="50" y="1"/>
                      <a:pt x="35"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1" name="Google Shape;8752;p72">
                <a:extLst>
                  <a:ext uri="{FF2B5EF4-FFF2-40B4-BE49-F238E27FC236}">
                    <a16:creationId xmlns:a16="http://schemas.microsoft.com/office/drawing/2014/main" id="{BBB6BC1C-E5DB-4066-AEAD-1BBFAD4AE5AB}"/>
                  </a:ext>
                </a:extLst>
              </p:cNvPr>
              <p:cNvSpPr/>
              <p:nvPr/>
            </p:nvSpPr>
            <p:spPr>
              <a:xfrm>
                <a:off x="7086831" y="4680709"/>
                <a:ext cx="22989" cy="37418"/>
              </a:xfrm>
              <a:custGeom>
                <a:avLst/>
                <a:gdLst/>
                <a:ahLst/>
                <a:cxnLst/>
                <a:rect l="l" t="t" r="r" b="b"/>
                <a:pathLst>
                  <a:path w="94" h="153" extrusionOk="0">
                    <a:moveTo>
                      <a:pt x="28" y="0"/>
                    </a:moveTo>
                    <a:cubicBezTo>
                      <a:pt x="14" y="7"/>
                      <a:pt x="1" y="23"/>
                      <a:pt x="8" y="44"/>
                    </a:cubicBezTo>
                    <a:lnTo>
                      <a:pt x="14" y="50"/>
                    </a:lnTo>
                    <a:lnTo>
                      <a:pt x="35" y="130"/>
                    </a:lnTo>
                    <a:lnTo>
                      <a:pt x="44" y="152"/>
                    </a:lnTo>
                    <a:cubicBezTo>
                      <a:pt x="44" y="137"/>
                      <a:pt x="51" y="130"/>
                      <a:pt x="58" y="123"/>
                    </a:cubicBezTo>
                    <a:cubicBezTo>
                      <a:pt x="71" y="109"/>
                      <a:pt x="78" y="102"/>
                      <a:pt x="94" y="94"/>
                    </a:cubicBezTo>
                    <a:lnTo>
                      <a:pt x="78" y="44"/>
                    </a:lnTo>
                    <a:lnTo>
                      <a:pt x="71" y="23"/>
                    </a:lnTo>
                    <a:cubicBezTo>
                      <a:pt x="71" y="7"/>
                      <a:pt x="58" y="0"/>
                      <a:pt x="4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2" name="Google Shape;8753;p72">
                <a:extLst>
                  <a:ext uri="{FF2B5EF4-FFF2-40B4-BE49-F238E27FC236}">
                    <a16:creationId xmlns:a16="http://schemas.microsoft.com/office/drawing/2014/main" id="{00016CC0-CF08-4973-8EF4-CF5476C32E39}"/>
                  </a:ext>
                </a:extLst>
              </p:cNvPr>
              <p:cNvSpPr/>
              <p:nvPr/>
            </p:nvSpPr>
            <p:spPr>
              <a:xfrm>
                <a:off x="7120092" y="4673861"/>
                <a:ext cx="26413" cy="26413"/>
              </a:xfrm>
              <a:custGeom>
                <a:avLst/>
                <a:gdLst/>
                <a:ahLst/>
                <a:cxnLst/>
                <a:rect l="l" t="t" r="r" b="b"/>
                <a:pathLst>
                  <a:path w="108" h="108" extrusionOk="0">
                    <a:moveTo>
                      <a:pt x="44" y="1"/>
                    </a:moveTo>
                    <a:cubicBezTo>
                      <a:pt x="37" y="1"/>
                      <a:pt x="29" y="1"/>
                      <a:pt x="29" y="8"/>
                    </a:cubicBezTo>
                    <a:cubicBezTo>
                      <a:pt x="8" y="15"/>
                      <a:pt x="1" y="28"/>
                      <a:pt x="8" y="51"/>
                    </a:cubicBezTo>
                    <a:lnTo>
                      <a:pt x="8" y="58"/>
                    </a:lnTo>
                    <a:lnTo>
                      <a:pt x="29" y="108"/>
                    </a:lnTo>
                    <a:lnTo>
                      <a:pt x="101" y="108"/>
                    </a:lnTo>
                    <a:cubicBezTo>
                      <a:pt x="101" y="101"/>
                      <a:pt x="108" y="101"/>
                      <a:pt x="108" y="101"/>
                    </a:cubicBezTo>
                    <a:lnTo>
                      <a:pt x="94" y="72"/>
                    </a:lnTo>
                    <a:lnTo>
                      <a:pt x="72" y="28"/>
                    </a:lnTo>
                    <a:lnTo>
                      <a:pt x="72" y="22"/>
                    </a:lnTo>
                    <a:cubicBezTo>
                      <a:pt x="65" y="8"/>
                      <a:pt x="51" y="1"/>
                      <a:pt x="44"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3" name="Google Shape;8754;p72">
                <a:extLst>
                  <a:ext uri="{FF2B5EF4-FFF2-40B4-BE49-F238E27FC236}">
                    <a16:creationId xmlns:a16="http://schemas.microsoft.com/office/drawing/2014/main" id="{B2035C1D-8662-423C-86EB-8B070EC52525}"/>
                  </a:ext>
                </a:extLst>
              </p:cNvPr>
              <p:cNvSpPr/>
              <p:nvPr/>
            </p:nvSpPr>
            <p:spPr>
              <a:xfrm>
                <a:off x="7144792" y="4698317"/>
                <a:ext cx="1712" cy="1957"/>
              </a:xfrm>
              <a:custGeom>
                <a:avLst/>
                <a:gdLst/>
                <a:ahLst/>
                <a:cxnLst/>
                <a:rect l="l" t="t" r="r" b="b"/>
                <a:pathLst>
                  <a:path w="7" h="8" extrusionOk="0">
                    <a:moveTo>
                      <a:pt x="7" y="1"/>
                    </a:moveTo>
                    <a:cubicBezTo>
                      <a:pt x="7" y="1"/>
                      <a:pt x="0" y="1"/>
                      <a:pt x="0" y="8"/>
                    </a:cubicBezTo>
                    <a:lnTo>
                      <a:pt x="7" y="8"/>
                    </a:lnTo>
                    <a:lnTo>
                      <a:pt x="7"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4" name="Google Shape;8755;p72">
                <a:extLst>
                  <a:ext uri="{FF2B5EF4-FFF2-40B4-BE49-F238E27FC236}">
                    <a16:creationId xmlns:a16="http://schemas.microsoft.com/office/drawing/2014/main" id="{96BC9829-4B96-4A77-893C-994695D355F7}"/>
                  </a:ext>
                </a:extLst>
              </p:cNvPr>
              <p:cNvSpPr/>
              <p:nvPr/>
            </p:nvSpPr>
            <p:spPr>
              <a:xfrm>
                <a:off x="7171205" y="3611980"/>
                <a:ext cx="694313" cy="1044526"/>
              </a:xfrm>
              <a:custGeom>
                <a:avLst/>
                <a:gdLst/>
                <a:ahLst/>
                <a:cxnLst/>
                <a:rect l="l" t="t" r="r" b="b"/>
                <a:pathLst>
                  <a:path w="2839" h="4271" extrusionOk="0">
                    <a:moveTo>
                      <a:pt x="2437" y="1"/>
                    </a:moveTo>
                    <a:cubicBezTo>
                      <a:pt x="2400" y="21"/>
                      <a:pt x="2350" y="51"/>
                      <a:pt x="2286" y="80"/>
                    </a:cubicBezTo>
                    <a:cubicBezTo>
                      <a:pt x="2035" y="210"/>
                      <a:pt x="1603" y="432"/>
                      <a:pt x="970" y="791"/>
                    </a:cubicBezTo>
                    <a:cubicBezTo>
                      <a:pt x="798" y="893"/>
                      <a:pt x="725" y="1122"/>
                      <a:pt x="675" y="1301"/>
                    </a:cubicBezTo>
                    <a:cubicBezTo>
                      <a:pt x="648" y="1424"/>
                      <a:pt x="373" y="2538"/>
                      <a:pt x="187" y="3322"/>
                    </a:cubicBezTo>
                    <a:cubicBezTo>
                      <a:pt x="151" y="3465"/>
                      <a:pt x="115" y="3601"/>
                      <a:pt x="94" y="3717"/>
                    </a:cubicBezTo>
                    <a:cubicBezTo>
                      <a:pt x="35" y="3946"/>
                      <a:pt x="1" y="4098"/>
                      <a:pt x="1" y="4098"/>
                    </a:cubicBezTo>
                    <a:cubicBezTo>
                      <a:pt x="1" y="4098"/>
                      <a:pt x="14" y="4105"/>
                      <a:pt x="35" y="4112"/>
                    </a:cubicBezTo>
                    <a:cubicBezTo>
                      <a:pt x="71" y="4127"/>
                      <a:pt x="130" y="4148"/>
                      <a:pt x="194" y="4170"/>
                    </a:cubicBezTo>
                    <a:cubicBezTo>
                      <a:pt x="259" y="4191"/>
                      <a:pt x="323" y="4213"/>
                      <a:pt x="396" y="4227"/>
                    </a:cubicBezTo>
                    <a:cubicBezTo>
                      <a:pt x="423" y="4234"/>
                      <a:pt x="453" y="4241"/>
                      <a:pt x="489" y="4248"/>
                    </a:cubicBezTo>
                    <a:cubicBezTo>
                      <a:pt x="525" y="4257"/>
                      <a:pt x="568" y="4264"/>
                      <a:pt x="604" y="4270"/>
                    </a:cubicBezTo>
                    <a:lnTo>
                      <a:pt x="648" y="3989"/>
                    </a:lnTo>
                    <a:cubicBezTo>
                      <a:pt x="648" y="3989"/>
                      <a:pt x="1036" y="3040"/>
                      <a:pt x="1165" y="2754"/>
                    </a:cubicBezTo>
                    <a:lnTo>
                      <a:pt x="1172" y="2747"/>
                    </a:lnTo>
                    <a:cubicBezTo>
                      <a:pt x="1322" y="2071"/>
                      <a:pt x="1474" y="1374"/>
                      <a:pt x="1502" y="1281"/>
                    </a:cubicBezTo>
                    <a:cubicBezTo>
                      <a:pt x="1553" y="1093"/>
                      <a:pt x="1596" y="943"/>
                      <a:pt x="1760" y="841"/>
                    </a:cubicBezTo>
                    <a:cubicBezTo>
                      <a:pt x="1912" y="741"/>
                      <a:pt x="2048" y="655"/>
                      <a:pt x="2178" y="582"/>
                    </a:cubicBezTo>
                    <a:cubicBezTo>
                      <a:pt x="2380" y="453"/>
                      <a:pt x="2552" y="353"/>
                      <a:pt x="2695" y="273"/>
                    </a:cubicBezTo>
                    <a:cubicBezTo>
                      <a:pt x="2745" y="246"/>
                      <a:pt x="2795" y="216"/>
                      <a:pt x="2839" y="194"/>
                    </a:cubicBezTo>
                    <a:cubicBezTo>
                      <a:pt x="2788" y="180"/>
                      <a:pt x="2752" y="173"/>
                      <a:pt x="2718" y="166"/>
                    </a:cubicBezTo>
                    <a:cubicBezTo>
                      <a:pt x="2509" y="101"/>
                      <a:pt x="2450" y="15"/>
                      <a:pt x="2437" y="1"/>
                    </a:cubicBezTo>
                    <a:close/>
                  </a:path>
                </a:pathLst>
              </a:custGeom>
              <a:solidFill>
                <a:schemeClr val="accent1">
                  <a:lumMod val="40000"/>
                  <a:lumOff val="60000"/>
                </a:schemeClr>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5" name="Google Shape;8756;p72">
                <a:extLst>
                  <a:ext uri="{FF2B5EF4-FFF2-40B4-BE49-F238E27FC236}">
                    <a16:creationId xmlns:a16="http://schemas.microsoft.com/office/drawing/2014/main" id="{D8B140FB-289D-4AA9-815A-B66E3D3C5AD0}"/>
                  </a:ext>
                </a:extLst>
              </p:cNvPr>
              <p:cNvSpPr/>
              <p:nvPr/>
            </p:nvSpPr>
            <p:spPr>
              <a:xfrm>
                <a:off x="7923471" y="3617116"/>
                <a:ext cx="12473" cy="2446"/>
              </a:xfrm>
              <a:custGeom>
                <a:avLst/>
                <a:gdLst/>
                <a:ahLst/>
                <a:cxnLst/>
                <a:rect l="l" t="t" r="r" b="b"/>
                <a:pathLst>
                  <a:path w="51" h="10" extrusionOk="0">
                    <a:moveTo>
                      <a:pt x="1" y="0"/>
                    </a:moveTo>
                    <a:lnTo>
                      <a:pt x="1" y="9"/>
                    </a:lnTo>
                    <a:lnTo>
                      <a:pt x="51" y="9"/>
                    </a:lnTo>
                    <a:cubicBezTo>
                      <a:pt x="30" y="9"/>
                      <a:pt x="14" y="9"/>
                      <a:pt x="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6" name="Google Shape;8757;p72">
                <a:extLst>
                  <a:ext uri="{FF2B5EF4-FFF2-40B4-BE49-F238E27FC236}">
                    <a16:creationId xmlns:a16="http://schemas.microsoft.com/office/drawing/2014/main" id="{74C7D448-6C4F-43A8-A3CB-D2B5E9FE7E97}"/>
                  </a:ext>
                </a:extLst>
              </p:cNvPr>
              <p:cNvSpPr/>
              <p:nvPr/>
            </p:nvSpPr>
            <p:spPr>
              <a:xfrm>
                <a:off x="7385684" y="4617368"/>
                <a:ext cx="117879" cy="120814"/>
              </a:xfrm>
              <a:custGeom>
                <a:avLst/>
                <a:gdLst/>
                <a:ahLst/>
                <a:cxnLst/>
                <a:rect l="l" t="t" r="r" b="b"/>
                <a:pathLst>
                  <a:path w="482" h="494" extrusionOk="0">
                    <a:moveTo>
                      <a:pt x="36" y="1"/>
                    </a:moveTo>
                    <a:lnTo>
                      <a:pt x="0" y="109"/>
                    </a:lnTo>
                    <a:cubicBezTo>
                      <a:pt x="29" y="116"/>
                      <a:pt x="73" y="130"/>
                      <a:pt x="86" y="146"/>
                    </a:cubicBezTo>
                    <a:cubicBezTo>
                      <a:pt x="107" y="159"/>
                      <a:pt x="116" y="282"/>
                      <a:pt x="7" y="332"/>
                    </a:cubicBezTo>
                    <a:cubicBezTo>
                      <a:pt x="36" y="382"/>
                      <a:pt x="79" y="475"/>
                      <a:pt x="159" y="491"/>
                    </a:cubicBezTo>
                    <a:cubicBezTo>
                      <a:pt x="173" y="493"/>
                      <a:pt x="187" y="494"/>
                      <a:pt x="202" y="494"/>
                    </a:cubicBezTo>
                    <a:cubicBezTo>
                      <a:pt x="268" y="494"/>
                      <a:pt x="335" y="474"/>
                      <a:pt x="370" y="474"/>
                    </a:cubicBezTo>
                    <a:cubicBezTo>
                      <a:pt x="374" y="474"/>
                      <a:pt x="378" y="474"/>
                      <a:pt x="381" y="475"/>
                    </a:cubicBezTo>
                    <a:cubicBezTo>
                      <a:pt x="409" y="353"/>
                      <a:pt x="452" y="223"/>
                      <a:pt x="481" y="137"/>
                    </a:cubicBezTo>
                    <a:cubicBezTo>
                      <a:pt x="302" y="102"/>
                      <a:pt x="116" y="30"/>
                      <a:pt x="36" y="1"/>
                    </a:cubicBezTo>
                    <a:close/>
                  </a:path>
                </a:pathLst>
              </a:custGeom>
              <a:solidFill>
                <a:srgbClr val="999999"/>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 name="Google Shape;8758;p72">
                <a:extLst>
                  <a:ext uri="{FF2B5EF4-FFF2-40B4-BE49-F238E27FC236}">
                    <a16:creationId xmlns:a16="http://schemas.microsoft.com/office/drawing/2014/main" id="{7ADDE601-916D-4830-9394-743BC61B2860}"/>
                  </a:ext>
                </a:extLst>
              </p:cNvPr>
              <p:cNvSpPr/>
              <p:nvPr/>
            </p:nvSpPr>
            <p:spPr>
              <a:xfrm>
                <a:off x="7362695" y="4705654"/>
                <a:ext cx="245" cy="245"/>
              </a:xfrm>
              <a:custGeom>
                <a:avLst/>
                <a:gdLst/>
                <a:ahLst/>
                <a:cxnLst/>
                <a:rect l="l" t="t" r="r" b="b"/>
                <a:pathLst>
                  <a:path w="1" h="1" extrusionOk="0">
                    <a:moveTo>
                      <a:pt x="1" y="0"/>
                    </a:move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8" name="Google Shape;8759;p72">
                <a:extLst>
                  <a:ext uri="{FF2B5EF4-FFF2-40B4-BE49-F238E27FC236}">
                    <a16:creationId xmlns:a16="http://schemas.microsoft.com/office/drawing/2014/main" id="{E6780C1A-E247-4CFC-8478-12E24C96425C}"/>
                  </a:ext>
                </a:extLst>
              </p:cNvPr>
              <p:cNvSpPr/>
              <p:nvPr/>
            </p:nvSpPr>
            <p:spPr>
              <a:xfrm>
                <a:off x="7352179" y="4639867"/>
                <a:ext cx="61874" cy="58695"/>
              </a:xfrm>
              <a:custGeom>
                <a:avLst/>
                <a:gdLst/>
                <a:ahLst/>
                <a:cxnLst/>
                <a:rect l="l" t="t" r="r" b="b"/>
                <a:pathLst>
                  <a:path w="253" h="240" extrusionOk="0">
                    <a:moveTo>
                      <a:pt x="97" y="1"/>
                    </a:moveTo>
                    <a:cubicBezTo>
                      <a:pt x="73" y="1"/>
                      <a:pt x="51" y="20"/>
                      <a:pt x="51" y="38"/>
                    </a:cubicBezTo>
                    <a:cubicBezTo>
                      <a:pt x="51" y="54"/>
                      <a:pt x="65" y="97"/>
                      <a:pt x="28" y="140"/>
                    </a:cubicBezTo>
                    <a:cubicBezTo>
                      <a:pt x="28" y="140"/>
                      <a:pt x="21" y="147"/>
                      <a:pt x="15" y="154"/>
                    </a:cubicBezTo>
                    <a:cubicBezTo>
                      <a:pt x="15" y="154"/>
                      <a:pt x="8" y="161"/>
                      <a:pt x="1" y="167"/>
                    </a:cubicBezTo>
                    <a:lnTo>
                      <a:pt x="28" y="240"/>
                    </a:lnTo>
                    <a:cubicBezTo>
                      <a:pt x="37" y="240"/>
                      <a:pt x="44" y="233"/>
                      <a:pt x="58" y="233"/>
                    </a:cubicBezTo>
                    <a:cubicBezTo>
                      <a:pt x="73" y="228"/>
                      <a:pt x="88" y="223"/>
                      <a:pt x="101" y="223"/>
                    </a:cubicBezTo>
                    <a:cubicBezTo>
                      <a:pt x="106" y="223"/>
                      <a:pt x="110" y="224"/>
                      <a:pt x="115" y="226"/>
                    </a:cubicBezTo>
                    <a:cubicBezTo>
                      <a:pt x="130" y="226"/>
                      <a:pt x="137" y="233"/>
                      <a:pt x="144" y="240"/>
                    </a:cubicBezTo>
                    <a:cubicBezTo>
                      <a:pt x="253" y="190"/>
                      <a:pt x="244" y="67"/>
                      <a:pt x="223" y="54"/>
                    </a:cubicBezTo>
                    <a:cubicBezTo>
                      <a:pt x="210" y="38"/>
                      <a:pt x="166" y="24"/>
                      <a:pt x="137" y="17"/>
                    </a:cubicBezTo>
                    <a:cubicBezTo>
                      <a:pt x="123" y="10"/>
                      <a:pt x="115" y="10"/>
                      <a:pt x="108" y="2"/>
                    </a:cubicBezTo>
                    <a:cubicBezTo>
                      <a:pt x="104" y="1"/>
                      <a:pt x="101" y="1"/>
                      <a:pt x="97"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9" name="Google Shape;8760;p72">
                <a:extLst>
                  <a:ext uri="{FF2B5EF4-FFF2-40B4-BE49-F238E27FC236}">
                    <a16:creationId xmlns:a16="http://schemas.microsoft.com/office/drawing/2014/main" id="{42711089-5346-48D1-93A8-937E79852B36}"/>
                  </a:ext>
                </a:extLst>
              </p:cNvPr>
              <p:cNvSpPr/>
              <p:nvPr/>
            </p:nvSpPr>
            <p:spPr>
              <a:xfrm>
                <a:off x="7065799" y="4738914"/>
                <a:ext cx="404506" cy="148205"/>
              </a:xfrm>
              <a:custGeom>
                <a:avLst/>
                <a:gdLst/>
                <a:ahLst/>
                <a:cxnLst/>
                <a:rect l="l" t="t" r="r" b="b"/>
                <a:pathLst>
                  <a:path w="1654" h="606" extrusionOk="0">
                    <a:moveTo>
                      <a:pt x="71" y="1"/>
                    </a:moveTo>
                    <a:cubicBezTo>
                      <a:pt x="64" y="1"/>
                      <a:pt x="57" y="7"/>
                      <a:pt x="57" y="7"/>
                    </a:cubicBezTo>
                    <a:cubicBezTo>
                      <a:pt x="35" y="28"/>
                      <a:pt x="7" y="87"/>
                      <a:pt x="0" y="94"/>
                    </a:cubicBezTo>
                    <a:cubicBezTo>
                      <a:pt x="0" y="101"/>
                      <a:pt x="7" y="114"/>
                      <a:pt x="21" y="123"/>
                    </a:cubicBezTo>
                    <a:cubicBezTo>
                      <a:pt x="28" y="123"/>
                      <a:pt x="187" y="194"/>
                      <a:pt x="423" y="273"/>
                    </a:cubicBezTo>
                    <a:cubicBezTo>
                      <a:pt x="475" y="287"/>
                      <a:pt x="525" y="302"/>
                      <a:pt x="582" y="323"/>
                    </a:cubicBezTo>
                    <a:cubicBezTo>
                      <a:pt x="596" y="323"/>
                      <a:pt x="611" y="330"/>
                      <a:pt x="625" y="330"/>
                    </a:cubicBezTo>
                    <a:cubicBezTo>
                      <a:pt x="682" y="352"/>
                      <a:pt x="740" y="366"/>
                      <a:pt x="797" y="382"/>
                    </a:cubicBezTo>
                    <a:cubicBezTo>
                      <a:pt x="804" y="382"/>
                      <a:pt x="811" y="389"/>
                      <a:pt x="820" y="389"/>
                    </a:cubicBezTo>
                    <a:cubicBezTo>
                      <a:pt x="884" y="409"/>
                      <a:pt x="949" y="425"/>
                      <a:pt x="1013" y="446"/>
                    </a:cubicBezTo>
                    <a:cubicBezTo>
                      <a:pt x="1322" y="532"/>
                      <a:pt x="1574" y="604"/>
                      <a:pt x="1574" y="604"/>
                    </a:cubicBezTo>
                    <a:cubicBezTo>
                      <a:pt x="1574" y="604"/>
                      <a:pt x="1577" y="605"/>
                      <a:pt x="1583" y="605"/>
                    </a:cubicBezTo>
                    <a:cubicBezTo>
                      <a:pt x="1595" y="605"/>
                      <a:pt x="1614" y="602"/>
                      <a:pt x="1624" y="582"/>
                    </a:cubicBezTo>
                    <a:cubicBezTo>
                      <a:pt x="1631" y="561"/>
                      <a:pt x="1653" y="468"/>
                      <a:pt x="1653" y="468"/>
                    </a:cubicBezTo>
                    <a:cubicBezTo>
                      <a:pt x="1653" y="468"/>
                      <a:pt x="1544" y="439"/>
                      <a:pt x="1387" y="396"/>
                    </a:cubicBezTo>
                    <a:cubicBezTo>
                      <a:pt x="1365" y="389"/>
                      <a:pt x="1351" y="389"/>
                      <a:pt x="1329" y="382"/>
                    </a:cubicBezTo>
                    <a:cubicBezTo>
                      <a:pt x="1322" y="382"/>
                      <a:pt x="1322" y="373"/>
                      <a:pt x="1315" y="373"/>
                    </a:cubicBezTo>
                    <a:cubicBezTo>
                      <a:pt x="1294" y="366"/>
                      <a:pt x="1272" y="359"/>
                      <a:pt x="1251" y="359"/>
                    </a:cubicBezTo>
                    <a:cubicBezTo>
                      <a:pt x="1192" y="339"/>
                      <a:pt x="1136" y="323"/>
                      <a:pt x="1079" y="309"/>
                    </a:cubicBezTo>
                    <a:cubicBezTo>
                      <a:pt x="1049" y="302"/>
                      <a:pt x="1027" y="296"/>
                      <a:pt x="999" y="287"/>
                    </a:cubicBezTo>
                    <a:cubicBezTo>
                      <a:pt x="992" y="287"/>
                      <a:pt x="984" y="280"/>
                      <a:pt x="977" y="280"/>
                    </a:cubicBezTo>
                    <a:cubicBezTo>
                      <a:pt x="927" y="266"/>
                      <a:pt x="877" y="252"/>
                      <a:pt x="820" y="237"/>
                    </a:cubicBezTo>
                    <a:lnTo>
                      <a:pt x="811" y="237"/>
                    </a:lnTo>
                    <a:cubicBezTo>
                      <a:pt x="804" y="230"/>
                      <a:pt x="791" y="230"/>
                      <a:pt x="784" y="223"/>
                    </a:cubicBezTo>
                    <a:lnTo>
                      <a:pt x="761" y="223"/>
                    </a:lnTo>
                    <a:cubicBezTo>
                      <a:pt x="740" y="216"/>
                      <a:pt x="711" y="209"/>
                      <a:pt x="682" y="201"/>
                    </a:cubicBezTo>
                    <a:cubicBezTo>
                      <a:pt x="682" y="194"/>
                      <a:pt x="675" y="194"/>
                      <a:pt x="675" y="194"/>
                    </a:cubicBezTo>
                    <a:cubicBezTo>
                      <a:pt x="661" y="194"/>
                      <a:pt x="654" y="187"/>
                      <a:pt x="639" y="187"/>
                    </a:cubicBezTo>
                    <a:cubicBezTo>
                      <a:pt x="632" y="180"/>
                      <a:pt x="618" y="180"/>
                      <a:pt x="604" y="173"/>
                    </a:cubicBezTo>
                    <a:lnTo>
                      <a:pt x="582" y="173"/>
                    </a:lnTo>
                    <a:cubicBezTo>
                      <a:pt x="561" y="166"/>
                      <a:pt x="532" y="158"/>
                      <a:pt x="509" y="151"/>
                    </a:cubicBezTo>
                    <a:cubicBezTo>
                      <a:pt x="466" y="137"/>
                      <a:pt x="423" y="123"/>
                      <a:pt x="380" y="107"/>
                    </a:cubicBezTo>
                    <a:cubicBezTo>
                      <a:pt x="302" y="80"/>
                      <a:pt x="230" y="57"/>
                      <a:pt x="180" y="37"/>
                    </a:cubicBezTo>
                    <a:cubicBezTo>
                      <a:pt x="164" y="37"/>
                      <a:pt x="157" y="28"/>
                      <a:pt x="144" y="21"/>
                    </a:cubicBezTo>
                    <a:lnTo>
                      <a:pt x="130" y="21"/>
                    </a:lnTo>
                    <a:cubicBezTo>
                      <a:pt x="121" y="14"/>
                      <a:pt x="121" y="14"/>
                      <a:pt x="114" y="14"/>
                    </a:cubicBezTo>
                    <a:cubicBezTo>
                      <a:pt x="100" y="7"/>
                      <a:pt x="94" y="7"/>
                      <a:pt x="87" y="7"/>
                    </a:cubicBezTo>
                    <a:cubicBezTo>
                      <a:pt x="87" y="7"/>
                      <a:pt x="78" y="1"/>
                      <a:pt x="71"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0" name="Google Shape;8761;p72">
                <a:extLst>
                  <a:ext uri="{FF2B5EF4-FFF2-40B4-BE49-F238E27FC236}">
                    <a16:creationId xmlns:a16="http://schemas.microsoft.com/office/drawing/2014/main" id="{8BFB8994-4353-4151-9074-EC3453FD7EED}"/>
                  </a:ext>
                </a:extLst>
              </p:cNvPr>
              <p:cNvSpPr/>
              <p:nvPr/>
            </p:nvSpPr>
            <p:spPr>
              <a:xfrm>
                <a:off x="7211312" y="4696850"/>
                <a:ext cx="25190" cy="21277"/>
              </a:xfrm>
              <a:custGeom>
                <a:avLst/>
                <a:gdLst/>
                <a:ahLst/>
                <a:cxnLst/>
                <a:rect l="l" t="t" r="r" b="b"/>
                <a:pathLst>
                  <a:path w="103" h="87" extrusionOk="0">
                    <a:moveTo>
                      <a:pt x="44" y="0"/>
                    </a:moveTo>
                    <a:cubicBezTo>
                      <a:pt x="16" y="7"/>
                      <a:pt x="1" y="28"/>
                      <a:pt x="1" y="28"/>
                    </a:cubicBezTo>
                    <a:cubicBezTo>
                      <a:pt x="9" y="36"/>
                      <a:pt x="16" y="50"/>
                      <a:pt x="16" y="71"/>
                    </a:cubicBezTo>
                    <a:lnTo>
                      <a:pt x="23" y="71"/>
                    </a:lnTo>
                    <a:cubicBezTo>
                      <a:pt x="30" y="79"/>
                      <a:pt x="44" y="86"/>
                      <a:pt x="59" y="86"/>
                    </a:cubicBezTo>
                    <a:lnTo>
                      <a:pt x="102" y="86"/>
                    </a:lnTo>
                    <a:lnTo>
                      <a:pt x="95"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 name="Google Shape;8762;p72">
                <a:extLst>
                  <a:ext uri="{FF2B5EF4-FFF2-40B4-BE49-F238E27FC236}">
                    <a16:creationId xmlns:a16="http://schemas.microsoft.com/office/drawing/2014/main" id="{0BE17D06-94EA-4FB8-AF36-5C8E9D02AE4D}"/>
                  </a:ext>
                </a:extLst>
              </p:cNvPr>
              <p:cNvSpPr/>
              <p:nvPr/>
            </p:nvSpPr>
            <p:spPr>
              <a:xfrm>
                <a:off x="7250198" y="4696850"/>
                <a:ext cx="22989" cy="21277"/>
              </a:xfrm>
              <a:custGeom>
                <a:avLst/>
                <a:gdLst/>
                <a:ahLst/>
                <a:cxnLst/>
                <a:rect l="l" t="t" r="r" b="b"/>
                <a:pathLst>
                  <a:path w="94" h="87" extrusionOk="0">
                    <a:moveTo>
                      <a:pt x="0" y="0"/>
                    </a:moveTo>
                    <a:lnTo>
                      <a:pt x="7" y="86"/>
                    </a:lnTo>
                    <a:cubicBezTo>
                      <a:pt x="30" y="86"/>
                      <a:pt x="50" y="86"/>
                      <a:pt x="80" y="79"/>
                    </a:cubicBezTo>
                    <a:lnTo>
                      <a:pt x="93" y="79"/>
                    </a:lnTo>
                    <a:lnTo>
                      <a:pt x="87" y="50"/>
                    </a:lnTo>
                    <a:lnTo>
                      <a:pt x="80"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 name="Google Shape;8763;p72">
                <a:extLst>
                  <a:ext uri="{FF2B5EF4-FFF2-40B4-BE49-F238E27FC236}">
                    <a16:creationId xmlns:a16="http://schemas.microsoft.com/office/drawing/2014/main" id="{D2097B2D-BDF4-4BE8-90A4-B5AC01616C72}"/>
                  </a:ext>
                </a:extLst>
              </p:cNvPr>
              <p:cNvSpPr/>
              <p:nvPr/>
            </p:nvSpPr>
            <p:spPr>
              <a:xfrm>
                <a:off x="7320631" y="4687801"/>
                <a:ext cx="22989" cy="21521"/>
              </a:xfrm>
              <a:custGeom>
                <a:avLst/>
                <a:gdLst/>
                <a:ahLst/>
                <a:cxnLst/>
                <a:rect l="l" t="t" r="r" b="b"/>
                <a:pathLst>
                  <a:path w="94" h="88" extrusionOk="0">
                    <a:moveTo>
                      <a:pt x="64" y="1"/>
                    </a:moveTo>
                    <a:cubicBezTo>
                      <a:pt x="57" y="1"/>
                      <a:pt x="44" y="8"/>
                      <a:pt x="37" y="8"/>
                    </a:cubicBezTo>
                    <a:cubicBezTo>
                      <a:pt x="21" y="8"/>
                      <a:pt x="7" y="15"/>
                      <a:pt x="0" y="15"/>
                    </a:cubicBezTo>
                    <a:lnTo>
                      <a:pt x="21" y="87"/>
                    </a:lnTo>
                    <a:cubicBezTo>
                      <a:pt x="44" y="87"/>
                      <a:pt x="71" y="80"/>
                      <a:pt x="94" y="73"/>
                    </a:cubicBezTo>
                    <a:lnTo>
                      <a:pt x="64"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 name="Google Shape;8764;p72">
                <a:extLst>
                  <a:ext uri="{FF2B5EF4-FFF2-40B4-BE49-F238E27FC236}">
                    <a16:creationId xmlns:a16="http://schemas.microsoft.com/office/drawing/2014/main" id="{56729935-4636-4548-A0B4-709F423E0860}"/>
                  </a:ext>
                </a:extLst>
              </p:cNvPr>
              <p:cNvSpPr/>
              <p:nvPr/>
            </p:nvSpPr>
            <p:spPr>
              <a:xfrm>
                <a:off x="7362695" y="4705654"/>
                <a:ext cx="245" cy="245"/>
              </a:xfrm>
              <a:custGeom>
                <a:avLst/>
                <a:gdLst/>
                <a:ahLst/>
                <a:cxnLst/>
                <a:rect l="l" t="t" r="r" b="b"/>
                <a:pathLst>
                  <a:path w="1" h="1" extrusionOk="0">
                    <a:moveTo>
                      <a:pt x="1" y="0"/>
                    </a:move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 name="Google Shape;8765;p72">
                <a:extLst>
                  <a:ext uri="{FF2B5EF4-FFF2-40B4-BE49-F238E27FC236}">
                    <a16:creationId xmlns:a16="http://schemas.microsoft.com/office/drawing/2014/main" id="{BB5CE220-CE96-459D-AC0F-CE3DDF5877F6}"/>
                  </a:ext>
                </a:extLst>
              </p:cNvPr>
              <p:cNvSpPr/>
              <p:nvPr/>
            </p:nvSpPr>
            <p:spPr>
              <a:xfrm>
                <a:off x="7285170" y="4692937"/>
                <a:ext cx="23478" cy="21277"/>
              </a:xfrm>
              <a:custGeom>
                <a:avLst/>
                <a:gdLst/>
                <a:ahLst/>
                <a:cxnLst/>
                <a:rect l="l" t="t" r="r" b="b"/>
                <a:pathLst>
                  <a:path w="96" h="87" extrusionOk="0">
                    <a:moveTo>
                      <a:pt x="73" y="0"/>
                    </a:moveTo>
                    <a:cubicBezTo>
                      <a:pt x="52" y="9"/>
                      <a:pt x="30" y="9"/>
                      <a:pt x="0" y="9"/>
                    </a:cubicBezTo>
                    <a:lnTo>
                      <a:pt x="16" y="87"/>
                    </a:lnTo>
                    <a:cubicBezTo>
                      <a:pt x="44" y="87"/>
                      <a:pt x="73" y="80"/>
                      <a:pt x="95" y="80"/>
                    </a:cubicBezTo>
                    <a:lnTo>
                      <a:pt x="7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 name="Google Shape;8766;p72">
                <a:extLst>
                  <a:ext uri="{FF2B5EF4-FFF2-40B4-BE49-F238E27FC236}">
                    <a16:creationId xmlns:a16="http://schemas.microsoft.com/office/drawing/2014/main" id="{E92B4C55-77F9-4E5C-BD0B-68B672D4167F}"/>
                  </a:ext>
                </a:extLst>
              </p:cNvPr>
              <p:cNvSpPr/>
              <p:nvPr/>
            </p:nvSpPr>
            <p:spPr>
              <a:xfrm>
                <a:off x="7216937" y="4694160"/>
                <a:ext cx="268774" cy="159455"/>
              </a:xfrm>
              <a:custGeom>
                <a:avLst/>
                <a:gdLst/>
                <a:ahLst/>
                <a:cxnLst/>
                <a:rect l="l" t="t" r="r" b="b"/>
                <a:pathLst>
                  <a:path w="1099" h="652" extrusionOk="0">
                    <a:moveTo>
                      <a:pt x="654" y="1"/>
                    </a:moveTo>
                    <a:cubicBezTo>
                      <a:pt x="641" y="1"/>
                      <a:pt x="626" y="6"/>
                      <a:pt x="611" y="11"/>
                    </a:cubicBezTo>
                    <a:cubicBezTo>
                      <a:pt x="597" y="11"/>
                      <a:pt x="590" y="18"/>
                      <a:pt x="581" y="18"/>
                    </a:cubicBezTo>
                    <a:lnTo>
                      <a:pt x="597" y="47"/>
                    </a:lnTo>
                    <a:lnTo>
                      <a:pt x="597" y="54"/>
                    </a:lnTo>
                    <a:cubicBezTo>
                      <a:pt x="604" y="68"/>
                      <a:pt x="597" y="90"/>
                      <a:pt x="574" y="97"/>
                    </a:cubicBezTo>
                    <a:cubicBezTo>
                      <a:pt x="571" y="99"/>
                      <a:pt x="567" y="100"/>
                      <a:pt x="563" y="100"/>
                    </a:cubicBezTo>
                    <a:cubicBezTo>
                      <a:pt x="551" y="100"/>
                      <a:pt x="537" y="92"/>
                      <a:pt x="531" y="75"/>
                    </a:cubicBezTo>
                    <a:lnTo>
                      <a:pt x="531" y="68"/>
                    </a:lnTo>
                    <a:lnTo>
                      <a:pt x="518" y="47"/>
                    </a:lnTo>
                    <a:cubicBezTo>
                      <a:pt x="495" y="54"/>
                      <a:pt x="468" y="61"/>
                      <a:pt x="445" y="61"/>
                    </a:cubicBezTo>
                    <a:lnTo>
                      <a:pt x="452" y="82"/>
                    </a:lnTo>
                    <a:lnTo>
                      <a:pt x="452" y="90"/>
                    </a:lnTo>
                    <a:cubicBezTo>
                      <a:pt x="452" y="104"/>
                      <a:pt x="438" y="118"/>
                      <a:pt x="424" y="125"/>
                    </a:cubicBezTo>
                    <a:cubicBezTo>
                      <a:pt x="421" y="127"/>
                      <a:pt x="418" y="127"/>
                      <a:pt x="415" y="127"/>
                    </a:cubicBezTo>
                    <a:cubicBezTo>
                      <a:pt x="401" y="127"/>
                      <a:pt x="388" y="115"/>
                      <a:pt x="388" y="104"/>
                    </a:cubicBezTo>
                    <a:lnTo>
                      <a:pt x="381" y="104"/>
                    </a:lnTo>
                    <a:lnTo>
                      <a:pt x="374" y="75"/>
                    </a:lnTo>
                    <a:cubicBezTo>
                      <a:pt x="352" y="75"/>
                      <a:pt x="323" y="82"/>
                      <a:pt x="295" y="82"/>
                    </a:cubicBezTo>
                    <a:lnTo>
                      <a:pt x="302" y="111"/>
                    </a:lnTo>
                    <a:lnTo>
                      <a:pt x="302" y="118"/>
                    </a:lnTo>
                    <a:cubicBezTo>
                      <a:pt x="302" y="134"/>
                      <a:pt x="295" y="140"/>
                      <a:pt x="288" y="147"/>
                    </a:cubicBezTo>
                    <a:cubicBezTo>
                      <a:pt x="288" y="154"/>
                      <a:pt x="279" y="154"/>
                      <a:pt x="273" y="154"/>
                    </a:cubicBezTo>
                    <a:cubicBezTo>
                      <a:pt x="259" y="154"/>
                      <a:pt x="245" y="147"/>
                      <a:pt x="236" y="125"/>
                    </a:cubicBezTo>
                    <a:lnTo>
                      <a:pt x="229" y="90"/>
                    </a:lnTo>
                    <a:lnTo>
                      <a:pt x="216" y="90"/>
                    </a:lnTo>
                    <a:cubicBezTo>
                      <a:pt x="186" y="97"/>
                      <a:pt x="166" y="97"/>
                      <a:pt x="143" y="97"/>
                    </a:cubicBezTo>
                    <a:lnTo>
                      <a:pt x="150" y="125"/>
                    </a:lnTo>
                    <a:cubicBezTo>
                      <a:pt x="150" y="125"/>
                      <a:pt x="150" y="134"/>
                      <a:pt x="143" y="140"/>
                    </a:cubicBezTo>
                    <a:cubicBezTo>
                      <a:pt x="143" y="147"/>
                      <a:pt x="129" y="161"/>
                      <a:pt x="116" y="161"/>
                    </a:cubicBezTo>
                    <a:lnTo>
                      <a:pt x="107" y="161"/>
                    </a:lnTo>
                    <a:cubicBezTo>
                      <a:pt x="93" y="154"/>
                      <a:pt x="86" y="147"/>
                      <a:pt x="86" y="140"/>
                    </a:cubicBezTo>
                    <a:cubicBezTo>
                      <a:pt x="79" y="140"/>
                      <a:pt x="79" y="134"/>
                      <a:pt x="79" y="125"/>
                    </a:cubicBezTo>
                    <a:lnTo>
                      <a:pt x="79" y="97"/>
                    </a:lnTo>
                    <a:lnTo>
                      <a:pt x="36" y="97"/>
                    </a:lnTo>
                    <a:cubicBezTo>
                      <a:pt x="21" y="97"/>
                      <a:pt x="7" y="90"/>
                      <a:pt x="0" y="82"/>
                    </a:cubicBezTo>
                    <a:lnTo>
                      <a:pt x="0" y="82"/>
                    </a:lnTo>
                    <a:cubicBezTo>
                      <a:pt x="7" y="104"/>
                      <a:pt x="14" y="140"/>
                      <a:pt x="21" y="177"/>
                    </a:cubicBezTo>
                    <a:cubicBezTo>
                      <a:pt x="21" y="204"/>
                      <a:pt x="21" y="234"/>
                      <a:pt x="29" y="270"/>
                    </a:cubicBezTo>
                    <a:cubicBezTo>
                      <a:pt x="29" y="297"/>
                      <a:pt x="29" y="334"/>
                      <a:pt x="21" y="370"/>
                    </a:cubicBezTo>
                    <a:cubicBezTo>
                      <a:pt x="36" y="370"/>
                      <a:pt x="43" y="377"/>
                      <a:pt x="57" y="377"/>
                    </a:cubicBezTo>
                    <a:cubicBezTo>
                      <a:pt x="57" y="377"/>
                      <a:pt x="64" y="377"/>
                      <a:pt x="64" y="384"/>
                    </a:cubicBezTo>
                    <a:cubicBezTo>
                      <a:pt x="93" y="392"/>
                      <a:pt x="122" y="399"/>
                      <a:pt x="143" y="406"/>
                    </a:cubicBezTo>
                    <a:lnTo>
                      <a:pt x="166" y="406"/>
                    </a:lnTo>
                    <a:cubicBezTo>
                      <a:pt x="173" y="413"/>
                      <a:pt x="186" y="413"/>
                      <a:pt x="193" y="420"/>
                    </a:cubicBezTo>
                    <a:lnTo>
                      <a:pt x="202" y="420"/>
                    </a:lnTo>
                    <a:cubicBezTo>
                      <a:pt x="259" y="435"/>
                      <a:pt x="309" y="449"/>
                      <a:pt x="359" y="463"/>
                    </a:cubicBezTo>
                    <a:cubicBezTo>
                      <a:pt x="366" y="463"/>
                      <a:pt x="374" y="470"/>
                      <a:pt x="381" y="470"/>
                    </a:cubicBezTo>
                    <a:cubicBezTo>
                      <a:pt x="409" y="479"/>
                      <a:pt x="431" y="485"/>
                      <a:pt x="461" y="492"/>
                    </a:cubicBezTo>
                    <a:cubicBezTo>
                      <a:pt x="518" y="506"/>
                      <a:pt x="574" y="522"/>
                      <a:pt x="633" y="542"/>
                    </a:cubicBezTo>
                    <a:cubicBezTo>
                      <a:pt x="654" y="542"/>
                      <a:pt x="676" y="549"/>
                      <a:pt x="697" y="556"/>
                    </a:cubicBezTo>
                    <a:cubicBezTo>
                      <a:pt x="704" y="556"/>
                      <a:pt x="704" y="565"/>
                      <a:pt x="711" y="565"/>
                    </a:cubicBezTo>
                    <a:cubicBezTo>
                      <a:pt x="733" y="572"/>
                      <a:pt x="747" y="572"/>
                      <a:pt x="769" y="579"/>
                    </a:cubicBezTo>
                    <a:cubicBezTo>
                      <a:pt x="926" y="622"/>
                      <a:pt x="1035" y="651"/>
                      <a:pt x="1035" y="651"/>
                    </a:cubicBezTo>
                    <a:cubicBezTo>
                      <a:pt x="1099" y="384"/>
                      <a:pt x="1092" y="197"/>
                      <a:pt x="1078" y="168"/>
                    </a:cubicBezTo>
                    <a:cubicBezTo>
                      <a:pt x="1078" y="161"/>
                      <a:pt x="1078" y="161"/>
                      <a:pt x="1071" y="161"/>
                    </a:cubicBezTo>
                    <a:cubicBezTo>
                      <a:pt x="1068" y="160"/>
                      <a:pt x="1064" y="160"/>
                      <a:pt x="1060" y="160"/>
                    </a:cubicBezTo>
                    <a:cubicBezTo>
                      <a:pt x="1025" y="160"/>
                      <a:pt x="958" y="180"/>
                      <a:pt x="892" y="180"/>
                    </a:cubicBezTo>
                    <a:cubicBezTo>
                      <a:pt x="877" y="180"/>
                      <a:pt x="863" y="179"/>
                      <a:pt x="849" y="177"/>
                    </a:cubicBezTo>
                    <a:cubicBezTo>
                      <a:pt x="769" y="161"/>
                      <a:pt x="726" y="68"/>
                      <a:pt x="697" y="18"/>
                    </a:cubicBezTo>
                    <a:cubicBezTo>
                      <a:pt x="690" y="11"/>
                      <a:pt x="683" y="4"/>
                      <a:pt x="668" y="4"/>
                    </a:cubicBezTo>
                    <a:cubicBezTo>
                      <a:pt x="663" y="2"/>
                      <a:pt x="659" y="1"/>
                      <a:pt x="654"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6" name="Google Shape;8767;p72">
                <a:extLst>
                  <a:ext uri="{FF2B5EF4-FFF2-40B4-BE49-F238E27FC236}">
                    <a16:creationId xmlns:a16="http://schemas.microsoft.com/office/drawing/2014/main" id="{040D75C6-9D18-4104-9CC3-2080A0877604}"/>
                  </a:ext>
                </a:extLst>
              </p:cNvPr>
              <p:cNvSpPr/>
              <p:nvPr/>
            </p:nvSpPr>
            <p:spPr>
              <a:xfrm>
                <a:off x="7362695" y="4705654"/>
                <a:ext cx="245" cy="245"/>
              </a:xfrm>
              <a:custGeom>
                <a:avLst/>
                <a:gdLst/>
                <a:ahLst/>
                <a:cxnLst/>
                <a:rect l="l" t="t" r="r" b="b"/>
                <a:pathLst>
                  <a:path w="1" h="1" extrusionOk="0">
                    <a:moveTo>
                      <a:pt x="1" y="0"/>
                    </a:move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 name="Google Shape;8768;p72">
                <a:extLst>
                  <a:ext uri="{FF2B5EF4-FFF2-40B4-BE49-F238E27FC236}">
                    <a16:creationId xmlns:a16="http://schemas.microsoft.com/office/drawing/2014/main" id="{AE12E8AE-23CC-4031-AD5F-2204DC6096B3}"/>
                  </a:ext>
                </a:extLst>
              </p:cNvPr>
              <p:cNvSpPr/>
              <p:nvPr/>
            </p:nvSpPr>
            <p:spPr>
              <a:xfrm>
                <a:off x="7083163" y="4700029"/>
                <a:ext cx="141113" cy="84619"/>
              </a:xfrm>
              <a:custGeom>
                <a:avLst/>
                <a:gdLst/>
                <a:ahLst/>
                <a:cxnLst/>
                <a:rect l="l" t="t" r="r" b="b"/>
                <a:pathLst>
                  <a:path w="577" h="346" extrusionOk="0">
                    <a:moveTo>
                      <a:pt x="180" y="1"/>
                    </a:moveTo>
                    <a:cubicBezTo>
                      <a:pt x="159" y="1"/>
                      <a:pt x="130" y="8"/>
                      <a:pt x="109" y="15"/>
                    </a:cubicBezTo>
                    <a:cubicBezTo>
                      <a:pt x="93" y="23"/>
                      <a:pt x="86" y="30"/>
                      <a:pt x="73" y="44"/>
                    </a:cubicBezTo>
                    <a:cubicBezTo>
                      <a:pt x="66" y="51"/>
                      <a:pt x="59" y="58"/>
                      <a:pt x="59" y="73"/>
                    </a:cubicBezTo>
                    <a:cubicBezTo>
                      <a:pt x="50" y="73"/>
                      <a:pt x="50" y="80"/>
                      <a:pt x="50" y="80"/>
                    </a:cubicBezTo>
                    <a:cubicBezTo>
                      <a:pt x="23" y="116"/>
                      <a:pt x="0" y="160"/>
                      <a:pt x="0" y="160"/>
                    </a:cubicBezTo>
                    <a:cubicBezTo>
                      <a:pt x="7" y="160"/>
                      <a:pt x="16" y="166"/>
                      <a:pt x="16" y="166"/>
                    </a:cubicBezTo>
                    <a:cubicBezTo>
                      <a:pt x="23" y="166"/>
                      <a:pt x="29" y="166"/>
                      <a:pt x="43" y="173"/>
                    </a:cubicBezTo>
                    <a:cubicBezTo>
                      <a:pt x="50" y="173"/>
                      <a:pt x="50" y="173"/>
                      <a:pt x="59" y="180"/>
                    </a:cubicBezTo>
                    <a:lnTo>
                      <a:pt x="73" y="180"/>
                    </a:lnTo>
                    <a:cubicBezTo>
                      <a:pt x="86" y="187"/>
                      <a:pt x="93" y="196"/>
                      <a:pt x="109" y="196"/>
                    </a:cubicBezTo>
                    <a:cubicBezTo>
                      <a:pt x="159" y="216"/>
                      <a:pt x="231" y="239"/>
                      <a:pt x="309" y="266"/>
                    </a:cubicBezTo>
                    <a:cubicBezTo>
                      <a:pt x="352" y="282"/>
                      <a:pt x="395" y="296"/>
                      <a:pt x="438" y="310"/>
                    </a:cubicBezTo>
                    <a:cubicBezTo>
                      <a:pt x="461" y="317"/>
                      <a:pt x="490" y="325"/>
                      <a:pt x="511" y="332"/>
                    </a:cubicBezTo>
                    <a:lnTo>
                      <a:pt x="533" y="332"/>
                    </a:lnTo>
                    <a:cubicBezTo>
                      <a:pt x="547" y="339"/>
                      <a:pt x="554" y="339"/>
                      <a:pt x="568" y="346"/>
                    </a:cubicBezTo>
                    <a:cubicBezTo>
                      <a:pt x="576" y="310"/>
                      <a:pt x="576" y="273"/>
                      <a:pt x="576" y="246"/>
                    </a:cubicBezTo>
                    <a:cubicBezTo>
                      <a:pt x="568" y="210"/>
                      <a:pt x="568" y="180"/>
                      <a:pt x="568" y="153"/>
                    </a:cubicBezTo>
                    <a:cubicBezTo>
                      <a:pt x="561" y="116"/>
                      <a:pt x="554" y="80"/>
                      <a:pt x="547" y="58"/>
                    </a:cubicBezTo>
                    <a:lnTo>
                      <a:pt x="540" y="58"/>
                    </a:lnTo>
                    <a:cubicBezTo>
                      <a:pt x="540" y="37"/>
                      <a:pt x="533" y="23"/>
                      <a:pt x="525" y="15"/>
                    </a:cubicBezTo>
                    <a:cubicBezTo>
                      <a:pt x="518" y="1"/>
                      <a:pt x="511" y="1"/>
                      <a:pt x="504"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 name="Google Shape;8769;p72">
                <a:extLst>
                  <a:ext uri="{FF2B5EF4-FFF2-40B4-BE49-F238E27FC236}">
                    <a16:creationId xmlns:a16="http://schemas.microsoft.com/office/drawing/2014/main" id="{00437FD8-51BB-4BCA-852B-68264EB6E496}"/>
                  </a:ext>
                </a:extLst>
              </p:cNvPr>
              <p:cNvSpPr/>
              <p:nvPr/>
            </p:nvSpPr>
            <p:spPr>
              <a:xfrm>
                <a:off x="7213514" y="4781223"/>
                <a:ext cx="8560" cy="3424"/>
              </a:xfrm>
              <a:custGeom>
                <a:avLst/>
                <a:gdLst/>
                <a:ahLst/>
                <a:cxnLst/>
                <a:rect l="l" t="t" r="r" b="b"/>
                <a:pathLst>
                  <a:path w="35" h="14" extrusionOk="0">
                    <a:moveTo>
                      <a:pt x="0" y="0"/>
                    </a:moveTo>
                    <a:lnTo>
                      <a:pt x="0" y="0"/>
                    </a:lnTo>
                    <a:cubicBezTo>
                      <a:pt x="14" y="7"/>
                      <a:pt x="21" y="7"/>
                      <a:pt x="35" y="14"/>
                    </a:cubicBezTo>
                    <a:cubicBezTo>
                      <a:pt x="28" y="7"/>
                      <a:pt x="14" y="7"/>
                      <a:pt x="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9" name="Google Shape;8770;p72">
                <a:extLst>
                  <a:ext uri="{FF2B5EF4-FFF2-40B4-BE49-F238E27FC236}">
                    <a16:creationId xmlns:a16="http://schemas.microsoft.com/office/drawing/2014/main" id="{5311E928-E29A-413B-8C04-B5B27901933F}"/>
                  </a:ext>
                </a:extLst>
              </p:cNvPr>
              <p:cNvSpPr/>
              <p:nvPr/>
            </p:nvSpPr>
            <p:spPr>
              <a:xfrm>
                <a:off x="7234546" y="4686089"/>
                <a:ext cx="19320" cy="47690"/>
              </a:xfrm>
              <a:custGeom>
                <a:avLst/>
                <a:gdLst/>
                <a:ahLst/>
                <a:cxnLst/>
                <a:rect l="l" t="t" r="r" b="b"/>
                <a:pathLst>
                  <a:path w="79" h="195" extrusionOk="0">
                    <a:moveTo>
                      <a:pt x="28" y="1"/>
                    </a:moveTo>
                    <a:cubicBezTo>
                      <a:pt x="14" y="8"/>
                      <a:pt x="0" y="22"/>
                      <a:pt x="0" y="37"/>
                    </a:cubicBezTo>
                    <a:lnTo>
                      <a:pt x="0" y="44"/>
                    </a:lnTo>
                    <a:lnTo>
                      <a:pt x="7" y="130"/>
                    </a:lnTo>
                    <a:lnTo>
                      <a:pt x="7" y="158"/>
                    </a:lnTo>
                    <a:cubicBezTo>
                      <a:pt x="7" y="167"/>
                      <a:pt x="7" y="173"/>
                      <a:pt x="14" y="173"/>
                    </a:cubicBezTo>
                    <a:cubicBezTo>
                      <a:pt x="14" y="180"/>
                      <a:pt x="21" y="187"/>
                      <a:pt x="35" y="194"/>
                    </a:cubicBezTo>
                    <a:lnTo>
                      <a:pt x="44" y="194"/>
                    </a:lnTo>
                    <a:cubicBezTo>
                      <a:pt x="57" y="194"/>
                      <a:pt x="71" y="180"/>
                      <a:pt x="71" y="173"/>
                    </a:cubicBezTo>
                    <a:cubicBezTo>
                      <a:pt x="78" y="167"/>
                      <a:pt x="78" y="158"/>
                      <a:pt x="78" y="158"/>
                    </a:cubicBezTo>
                    <a:lnTo>
                      <a:pt x="71" y="130"/>
                    </a:lnTo>
                    <a:lnTo>
                      <a:pt x="64" y="44"/>
                    </a:lnTo>
                    <a:lnTo>
                      <a:pt x="64" y="37"/>
                    </a:lnTo>
                    <a:cubicBezTo>
                      <a:pt x="64" y="15"/>
                      <a:pt x="50" y="1"/>
                      <a:pt x="28"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 name="Google Shape;8771;p72">
                <a:extLst>
                  <a:ext uri="{FF2B5EF4-FFF2-40B4-BE49-F238E27FC236}">
                    <a16:creationId xmlns:a16="http://schemas.microsoft.com/office/drawing/2014/main" id="{8F7B1CED-6926-4A1F-B2B1-27D53218B262}"/>
                  </a:ext>
                </a:extLst>
              </p:cNvPr>
              <p:cNvSpPr/>
              <p:nvPr/>
            </p:nvSpPr>
            <p:spPr>
              <a:xfrm>
                <a:off x="7234546" y="4695138"/>
                <a:ext cx="245" cy="1957"/>
              </a:xfrm>
              <a:custGeom>
                <a:avLst/>
                <a:gdLst/>
                <a:ahLst/>
                <a:cxnLst/>
                <a:rect l="l" t="t" r="r" b="b"/>
                <a:pathLst>
                  <a:path w="1" h="8" extrusionOk="0">
                    <a:moveTo>
                      <a:pt x="0" y="7"/>
                    </a:moveTo>
                    <a:lnTo>
                      <a:pt x="0" y="7"/>
                    </a:lnTo>
                    <a:lnTo>
                      <a:pt x="0"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1" name="Google Shape;8772;p72">
                <a:extLst>
                  <a:ext uri="{FF2B5EF4-FFF2-40B4-BE49-F238E27FC236}">
                    <a16:creationId xmlns:a16="http://schemas.microsoft.com/office/drawing/2014/main" id="{E5BD427E-5824-4FFF-99B4-44983CEB5B96}"/>
                  </a:ext>
                </a:extLst>
              </p:cNvPr>
              <p:cNvSpPr/>
              <p:nvPr/>
            </p:nvSpPr>
            <p:spPr>
              <a:xfrm>
                <a:off x="7267806" y="4686089"/>
                <a:ext cx="22989" cy="45978"/>
              </a:xfrm>
              <a:custGeom>
                <a:avLst/>
                <a:gdLst/>
                <a:ahLst/>
                <a:cxnLst/>
                <a:rect l="l" t="t" r="r" b="b"/>
                <a:pathLst>
                  <a:path w="94" h="188" extrusionOk="0">
                    <a:moveTo>
                      <a:pt x="28" y="1"/>
                    </a:moveTo>
                    <a:cubicBezTo>
                      <a:pt x="15" y="8"/>
                      <a:pt x="1" y="22"/>
                      <a:pt x="8" y="44"/>
                    </a:cubicBezTo>
                    <a:lnTo>
                      <a:pt x="15" y="94"/>
                    </a:lnTo>
                    <a:lnTo>
                      <a:pt x="21" y="123"/>
                    </a:lnTo>
                    <a:lnTo>
                      <a:pt x="28" y="158"/>
                    </a:lnTo>
                    <a:cubicBezTo>
                      <a:pt x="37" y="180"/>
                      <a:pt x="51" y="187"/>
                      <a:pt x="65" y="187"/>
                    </a:cubicBezTo>
                    <a:cubicBezTo>
                      <a:pt x="71" y="187"/>
                      <a:pt x="80" y="187"/>
                      <a:pt x="80" y="180"/>
                    </a:cubicBezTo>
                    <a:cubicBezTo>
                      <a:pt x="87" y="173"/>
                      <a:pt x="94" y="167"/>
                      <a:pt x="94" y="151"/>
                    </a:cubicBezTo>
                    <a:lnTo>
                      <a:pt x="94" y="144"/>
                    </a:lnTo>
                    <a:lnTo>
                      <a:pt x="87" y="115"/>
                    </a:lnTo>
                    <a:lnTo>
                      <a:pt x="71" y="37"/>
                    </a:lnTo>
                    <a:lnTo>
                      <a:pt x="71" y="28"/>
                    </a:lnTo>
                    <a:cubicBezTo>
                      <a:pt x="71" y="15"/>
                      <a:pt x="58" y="1"/>
                      <a:pt x="44"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2" name="Google Shape;8773;p72">
                <a:extLst>
                  <a:ext uri="{FF2B5EF4-FFF2-40B4-BE49-F238E27FC236}">
                    <a16:creationId xmlns:a16="http://schemas.microsoft.com/office/drawing/2014/main" id="{02695DE0-6FA5-4E0C-AD95-767F541A5E6B}"/>
                  </a:ext>
                </a:extLst>
              </p:cNvPr>
              <p:cNvSpPr/>
              <p:nvPr/>
            </p:nvSpPr>
            <p:spPr>
              <a:xfrm>
                <a:off x="7301311" y="4680709"/>
                <a:ext cx="26168" cy="44755"/>
              </a:xfrm>
              <a:custGeom>
                <a:avLst/>
                <a:gdLst/>
                <a:ahLst/>
                <a:cxnLst/>
                <a:rect l="l" t="t" r="r" b="b"/>
                <a:pathLst>
                  <a:path w="107" h="183" extrusionOk="0">
                    <a:moveTo>
                      <a:pt x="29" y="0"/>
                    </a:moveTo>
                    <a:cubicBezTo>
                      <a:pt x="7" y="7"/>
                      <a:pt x="0" y="23"/>
                      <a:pt x="7" y="44"/>
                    </a:cubicBezTo>
                    <a:lnTo>
                      <a:pt x="7" y="50"/>
                    </a:lnTo>
                    <a:lnTo>
                      <a:pt x="29" y="130"/>
                    </a:lnTo>
                    <a:lnTo>
                      <a:pt x="36" y="159"/>
                    </a:lnTo>
                    <a:lnTo>
                      <a:pt x="43" y="159"/>
                    </a:lnTo>
                    <a:cubicBezTo>
                      <a:pt x="43" y="170"/>
                      <a:pt x="56" y="182"/>
                      <a:pt x="70" y="182"/>
                    </a:cubicBezTo>
                    <a:cubicBezTo>
                      <a:pt x="73" y="182"/>
                      <a:pt x="76" y="182"/>
                      <a:pt x="79" y="180"/>
                    </a:cubicBezTo>
                    <a:cubicBezTo>
                      <a:pt x="93" y="173"/>
                      <a:pt x="107" y="159"/>
                      <a:pt x="107" y="145"/>
                    </a:cubicBezTo>
                    <a:lnTo>
                      <a:pt x="107" y="137"/>
                    </a:lnTo>
                    <a:lnTo>
                      <a:pt x="100" y="116"/>
                    </a:lnTo>
                    <a:lnTo>
                      <a:pt x="79" y="44"/>
                    </a:lnTo>
                    <a:lnTo>
                      <a:pt x="72" y="23"/>
                    </a:lnTo>
                    <a:cubicBezTo>
                      <a:pt x="64" y="7"/>
                      <a:pt x="50" y="0"/>
                      <a:pt x="3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3" name="Google Shape;8774;p72">
                <a:extLst>
                  <a:ext uri="{FF2B5EF4-FFF2-40B4-BE49-F238E27FC236}">
                    <a16:creationId xmlns:a16="http://schemas.microsoft.com/office/drawing/2014/main" id="{B021FA49-BF76-459C-A55E-5375FDA545EC}"/>
                  </a:ext>
                </a:extLst>
              </p:cNvPr>
              <p:cNvSpPr/>
              <p:nvPr/>
            </p:nvSpPr>
            <p:spPr>
              <a:xfrm>
                <a:off x="7334571" y="4673861"/>
                <a:ext cx="30081" cy="44755"/>
              </a:xfrm>
              <a:custGeom>
                <a:avLst/>
                <a:gdLst/>
                <a:ahLst/>
                <a:cxnLst/>
                <a:rect l="l" t="t" r="r" b="b"/>
                <a:pathLst>
                  <a:path w="123" h="183" extrusionOk="0">
                    <a:moveTo>
                      <a:pt x="37" y="1"/>
                    </a:moveTo>
                    <a:cubicBezTo>
                      <a:pt x="30" y="1"/>
                      <a:pt x="30" y="1"/>
                      <a:pt x="23" y="8"/>
                    </a:cubicBezTo>
                    <a:cubicBezTo>
                      <a:pt x="7" y="15"/>
                      <a:pt x="0" y="28"/>
                      <a:pt x="7" y="51"/>
                    </a:cubicBezTo>
                    <a:lnTo>
                      <a:pt x="7" y="58"/>
                    </a:lnTo>
                    <a:lnTo>
                      <a:pt x="37" y="130"/>
                    </a:lnTo>
                    <a:lnTo>
                      <a:pt x="50" y="151"/>
                    </a:lnTo>
                    <a:lnTo>
                      <a:pt x="50" y="158"/>
                    </a:lnTo>
                    <a:cubicBezTo>
                      <a:pt x="56" y="175"/>
                      <a:pt x="70" y="183"/>
                      <a:pt x="82" y="183"/>
                    </a:cubicBezTo>
                    <a:cubicBezTo>
                      <a:pt x="86" y="183"/>
                      <a:pt x="90" y="182"/>
                      <a:pt x="93" y="180"/>
                    </a:cubicBezTo>
                    <a:cubicBezTo>
                      <a:pt x="116" y="173"/>
                      <a:pt x="123" y="151"/>
                      <a:pt x="116" y="137"/>
                    </a:cubicBezTo>
                    <a:lnTo>
                      <a:pt x="116" y="130"/>
                    </a:lnTo>
                    <a:lnTo>
                      <a:pt x="100" y="101"/>
                    </a:lnTo>
                    <a:lnTo>
                      <a:pt x="73" y="28"/>
                    </a:lnTo>
                    <a:lnTo>
                      <a:pt x="66" y="22"/>
                    </a:lnTo>
                    <a:cubicBezTo>
                      <a:pt x="66" y="8"/>
                      <a:pt x="50" y="1"/>
                      <a:pt x="37"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4" name="Google Shape;8775;p72">
                <a:extLst>
                  <a:ext uri="{FF2B5EF4-FFF2-40B4-BE49-F238E27FC236}">
                    <a16:creationId xmlns:a16="http://schemas.microsoft.com/office/drawing/2014/main" id="{19A49D23-61AD-4BC2-9F09-6EDC623B67E7}"/>
                  </a:ext>
                </a:extLst>
              </p:cNvPr>
              <p:cNvSpPr/>
              <p:nvPr/>
            </p:nvSpPr>
            <p:spPr>
              <a:xfrm>
                <a:off x="7362695" y="4705654"/>
                <a:ext cx="245" cy="245"/>
              </a:xfrm>
              <a:custGeom>
                <a:avLst/>
                <a:gdLst/>
                <a:ahLst/>
                <a:cxnLst/>
                <a:rect l="l" t="t" r="r" b="b"/>
                <a:pathLst>
                  <a:path w="1" h="1" extrusionOk="0">
                    <a:moveTo>
                      <a:pt x="1" y="0"/>
                    </a:move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5" name="Google Shape;8776;p72">
                <a:extLst>
                  <a:ext uri="{FF2B5EF4-FFF2-40B4-BE49-F238E27FC236}">
                    <a16:creationId xmlns:a16="http://schemas.microsoft.com/office/drawing/2014/main" id="{BB7C2785-CBB4-4F12-8AB6-5F62EB5667E5}"/>
                  </a:ext>
                </a:extLst>
              </p:cNvPr>
              <p:cNvSpPr/>
              <p:nvPr/>
            </p:nvSpPr>
            <p:spPr>
              <a:xfrm>
                <a:off x="7383972" y="3659180"/>
                <a:ext cx="529233" cy="997326"/>
              </a:xfrm>
              <a:custGeom>
                <a:avLst/>
                <a:gdLst/>
                <a:ahLst/>
                <a:cxnLst/>
                <a:rect l="l" t="t" r="r" b="b"/>
                <a:pathLst>
                  <a:path w="2164" h="4078" extrusionOk="0">
                    <a:moveTo>
                      <a:pt x="1969" y="1"/>
                    </a:moveTo>
                    <a:cubicBezTo>
                      <a:pt x="1925" y="23"/>
                      <a:pt x="1875" y="53"/>
                      <a:pt x="1825" y="80"/>
                    </a:cubicBezTo>
                    <a:cubicBezTo>
                      <a:pt x="1682" y="160"/>
                      <a:pt x="1510" y="260"/>
                      <a:pt x="1308" y="389"/>
                    </a:cubicBezTo>
                    <a:cubicBezTo>
                      <a:pt x="1178" y="462"/>
                      <a:pt x="1042" y="548"/>
                      <a:pt x="890" y="648"/>
                    </a:cubicBezTo>
                    <a:cubicBezTo>
                      <a:pt x="726" y="750"/>
                      <a:pt x="683" y="900"/>
                      <a:pt x="632" y="1088"/>
                    </a:cubicBezTo>
                    <a:cubicBezTo>
                      <a:pt x="604" y="1181"/>
                      <a:pt x="452" y="1878"/>
                      <a:pt x="302" y="2554"/>
                    </a:cubicBezTo>
                    <a:cubicBezTo>
                      <a:pt x="150" y="3236"/>
                      <a:pt x="0" y="3905"/>
                      <a:pt x="0" y="3905"/>
                    </a:cubicBezTo>
                    <a:cubicBezTo>
                      <a:pt x="0" y="3905"/>
                      <a:pt x="14" y="3912"/>
                      <a:pt x="43" y="3919"/>
                    </a:cubicBezTo>
                    <a:cubicBezTo>
                      <a:pt x="123" y="3948"/>
                      <a:pt x="309" y="4020"/>
                      <a:pt x="488" y="4055"/>
                    </a:cubicBezTo>
                    <a:cubicBezTo>
                      <a:pt x="531" y="4064"/>
                      <a:pt x="575" y="4071"/>
                      <a:pt x="611" y="4077"/>
                    </a:cubicBezTo>
                    <a:lnTo>
                      <a:pt x="654" y="3796"/>
                    </a:lnTo>
                    <a:cubicBezTo>
                      <a:pt x="654" y="3796"/>
                      <a:pt x="1042" y="2847"/>
                      <a:pt x="1172" y="2561"/>
                    </a:cubicBezTo>
                    <a:cubicBezTo>
                      <a:pt x="1251" y="2382"/>
                      <a:pt x="1408" y="1921"/>
                      <a:pt x="1517" y="1612"/>
                    </a:cubicBezTo>
                    <a:cubicBezTo>
                      <a:pt x="1573" y="1440"/>
                      <a:pt x="1617" y="1310"/>
                      <a:pt x="1617" y="1310"/>
                    </a:cubicBezTo>
                    <a:cubicBezTo>
                      <a:pt x="1617" y="1310"/>
                      <a:pt x="1675" y="1310"/>
                      <a:pt x="1761" y="1303"/>
                    </a:cubicBezTo>
                    <a:cubicBezTo>
                      <a:pt x="1775" y="1310"/>
                      <a:pt x="1796" y="1310"/>
                      <a:pt x="1818" y="1310"/>
                    </a:cubicBezTo>
                    <a:lnTo>
                      <a:pt x="1868" y="1310"/>
                    </a:lnTo>
                    <a:lnTo>
                      <a:pt x="1868" y="1295"/>
                    </a:lnTo>
                    <a:lnTo>
                      <a:pt x="1898" y="1181"/>
                    </a:lnTo>
                    <a:lnTo>
                      <a:pt x="1962" y="886"/>
                    </a:lnTo>
                    <a:lnTo>
                      <a:pt x="2163" y="23"/>
                    </a:lnTo>
                    <a:cubicBezTo>
                      <a:pt x="2091" y="17"/>
                      <a:pt x="2027" y="10"/>
                      <a:pt x="1969" y="1"/>
                    </a:cubicBezTo>
                    <a:close/>
                  </a:path>
                </a:pathLst>
              </a:custGeom>
              <a:solidFill>
                <a:schemeClr val="accent1">
                  <a:lumMod val="40000"/>
                  <a:lumOff val="60000"/>
                </a:schemeClr>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6" name="Google Shape;8777;p72">
                <a:extLst>
                  <a:ext uri="{FF2B5EF4-FFF2-40B4-BE49-F238E27FC236}">
                    <a16:creationId xmlns:a16="http://schemas.microsoft.com/office/drawing/2014/main" id="{B665C9C7-9F29-4B4A-92CC-08987E97746C}"/>
                  </a:ext>
                </a:extLst>
              </p:cNvPr>
              <p:cNvSpPr/>
              <p:nvPr/>
            </p:nvSpPr>
            <p:spPr>
              <a:xfrm>
                <a:off x="7979720" y="3664805"/>
                <a:ext cx="188313" cy="300567"/>
              </a:xfrm>
              <a:custGeom>
                <a:avLst/>
                <a:gdLst/>
                <a:ahLst/>
                <a:cxnLst/>
                <a:rect l="l" t="t" r="r" b="b"/>
                <a:pathLst>
                  <a:path w="770" h="1229" extrusionOk="0">
                    <a:moveTo>
                      <a:pt x="547" y="0"/>
                    </a:moveTo>
                    <a:cubicBezTo>
                      <a:pt x="468" y="7"/>
                      <a:pt x="381" y="14"/>
                      <a:pt x="281" y="14"/>
                    </a:cubicBezTo>
                    <a:lnTo>
                      <a:pt x="129" y="654"/>
                    </a:lnTo>
                    <a:lnTo>
                      <a:pt x="16" y="1158"/>
                    </a:lnTo>
                    <a:lnTo>
                      <a:pt x="0" y="1229"/>
                    </a:lnTo>
                    <a:cubicBezTo>
                      <a:pt x="72" y="1229"/>
                      <a:pt x="136" y="1222"/>
                      <a:pt x="195" y="1215"/>
                    </a:cubicBezTo>
                    <a:cubicBezTo>
                      <a:pt x="238" y="1208"/>
                      <a:pt x="281" y="1201"/>
                      <a:pt x="309" y="1194"/>
                    </a:cubicBezTo>
                    <a:cubicBezTo>
                      <a:pt x="367" y="1186"/>
                      <a:pt x="417" y="1172"/>
                      <a:pt x="461" y="1158"/>
                    </a:cubicBezTo>
                    <a:cubicBezTo>
                      <a:pt x="597" y="1108"/>
                      <a:pt x="697" y="1029"/>
                      <a:pt x="769" y="935"/>
                    </a:cubicBezTo>
                    <a:lnTo>
                      <a:pt x="554" y="0"/>
                    </a:lnTo>
                    <a:close/>
                  </a:path>
                </a:pathLst>
              </a:custGeom>
              <a:solidFill>
                <a:schemeClr val="accent5">
                  <a:lumMod val="40000"/>
                  <a:lumOff val="60000"/>
                </a:schemeClr>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7" name="Google Shape;8778;p72">
                <a:extLst>
                  <a:ext uri="{FF2B5EF4-FFF2-40B4-BE49-F238E27FC236}">
                    <a16:creationId xmlns:a16="http://schemas.microsoft.com/office/drawing/2014/main" id="{FC170DC8-737A-4EF7-AD66-261AF5DF3185}"/>
                  </a:ext>
                </a:extLst>
              </p:cNvPr>
              <p:cNvSpPr/>
              <p:nvPr/>
            </p:nvSpPr>
            <p:spPr>
              <a:xfrm>
                <a:off x="8113250" y="3657713"/>
                <a:ext cx="1957" cy="7337"/>
              </a:xfrm>
              <a:custGeom>
                <a:avLst/>
                <a:gdLst/>
                <a:ahLst/>
                <a:cxnLst/>
                <a:rect l="l" t="t" r="r" b="b"/>
                <a:pathLst>
                  <a:path w="8" h="30" extrusionOk="0">
                    <a:moveTo>
                      <a:pt x="1" y="0"/>
                    </a:moveTo>
                    <a:lnTo>
                      <a:pt x="1" y="29"/>
                    </a:lnTo>
                    <a:lnTo>
                      <a:pt x="8" y="29"/>
                    </a:ln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8" name="Google Shape;8779;p72">
                <a:extLst>
                  <a:ext uri="{FF2B5EF4-FFF2-40B4-BE49-F238E27FC236}">
                    <a16:creationId xmlns:a16="http://schemas.microsoft.com/office/drawing/2014/main" id="{344C29A7-177F-4423-B92C-5D330020FBED}"/>
                  </a:ext>
                </a:extLst>
              </p:cNvPr>
              <p:cNvSpPr/>
              <p:nvPr/>
            </p:nvSpPr>
            <p:spPr>
              <a:xfrm>
                <a:off x="8048441" y="3619317"/>
                <a:ext cx="65054" cy="49157"/>
              </a:xfrm>
              <a:custGeom>
                <a:avLst/>
                <a:gdLst/>
                <a:ahLst/>
                <a:cxnLst/>
                <a:rect l="l" t="t" r="r" b="b"/>
                <a:pathLst>
                  <a:path w="266" h="201" extrusionOk="0">
                    <a:moveTo>
                      <a:pt x="43" y="0"/>
                    </a:moveTo>
                    <a:lnTo>
                      <a:pt x="36" y="35"/>
                    </a:lnTo>
                    <a:lnTo>
                      <a:pt x="0" y="200"/>
                    </a:lnTo>
                    <a:cubicBezTo>
                      <a:pt x="100" y="200"/>
                      <a:pt x="187" y="193"/>
                      <a:pt x="266" y="186"/>
                    </a:cubicBezTo>
                    <a:lnTo>
                      <a:pt x="266" y="157"/>
                    </a:lnTo>
                    <a:lnTo>
                      <a:pt x="237" y="35"/>
                    </a:lnTo>
                    <a:lnTo>
                      <a:pt x="230"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9" name="Google Shape;8780;p72">
                <a:extLst>
                  <a:ext uri="{FF2B5EF4-FFF2-40B4-BE49-F238E27FC236}">
                    <a16:creationId xmlns:a16="http://schemas.microsoft.com/office/drawing/2014/main" id="{006D3DB9-59D1-4796-AFF4-8427364B4743}"/>
                  </a:ext>
                </a:extLst>
              </p:cNvPr>
              <p:cNvSpPr/>
              <p:nvPr/>
            </p:nvSpPr>
            <p:spPr>
              <a:xfrm>
                <a:off x="8113250" y="3657713"/>
                <a:ext cx="1957" cy="7337"/>
              </a:xfrm>
              <a:custGeom>
                <a:avLst/>
                <a:gdLst/>
                <a:ahLst/>
                <a:cxnLst/>
                <a:rect l="l" t="t" r="r" b="b"/>
                <a:pathLst>
                  <a:path w="8" h="30" extrusionOk="0">
                    <a:moveTo>
                      <a:pt x="1" y="0"/>
                    </a:moveTo>
                    <a:lnTo>
                      <a:pt x="1" y="29"/>
                    </a:lnTo>
                    <a:lnTo>
                      <a:pt x="8" y="29"/>
                    </a:ln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0" name="Google Shape;8781;p72">
                <a:extLst>
                  <a:ext uri="{FF2B5EF4-FFF2-40B4-BE49-F238E27FC236}">
                    <a16:creationId xmlns:a16="http://schemas.microsoft.com/office/drawing/2014/main" id="{C15F2F74-370F-48F2-BF67-1F6585DEBF16}"/>
                  </a:ext>
                </a:extLst>
              </p:cNvPr>
              <p:cNvSpPr/>
              <p:nvPr/>
            </p:nvSpPr>
            <p:spPr>
              <a:xfrm>
                <a:off x="7923471" y="3617116"/>
                <a:ext cx="12473" cy="2446"/>
              </a:xfrm>
              <a:custGeom>
                <a:avLst/>
                <a:gdLst/>
                <a:ahLst/>
                <a:cxnLst/>
                <a:rect l="l" t="t" r="r" b="b"/>
                <a:pathLst>
                  <a:path w="51" h="10" extrusionOk="0">
                    <a:moveTo>
                      <a:pt x="1" y="0"/>
                    </a:moveTo>
                    <a:lnTo>
                      <a:pt x="1" y="9"/>
                    </a:lnTo>
                    <a:lnTo>
                      <a:pt x="51" y="9"/>
                    </a:lnTo>
                    <a:cubicBezTo>
                      <a:pt x="30" y="9"/>
                      <a:pt x="14" y="9"/>
                      <a:pt x="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1" name="Google Shape;8782;p72">
                <a:extLst>
                  <a:ext uri="{FF2B5EF4-FFF2-40B4-BE49-F238E27FC236}">
                    <a16:creationId xmlns:a16="http://schemas.microsoft.com/office/drawing/2014/main" id="{8036D933-9FCB-454D-A5C5-509F9D9B41A5}"/>
                  </a:ext>
                </a:extLst>
              </p:cNvPr>
              <p:cNvSpPr/>
              <p:nvPr/>
            </p:nvSpPr>
            <p:spPr>
              <a:xfrm>
                <a:off x="7766953" y="3531030"/>
                <a:ext cx="156765" cy="134020"/>
              </a:xfrm>
              <a:custGeom>
                <a:avLst/>
                <a:gdLst/>
                <a:ahLst/>
                <a:cxnLst/>
                <a:rect l="l" t="t" r="r" b="b"/>
                <a:pathLst>
                  <a:path w="641" h="548" extrusionOk="0">
                    <a:moveTo>
                      <a:pt x="14" y="1"/>
                    </a:moveTo>
                    <a:cubicBezTo>
                      <a:pt x="7" y="202"/>
                      <a:pt x="1" y="332"/>
                      <a:pt x="1" y="332"/>
                    </a:cubicBezTo>
                    <a:cubicBezTo>
                      <a:pt x="14" y="346"/>
                      <a:pt x="73" y="432"/>
                      <a:pt x="282" y="497"/>
                    </a:cubicBezTo>
                    <a:cubicBezTo>
                      <a:pt x="316" y="504"/>
                      <a:pt x="352" y="511"/>
                      <a:pt x="403" y="525"/>
                    </a:cubicBezTo>
                    <a:cubicBezTo>
                      <a:pt x="461" y="534"/>
                      <a:pt x="525" y="541"/>
                      <a:pt x="597" y="547"/>
                    </a:cubicBezTo>
                    <a:lnTo>
                      <a:pt x="634" y="396"/>
                    </a:lnTo>
                    <a:lnTo>
                      <a:pt x="641" y="361"/>
                    </a:lnTo>
                    <a:lnTo>
                      <a:pt x="425" y="361"/>
                    </a:lnTo>
                    <a:cubicBezTo>
                      <a:pt x="382" y="361"/>
                      <a:pt x="346" y="339"/>
                      <a:pt x="316" y="309"/>
                    </a:cubicBezTo>
                    <a:cubicBezTo>
                      <a:pt x="309" y="296"/>
                      <a:pt x="309" y="289"/>
                      <a:pt x="302" y="275"/>
                    </a:cubicBezTo>
                    <a:cubicBezTo>
                      <a:pt x="296" y="259"/>
                      <a:pt x="296" y="246"/>
                      <a:pt x="296" y="232"/>
                    </a:cubicBezTo>
                    <a:lnTo>
                      <a:pt x="296"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2" name="Google Shape;8783;p72">
                <a:extLst>
                  <a:ext uri="{FF2B5EF4-FFF2-40B4-BE49-F238E27FC236}">
                    <a16:creationId xmlns:a16="http://schemas.microsoft.com/office/drawing/2014/main" id="{8C2AEFE0-8117-413A-9A76-D5E433BD55B9}"/>
                  </a:ext>
                </a:extLst>
              </p:cNvPr>
              <p:cNvSpPr/>
              <p:nvPr/>
            </p:nvSpPr>
            <p:spPr>
              <a:xfrm>
                <a:off x="7909531" y="2954846"/>
                <a:ext cx="7092" cy="6848"/>
              </a:xfrm>
              <a:custGeom>
                <a:avLst/>
                <a:gdLst/>
                <a:ahLst/>
                <a:cxnLst/>
                <a:rect l="l" t="t" r="r" b="b"/>
                <a:pathLst>
                  <a:path w="29" h="28" extrusionOk="0">
                    <a:moveTo>
                      <a:pt x="14" y="0"/>
                    </a:moveTo>
                    <a:lnTo>
                      <a:pt x="1" y="28"/>
                    </a:lnTo>
                    <a:lnTo>
                      <a:pt x="1" y="28"/>
                    </a:lnTo>
                    <a:lnTo>
                      <a:pt x="28" y="14"/>
                    </a:lnTo>
                    <a:cubicBezTo>
                      <a:pt x="21" y="7"/>
                      <a:pt x="14" y="7"/>
                      <a:pt x="1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3" name="Google Shape;8784;p72">
                <a:extLst>
                  <a:ext uri="{FF2B5EF4-FFF2-40B4-BE49-F238E27FC236}">
                    <a16:creationId xmlns:a16="http://schemas.microsoft.com/office/drawing/2014/main" id="{150228AC-CE70-4282-BAB6-4DD82B97FBCF}"/>
                  </a:ext>
                </a:extLst>
              </p:cNvPr>
              <p:cNvSpPr/>
              <p:nvPr/>
            </p:nvSpPr>
            <p:spPr>
              <a:xfrm>
                <a:off x="8016649" y="3416821"/>
                <a:ext cx="146248" cy="40597"/>
              </a:xfrm>
              <a:custGeom>
                <a:avLst/>
                <a:gdLst/>
                <a:ahLst/>
                <a:cxnLst/>
                <a:rect l="l" t="t" r="r" b="b"/>
                <a:pathLst>
                  <a:path w="598" h="166" extrusionOk="0">
                    <a:moveTo>
                      <a:pt x="1" y="0"/>
                    </a:moveTo>
                    <a:lnTo>
                      <a:pt x="15" y="166"/>
                    </a:lnTo>
                    <a:lnTo>
                      <a:pt x="589" y="166"/>
                    </a:lnTo>
                    <a:lnTo>
                      <a:pt x="598"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4" name="Google Shape;8785;p72">
                <a:extLst>
                  <a:ext uri="{FF2B5EF4-FFF2-40B4-BE49-F238E27FC236}">
                    <a16:creationId xmlns:a16="http://schemas.microsoft.com/office/drawing/2014/main" id="{6B089DD5-040C-46A1-9BFB-D4298627D4A1}"/>
                  </a:ext>
                </a:extLst>
              </p:cNvPr>
              <p:cNvSpPr/>
              <p:nvPr/>
            </p:nvSpPr>
            <p:spPr>
              <a:xfrm>
                <a:off x="7888499" y="2460590"/>
                <a:ext cx="3668" cy="3668"/>
              </a:xfrm>
              <a:custGeom>
                <a:avLst/>
                <a:gdLst/>
                <a:ahLst/>
                <a:cxnLst/>
                <a:rect l="l" t="t" r="r" b="b"/>
                <a:pathLst>
                  <a:path w="15" h="15" extrusionOk="0">
                    <a:moveTo>
                      <a:pt x="0" y="1"/>
                    </a:moveTo>
                    <a:cubicBezTo>
                      <a:pt x="0" y="1"/>
                      <a:pt x="7" y="8"/>
                      <a:pt x="7" y="15"/>
                    </a:cubicBezTo>
                    <a:lnTo>
                      <a:pt x="7" y="8"/>
                    </a:lnTo>
                    <a:lnTo>
                      <a:pt x="14"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5" name="Google Shape;8786;p72">
                <a:extLst>
                  <a:ext uri="{FF2B5EF4-FFF2-40B4-BE49-F238E27FC236}">
                    <a16:creationId xmlns:a16="http://schemas.microsoft.com/office/drawing/2014/main" id="{23661B5D-B4D3-4F5A-97A9-71F2AA4EF3CB}"/>
                  </a:ext>
                </a:extLst>
              </p:cNvPr>
              <p:cNvSpPr/>
              <p:nvPr/>
            </p:nvSpPr>
            <p:spPr>
              <a:xfrm>
                <a:off x="7891923" y="2551811"/>
                <a:ext cx="12473" cy="2446"/>
              </a:xfrm>
              <a:custGeom>
                <a:avLst/>
                <a:gdLst/>
                <a:ahLst/>
                <a:cxnLst/>
                <a:rect l="l" t="t" r="r" b="b"/>
                <a:pathLst>
                  <a:path w="51" h="10" extrusionOk="0">
                    <a:moveTo>
                      <a:pt x="0" y="1"/>
                    </a:moveTo>
                    <a:lnTo>
                      <a:pt x="50" y="9"/>
                    </a:lnTo>
                    <a:lnTo>
                      <a:pt x="5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6" name="Google Shape;8787;p72">
                <a:extLst>
                  <a:ext uri="{FF2B5EF4-FFF2-40B4-BE49-F238E27FC236}">
                    <a16:creationId xmlns:a16="http://schemas.microsoft.com/office/drawing/2014/main" id="{50C59892-A932-477E-9C98-BE252BE7736E}"/>
                  </a:ext>
                </a:extLst>
              </p:cNvPr>
              <p:cNvSpPr/>
              <p:nvPr/>
            </p:nvSpPr>
            <p:spPr>
              <a:xfrm>
                <a:off x="7896814" y="2592408"/>
                <a:ext cx="7581" cy="7337"/>
              </a:xfrm>
              <a:custGeom>
                <a:avLst/>
                <a:gdLst/>
                <a:ahLst/>
                <a:cxnLst/>
                <a:rect l="l" t="t" r="r" b="b"/>
                <a:pathLst>
                  <a:path w="31" h="30" extrusionOk="0">
                    <a:moveTo>
                      <a:pt x="30" y="0"/>
                    </a:moveTo>
                    <a:cubicBezTo>
                      <a:pt x="16" y="0"/>
                      <a:pt x="10" y="7"/>
                      <a:pt x="1" y="23"/>
                    </a:cubicBezTo>
                    <a:cubicBezTo>
                      <a:pt x="10" y="30"/>
                      <a:pt x="23" y="30"/>
                      <a:pt x="30" y="30"/>
                    </a:cubicBezTo>
                    <a:lnTo>
                      <a:pt x="30"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7" name="Google Shape;8788;p72">
                <a:extLst>
                  <a:ext uri="{FF2B5EF4-FFF2-40B4-BE49-F238E27FC236}">
                    <a16:creationId xmlns:a16="http://schemas.microsoft.com/office/drawing/2014/main" id="{B689F556-9679-4109-9165-D1F8054FD3A5}"/>
                  </a:ext>
                </a:extLst>
              </p:cNvPr>
              <p:cNvSpPr/>
              <p:nvPr/>
            </p:nvSpPr>
            <p:spPr>
              <a:xfrm>
                <a:off x="7888499" y="2460590"/>
                <a:ext cx="3668" cy="3668"/>
              </a:xfrm>
              <a:custGeom>
                <a:avLst/>
                <a:gdLst/>
                <a:ahLst/>
                <a:cxnLst/>
                <a:rect l="l" t="t" r="r" b="b"/>
                <a:pathLst>
                  <a:path w="15" h="15" extrusionOk="0">
                    <a:moveTo>
                      <a:pt x="0" y="1"/>
                    </a:moveTo>
                    <a:cubicBezTo>
                      <a:pt x="0" y="1"/>
                      <a:pt x="7" y="8"/>
                      <a:pt x="7" y="15"/>
                    </a:cubicBezTo>
                    <a:lnTo>
                      <a:pt x="7" y="8"/>
                    </a:lnTo>
                    <a:lnTo>
                      <a:pt x="14"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8" name="Google Shape;8789;p72">
                <a:extLst>
                  <a:ext uri="{FF2B5EF4-FFF2-40B4-BE49-F238E27FC236}">
                    <a16:creationId xmlns:a16="http://schemas.microsoft.com/office/drawing/2014/main" id="{AA23E495-556B-424D-B509-EBA38D670AF4}"/>
                  </a:ext>
                </a:extLst>
              </p:cNvPr>
              <p:cNvSpPr/>
              <p:nvPr/>
            </p:nvSpPr>
            <p:spPr>
              <a:xfrm>
                <a:off x="7995617" y="2690966"/>
                <a:ext cx="179509" cy="232334"/>
              </a:xfrm>
              <a:custGeom>
                <a:avLst/>
                <a:gdLst/>
                <a:ahLst/>
                <a:cxnLst/>
                <a:rect l="l" t="t" r="r" b="b"/>
                <a:pathLst>
                  <a:path w="734" h="950" extrusionOk="0">
                    <a:moveTo>
                      <a:pt x="727" y="1"/>
                    </a:moveTo>
                    <a:cubicBezTo>
                      <a:pt x="727" y="8"/>
                      <a:pt x="718" y="15"/>
                      <a:pt x="718" y="15"/>
                    </a:cubicBezTo>
                    <a:cubicBezTo>
                      <a:pt x="575" y="267"/>
                      <a:pt x="280" y="403"/>
                      <a:pt x="57" y="439"/>
                    </a:cubicBezTo>
                    <a:cubicBezTo>
                      <a:pt x="51" y="453"/>
                      <a:pt x="51" y="467"/>
                      <a:pt x="44" y="475"/>
                    </a:cubicBezTo>
                    <a:cubicBezTo>
                      <a:pt x="44" y="489"/>
                      <a:pt x="37" y="496"/>
                      <a:pt x="28" y="510"/>
                    </a:cubicBezTo>
                    <a:lnTo>
                      <a:pt x="21" y="668"/>
                    </a:lnTo>
                    <a:lnTo>
                      <a:pt x="7" y="820"/>
                    </a:lnTo>
                    <a:lnTo>
                      <a:pt x="1" y="950"/>
                    </a:lnTo>
                    <a:lnTo>
                      <a:pt x="366" y="682"/>
                    </a:lnTo>
                    <a:lnTo>
                      <a:pt x="724" y="419"/>
                    </a:lnTo>
                    <a:lnTo>
                      <a:pt x="724" y="419"/>
                    </a:lnTo>
                    <a:cubicBezTo>
                      <a:pt x="725" y="420"/>
                      <a:pt x="726" y="422"/>
                      <a:pt x="727" y="424"/>
                    </a:cubicBezTo>
                    <a:lnTo>
                      <a:pt x="727" y="417"/>
                    </a:lnTo>
                    <a:lnTo>
                      <a:pt x="724" y="419"/>
                    </a:lnTo>
                    <a:lnTo>
                      <a:pt x="724" y="419"/>
                    </a:lnTo>
                    <a:cubicBezTo>
                      <a:pt x="718" y="408"/>
                      <a:pt x="718" y="402"/>
                      <a:pt x="718" y="396"/>
                    </a:cubicBezTo>
                    <a:lnTo>
                      <a:pt x="718" y="294"/>
                    </a:lnTo>
                    <a:lnTo>
                      <a:pt x="718" y="267"/>
                    </a:lnTo>
                    <a:lnTo>
                      <a:pt x="718" y="230"/>
                    </a:lnTo>
                    <a:lnTo>
                      <a:pt x="718" y="201"/>
                    </a:lnTo>
                    <a:cubicBezTo>
                      <a:pt x="718" y="151"/>
                      <a:pt x="727" y="108"/>
                      <a:pt x="727" y="65"/>
                    </a:cubicBezTo>
                    <a:lnTo>
                      <a:pt x="727" y="44"/>
                    </a:lnTo>
                    <a:cubicBezTo>
                      <a:pt x="734" y="44"/>
                      <a:pt x="734" y="35"/>
                      <a:pt x="734" y="35"/>
                    </a:cubicBezTo>
                    <a:lnTo>
                      <a:pt x="734" y="1"/>
                    </a:lnTo>
                    <a:close/>
                  </a:path>
                </a:pathLst>
              </a:custGeom>
              <a:solidFill>
                <a:srgbClr val="999999"/>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9" name="Google Shape;8790;p72">
                <a:extLst>
                  <a:ext uri="{FF2B5EF4-FFF2-40B4-BE49-F238E27FC236}">
                    <a16:creationId xmlns:a16="http://schemas.microsoft.com/office/drawing/2014/main" id="{1B6A5D97-1F6A-465D-B434-D3E006EADD36}"/>
                  </a:ext>
                </a:extLst>
              </p:cNvPr>
              <p:cNvSpPr/>
              <p:nvPr/>
            </p:nvSpPr>
            <p:spPr>
              <a:xfrm>
                <a:off x="7891923" y="2551811"/>
                <a:ext cx="22989" cy="4158"/>
              </a:xfrm>
              <a:custGeom>
                <a:avLst/>
                <a:gdLst/>
                <a:ahLst/>
                <a:cxnLst/>
                <a:rect l="l" t="t" r="r" b="b"/>
                <a:pathLst>
                  <a:path w="94" h="17" extrusionOk="0">
                    <a:moveTo>
                      <a:pt x="0" y="1"/>
                    </a:moveTo>
                    <a:lnTo>
                      <a:pt x="50" y="9"/>
                    </a:lnTo>
                    <a:lnTo>
                      <a:pt x="93" y="16"/>
                    </a:lnTo>
                    <a:cubicBezTo>
                      <a:pt x="86" y="9"/>
                      <a:pt x="73" y="9"/>
                      <a:pt x="5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0" name="Google Shape;8791;p72">
                <a:extLst>
                  <a:ext uri="{FF2B5EF4-FFF2-40B4-BE49-F238E27FC236}">
                    <a16:creationId xmlns:a16="http://schemas.microsoft.com/office/drawing/2014/main" id="{E83467A2-EE9B-4A98-8E86-DCCA16CE5420}"/>
                  </a:ext>
                </a:extLst>
              </p:cNvPr>
              <p:cNvSpPr/>
              <p:nvPr/>
            </p:nvSpPr>
            <p:spPr>
              <a:xfrm>
                <a:off x="7895102" y="2590696"/>
                <a:ext cx="25190" cy="35217"/>
              </a:xfrm>
              <a:custGeom>
                <a:avLst/>
                <a:gdLst/>
                <a:ahLst/>
                <a:cxnLst/>
                <a:rect l="l" t="t" r="r" b="b"/>
                <a:pathLst>
                  <a:path w="103" h="144" extrusionOk="0">
                    <a:moveTo>
                      <a:pt x="44" y="0"/>
                    </a:moveTo>
                    <a:cubicBezTo>
                      <a:pt x="44" y="0"/>
                      <a:pt x="37" y="0"/>
                      <a:pt x="37" y="7"/>
                    </a:cubicBezTo>
                    <a:cubicBezTo>
                      <a:pt x="23" y="7"/>
                      <a:pt x="17" y="14"/>
                      <a:pt x="8" y="30"/>
                    </a:cubicBezTo>
                    <a:cubicBezTo>
                      <a:pt x="1" y="43"/>
                      <a:pt x="1" y="57"/>
                      <a:pt x="1" y="80"/>
                    </a:cubicBezTo>
                    <a:cubicBezTo>
                      <a:pt x="1" y="116"/>
                      <a:pt x="30" y="143"/>
                      <a:pt x="51" y="143"/>
                    </a:cubicBezTo>
                    <a:cubicBezTo>
                      <a:pt x="80" y="137"/>
                      <a:pt x="103" y="109"/>
                      <a:pt x="103" y="66"/>
                    </a:cubicBezTo>
                    <a:cubicBezTo>
                      <a:pt x="94" y="30"/>
                      <a:pt x="73" y="0"/>
                      <a:pt x="4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1" name="Google Shape;8792;p72">
                <a:extLst>
                  <a:ext uri="{FF2B5EF4-FFF2-40B4-BE49-F238E27FC236}">
                    <a16:creationId xmlns:a16="http://schemas.microsoft.com/office/drawing/2014/main" id="{5B924128-65F7-4CAB-A5FA-3F246A3D7021}"/>
                  </a:ext>
                </a:extLst>
              </p:cNvPr>
              <p:cNvSpPr/>
              <p:nvPr/>
            </p:nvSpPr>
            <p:spPr>
              <a:xfrm>
                <a:off x="7937411" y="2661129"/>
                <a:ext cx="12473" cy="22989"/>
              </a:xfrm>
              <a:custGeom>
                <a:avLst/>
                <a:gdLst/>
                <a:ahLst/>
                <a:cxnLst/>
                <a:rect l="l" t="t" r="r" b="b"/>
                <a:pathLst>
                  <a:path w="51" h="94" extrusionOk="0">
                    <a:moveTo>
                      <a:pt x="23" y="0"/>
                    </a:moveTo>
                    <a:lnTo>
                      <a:pt x="23" y="0"/>
                    </a:lnTo>
                    <a:cubicBezTo>
                      <a:pt x="1" y="71"/>
                      <a:pt x="51" y="94"/>
                      <a:pt x="51" y="94"/>
                    </a:cubicBezTo>
                    <a:lnTo>
                      <a:pt x="2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2" name="Google Shape;8793;p72">
                <a:extLst>
                  <a:ext uri="{FF2B5EF4-FFF2-40B4-BE49-F238E27FC236}">
                    <a16:creationId xmlns:a16="http://schemas.microsoft.com/office/drawing/2014/main" id="{BA09592A-5567-42F4-AD31-8DCF72EDD4D8}"/>
                  </a:ext>
                </a:extLst>
              </p:cNvPr>
              <p:cNvSpPr/>
              <p:nvPr/>
            </p:nvSpPr>
            <p:spPr>
              <a:xfrm>
                <a:off x="7949639" y="2717133"/>
                <a:ext cx="61874" cy="15407"/>
              </a:xfrm>
              <a:custGeom>
                <a:avLst/>
                <a:gdLst/>
                <a:ahLst/>
                <a:cxnLst/>
                <a:rect l="l" t="t" r="r" b="b"/>
                <a:pathLst>
                  <a:path w="253" h="63" extrusionOk="0">
                    <a:moveTo>
                      <a:pt x="252" y="1"/>
                    </a:moveTo>
                    <a:lnTo>
                      <a:pt x="1" y="58"/>
                    </a:lnTo>
                    <a:cubicBezTo>
                      <a:pt x="1" y="58"/>
                      <a:pt x="22" y="63"/>
                      <a:pt x="55" y="63"/>
                    </a:cubicBezTo>
                    <a:cubicBezTo>
                      <a:pt x="104" y="63"/>
                      <a:pt x="179" y="52"/>
                      <a:pt x="25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3" name="Google Shape;8794;p72">
                <a:extLst>
                  <a:ext uri="{FF2B5EF4-FFF2-40B4-BE49-F238E27FC236}">
                    <a16:creationId xmlns:a16="http://schemas.microsoft.com/office/drawing/2014/main" id="{D28AD80A-D552-4723-8381-61CA620D6D0C}"/>
                  </a:ext>
                </a:extLst>
              </p:cNvPr>
              <p:cNvSpPr/>
              <p:nvPr/>
            </p:nvSpPr>
            <p:spPr>
              <a:xfrm>
                <a:off x="8012980" y="2578468"/>
                <a:ext cx="31793" cy="38885"/>
              </a:xfrm>
              <a:custGeom>
                <a:avLst/>
                <a:gdLst/>
                <a:ahLst/>
                <a:cxnLst/>
                <a:rect l="l" t="t" r="r" b="b"/>
                <a:pathLst>
                  <a:path w="130" h="159" extrusionOk="0">
                    <a:moveTo>
                      <a:pt x="59" y="0"/>
                    </a:moveTo>
                    <a:cubicBezTo>
                      <a:pt x="30" y="7"/>
                      <a:pt x="0" y="43"/>
                      <a:pt x="9" y="87"/>
                    </a:cubicBezTo>
                    <a:cubicBezTo>
                      <a:pt x="9" y="130"/>
                      <a:pt x="43" y="159"/>
                      <a:pt x="73" y="159"/>
                    </a:cubicBezTo>
                    <a:cubicBezTo>
                      <a:pt x="109" y="159"/>
                      <a:pt x="130" y="116"/>
                      <a:pt x="130" y="73"/>
                    </a:cubicBezTo>
                    <a:cubicBezTo>
                      <a:pt x="123" y="30"/>
                      <a:pt x="95" y="0"/>
                      <a:pt x="5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4" name="Google Shape;8795;p72">
                <a:extLst>
                  <a:ext uri="{FF2B5EF4-FFF2-40B4-BE49-F238E27FC236}">
                    <a16:creationId xmlns:a16="http://schemas.microsoft.com/office/drawing/2014/main" id="{011C1C00-8218-4E30-A230-C7F4702D08CB}"/>
                  </a:ext>
                </a:extLst>
              </p:cNvPr>
              <p:cNvSpPr/>
              <p:nvPr/>
            </p:nvSpPr>
            <p:spPr>
              <a:xfrm>
                <a:off x="8000752" y="2544963"/>
                <a:ext cx="52826" cy="7092"/>
              </a:xfrm>
              <a:custGeom>
                <a:avLst/>
                <a:gdLst/>
                <a:ahLst/>
                <a:cxnLst/>
                <a:rect l="l" t="t" r="r" b="b"/>
                <a:pathLst>
                  <a:path w="216" h="29" extrusionOk="0">
                    <a:moveTo>
                      <a:pt x="159" y="1"/>
                    </a:moveTo>
                    <a:cubicBezTo>
                      <a:pt x="50" y="1"/>
                      <a:pt x="0" y="29"/>
                      <a:pt x="0" y="29"/>
                    </a:cubicBezTo>
                    <a:lnTo>
                      <a:pt x="188" y="15"/>
                    </a:lnTo>
                    <a:lnTo>
                      <a:pt x="216" y="8"/>
                    </a:lnTo>
                    <a:cubicBezTo>
                      <a:pt x="195" y="8"/>
                      <a:pt x="180" y="8"/>
                      <a:pt x="15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5" name="Google Shape;8796;p72">
                <a:extLst>
                  <a:ext uri="{FF2B5EF4-FFF2-40B4-BE49-F238E27FC236}">
                    <a16:creationId xmlns:a16="http://schemas.microsoft.com/office/drawing/2014/main" id="{4BEC7025-025F-4BC1-90A4-955A93D3DD54}"/>
                  </a:ext>
                </a:extLst>
              </p:cNvPr>
              <p:cNvSpPr/>
              <p:nvPr/>
            </p:nvSpPr>
            <p:spPr>
              <a:xfrm>
                <a:off x="7891923" y="2551811"/>
                <a:ext cx="152852" cy="180732"/>
              </a:xfrm>
              <a:custGeom>
                <a:avLst/>
                <a:gdLst/>
                <a:ahLst/>
                <a:cxnLst/>
                <a:rect l="l" t="t" r="r" b="b"/>
                <a:pathLst>
                  <a:path w="625" h="739" extrusionOk="0">
                    <a:moveTo>
                      <a:pt x="0" y="1"/>
                    </a:moveTo>
                    <a:lnTo>
                      <a:pt x="50" y="9"/>
                    </a:lnTo>
                    <a:lnTo>
                      <a:pt x="93" y="16"/>
                    </a:lnTo>
                    <a:cubicBezTo>
                      <a:pt x="86" y="9"/>
                      <a:pt x="73" y="9"/>
                      <a:pt x="50" y="1"/>
                    </a:cubicBezTo>
                    <a:close/>
                    <a:moveTo>
                      <a:pt x="554" y="109"/>
                    </a:moveTo>
                    <a:cubicBezTo>
                      <a:pt x="525" y="116"/>
                      <a:pt x="495" y="152"/>
                      <a:pt x="504" y="196"/>
                    </a:cubicBezTo>
                    <a:cubicBezTo>
                      <a:pt x="504" y="239"/>
                      <a:pt x="538" y="268"/>
                      <a:pt x="568" y="268"/>
                    </a:cubicBezTo>
                    <a:cubicBezTo>
                      <a:pt x="604" y="268"/>
                      <a:pt x="625" y="225"/>
                      <a:pt x="625" y="182"/>
                    </a:cubicBezTo>
                    <a:cubicBezTo>
                      <a:pt x="618" y="139"/>
                      <a:pt x="590" y="109"/>
                      <a:pt x="554" y="109"/>
                    </a:cubicBezTo>
                    <a:close/>
                    <a:moveTo>
                      <a:pt x="57" y="159"/>
                    </a:moveTo>
                    <a:cubicBezTo>
                      <a:pt x="57" y="159"/>
                      <a:pt x="50" y="159"/>
                      <a:pt x="50" y="166"/>
                    </a:cubicBezTo>
                    <a:cubicBezTo>
                      <a:pt x="36" y="166"/>
                      <a:pt x="30" y="173"/>
                      <a:pt x="21" y="189"/>
                    </a:cubicBezTo>
                    <a:cubicBezTo>
                      <a:pt x="14" y="202"/>
                      <a:pt x="14" y="216"/>
                      <a:pt x="14" y="239"/>
                    </a:cubicBezTo>
                    <a:cubicBezTo>
                      <a:pt x="14" y="275"/>
                      <a:pt x="43" y="302"/>
                      <a:pt x="64" y="302"/>
                    </a:cubicBezTo>
                    <a:cubicBezTo>
                      <a:pt x="93" y="296"/>
                      <a:pt x="116" y="268"/>
                      <a:pt x="116" y="225"/>
                    </a:cubicBezTo>
                    <a:cubicBezTo>
                      <a:pt x="107" y="189"/>
                      <a:pt x="86" y="159"/>
                      <a:pt x="57" y="159"/>
                    </a:cubicBezTo>
                    <a:close/>
                    <a:moveTo>
                      <a:pt x="209" y="447"/>
                    </a:moveTo>
                    <a:lnTo>
                      <a:pt x="209" y="447"/>
                    </a:lnTo>
                    <a:cubicBezTo>
                      <a:pt x="187" y="518"/>
                      <a:pt x="237" y="541"/>
                      <a:pt x="237" y="541"/>
                    </a:cubicBezTo>
                    <a:lnTo>
                      <a:pt x="209" y="447"/>
                    </a:lnTo>
                    <a:close/>
                    <a:moveTo>
                      <a:pt x="488" y="677"/>
                    </a:moveTo>
                    <a:lnTo>
                      <a:pt x="237" y="734"/>
                    </a:lnTo>
                    <a:cubicBezTo>
                      <a:pt x="237" y="734"/>
                      <a:pt x="258" y="739"/>
                      <a:pt x="291" y="739"/>
                    </a:cubicBezTo>
                    <a:cubicBezTo>
                      <a:pt x="340" y="739"/>
                      <a:pt x="415" y="728"/>
                      <a:pt x="488" y="677"/>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6" name="Google Shape;8797;p72">
                <a:extLst>
                  <a:ext uri="{FF2B5EF4-FFF2-40B4-BE49-F238E27FC236}">
                    <a16:creationId xmlns:a16="http://schemas.microsoft.com/office/drawing/2014/main" id="{687E037B-80DA-4FA3-93AE-21F294F37D43}"/>
                  </a:ext>
                </a:extLst>
              </p:cNvPr>
              <p:cNvSpPr/>
              <p:nvPr/>
            </p:nvSpPr>
            <p:spPr>
              <a:xfrm>
                <a:off x="7840810" y="2324369"/>
                <a:ext cx="444859" cy="438745"/>
              </a:xfrm>
              <a:custGeom>
                <a:avLst/>
                <a:gdLst/>
                <a:ahLst/>
                <a:cxnLst/>
                <a:rect l="l" t="t" r="r" b="b"/>
                <a:pathLst>
                  <a:path w="1819" h="1794" extrusionOk="0">
                    <a:moveTo>
                      <a:pt x="935" y="1"/>
                    </a:moveTo>
                    <a:cubicBezTo>
                      <a:pt x="603" y="1"/>
                      <a:pt x="281" y="158"/>
                      <a:pt x="109" y="449"/>
                    </a:cubicBezTo>
                    <a:cubicBezTo>
                      <a:pt x="109" y="449"/>
                      <a:pt x="23" y="644"/>
                      <a:pt x="7" y="837"/>
                    </a:cubicBezTo>
                    <a:cubicBezTo>
                      <a:pt x="0" y="989"/>
                      <a:pt x="73" y="1082"/>
                      <a:pt x="173" y="1112"/>
                    </a:cubicBezTo>
                    <a:cubicBezTo>
                      <a:pt x="173" y="1082"/>
                      <a:pt x="173" y="1039"/>
                      <a:pt x="166" y="996"/>
                    </a:cubicBezTo>
                    <a:cubicBezTo>
                      <a:pt x="152" y="853"/>
                      <a:pt x="159" y="708"/>
                      <a:pt x="202" y="579"/>
                    </a:cubicBezTo>
                    <a:cubicBezTo>
                      <a:pt x="209" y="608"/>
                      <a:pt x="223" y="658"/>
                      <a:pt x="259" y="724"/>
                    </a:cubicBezTo>
                    <a:cubicBezTo>
                      <a:pt x="309" y="824"/>
                      <a:pt x="396" y="939"/>
                      <a:pt x="540" y="1010"/>
                    </a:cubicBezTo>
                    <a:cubicBezTo>
                      <a:pt x="525" y="924"/>
                      <a:pt x="504" y="837"/>
                      <a:pt x="489" y="767"/>
                    </a:cubicBezTo>
                    <a:lnTo>
                      <a:pt x="489" y="767"/>
                    </a:lnTo>
                    <a:cubicBezTo>
                      <a:pt x="575" y="817"/>
                      <a:pt x="684" y="867"/>
                      <a:pt x="813" y="903"/>
                    </a:cubicBezTo>
                    <a:cubicBezTo>
                      <a:pt x="834" y="910"/>
                      <a:pt x="849" y="910"/>
                      <a:pt x="870" y="910"/>
                    </a:cubicBezTo>
                    <a:lnTo>
                      <a:pt x="842" y="917"/>
                    </a:lnTo>
                    <a:cubicBezTo>
                      <a:pt x="956" y="946"/>
                      <a:pt x="1086" y="974"/>
                      <a:pt x="1230" y="989"/>
                    </a:cubicBezTo>
                    <a:lnTo>
                      <a:pt x="1331" y="1248"/>
                    </a:lnTo>
                    <a:cubicBezTo>
                      <a:pt x="1331" y="1248"/>
                      <a:pt x="1367" y="1219"/>
                      <a:pt x="1403" y="1162"/>
                    </a:cubicBezTo>
                    <a:cubicBezTo>
                      <a:pt x="1403" y="1155"/>
                      <a:pt x="1417" y="1126"/>
                      <a:pt x="1446" y="1096"/>
                    </a:cubicBezTo>
                    <a:lnTo>
                      <a:pt x="1446" y="1089"/>
                    </a:lnTo>
                    <a:cubicBezTo>
                      <a:pt x="1446" y="1089"/>
                      <a:pt x="1453" y="1082"/>
                      <a:pt x="1460" y="1075"/>
                    </a:cubicBezTo>
                    <a:cubicBezTo>
                      <a:pt x="1460" y="1069"/>
                      <a:pt x="1467" y="1060"/>
                      <a:pt x="1474" y="1060"/>
                    </a:cubicBezTo>
                    <a:cubicBezTo>
                      <a:pt x="1474" y="1060"/>
                      <a:pt x="1474" y="1053"/>
                      <a:pt x="1481" y="1053"/>
                    </a:cubicBezTo>
                    <a:lnTo>
                      <a:pt x="1496" y="1039"/>
                    </a:lnTo>
                    <a:cubicBezTo>
                      <a:pt x="1496" y="1039"/>
                      <a:pt x="1503" y="1032"/>
                      <a:pt x="1517" y="1025"/>
                    </a:cubicBezTo>
                    <a:cubicBezTo>
                      <a:pt x="1524" y="1017"/>
                      <a:pt x="1532" y="1010"/>
                      <a:pt x="1546" y="1010"/>
                    </a:cubicBezTo>
                    <a:cubicBezTo>
                      <a:pt x="1553" y="1003"/>
                      <a:pt x="1560" y="1003"/>
                      <a:pt x="1567" y="996"/>
                    </a:cubicBezTo>
                    <a:lnTo>
                      <a:pt x="1596" y="996"/>
                    </a:lnTo>
                    <a:cubicBezTo>
                      <a:pt x="1603" y="996"/>
                      <a:pt x="1610" y="989"/>
                      <a:pt x="1619" y="989"/>
                    </a:cubicBezTo>
                    <a:cubicBezTo>
                      <a:pt x="1669" y="989"/>
                      <a:pt x="1689" y="1017"/>
                      <a:pt x="1705" y="1053"/>
                    </a:cubicBezTo>
                    <a:cubicBezTo>
                      <a:pt x="1732" y="1126"/>
                      <a:pt x="1705" y="1255"/>
                      <a:pt x="1646" y="1334"/>
                    </a:cubicBezTo>
                    <a:cubicBezTo>
                      <a:pt x="1639" y="1341"/>
                      <a:pt x="1639" y="1348"/>
                      <a:pt x="1632" y="1355"/>
                    </a:cubicBezTo>
                    <a:cubicBezTo>
                      <a:pt x="1553" y="1457"/>
                      <a:pt x="1437" y="1500"/>
                      <a:pt x="1374" y="1500"/>
                    </a:cubicBezTo>
                    <a:lnTo>
                      <a:pt x="1367" y="1500"/>
                    </a:lnTo>
                    <a:lnTo>
                      <a:pt x="1367" y="1534"/>
                    </a:lnTo>
                    <a:cubicBezTo>
                      <a:pt x="1367" y="1534"/>
                      <a:pt x="1367" y="1543"/>
                      <a:pt x="1360" y="1543"/>
                    </a:cubicBezTo>
                    <a:lnTo>
                      <a:pt x="1360" y="1564"/>
                    </a:lnTo>
                    <a:cubicBezTo>
                      <a:pt x="1360" y="1607"/>
                      <a:pt x="1351" y="1650"/>
                      <a:pt x="1351" y="1700"/>
                    </a:cubicBezTo>
                    <a:lnTo>
                      <a:pt x="1351" y="1729"/>
                    </a:lnTo>
                    <a:lnTo>
                      <a:pt x="1351" y="1766"/>
                    </a:lnTo>
                    <a:lnTo>
                      <a:pt x="1351" y="1793"/>
                    </a:lnTo>
                    <a:cubicBezTo>
                      <a:pt x="1351" y="1793"/>
                      <a:pt x="1532" y="1593"/>
                      <a:pt x="1619" y="1471"/>
                    </a:cubicBezTo>
                    <a:cubicBezTo>
                      <a:pt x="1712" y="1348"/>
                      <a:pt x="1819" y="1089"/>
                      <a:pt x="1819" y="837"/>
                    </a:cubicBezTo>
                    <a:cubicBezTo>
                      <a:pt x="1819" y="586"/>
                      <a:pt x="1696" y="197"/>
                      <a:pt x="1265" y="54"/>
                    </a:cubicBezTo>
                    <a:cubicBezTo>
                      <a:pt x="1157" y="18"/>
                      <a:pt x="1045" y="1"/>
                      <a:pt x="935" y="1"/>
                    </a:cubicBezTo>
                    <a:close/>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7" name="Google Shape;8798;p72">
                <a:extLst>
                  <a:ext uri="{FF2B5EF4-FFF2-40B4-BE49-F238E27FC236}">
                    <a16:creationId xmlns:a16="http://schemas.microsoft.com/office/drawing/2014/main" id="{21BEFCF1-11A9-4D13-AE47-8E8BD54B04B2}"/>
                  </a:ext>
                </a:extLst>
              </p:cNvPr>
              <p:cNvSpPr/>
              <p:nvPr/>
            </p:nvSpPr>
            <p:spPr>
              <a:xfrm>
                <a:off x="7877983" y="2465725"/>
                <a:ext cx="386653" cy="336029"/>
              </a:xfrm>
              <a:custGeom>
                <a:avLst/>
                <a:gdLst/>
                <a:ahLst/>
                <a:cxnLst/>
                <a:rect l="l" t="t" r="r" b="b"/>
                <a:pathLst>
                  <a:path w="1581" h="1374" extrusionOk="0">
                    <a:moveTo>
                      <a:pt x="50" y="1"/>
                    </a:moveTo>
                    <a:cubicBezTo>
                      <a:pt x="7" y="130"/>
                      <a:pt x="0" y="275"/>
                      <a:pt x="14" y="418"/>
                    </a:cubicBezTo>
                    <a:cubicBezTo>
                      <a:pt x="21" y="461"/>
                      <a:pt x="21" y="504"/>
                      <a:pt x="21" y="534"/>
                    </a:cubicBezTo>
                    <a:cubicBezTo>
                      <a:pt x="35" y="706"/>
                      <a:pt x="43" y="734"/>
                      <a:pt x="35" y="856"/>
                    </a:cubicBezTo>
                    <a:cubicBezTo>
                      <a:pt x="35" y="999"/>
                      <a:pt x="200" y="1360"/>
                      <a:pt x="380" y="1374"/>
                    </a:cubicBezTo>
                    <a:cubicBezTo>
                      <a:pt x="423" y="1374"/>
                      <a:pt x="482" y="1374"/>
                      <a:pt x="538" y="1360"/>
                    </a:cubicBezTo>
                    <a:cubicBezTo>
                      <a:pt x="761" y="1324"/>
                      <a:pt x="1056" y="1188"/>
                      <a:pt x="1199" y="936"/>
                    </a:cubicBezTo>
                    <a:cubicBezTo>
                      <a:pt x="1199" y="936"/>
                      <a:pt x="1208" y="929"/>
                      <a:pt x="1208" y="922"/>
                    </a:cubicBezTo>
                    <a:lnTo>
                      <a:pt x="1222" y="922"/>
                    </a:lnTo>
                    <a:cubicBezTo>
                      <a:pt x="1285" y="922"/>
                      <a:pt x="1401" y="879"/>
                      <a:pt x="1480" y="777"/>
                    </a:cubicBezTo>
                    <a:cubicBezTo>
                      <a:pt x="1487" y="770"/>
                      <a:pt x="1487" y="763"/>
                      <a:pt x="1494" y="756"/>
                    </a:cubicBezTo>
                    <a:cubicBezTo>
                      <a:pt x="1553" y="677"/>
                      <a:pt x="1580" y="548"/>
                      <a:pt x="1553" y="475"/>
                    </a:cubicBezTo>
                    <a:cubicBezTo>
                      <a:pt x="1537" y="439"/>
                      <a:pt x="1517" y="411"/>
                      <a:pt x="1467" y="411"/>
                    </a:cubicBezTo>
                    <a:cubicBezTo>
                      <a:pt x="1458" y="411"/>
                      <a:pt x="1451" y="418"/>
                      <a:pt x="1444" y="418"/>
                    </a:cubicBezTo>
                    <a:lnTo>
                      <a:pt x="1415" y="418"/>
                    </a:lnTo>
                    <a:cubicBezTo>
                      <a:pt x="1408" y="425"/>
                      <a:pt x="1401" y="425"/>
                      <a:pt x="1394" y="432"/>
                    </a:cubicBezTo>
                    <a:cubicBezTo>
                      <a:pt x="1380" y="432"/>
                      <a:pt x="1372" y="439"/>
                      <a:pt x="1365" y="447"/>
                    </a:cubicBezTo>
                    <a:cubicBezTo>
                      <a:pt x="1351" y="454"/>
                      <a:pt x="1344" y="461"/>
                      <a:pt x="1344" y="461"/>
                    </a:cubicBezTo>
                    <a:lnTo>
                      <a:pt x="1329" y="475"/>
                    </a:lnTo>
                    <a:cubicBezTo>
                      <a:pt x="1322" y="475"/>
                      <a:pt x="1322" y="482"/>
                      <a:pt x="1322" y="482"/>
                    </a:cubicBezTo>
                    <a:cubicBezTo>
                      <a:pt x="1315" y="482"/>
                      <a:pt x="1308" y="491"/>
                      <a:pt x="1308" y="497"/>
                    </a:cubicBezTo>
                    <a:cubicBezTo>
                      <a:pt x="1301" y="504"/>
                      <a:pt x="1294" y="511"/>
                      <a:pt x="1294" y="511"/>
                    </a:cubicBezTo>
                    <a:lnTo>
                      <a:pt x="1294" y="518"/>
                    </a:lnTo>
                    <a:cubicBezTo>
                      <a:pt x="1265" y="548"/>
                      <a:pt x="1251" y="577"/>
                      <a:pt x="1251" y="584"/>
                    </a:cubicBezTo>
                    <a:cubicBezTo>
                      <a:pt x="1215" y="641"/>
                      <a:pt x="1179" y="670"/>
                      <a:pt x="1179" y="670"/>
                    </a:cubicBezTo>
                    <a:lnTo>
                      <a:pt x="1078" y="411"/>
                    </a:lnTo>
                    <a:cubicBezTo>
                      <a:pt x="934" y="396"/>
                      <a:pt x="804" y="368"/>
                      <a:pt x="690" y="339"/>
                    </a:cubicBezTo>
                    <a:lnTo>
                      <a:pt x="502" y="353"/>
                    </a:lnTo>
                    <a:cubicBezTo>
                      <a:pt x="502" y="353"/>
                      <a:pt x="552" y="325"/>
                      <a:pt x="661" y="325"/>
                    </a:cubicBezTo>
                    <a:cubicBezTo>
                      <a:pt x="532" y="289"/>
                      <a:pt x="423" y="239"/>
                      <a:pt x="337" y="189"/>
                    </a:cubicBezTo>
                    <a:lnTo>
                      <a:pt x="337" y="189"/>
                    </a:lnTo>
                    <a:cubicBezTo>
                      <a:pt x="352" y="259"/>
                      <a:pt x="373" y="346"/>
                      <a:pt x="388" y="432"/>
                    </a:cubicBezTo>
                    <a:cubicBezTo>
                      <a:pt x="244" y="361"/>
                      <a:pt x="157" y="246"/>
                      <a:pt x="107" y="146"/>
                    </a:cubicBezTo>
                    <a:cubicBezTo>
                      <a:pt x="71" y="80"/>
                      <a:pt x="57" y="30"/>
                      <a:pt x="50" y="1"/>
                    </a:cubicBezTo>
                    <a:close/>
                  </a:path>
                </a:pathLst>
              </a:custGeom>
              <a:solidFill>
                <a:schemeClr val="bg2"/>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8" name="Google Shape;8799;p72">
                <a:extLst>
                  <a:ext uri="{FF2B5EF4-FFF2-40B4-BE49-F238E27FC236}">
                    <a16:creationId xmlns:a16="http://schemas.microsoft.com/office/drawing/2014/main" id="{3FA62147-3C55-4895-AFDB-D38D49AF5E9C}"/>
                  </a:ext>
                </a:extLst>
              </p:cNvPr>
              <p:cNvSpPr/>
              <p:nvPr/>
            </p:nvSpPr>
            <p:spPr>
              <a:xfrm>
                <a:off x="8183683" y="2587272"/>
                <a:ext cx="14185" cy="21277"/>
              </a:xfrm>
              <a:custGeom>
                <a:avLst/>
                <a:gdLst/>
                <a:ahLst/>
                <a:cxnLst/>
                <a:rect l="l" t="t" r="r" b="b"/>
                <a:pathLst>
                  <a:path w="58" h="87" extrusionOk="0">
                    <a:moveTo>
                      <a:pt x="58" y="0"/>
                    </a:moveTo>
                    <a:lnTo>
                      <a:pt x="58" y="0"/>
                    </a:lnTo>
                    <a:cubicBezTo>
                      <a:pt x="51" y="7"/>
                      <a:pt x="44" y="14"/>
                      <a:pt x="44" y="14"/>
                    </a:cubicBezTo>
                    <a:lnTo>
                      <a:pt x="44" y="21"/>
                    </a:lnTo>
                    <a:lnTo>
                      <a:pt x="58" y="0"/>
                    </a:lnTo>
                    <a:close/>
                    <a:moveTo>
                      <a:pt x="44" y="21"/>
                    </a:moveTo>
                    <a:lnTo>
                      <a:pt x="43" y="22"/>
                    </a:lnTo>
                    <a:lnTo>
                      <a:pt x="43" y="22"/>
                    </a:lnTo>
                    <a:cubicBezTo>
                      <a:pt x="44" y="22"/>
                      <a:pt x="44" y="21"/>
                      <a:pt x="44" y="21"/>
                    </a:cubicBezTo>
                    <a:lnTo>
                      <a:pt x="44" y="21"/>
                    </a:lnTo>
                    <a:close/>
                    <a:moveTo>
                      <a:pt x="43" y="22"/>
                    </a:moveTo>
                    <a:cubicBezTo>
                      <a:pt x="14" y="51"/>
                      <a:pt x="1" y="80"/>
                      <a:pt x="1" y="87"/>
                    </a:cubicBezTo>
                    <a:lnTo>
                      <a:pt x="29" y="44"/>
                    </a:lnTo>
                    <a:lnTo>
                      <a:pt x="43" y="22"/>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9" name="Google Shape;8800;p72">
                <a:extLst>
                  <a:ext uri="{FF2B5EF4-FFF2-40B4-BE49-F238E27FC236}">
                    <a16:creationId xmlns:a16="http://schemas.microsoft.com/office/drawing/2014/main" id="{BF995068-6F01-4E7B-84EA-FC76828F3B05}"/>
                  </a:ext>
                </a:extLst>
              </p:cNvPr>
              <p:cNvSpPr/>
              <p:nvPr/>
            </p:nvSpPr>
            <p:spPr>
              <a:xfrm>
                <a:off x="8197623" y="2580180"/>
                <a:ext cx="5380" cy="7337"/>
              </a:xfrm>
              <a:custGeom>
                <a:avLst/>
                <a:gdLst/>
                <a:ahLst/>
                <a:cxnLst/>
                <a:rect l="l" t="t" r="r" b="b"/>
                <a:pathLst>
                  <a:path w="22" h="30" extrusionOk="0">
                    <a:moveTo>
                      <a:pt x="22" y="0"/>
                    </a:moveTo>
                    <a:lnTo>
                      <a:pt x="11" y="15"/>
                    </a:lnTo>
                    <a:lnTo>
                      <a:pt x="11" y="15"/>
                    </a:lnTo>
                    <a:cubicBezTo>
                      <a:pt x="12" y="14"/>
                      <a:pt x="14" y="14"/>
                      <a:pt x="15" y="14"/>
                    </a:cubicBezTo>
                    <a:cubicBezTo>
                      <a:pt x="15" y="14"/>
                      <a:pt x="15" y="7"/>
                      <a:pt x="22" y="7"/>
                    </a:cubicBezTo>
                    <a:lnTo>
                      <a:pt x="22" y="0"/>
                    </a:lnTo>
                    <a:close/>
                    <a:moveTo>
                      <a:pt x="11" y="15"/>
                    </a:moveTo>
                    <a:cubicBezTo>
                      <a:pt x="6" y="17"/>
                      <a:pt x="1" y="24"/>
                      <a:pt x="1" y="29"/>
                    </a:cubicBezTo>
                    <a:lnTo>
                      <a:pt x="11" y="15"/>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0" name="Google Shape;8801;p72">
                <a:extLst>
                  <a:ext uri="{FF2B5EF4-FFF2-40B4-BE49-F238E27FC236}">
                    <a16:creationId xmlns:a16="http://schemas.microsoft.com/office/drawing/2014/main" id="{7E4C6991-8FB8-4E11-83AD-BC54F080E856}"/>
                  </a:ext>
                </a:extLst>
              </p:cNvPr>
              <p:cNvSpPr/>
              <p:nvPr/>
            </p:nvSpPr>
            <p:spPr>
              <a:xfrm>
                <a:off x="7888499" y="2460590"/>
                <a:ext cx="3668" cy="1956"/>
              </a:xfrm>
              <a:custGeom>
                <a:avLst/>
                <a:gdLst/>
                <a:ahLst/>
                <a:cxnLst/>
                <a:rect l="l" t="t" r="r" b="b"/>
                <a:pathLst>
                  <a:path w="15" h="8" extrusionOk="0">
                    <a:moveTo>
                      <a:pt x="0" y="1"/>
                    </a:moveTo>
                    <a:cubicBezTo>
                      <a:pt x="7" y="1"/>
                      <a:pt x="7" y="1"/>
                      <a:pt x="7" y="8"/>
                    </a:cubicBezTo>
                    <a:lnTo>
                      <a:pt x="14"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1" name="Google Shape;8802;p72">
                <a:extLst>
                  <a:ext uri="{FF2B5EF4-FFF2-40B4-BE49-F238E27FC236}">
                    <a16:creationId xmlns:a16="http://schemas.microsoft.com/office/drawing/2014/main" id="{2FB309C6-C0DC-4C14-906C-1392639067B6}"/>
                  </a:ext>
                </a:extLst>
              </p:cNvPr>
              <p:cNvSpPr/>
              <p:nvPr/>
            </p:nvSpPr>
            <p:spPr>
              <a:xfrm>
                <a:off x="8039393" y="2544963"/>
                <a:ext cx="14185" cy="3668"/>
              </a:xfrm>
              <a:custGeom>
                <a:avLst/>
                <a:gdLst/>
                <a:ahLst/>
                <a:cxnLst/>
                <a:rect l="l" t="t" r="r" b="b"/>
                <a:pathLst>
                  <a:path w="58" h="15" extrusionOk="0">
                    <a:moveTo>
                      <a:pt x="1" y="1"/>
                    </a:moveTo>
                    <a:cubicBezTo>
                      <a:pt x="15" y="8"/>
                      <a:pt x="22" y="8"/>
                      <a:pt x="30" y="15"/>
                    </a:cubicBezTo>
                    <a:lnTo>
                      <a:pt x="58" y="8"/>
                    </a:lnTo>
                    <a:cubicBezTo>
                      <a:pt x="37" y="8"/>
                      <a:pt x="22" y="8"/>
                      <a:pt x="1"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2" name="Google Shape;8803;p72">
                <a:extLst>
                  <a:ext uri="{FF2B5EF4-FFF2-40B4-BE49-F238E27FC236}">
                    <a16:creationId xmlns:a16="http://schemas.microsoft.com/office/drawing/2014/main" id="{D31A100B-F5C7-4F47-9338-8B816D18978A}"/>
                  </a:ext>
                </a:extLst>
              </p:cNvPr>
              <p:cNvSpPr/>
              <p:nvPr/>
            </p:nvSpPr>
            <p:spPr>
              <a:xfrm>
                <a:off x="8183683" y="2587272"/>
                <a:ext cx="14185" cy="21277"/>
              </a:xfrm>
              <a:custGeom>
                <a:avLst/>
                <a:gdLst/>
                <a:ahLst/>
                <a:cxnLst/>
                <a:rect l="l" t="t" r="r" b="b"/>
                <a:pathLst>
                  <a:path w="58" h="87" extrusionOk="0">
                    <a:moveTo>
                      <a:pt x="58" y="0"/>
                    </a:moveTo>
                    <a:lnTo>
                      <a:pt x="58" y="0"/>
                    </a:lnTo>
                    <a:cubicBezTo>
                      <a:pt x="51" y="7"/>
                      <a:pt x="44" y="14"/>
                      <a:pt x="44" y="14"/>
                    </a:cubicBezTo>
                    <a:lnTo>
                      <a:pt x="44" y="21"/>
                    </a:lnTo>
                    <a:lnTo>
                      <a:pt x="58" y="0"/>
                    </a:lnTo>
                    <a:close/>
                    <a:moveTo>
                      <a:pt x="44" y="21"/>
                    </a:moveTo>
                    <a:lnTo>
                      <a:pt x="43" y="22"/>
                    </a:lnTo>
                    <a:lnTo>
                      <a:pt x="43" y="22"/>
                    </a:lnTo>
                    <a:cubicBezTo>
                      <a:pt x="44" y="22"/>
                      <a:pt x="44" y="21"/>
                      <a:pt x="44" y="21"/>
                    </a:cubicBezTo>
                    <a:lnTo>
                      <a:pt x="44" y="21"/>
                    </a:lnTo>
                    <a:close/>
                    <a:moveTo>
                      <a:pt x="43" y="22"/>
                    </a:moveTo>
                    <a:cubicBezTo>
                      <a:pt x="14" y="51"/>
                      <a:pt x="1" y="80"/>
                      <a:pt x="1" y="87"/>
                    </a:cubicBezTo>
                    <a:lnTo>
                      <a:pt x="29" y="44"/>
                    </a:lnTo>
                    <a:lnTo>
                      <a:pt x="43" y="22"/>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3" name="Google Shape;8804;p72">
                <a:extLst>
                  <a:ext uri="{FF2B5EF4-FFF2-40B4-BE49-F238E27FC236}">
                    <a16:creationId xmlns:a16="http://schemas.microsoft.com/office/drawing/2014/main" id="{5D8C3F73-6E3F-43AC-B7A5-B20D187056BE}"/>
                  </a:ext>
                </a:extLst>
              </p:cNvPr>
              <p:cNvSpPr/>
              <p:nvPr/>
            </p:nvSpPr>
            <p:spPr>
              <a:xfrm>
                <a:off x="8190531" y="2587272"/>
                <a:ext cx="7337" cy="10761"/>
              </a:xfrm>
              <a:custGeom>
                <a:avLst/>
                <a:gdLst/>
                <a:ahLst/>
                <a:cxnLst/>
                <a:rect l="l" t="t" r="r" b="b"/>
                <a:pathLst>
                  <a:path w="30" h="44" extrusionOk="0">
                    <a:moveTo>
                      <a:pt x="30" y="0"/>
                    </a:moveTo>
                    <a:lnTo>
                      <a:pt x="30" y="0"/>
                    </a:lnTo>
                    <a:cubicBezTo>
                      <a:pt x="23" y="7"/>
                      <a:pt x="16" y="14"/>
                      <a:pt x="16" y="14"/>
                    </a:cubicBezTo>
                    <a:lnTo>
                      <a:pt x="16" y="21"/>
                    </a:lnTo>
                    <a:lnTo>
                      <a:pt x="30" y="0"/>
                    </a:lnTo>
                    <a:close/>
                    <a:moveTo>
                      <a:pt x="16" y="21"/>
                    </a:moveTo>
                    <a:lnTo>
                      <a:pt x="15" y="22"/>
                    </a:lnTo>
                    <a:lnTo>
                      <a:pt x="15" y="22"/>
                    </a:lnTo>
                    <a:cubicBezTo>
                      <a:pt x="16" y="22"/>
                      <a:pt x="16" y="21"/>
                      <a:pt x="16" y="21"/>
                    </a:cubicBezTo>
                    <a:lnTo>
                      <a:pt x="16" y="21"/>
                    </a:lnTo>
                    <a:close/>
                    <a:moveTo>
                      <a:pt x="15" y="22"/>
                    </a:moveTo>
                    <a:lnTo>
                      <a:pt x="15" y="22"/>
                    </a:lnTo>
                    <a:cubicBezTo>
                      <a:pt x="7" y="28"/>
                      <a:pt x="1" y="37"/>
                      <a:pt x="1" y="44"/>
                    </a:cubicBezTo>
                    <a:lnTo>
                      <a:pt x="15" y="22"/>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4" name="Google Shape;8805;p72">
                <a:extLst>
                  <a:ext uri="{FF2B5EF4-FFF2-40B4-BE49-F238E27FC236}">
                    <a16:creationId xmlns:a16="http://schemas.microsoft.com/office/drawing/2014/main" id="{2C1F61F3-DB17-4220-A892-0321F9BA1586}"/>
                  </a:ext>
                </a:extLst>
              </p:cNvPr>
              <p:cNvSpPr/>
              <p:nvPr/>
            </p:nvSpPr>
            <p:spPr>
              <a:xfrm>
                <a:off x="8183683" y="2587272"/>
                <a:ext cx="14185" cy="21277"/>
              </a:xfrm>
              <a:custGeom>
                <a:avLst/>
                <a:gdLst/>
                <a:ahLst/>
                <a:cxnLst/>
                <a:rect l="l" t="t" r="r" b="b"/>
                <a:pathLst>
                  <a:path w="58" h="87" extrusionOk="0">
                    <a:moveTo>
                      <a:pt x="58" y="0"/>
                    </a:moveTo>
                    <a:lnTo>
                      <a:pt x="58" y="0"/>
                    </a:lnTo>
                    <a:cubicBezTo>
                      <a:pt x="51" y="7"/>
                      <a:pt x="44" y="14"/>
                      <a:pt x="44" y="14"/>
                    </a:cubicBezTo>
                    <a:lnTo>
                      <a:pt x="44" y="21"/>
                    </a:lnTo>
                    <a:lnTo>
                      <a:pt x="58" y="0"/>
                    </a:lnTo>
                    <a:close/>
                    <a:moveTo>
                      <a:pt x="44" y="21"/>
                    </a:moveTo>
                    <a:lnTo>
                      <a:pt x="43" y="22"/>
                    </a:lnTo>
                    <a:lnTo>
                      <a:pt x="43" y="22"/>
                    </a:lnTo>
                    <a:cubicBezTo>
                      <a:pt x="44" y="22"/>
                      <a:pt x="44" y="21"/>
                      <a:pt x="44" y="21"/>
                    </a:cubicBezTo>
                    <a:lnTo>
                      <a:pt x="44" y="21"/>
                    </a:lnTo>
                    <a:close/>
                    <a:moveTo>
                      <a:pt x="43" y="22"/>
                    </a:moveTo>
                    <a:cubicBezTo>
                      <a:pt x="14" y="51"/>
                      <a:pt x="1" y="80"/>
                      <a:pt x="1" y="87"/>
                    </a:cubicBezTo>
                    <a:lnTo>
                      <a:pt x="29" y="44"/>
                    </a:lnTo>
                    <a:lnTo>
                      <a:pt x="43" y="22"/>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5" name="Google Shape;8806;p72">
                <a:extLst>
                  <a:ext uri="{FF2B5EF4-FFF2-40B4-BE49-F238E27FC236}">
                    <a16:creationId xmlns:a16="http://schemas.microsoft.com/office/drawing/2014/main" id="{8D81344B-5D82-4AB5-A4C6-3DC12232F600}"/>
                  </a:ext>
                </a:extLst>
              </p:cNvPr>
              <p:cNvSpPr/>
              <p:nvPr/>
            </p:nvSpPr>
            <p:spPr>
              <a:xfrm>
                <a:off x="8012980" y="2578468"/>
                <a:ext cx="31793" cy="38885"/>
              </a:xfrm>
              <a:custGeom>
                <a:avLst/>
                <a:gdLst/>
                <a:ahLst/>
                <a:cxnLst/>
                <a:rect l="l" t="t" r="r" b="b"/>
                <a:pathLst>
                  <a:path w="130" h="159" extrusionOk="0">
                    <a:moveTo>
                      <a:pt x="59" y="0"/>
                    </a:moveTo>
                    <a:cubicBezTo>
                      <a:pt x="30" y="7"/>
                      <a:pt x="0" y="43"/>
                      <a:pt x="9" y="87"/>
                    </a:cubicBezTo>
                    <a:cubicBezTo>
                      <a:pt x="9" y="130"/>
                      <a:pt x="43" y="159"/>
                      <a:pt x="73" y="159"/>
                    </a:cubicBezTo>
                    <a:cubicBezTo>
                      <a:pt x="109" y="159"/>
                      <a:pt x="130" y="116"/>
                      <a:pt x="130" y="73"/>
                    </a:cubicBezTo>
                    <a:cubicBezTo>
                      <a:pt x="123" y="30"/>
                      <a:pt x="95" y="0"/>
                      <a:pt x="59" y="0"/>
                    </a:cubicBezTo>
                    <a:close/>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6" name="Google Shape;8807;p72">
                <a:extLst>
                  <a:ext uri="{FF2B5EF4-FFF2-40B4-BE49-F238E27FC236}">
                    <a16:creationId xmlns:a16="http://schemas.microsoft.com/office/drawing/2014/main" id="{BF46F203-CD1F-4FB4-8340-C590EAE13E1A}"/>
                  </a:ext>
                </a:extLst>
              </p:cNvPr>
              <p:cNvSpPr/>
              <p:nvPr/>
            </p:nvSpPr>
            <p:spPr>
              <a:xfrm>
                <a:off x="7895102" y="2590696"/>
                <a:ext cx="25190" cy="35217"/>
              </a:xfrm>
              <a:custGeom>
                <a:avLst/>
                <a:gdLst/>
                <a:ahLst/>
                <a:cxnLst/>
                <a:rect l="l" t="t" r="r" b="b"/>
                <a:pathLst>
                  <a:path w="103" h="144" extrusionOk="0">
                    <a:moveTo>
                      <a:pt x="44" y="0"/>
                    </a:moveTo>
                    <a:cubicBezTo>
                      <a:pt x="44" y="0"/>
                      <a:pt x="37" y="0"/>
                      <a:pt x="37" y="7"/>
                    </a:cubicBezTo>
                    <a:cubicBezTo>
                      <a:pt x="23" y="7"/>
                      <a:pt x="17" y="14"/>
                      <a:pt x="8" y="30"/>
                    </a:cubicBezTo>
                    <a:cubicBezTo>
                      <a:pt x="1" y="43"/>
                      <a:pt x="1" y="57"/>
                      <a:pt x="1" y="80"/>
                    </a:cubicBezTo>
                    <a:cubicBezTo>
                      <a:pt x="1" y="116"/>
                      <a:pt x="30" y="143"/>
                      <a:pt x="51" y="143"/>
                    </a:cubicBezTo>
                    <a:cubicBezTo>
                      <a:pt x="80" y="137"/>
                      <a:pt x="103" y="109"/>
                      <a:pt x="103" y="66"/>
                    </a:cubicBezTo>
                    <a:cubicBezTo>
                      <a:pt x="94" y="30"/>
                      <a:pt x="73" y="0"/>
                      <a:pt x="44" y="0"/>
                    </a:cubicBezTo>
                    <a:close/>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7" name="Google Shape;8808;p72">
                <a:extLst>
                  <a:ext uri="{FF2B5EF4-FFF2-40B4-BE49-F238E27FC236}">
                    <a16:creationId xmlns:a16="http://schemas.microsoft.com/office/drawing/2014/main" id="{E2F19066-7DCF-453F-B209-F90C4689FCAF}"/>
                  </a:ext>
                </a:extLst>
              </p:cNvPr>
              <p:cNvSpPr/>
              <p:nvPr/>
            </p:nvSpPr>
            <p:spPr>
              <a:xfrm>
                <a:off x="7937411" y="2661129"/>
                <a:ext cx="12473" cy="22989"/>
              </a:xfrm>
              <a:custGeom>
                <a:avLst/>
                <a:gdLst/>
                <a:ahLst/>
                <a:cxnLst/>
                <a:rect l="l" t="t" r="r" b="b"/>
                <a:pathLst>
                  <a:path w="51" h="94" extrusionOk="0">
                    <a:moveTo>
                      <a:pt x="23" y="0"/>
                    </a:moveTo>
                    <a:lnTo>
                      <a:pt x="23" y="0"/>
                    </a:lnTo>
                    <a:cubicBezTo>
                      <a:pt x="1" y="71"/>
                      <a:pt x="51" y="94"/>
                      <a:pt x="51" y="94"/>
                    </a:cubicBezTo>
                    <a:lnTo>
                      <a:pt x="2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8" name="Google Shape;8809;p72">
                <a:extLst>
                  <a:ext uri="{FF2B5EF4-FFF2-40B4-BE49-F238E27FC236}">
                    <a16:creationId xmlns:a16="http://schemas.microsoft.com/office/drawing/2014/main" id="{0FD382F5-BF6B-4BF3-A5C3-5EA0DCF63906}"/>
                  </a:ext>
                </a:extLst>
              </p:cNvPr>
              <p:cNvSpPr/>
              <p:nvPr/>
            </p:nvSpPr>
            <p:spPr>
              <a:xfrm>
                <a:off x="7949639" y="2717133"/>
                <a:ext cx="61874" cy="15407"/>
              </a:xfrm>
              <a:custGeom>
                <a:avLst/>
                <a:gdLst/>
                <a:ahLst/>
                <a:cxnLst/>
                <a:rect l="l" t="t" r="r" b="b"/>
                <a:pathLst>
                  <a:path w="253" h="63" extrusionOk="0">
                    <a:moveTo>
                      <a:pt x="252" y="1"/>
                    </a:moveTo>
                    <a:lnTo>
                      <a:pt x="1" y="58"/>
                    </a:lnTo>
                    <a:cubicBezTo>
                      <a:pt x="1" y="58"/>
                      <a:pt x="22" y="63"/>
                      <a:pt x="55" y="63"/>
                    </a:cubicBezTo>
                    <a:cubicBezTo>
                      <a:pt x="104" y="63"/>
                      <a:pt x="179" y="52"/>
                      <a:pt x="252"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9" name="Google Shape;8810;p72">
                <a:extLst>
                  <a:ext uri="{FF2B5EF4-FFF2-40B4-BE49-F238E27FC236}">
                    <a16:creationId xmlns:a16="http://schemas.microsoft.com/office/drawing/2014/main" id="{41E5551F-F0CE-4BB4-B090-B36A904B4C88}"/>
                  </a:ext>
                </a:extLst>
              </p:cNvPr>
              <p:cNvSpPr/>
              <p:nvPr/>
            </p:nvSpPr>
            <p:spPr>
              <a:xfrm>
                <a:off x="8000752" y="2544963"/>
                <a:ext cx="52826" cy="7092"/>
              </a:xfrm>
              <a:custGeom>
                <a:avLst/>
                <a:gdLst/>
                <a:ahLst/>
                <a:cxnLst/>
                <a:rect l="l" t="t" r="r" b="b"/>
                <a:pathLst>
                  <a:path w="216" h="29" extrusionOk="0">
                    <a:moveTo>
                      <a:pt x="159" y="1"/>
                    </a:moveTo>
                    <a:cubicBezTo>
                      <a:pt x="50" y="1"/>
                      <a:pt x="0" y="29"/>
                      <a:pt x="0" y="29"/>
                    </a:cubicBezTo>
                    <a:lnTo>
                      <a:pt x="188" y="15"/>
                    </a:lnTo>
                    <a:lnTo>
                      <a:pt x="216" y="8"/>
                    </a:lnTo>
                    <a:cubicBezTo>
                      <a:pt x="195" y="8"/>
                      <a:pt x="180" y="8"/>
                      <a:pt x="159"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0" name="Google Shape;8811;p72">
                <a:extLst>
                  <a:ext uri="{FF2B5EF4-FFF2-40B4-BE49-F238E27FC236}">
                    <a16:creationId xmlns:a16="http://schemas.microsoft.com/office/drawing/2014/main" id="{7019E5C1-8C82-4D7D-90AC-54C82B709839}"/>
                  </a:ext>
                </a:extLst>
              </p:cNvPr>
              <p:cNvSpPr/>
              <p:nvPr/>
            </p:nvSpPr>
            <p:spPr>
              <a:xfrm>
                <a:off x="7891923" y="2551811"/>
                <a:ext cx="22989" cy="4158"/>
              </a:xfrm>
              <a:custGeom>
                <a:avLst/>
                <a:gdLst/>
                <a:ahLst/>
                <a:cxnLst/>
                <a:rect l="l" t="t" r="r" b="b"/>
                <a:pathLst>
                  <a:path w="94" h="17" extrusionOk="0">
                    <a:moveTo>
                      <a:pt x="0" y="1"/>
                    </a:moveTo>
                    <a:lnTo>
                      <a:pt x="50" y="9"/>
                    </a:lnTo>
                    <a:lnTo>
                      <a:pt x="93" y="16"/>
                    </a:lnTo>
                    <a:cubicBezTo>
                      <a:pt x="86" y="9"/>
                      <a:pt x="73" y="9"/>
                      <a:pt x="5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1" name="Google Shape;8812;p72">
                <a:extLst>
                  <a:ext uri="{FF2B5EF4-FFF2-40B4-BE49-F238E27FC236}">
                    <a16:creationId xmlns:a16="http://schemas.microsoft.com/office/drawing/2014/main" id="{E83D8268-F106-4425-B9AE-266BD47AD9C4}"/>
                  </a:ext>
                </a:extLst>
              </p:cNvPr>
              <p:cNvSpPr/>
              <p:nvPr/>
            </p:nvSpPr>
            <p:spPr>
              <a:xfrm>
                <a:off x="7888499" y="2460590"/>
                <a:ext cx="3668" cy="3668"/>
              </a:xfrm>
              <a:custGeom>
                <a:avLst/>
                <a:gdLst/>
                <a:ahLst/>
                <a:cxnLst/>
                <a:rect l="l" t="t" r="r" b="b"/>
                <a:pathLst>
                  <a:path w="15" h="15" extrusionOk="0">
                    <a:moveTo>
                      <a:pt x="0" y="1"/>
                    </a:moveTo>
                    <a:cubicBezTo>
                      <a:pt x="0" y="1"/>
                      <a:pt x="7" y="8"/>
                      <a:pt x="7" y="15"/>
                    </a:cubicBezTo>
                    <a:lnTo>
                      <a:pt x="7" y="8"/>
                    </a:lnTo>
                    <a:lnTo>
                      <a:pt x="14"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2" name="Google Shape;8813;p72">
                <a:extLst>
                  <a:ext uri="{FF2B5EF4-FFF2-40B4-BE49-F238E27FC236}">
                    <a16:creationId xmlns:a16="http://schemas.microsoft.com/office/drawing/2014/main" id="{860897EF-17C7-4AA9-9E1B-9636CD68023B}"/>
                  </a:ext>
                </a:extLst>
              </p:cNvPr>
              <p:cNvSpPr/>
              <p:nvPr/>
            </p:nvSpPr>
            <p:spPr>
              <a:xfrm>
                <a:off x="7995617" y="2792703"/>
                <a:ext cx="211302" cy="218394"/>
              </a:xfrm>
              <a:custGeom>
                <a:avLst/>
                <a:gdLst/>
                <a:ahLst/>
                <a:cxnLst/>
                <a:rect l="l" t="t" r="r" b="b"/>
                <a:pathLst>
                  <a:path w="864" h="893" extrusionOk="0">
                    <a:moveTo>
                      <a:pt x="727" y="1"/>
                    </a:moveTo>
                    <a:lnTo>
                      <a:pt x="366" y="266"/>
                    </a:lnTo>
                    <a:lnTo>
                      <a:pt x="1" y="534"/>
                    </a:lnTo>
                    <a:lnTo>
                      <a:pt x="187" y="691"/>
                    </a:lnTo>
                    <a:lnTo>
                      <a:pt x="425" y="892"/>
                    </a:lnTo>
                    <a:lnTo>
                      <a:pt x="568" y="691"/>
                    </a:lnTo>
                    <a:lnTo>
                      <a:pt x="863" y="275"/>
                    </a:lnTo>
                    <a:lnTo>
                      <a:pt x="727" y="8"/>
                    </a:lnTo>
                    <a:lnTo>
                      <a:pt x="727"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3" name="Google Shape;8814;p72">
                <a:extLst>
                  <a:ext uri="{FF2B5EF4-FFF2-40B4-BE49-F238E27FC236}">
                    <a16:creationId xmlns:a16="http://schemas.microsoft.com/office/drawing/2014/main" id="{95957D37-A87F-4FC1-AFAB-AE46E85FA1F2}"/>
                  </a:ext>
                </a:extLst>
              </p:cNvPr>
              <p:cNvSpPr/>
              <p:nvPr/>
            </p:nvSpPr>
            <p:spPr>
              <a:xfrm>
                <a:off x="7912955" y="2815447"/>
                <a:ext cx="89754" cy="142824"/>
              </a:xfrm>
              <a:custGeom>
                <a:avLst/>
                <a:gdLst/>
                <a:ahLst/>
                <a:cxnLst/>
                <a:rect l="l" t="t" r="r" b="b"/>
                <a:pathLst>
                  <a:path w="367" h="584" extrusionOk="0">
                    <a:moveTo>
                      <a:pt x="366" y="1"/>
                    </a:moveTo>
                    <a:lnTo>
                      <a:pt x="194" y="146"/>
                    </a:lnTo>
                    <a:lnTo>
                      <a:pt x="173" y="196"/>
                    </a:lnTo>
                    <a:lnTo>
                      <a:pt x="0" y="570"/>
                    </a:lnTo>
                    <a:cubicBezTo>
                      <a:pt x="0" y="577"/>
                      <a:pt x="7" y="577"/>
                      <a:pt x="14" y="584"/>
                    </a:cubicBezTo>
                    <a:lnTo>
                      <a:pt x="339" y="441"/>
                    </a:lnTo>
                    <a:lnTo>
                      <a:pt x="345" y="311"/>
                    </a:lnTo>
                    <a:lnTo>
                      <a:pt x="359" y="159"/>
                    </a:lnTo>
                    <a:lnTo>
                      <a:pt x="366"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4" name="Google Shape;8815;p72">
                <a:extLst>
                  <a:ext uri="{FF2B5EF4-FFF2-40B4-BE49-F238E27FC236}">
                    <a16:creationId xmlns:a16="http://schemas.microsoft.com/office/drawing/2014/main" id="{5B11F7EF-B3CD-4A77-B189-60F30E6A2114}"/>
                  </a:ext>
                </a:extLst>
              </p:cNvPr>
              <p:cNvSpPr/>
              <p:nvPr/>
            </p:nvSpPr>
            <p:spPr>
              <a:xfrm>
                <a:off x="7909531" y="2954846"/>
                <a:ext cx="7092" cy="6848"/>
              </a:xfrm>
              <a:custGeom>
                <a:avLst/>
                <a:gdLst/>
                <a:ahLst/>
                <a:cxnLst/>
                <a:rect l="l" t="t" r="r" b="b"/>
                <a:pathLst>
                  <a:path w="29" h="28" extrusionOk="0">
                    <a:moveTo>
                      <a:pt x="14" y="0"/>
                    </a:moveTo>
                    <a:lnTo>
                      <a:pt x="1" y="28"/>
                    </a:lnTo>
                    <a:lnTo>
                      <a:pt x="1" y="28"/>
                    </a:lnTo>
                    <a:lnTo>
                      <a:pt x="28" y="14"/>
                    </a:lnTo>
                    <a:cubicBezTo>
                      <a:pt x="21" y="7"/>
                      <a:pt x="14" y="7"/>
                      <a:pt x="14"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5" name="Google Shape;8816;p72">
                <a:extLst>
                  <a:ext uri="{FF2B5EF4-FFF2-40B4-BE49-F238E27FC236}">
                    <a16:creationId xmlns:a16="http://schemas.microsoft.com/office/drawing/2014/main" id="{3C75DBF2-0424-457E-8744-5EF8DB05B28A}"/>
                  </a:ext>
                </a:extLst>
              </p:cNvPr>
              <p:cNvSpPr/>
              <p:nvPr/>
            </p:nvSpPr>
            <p:spPr>
              <a:xfrm>
                <a:off x="7832006" y="3355436"/>
                <a:ext cx="188313" cy="101983"/>
              </a:xfrm>
              <a:custGeom>
                <a:avLst/>
                <a:gdLst/>
                <a:ahLst/>
                <a:cxnLst/>
                <a:rect l="l" t="t" r="r" b="b"/>
                <a:pathLst>
                  <a:path w="770" h="417" extrusionOk="0">
                    <a:moveTo>
                      <a:pt x="713" y="1"/>
                    </a:moveTo>
                    <a:lnTo>
                      <a:pt x="266" y="79"/>
                    </a:lnTo>
                    <a:lnTo>
                      <a:pt x="259" y="79"/>
                    </a:lnTo>
                    <a:lnTo>
                      <a:pt x="0" y="130"/>
                    </a:lnTo>
                    <a:lnTo>
                      <a:pt x="0" y="317"/>
                    </a:lnTo>
                    <a:lnTo>
                      <a:pt x="36" y="317"/>
                    </a:lnTo>
                    <a:lnTo>
                      <a:pt x="202" y="330"/>
                    </a:lnTo>
                    <a:lnTo>
                      <a:pt x="216" y="330"/>
                    </a:lnTo>
                    <a:lnTo>
                      <a:pt x="447" y="353"/>
                    </a:lnTo>
                    <a:lnTo>
                      <a:pt x="547" y="417"/>
                    </a:lnTo>
                    <a:lnTo>
                      <a:pt x="770" y="417"/>
                    </a:lnTo>
                    <a:lnTo>
                      <a:pt x="756" y="251"/>
                    </a:lnTo>
                    <a:lnTo>
                      <a:pt x="740" y="251"/>
                    </a:lnTo>
                    <a:lnTo>
                      <a:pt x="713"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6" name="Google Shape;8817;p72">
                <a:extLst>
                  <a:ext uri="{FF2B5EF4-FFF2-40B4-BE49-F238E27FC236}">
                    <a16:creationId xmlns:a16="http://schemas.microsoft.com/office/drawing/2014/main" id="{EE26DE3F-BF84-4599-81D5-9FCB35A57686}"/>
                  </a:ext>
                </a:extLst>
              </p:cNvPr>
              <p:cNvSpPr/>
              <p:nvPr/>
            </p:nvSpPr>
            <p:spPr>
              <a:xfrm>
                <a:off x="7638803" y="3353480"/>
                <a:ext cx="193449" cy="79483"/>
              </a:xfrm>
              <a:custGeom>
                <a:avLst/>
                <a:gdLst/>
                <a:ahLst/>
                <a:cxnLst/>
                <a:rect l="l" t="t" r="r" b="b"/>
                <a:pathLst>
                  <a:path w="791" h="325" extrusionOk="0">
                    <a:moveTo>
                      <a:pt x="288" y="0"/>
                    </a:moveTo>
                    <a:cubicBezTo>
                      <a:pt x="273" y="0"/>
                      <a:pt x="202" y="37"/>
                      <a:pt x="159" y="66"/>
                    </a:cubicBezTo>
                    <a:cubicBezTo>
                      <a:pt x="136" y="80"/>
                      <a:pt x="64" y="173"/>
                      <a:pt x="0" y="259"/>
                    </a:cubicBezTo>
                    <a:lnTo>
                      <a:pt x="554" y="302"/>
                    </a:lnTo>
                    <a:lnTo>
                      <a:pt x="561" y="302"/>
                    </a:lnTo>
                    <a:lnTo>
                      <a:pt x="790" y="325"/>
                    </a:lnTo>
                    <a:lnTo>
                      <a:pt x="790" y="138"/>
                    </a:lnTo>
                    <a:cubicBezTo>
                      <a:pt x="747" y="123"/>
                      <a:pt x="676" y="102"/>
                      <a:pt x="597" y="80"/>
                    </a:cubicBezTo>
                    <a:cubicBezTo>
                      <a:pt x="590" y="80"/>
                      <a:pt x="581" y="80"/>
                      <a:pt x="575" y="73"/>
                    </a:cubicBezTo>
                    <a:cubicBezTo>
                      <a:pt x="438" y="37"/>
                      <a:pt x="295" y="0"/>
                      <a:pt x="288" y="0"/>
                    </a:cubicBezTo>
                    <a:close/>
                  </a:path>
                </a:pathLst>
              </a:custGeom>
              <a:solidFill>
                <a:srgbClr val="999999"/>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7" name="Google Shape;8818;p72">
                <a:extLst>
                  <a:ext uri="{FF2B5EF4-FFF2-40B4-BE49-F238E27FC236}">
                    <a16:creationId xmlns:a16="http://schemas.microsoft.com/office/drawing/2014/main" id="{40C314B9-88ED-4822-91C2-E1AF78ADBCAD}"/>
                  </a:ext>
                </a:extLst>
              </p:cNvPr>
              <p:cNvSpPr/>
              <p:nvPr/>
            </p:nvSpPr>
            <p:spPr>
              <a:xfrm>
                <a:off x="7779181" y="2859712"/>
                <a:ext cx="596488" cy="597711"/>
              </a:xfrm>
              <a:custGeom>
                <a:avLst/>
                <a:gdLst/>
                <a:ahLst/>
                <a:cxnLst/>
                <a:rect l="l" t="t" r="r" b="b"/>
                <a:pathLst>
                  <a:path w="2439" h="2444" extrusionOk="0">
                    <a:moveTo>
                      <a:pt x="1748" y="1"/>
                    </a:moveTo>
                    <a:lnTo>
                      <a:pt x="1453" y="417"/>
                    </a:lnTo>
                    <a:lnTo>
                      <a:pt x="1310" y="618"/>
                    </a:lnTo>
                    <a:lnTo>
                      <a:pt x="1072" y="417"/>
                    </a:lnTo>
                    <a:lnTo>
                      <a:pt x="886" y="260"/>
                    </a:lnTo>
                    <a:lnTo>
                      <a:pt x="561" y="403"/>
                    </a:lnTo>
                    <a:lnTo>
                      <a:pt x="534" y="417"/>
                    </a:lnTo>
                    <a:lnTo>
                      <a:pt x="534" y="417"/>
                    </a:lnTo>
                    <a:lnTo>
                      <a:pt x="547" y="389"/>
                    </a:lnTo>
                    <a:lnTo>
                      <a:pt x="720" y="15"/>
                    </a:lnTo>
                    <a:lnTo>
                      <a:pt x="720" y="15"/>
                    </a:lnTo>
                    <a:cubicBezTo>
                      <a:pt x="648" y="72"/>
                      <a:pt x="511" y="194"/>
                      <a:pt x="461" y="237"/>
                    </a:cubicBezTo>
                    <a:cubicBezTo>
                      <a:pt x="454" y="244"/>
                      <a:pt x="447" y="251"/>
                      <a:pt x="447" y="260"/>
                    </a:cubicBezTo>
                    <a:lnTo>
                      <a:pt x="439" y="260"/>
                    </a:lnTo>
                    <a:cubicBezTo>
                      <a:pt x="368" y="337"/>
                      <a:pt x="266" y="568"/>
                      <a:pt x="189" y="805"/>
                    </a:cubicBezTo>
                    <a:cubicBezTo>
                      <a:pt x="94" y="1086"/>
                      <a:pt x="30" y="1617"/>
                      <a:pt x="1" y="2092"/>
                    </a:cubicBezTo>
                    <a:cubicBezTo>
                      <a:pt x="7" y="2099"/>
                      <a:pt x="16" y="2099"/>
                      <a:pt x="23" y="2099"/>
                    </a:cubicBezTo>
                    <a:cubicBezTo>
                      <a:pt x="102" y="2121"/>
                      <a:pt x="173" y="2142"/>
                      <a:pt x="216" y="2157"/>
                    </a:cubicBezTo>
                    <a:lnTo>
                      <a:pt x="475" y="2106"/>
                    </a:lnTo>
                    <a:lnTo>
                      <a:pt x="482" y="2106"/>
                    </a:lnTo>
                    <a:lnTo>
                      <a:pt x="929" y="2028"/>
                    </a:lnTo>
                    <a:lnTo>
                      <a:pt x="913" y="1833"/>
                    </a:lnTo>
                    <a:lnTo>
                      <a:pt x="936" y="1833"/>
                    </a:lnTo>
                    <a:lnTo>
                      <a:pt x="922" y="1717"/>
                    </a:lnTo>
                    <a:lnTo>
                      <a:pt x="856" y="1717"/>
                    </a:lnTo>
                    <a:lnTo>
                      <a:pt x="856" y="1524"/>
                    </a:lnTo>
                    <a:lnTo>
                      <a:pt x="942" y="1524"/>
                    </a:lnTo>
                    <a:lnTo>
                      <a:pt x="979" y="1388"/>
                    </a:lnTo>
                    <a:lnTo>
                      <a:pt x="1560" y="1388"/>
                    </a:lnTo>
                    <a:lnTo>
                      <a:pt x="1560" y="1395"/>
                    </a:lnTo>
                    <a:lnTo>
                      <a:pt x="1596" y="1524"/>
                    </a:lnTo>
                    <a:lnTo>
                      <a:pt x="1683" y="1524"/>
                    </a:lnTo>
                    <a:lnTo>
                      <a:pt x="1683" y="1717"/>
                    </a:lnTo>
                    <a:lnTo>
                      <a:pt x="1619" y="1717"/>
                    </a:lnTo>
                    <a:lnTo>
                      <a:pt x="1612" y="1833"/>
                    </a:lnTo>
                    <a:lnTo>
                      <a:pt x="1626" y="1833"/>
                    </a:lnTo>
                    <a:lnTo>
                      <a:pt x="1589" y="2278"/>
                    </a:lnTo>
                    <a:lnTo>
                      <a:pt x="1569" y="2278"/>
                    </a:lnTo>
                    <a:lnTo>
                      <a:pt x="1560" y="2444"/>
                    </a:lnTo>
                    <a:lnTo>
                      <a:pt x="2057" y="2444"/>
                    </a:lnTo>
                    <a:cubicBezTo>
                      <a:pt x="2093" y="2444"/>
                      <a:pt x="2157" y="2401"/>
                      <a:pt x="2164" y="2350"/>
                    </a:cubicBezTo>
                    <a:cubicBezTo>
                      <a:pt x="2179" y="2300"/>
                      <a:pt x="2423" y="870"/>
                      <a:pt x="2431" y="734"/>
                    </a:cubicBezTo>
                    <a:cubicBezTo>
                      <a:pt x="2438" y="575"/>
                      <a:pt x="2423" y="482"/>
                      <a:pt x="2388" y="417"/>
                    </a:cubicBezTo>
                    <a:lnTo>
                      <a:pt x="2380" y="417"/>
                    </a:lnTo>
                    <a:cubicBezTo>
                      <a:pt x="2373" y="403"/>
                      <a:pt x="2366" y="396"/>
                      <a:pt x="2366" y="389"/>
                    </a:cubicBezTo>
                    <a:cubicBezTo>
                      <a:pt x="2345" y="360"/>
                      <a:pt x="2323" y="337"/>
                      <a:pt x="2293" y="317"/>
                    </a:cubicBezTo>
                    <a:cubicBezTo>
                      <a:pt x="2186" y="260"/>
                      <a:pt x="1748" y="1"/>
                      <a:pt x="1748" y="1"/>
                    </a:cubicBezTo>
                    <a:close/>
                  </a:path>
                </a:pathLst>
              </a:custGeom>
              <a:solidFill>
                <a:schemeClr val="accent5">
                  <a:lumMod val="40000"/>
                  <a:lumOff val="60000"/>
                </a:schemeClr>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8" name="Google Shape;8819;p72">
                <a:extLst>
                  <a:ext uri="{FF2B5EF4-FFF2-40B4-BE49-F238E27FC236}">
                    <a16:creationId xmlns:a16="http://schemas.microsoft.com/office/drawing/2014/main" id="{6C73BDF0-99AA-4A38-A98B-CC666AC0350E}"/>
                  </a:ext>
                </a:extLst>
              </p:cNvPr>
              <p:cNvSpPr/>
              <p:nvPr/>
            </p:nvSpPr>
            <p:spPr>
              <a:xfrm>
                <a:off x="8016649" y="3416821"/>
                <a:ext cx="146248" cy="40597"/>
              </a:xfrm>
              <a:custGeom>
                <a:avLst/>
                <a:gdLst/>
                <a:ahLst/>
                <a:cxnLst/>
                <a:rect l="l" t="t" r="r" b="b"/>
                <a:pathLst>
                  <a:path w="598" h="166" extrusionOk="0">
                    <a:moveTo>
                      <a:pt x="1" y="0"/>
                    </a:moveTo>
                    <a:lnTo>
                      <a:pt x="15" y="166"/>
                    </a:lnTo>
                    <a:lnTo>
                      <a:pt x="589" y="166"/>
                    </a:lnTo>
                    <a:lnTo>
                      <a:pt x="598"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9" name="Google Shape;8820;p72">
                <a:extLst>
                  <a:ext uri="{FF2B5EF4-FFF2-40B4-BE49-F238E27FC236}">
                    <a16:creationId xmlns:a16="http://schemas.microsoft.com/office/drawing/2014/main" id="{3206B654-87E3-4807-8BD9-CD502E25A1DD}"/>
                  </a:ext>
                </a:extLst>
              </p:cNvPr>
              <p:cNvSpPr/>
              <p:nvPr/>
            </p:nvSpPr>
            <p:spPr>
              <a:xfrm>
                <a:off x="8357565" y="2952645"/>
                <a:ext cx="5870" cy="9049"/>
              </a:xfrm>
              <a:custGeom>
                <a:avLst/>
                <a:gdLst/>
                <a:ahLst/>
                <a:cxnLst/>
                <a:rect l="l" t="t" r="r" b="b"/>
                <a:pathLst>
                  <a:path w="24" h="37" extrusionOk="0">
                    <a:moveTo>
                      <a:pt x="1" y="0"/>
                    </a:moveTo>
                    <a:lnTo>
                      <a:pt x="1" y="9"/>
                    </a:lnTo>
                    <a:cubicBezTo>
                      <a:pt x="1" y="16"/>
                      <a:pt x="8" y="23"/>
                      <a:pt x="15" y="37"/>
                    </a:cubicBezTo>
                    <a:lnTo>
                      <a:pt x="23" y="37"/>
                    </a:lnTo>
                    <a:cubicBezTo>
                      <a:pt x="15" y="23"/>
                      <a:pt x="8" y="16"/>
                      <a:pt x="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0" name="Google Shape;8821;p72">
                <a:extLst>
                  <a:ext uri="{FF2B5EF4-FFF2-40B4-BE49-F238E27FC236}">
                    <a16:creationId xmlns:a16="http://schemas.microsoft.com/office/drawing/2014/main" id="{5C7D1E31-5AE9-4DCF-89E6-720A0DE34185}"/>
                  </a:ext>
                </a:extLst>
              </p:cNvPr>
              <p:cNvSpPr/>
              <p:nvPr/>
            </p:nvSpPr>
            <p:spPr>
              <a:xfrm>
                <a:off x="8357565" y="2952645"/>
                <a:ext cx="5870" cy="9049"/>
              </a:xfrm>
              <a:custGeom>
                <a:avLst/>
                <a:gdLst/>
                <a:ahLst/>
                <a:cxnLst/>
                <a:rect l="l" t="t" r="r" b="b"/>
                <a:pathLst>
                  <a:path w="24" h="37" fill="none" extrusionOk="0">
                    <a:moveTo>
                      <a:pt x="23" y="37"/>
                    </a:moveTo>
                    <a:cubicBezTo>
                      <a:pt x="15" y="23"/>
                      <a:pt x="8" y="16"/>
                      <a:pt x="1" y="0"/>
                    </a:cubicBez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1" name="Google Shape;8822;p72">
                <a:extLst>
                  <a:ext uri="{FF2B5EF4-FFF2-40B4-BE49-F238E27FC236}">
                    <a16:creationId xmlns:a16="http://schemas.microsoft.com/office/drawing/2014/main" id="{38BACDCC-211D-4FA8-B273-B2E77A532F2F}"/>
                  </a:ext>
                </a:extLst>
              </p:cNvPr>
              <p:cNvSpPr/>
              <p:nvPr/>
            </p:nvSpPr>
            <p:spPr>
              <a:xfrm>
                <a:off x="7631467" y="3619317"/>
                <a:ext cx="337741" cy="1267567"/>
              </a:xfrm>
              <a:custGeom>
                <a:avLst/>
                <a:gdLst/>
                <a:ahLst/>
                <a:cxnLst/>
                <a:rect l="l" t="t" r="r" b="b"/>
                <a:pathLst>
                  <a:path w="1381" h="5183" extrusionOk="0">
                    <a:moveTo>
                      <a:pt x="1195" y="0"/>
                    </a:moveTo>
                    <a:lnTo>
                      <a:pt x="1188" y="35"/>
                    </a:lnTo>
                    <a:lnTo>
                      <a:pt x="1151" y="186"/>
                    </a:lnTo>
                    <a:lnTo>
                      <a:pt x="950" y="1049"/>
                    </a:lnTo>
                    <a:lnTo>
                      <a:pt x="886" y="1344"/>
                    </a:lnTo>
                    <a:lnTo>
                      <a:pt x="856" y="1458"/>
                    </a:lnTo>
                    <a:lnTo>
                      <a:pt x="856" y="1473"/>
                    </a:lnTo>
                    <a:lnTo>
                      <a:pt x="784" y="1775"/>
                    </a:lnTo>
                    <a:lnTo>
                      <a:pt x="1" y="5182"/>
                    </a:lnTo>
                    <a:lnTo>
                      <a:pt x="189" y="5182"/>
                    </a:lnTo>
                    <a:lnTo>
                      <a:pt x="972" y="1775"/>
                    </a:lnTo>
                    <a:lnTo>
                      <a:pt x="1043" y="1473"/>
                    </a:lnTo>
                    <a:lnTo>
                      <a:pt x="1043" y="1444"/>
                    </a:lnTo>
                    <a:lnTo>
                      <a:pt x="1072" y="1344"/>
                    </a:lnTo>
                    <a:lnTo>
                      <a:pt x="1151" y="977"/>
                    </a:lnTo>
                    <a:lnTo>
                      <a:pt x="1338" y="200"/>
                    </a:lnTo>
                    <a:lnTo>
                      <a:pt x="1374" y="35"/>
                    </a:lnTo>
                    <a:lnTo>
                      <a:pt x="138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2" name="Google Shape;8823;p72">
                <a:extLst>
                  <a:ext uri="{FF2B5EF4-FFF2-40B4-BE49-F238E27FC236}">
                    <a16:creationId xmlns:a16="http://schemas.microsoft.com/office/drawing/2014/main" id="{688F26A6-A914-401C-A30D-F6233E1335B7}"/>
                  </a:ext>
                </a:extLst>
              </p:cNvPr>
              <p:cNvSpPr/>
              <p:nvPr/>
            </p:nvSpPr>
            <p:spPr>
              <a:xfrm>
                <a:off x="7923471" y="3617116"/>
                <a:ext cx="12473" cy="2446"/>
              </a:xfrm>
              <a:custGeom>
                <a:avLst/>
                <a:gdLst/>
                <a:ahLst/>
                <a:cxnLst/>
                <a:rect l="l" t="t" r="r" b="b"/>
                <a:pathLst>
                  <a:path w="51" h="10" extrusionOk="0">
                    <a:moveTo>
                      <a:pt x="1" y="0"/>
                    </a:moveTo>
                    <a:lnTo>
                      <a:pt x="1" y="9"/>
                    </a:lnTo>
                    <a:lnTo>
                      <a:pt x="51" y="9"/>
                    </a:lnTo>
                    <a:cubicBezTo>
                      <a:pt x="30" y="9"/>
                      <a:pt x="14" y="9"/>
                      <a:pt x="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3" name="Google Shape;8824;p72">
                <a:extLst>
                  <a:ext uri="{FF2B5EF4-FFF2-40B4-BE49-F238E27FC236}">
                    <a16:creationId xmlns:a16="http://schemas.microsoft.com/office/drawing/2014/main" id="{221ABE69-827E-4228-958B-F3AC08C032F2}"/>
                  </a:ext>
                </a:extLst>
              </p:cNvPr>
              <p:cNvSpPr/>
              <p:nvPr/>
            </p:nvSpPr>
            <p:spPr>
              <a:xfrm>
                <a:off x="7677444" y="3619317"/>
                <a:ext cx="381762" cy="1267567"/>
              </a:xfrm>
              <a:custGeom>
                <a:avLst/>
                <a:gdLst/>
                <a:ahLst/>
                <a:cxnLst/>
                <a:rect l="l" t="t" r="r" b="b"/>
                <a:pathLst>
                  <a:path w="1561" h="5183" extrusionOk="0">
                    <a:moveTo>
                      <a:pt x="1193" y="0"/>
                    </a:moveTo>
                    <a:lnTo>
                      <a:pt x="1186" y="35"/>
                    </a:lnTo>
                    <a:lnTo>
                      <a:pt x="1150" y="200"/>
                    </a:lnTo>
                    <a:lnTo>
                      <a:pt x="963" y="977"/>
                    </a:lnTo>
                    <a:lnTo>
                      <a:pt x="884" y="1344"/>
                    </a:lnTo>
                    <a:lnTo>
                      <a:pt x="855" y="1444"/>
                    </a:lnTo>
                    <a:lnTo>
                      <a:pt x="855" y="1473"/>
                    </a:lnTo>
                    <a:lnTo>
                      <a:pt x="784" y="1775"/>
                    </a:lnTo>
                    <a:lnTo>
                      <a:pt x="1" y="5182"/>
                    </a:lnTo>
                    <a:lnTo>
                      <a:pt x="367" y="5182"/>
                    </a:lnTo>
                    <a:lnTo>
                      <a:pt x="439" y="4851"/>
                    </a:lnTo>
                    <a:lnTo>
                      <a:pt x="1150" y="1775"/>
                    </a:lnTo>
                    <a:lnTo>
                      <a:pt x="1186" y="1617"/>
                    </a:lnTo>
                    <a:lnTo>
                      <a:pt x="1222" y="1473"/>
                    </a:lnTo>
                    <a:lnTo>
                      <a:pt x="1236" y="1415"/>
                    </a:lnTo>
                    <a:lnTo>
                      <a:pt x="1252" y="1344"/>
                    </a:lnTo>
                    <a:lnTo>
                      <a:pt x="1365" y="840"/>
                    </a:lnTo>
                    <a:lnTo>
                      <a:pt x="1517" y="200"/>
                    </a:lnTo>
                    <a:lnTo>
                      <a:pt x="1553" y="35"/>
                    </a:lnTo>
                    <a:lnTo>
                      <a:pt x="1560"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4" name="Google Shape;8825;p72">
                <a:extLst>
                  <a:ext uri="{FF2B5EF4-FFF2-40B4-BE49-F238E27FC236}">
                    <a16:creationId xmlns:a16="http://schemas.microsoft.com/office/drawing/2014/main" id="{524C705A-A7D0-4019-96DA-16CBE7099FB4}"/>
                  </a:ext>
                </a:extLst>
              </p:cNvPr>
              <p:cNvSpPr/>
              <p:nvPr/>
            </p:nvSpPr>
            <p:spPr>
              <a:xfrm>
                <a:off x="8104446" y="3619317"/>
                <a:ext cx="337741" cy="1267567"/>
              </a:xfrm>
              <a:custGeom>
                <a:avLst/>
                <a:gdLst/>
                <a:ahLst/>
                <a:cxnLst/>
                <a:rect l="l" t="t" r="r" b="b"/>
                <a:pathLst>
                  <a:path w="1381" h="5183" extrusionOk="0">
                    <a:moveTo>
                      <a:pt x="1" y="0"/>
                    </a:moveTo>
                    <a:lnTo>
                      <a:pt x="8" y="35"/>
                    </a:lnTo>
                    <a:lnTo>
                      <a:pt x="37" y="157"/>
                    </a:lnTo>
                    <a:lnTo>
                      <a:pt x="44" y="186"/>
                    </a:lnTo>
                    <a:lnTo>
                      <a:pt x="259" y="1121"/>
                    </a:lnTo>
                    <a:lnTo>
                      <a:pt x="309" y="1344"/>
                    </a:lnTo>
                    <a:lnTo>
                      <a:pt x="339" y="1466"/>
                    </a:lnTo>
                    <a:lnTo>
                      <a:pt x="339" y="1473"/>
                    </a:lnTo>
                    <a:lnTo>
                      <a:pt x="411" y="1775"/>
                    </a:lnTo>
                    <a:lnTo>
                      <a:pt x="1194" y="5182"/>
                    </a:lnTo>
                    <a:lnTo>
                      <a:pt x="1381" y="5182"/>
                    </a:lnTo>
                    <a:lnTo>
                      <a:pt x="598" y="1775"/>
                    </a:lnTo>
                    <a:lnTo>
                      <a:pt x="525" y="1473"/>
                    </a:lnTo>
                    <a:lnTo>
                      <a:pt x="504" y="1380"/>
                    </a:lnTo>
                    <a:lnTo>
                      <a:pt x="497" y="1344"/>
                    </a:lnTo>
                    <a:lnTo>
                      <a:pt x="389" y="870"/>
                    </a:lnTo>
                    <a:lnTo>
                      <a:pt x="223" y="157"/>
                    </a:lnTo>
                    <a:lnTo>
                      <a:pt x="196" y="35"/>
                    </a:lnTo>
                    <a:lnTo>
                      <a:pt x="187"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5" name="Google Shape;8826;p72">
                <a:extLst>
                  <a:ext uri="{FF2B5EF4-FFF2-40B4-BE49-F238E27FC236}">
                    <a16:creationId xmlns:a16="http://schemas.microsoft.com/office/drawing/2014/main" id="{981F0721-896D-4BBF-9CF8-12C92F6667A4}"/>
                  </a:ext>
                </a:extLst>
              </p:cNvPr>
              <p:cNvSpPr/>
              <p:nvPr/>
            </p:nvSpPr>
            <p:spPr>
              <a:xfrm>
                <a:off x="8149934" y="3619317"/>
                <a:ext cx="383963" cy="1267567"/>
              </a:xfrm>
              <a:custGeom>
                <a:avLst/>
                <a:gdLst/>
                <a:ahLst/>
                <a:cxnLst/>
                <a:rect l="l" t="t" r="r" b="b"/>
                <a:pathLst>
                  <a:path w="1570" h="5183" extrusionOk="0">
                    <a:moveTo>
                      <a:pt x="1" y="0"/>
                    </a:moveTo>
                    <a:lnTo>
                      <a:pt x="10" y="35"/>
                    </a:lnTo>
                    <a:lnTo>
                      <a:pt x="37" y="157"/>
                    </a:lnTo>
                    <a:lnTo>
                      <a:pt x="203" y="870"/>
                    </a:lnTo>
                    <a:lnTo>
                      <a:pt x="311" y="1344"/>
                    </a:lnTo>
                    <a:lnTo>
                      <a:pt x="318" y="1380"/>
                    </a:lnTo>
                    <a:lnTo>
                      <a:pt x="339" y="1473"/>
                    </a:lnTo>
                    <a:lnTo>
                      <a:pt x="412" y="1775"/>
                    </a:lnTo>
                    <a:lnTo>
                      <a:pt x="1195" y="5182"/>
                    </a:lnTo>
                    <a:lnTo>
                      <a:pt x="1569" y="5182"/>
                    </a:lnTo>
                    <a:lnTo>
                      <a:pt x="700" y="1430"/>
                    </a:lnTo>
                    <a:lnTo>
                      <a:pt x="527" y="682"/>
                    </a:lnTo>
                    <a:lnTo>
                      <a:pt x="368"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6" name="Google Shape;8827;p72">
                <a:extLst>
                  <a:ext uri="{FF2B5EF4-FFF2-40B4-BE49-F238E27FC236}">
                    <a16:creationId xmlns:a16="http://schemas.microsoft.com/office/drawing/2014/main" id="{FDA065EC-FCA4-4804-B10C-E1D6D578BE0E}"/>
                  </a:ext>
                </a:extLst>
              </p:cNvPr>
              <p:cNvSpPr/>
              <p:nvPr/>
            </p:nvSpPr>
            <p:spPr>
              <a:xfrm>
                <a:off x="7839098" y="3531030"/>
                <a:ext cx="84619" cy="88532"/>
              </a:xfrm>
              <a:custGeom>
                <a:avLst/>
                <a:gdLst/>
                <a:ahLst/>
                <a:cxnLst/>
                <a:rect l="l" t="t" r="r" b="b"/>
                <a:pathLst>
                  <a:path w="346" h="362" extrusionOk="0">
                    <a:moveTo>
                      <a:pt x="1" y="1"/>
                    </a:moveTo>
                    <a:lnTo>
                      <a:pt x="1" y="232"/>
                    </a:lnTo>
                    <a:cubicBezTo>
                      <a:pt x="1" y="246"/>
                      <a:pt x="1" y="259"/>
                      <a:pt x="7" y="275"/>
                    </a:cubicBezTo>
                    <a:cubicBezTo>
                      <a:pt x="14" y="289"/>
                      <a:pt x="14" y="296"/>
                      <a:pt x="21" y="309"/>
                    </a:cubicBezTo>
                    <a:cubicBezTo>
                      <a:pt x="51" y="339"/>
                      <a:pt x="87" y="361"/>
                      <a:pt x="130" y="361"/>
                    </a:cubicBezTo>
                    <a:lnTo>
                      <a:pt x="346" y="361"/>
                    </a:lnTo>
                    <a:lnTo>
                      <a:pt x="346" y="352"/>
                    </a:lnTo>
                    <a:cubicBezTo>
                      <a:pt x="309" y="339"/>
                      <a:pt x="280" y="309"/>
                      <a:pt x="273" y="275"/>
                    </a:cubicBezTo>
                    <a:cubicBezTo>
                      <a:pt x="266" y="259"/>
                      <a:pt x="266" y="246"/>
                      <a:pt x="266" y="232"/>
                    </a:cubicBezTo>
                    <a:lnTo>
                      <a:pt x="266"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7" name="Google Shape;8828;p72">
                <a:extLst>
                  <a:ext uri="{FF2B5EF4-FFF2-40B4-BE49-F238E27FC236}">
                    <a16:creationId xmlns:a16="http://schemas.microsoft.com/office/drawing/2014/main" id="{50C4B310-BF21-4B01-99F4-4A7CE1A2459D}"/>
                  </a:ext>
                </a:extLst>
              </p:cNvPr>
              <p:cNvSpPr/>
              <p:nvPr/>
            </p:nvSpPr>
            <p:spPr>
              <a:xfrm>
                <a:off x="7923471" y="3617116"/>
                <a:ext cx="12473" cy="2446"/>
              </a:xfrm>
              <a:custGeom>
                <a:avLst/>
                <a:gdLst/>
                <a:ahLst/>
                <a:cxnLst/>
                <a:rect l="l" t="t" r="r" b="b"/>
                <a:pathLst>
                  <a:path w="51" h="10" extrusionOk="0">
                    <a:moveTo>
                      <a:pt x="1" y="0"/>
                    </a:moveTo>
                    <a:lnTo>
                      <a:pt x="1" y="9"/>
                    </a:lnTo>
                    <a:lnTo>
                      <a:pt x="51" y="9"/>
                    </a:lnTo>
                    <a:cubicBezTo>
                      <a:pt x="30" y="9"/>
                      <a:pt x="14" y="9"/>
                      <a:pt x="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8" name="Google Shape;8829;p72">
                <a:extLst>
                  <a:ext uri="{FF2B5EF4-FFF2-40B4-BE49-F238E27FC236}">
                    <a16:creationId xmlns:a16="http://schemas.microsoft.com/office/drawing/2014/main" id="{EA7FEBE0-8658-4A38-A8BA-11EEACC8FCC5}"/>
                  </a:ext>
                </a:extLst>
              </p:cNvPr>
              <p:cNvSpPr/>
              <p:nvPr/>
            </p:nvSpPr>
            <p:spPr>
              <a:xfrm>
                <a:off x="7904151" y="3531030"/>
                <a:ext cx="388854" cy="88532"/>
              </a:xfrm>
              <a:custGeom>
                <a:avLst/>
                <a:gdLst/>
                <a:ahLst/>
                <a:cxnLst/>
                <a:rect l="l" t="t" r="r" b="b"/>
                <a:pathLst>
                  <a:path w="1590" h="362" extrusionOk="0">
                    <a:moveTo>
                      <a:pt x="0" y="1"/>
                    </a:moveTo>
                    <a:lnTo>
                      <a:pt x="0" y="232"/>
                    </a:lnTo>
                    <a:cubicBezTo>
                      <a:pt x="0" y="246"/>
                      <a:pt x="0" y="259"/>
                      <a:pt x="7" y="275"/>
                    </a:cubicBezTo>
                    <a:cubicBezTo>
                      <a:pt x="14" y="309"/>
                      <a:pt x="43" y="339"/>
                      <a:pt x="80" y="352"/>
                    </a:cubicBezTo>
                    <a:cubicBezTo>
                      <a:pt x="93" y="361"/>
                      <a:pt x="109" y="361"/>
                      <a:pt x="130" y="361"/>
                    </a:cubicBezTo>
                    <a:lnTo>
                      <a:pt x="1460" y="361"/>
                    </a:lnTo>
                    <a:cubicBezTo>
                      <a:pt x="1532" y="361"/>
                      <a:pt x="1589" y="302"/>
                      <a:pt x="1589" y="232"/>
                    </a:cubicBezTo>
                    <a:lnTo>
                      <a:pt x="1589"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9" name="Google Shape;8830;p72">
                <a:extLst>
                  <a:ext uri="{FF2B5EF4-FFF2-40B4-BE49-F238E27FC236}">
                    <a16:creationId xmlns:a16="http://schemas.microsoft.com/office/drawing/2014/main" id="{E38B0B85-7F97-4285-9B12-BC4CC6296468}"/>
                  </a:ext>
                </a:extLst>
              </p:cNvPr>
              <p:cNvSpPr/>
              <p:nvPr/>
            </p:nvSpPr>
            <p:spPr>
              <a:xfrm>
                <a:off x="6278071" y="3457173"/>
                <a:ext cx="1311589" cy="74102"/>
              </a:xfrm>
              <a:custGeom>
                <a:avLst/>
                <a:gdLst/>
                <a:ahLst/>
                <a:cxnLst/>
                <a:rect l="l" t="t" r="r" b="b"/>
                <a:pathLst>
                  <a:path w="5363" h="303" extrusionOk="0">
                    <a:moveTo>
                      <a:pt x="1" y="1"/>
                    </a:moveTo>
                    <a:lnTo>
                      <a:pt x="1" y="303"/>
                    </a:lnTo>
                    <a:lnTo>
                      <a:pt x="5362" y="303"/>
                    </a:lnTo>
                    <a:lnTo>
                      <a:pt x="5362"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0" name="Google Shape;8831;p72">
                <a:extLst>
                  <a:ext uri="{FF2B5EF4-FFF2-40B4-BE49-F238E27FC236}">
                    <a16:creationId xmlns:a16="http://schemas.microsoft.com/office/drawing/2014/main" id="{053D40A9-B4E8-4ACF-8C78-7E6F9DAA77AC}"/>
                  </a:ext>
                </a:extLst>
              </p:cNvPr>
              <p:cNvSpPr/>
              <p:nvPr/>
            </p:nvSpPr>
            <p:spPr>
              <a:xfrm>
                <a:off x="7589402" y="3457173"/>
                <a:ext cx="1086591" cy="74102"/>
              </a:xfrm>
              <a:custGeom>
                <a:avLst/>
                <a:gdLst/>
                <a:ahLst/>
                <a:cxnLst/>
                <a:rect l="l" t="t" r="r" b="b"/>
                <a:pathLst>
                  <a:path w="4443" h="303" extrusionOk="0">
                    <a:moveTo>
                      <a:pt x="0" y="1"/>
                    </a:moveTo>
                    <a:lnTo>
                      <a:pt x="0" y="303"/>
                    </a:lnTo>
                    <a:lnTo>
                      <a:pt x="4442" y="303"/>
                    </a:lnTo>
                    <a:lnTo>
                      <a:pt x="4442"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1" name="Google Shape;8832;p72">
                <a:extLst>
                  <a:ext uri="{FF2B5EF4-FFF2-40B4-BE49-F238E27FC236}">
                    <a16:creationId xmlns:a16="http://schemas.microsoft.com/office/drawing/2014/main" id="{936EB3DC-E373-4AD7-9DB8-60140FE00DB2}"/>
                  </a:ext>
                </a:extLst>
              </p:cNvPr>
              <p:cNvSpPr/>
              <p:nvPr/>
            </p:nvSpPr>
            <p:spPr>
              <a:xfrm>
                <a:off x="7126939" y="3416821"/>
                <a:ext cx="503065" cy="40597"/>
              </a:xfrm>
              <a:custGeom>
                <a:avLst/>
                <a:gdLst/>
                <a:ahLst/>
                <a:cxnLst/>
                <a:rect l="l" t="t" r="r" b="b"/>
                <a:pathLst>
                  <a:path w="2057" h="166" extrusionOk="0">
                    <a:moveTo>
                      <a:pt x="1" y="0"/>
                    </a:moveTo>
                    <a:lnTo>
                      <a:pt x="123" y="166"/>
                    </a:lnTo>
                    <a:lnTo>
                      <a:pt x="2057" y="166"/>
                    </a:lnTo>
                    <a:lnTo>
                      <a:pt x="2057"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2" name="Google Shape;8833;p72">
                <a:extLst>
                  <a:ext uri="{FF2B5EF4-FFF2-40B4-BE49-F238E27FC236}">
                    <a16:creationId xmlns:a16="http://schemas.microsoft.com/office/drawing/2014/main" id="{1DF03A53-2E24-499A-85E6-E823D48C7FF5}"/>
                  </a:ext>
                </a:extLst>
              </p:cNvPr>
              <p:cNvSpPr/>
              <p:nvPr/>
            </p:nvSpPr>
            <p:spPr>
              <a:xfrm>
                <a:off x="7629755" y="3416821"/>
                <a:ext cx="336273" cy="40597"/>
              </a:xfrm>
              <a:custGeom>
                <a:avLst/>
                <a:gdLst/>
                <a:ahLst/>
                <a:cxnLst/>
                <a:rect l="l" t="t" r="r" b="b"/>
                <a:pathLst>
                  <a:path w="1375" h="166" extrusionOk="0">
                    <a:moveTo>
                      <a:pt x="1" y="0"/>
                    </a:moveTo>
                    <a:lnTo>
                      <a:pt x="1" y="166"/>
                    </a:lnTo>
                    <a:lnTo>
                      <a:pt x="1374" y="166"/>
                    </a:lnTo>
                    <a:lnTo>
                      <a:pt x="1274" y="102"/>
                    </a:lnTo>
                    <a:lnTo>
                      <a:pt x="1043" y="79"/>
                    </a:lnTo>
                    <a:lnTo>
                      <a:pt x="1029" y="79"/>
                    </a:lnTo>
                    <a:lnTo>
                      <a:pt x="863" y="66"/>
                    </a:lnTo>
                    <a:lnTo>
                      <a:pt x="827" y="66"/>
                    </a:lnTo>
                    <a:lnTo>
                      <a:pt x="598" y="43"/>
                    </a:lnTo>
                    <a:lnTo>
                      <a:pt x="591" y="43"/>
                    </a:lnTo>
                    <a:lnTo>
                      <a:pt x="37"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3" name="Google Shape;8834;p72">
                <a:extLst>
                  <a:ext uri="{FF2B5EF4-FFF2-40B4-BE49-F238E27FC236}">
                    <a16:creationId xmlns:a16="http://schemas.microsoft.com/office/drawing/2014/main" id="{B99D0AFD-3935-48F3-AA30-8DDE1E15CD0F}"/>
                  </a:ext>
                </a:extLst>
              </p:cNvPr>
              <p:cNvSpPr/>
              <p:nvPr/>
            </p:nvSpPr>
            <p:spPr>
              <a:xfrm>
                <a:off x="6838848" y="2815447"/>
                <a:ext cx="140623" cy="104184"/>
              </a:xfrm>
              <a:custGeom>
                <a:avLst/>
                <a:gdLst/>
                <a:ahLst/>
                <a:cxnLst/>
                <a:rect l="l" t="t" r="r" b="b"/>
                <a:pathLst>
                  <a:path w="575" h="426" extrusionOk="0">
                    <a:moveTo>
                      <a:pt x="123" y="1"/>
                    </a:moveTo>
                    <a:cubicBezTo>
                      <a:pt x="50" y="1"/>
                      <a:pt x="0" y="59"/>
                      <a:pt x="23" y="139"/>
                    </a:cubicBezTo>
                    <a:cubicBezTo>
                      <a:pt x="30" y="173"/>
                      <a:pt x="57" y="260"/>
                      <a:pt x="273" y="375"/>
                    </a:cubicBezTo>
                    <a:lnTo>
                      <a:pt x="359" y="425"/>
                    </a:lnTo>
                    <a:lnTo>
                      <a:pt x="425" y="375"/>
                    </a:lnTo>
                    <a:cubicBezTo>
                      <a:pt x="575" y="260"/>
                      <a:pt x="554" y="173"/>
                      <a:pt x="547" y="139"/>
                    </a:cubicBezTo>
                    <a:cubicBezTo>
                      <a:pt x="525" y="59"/>
                      <a:pt x="438" y="1"/>
                      <a:pt x="359" y="1"/>
                    </a:cubicBezTo>
                    <a:cubicBezTo>
                      <a:pt x="316" y="1"/>
                      <a:pt x="281" y="23"/>
                      <a:pt x="259" y="59"/>
                    </a:cubicBezTo>
                    <a:cubicBezTo>
                      <a:pt x="223" y="23"/>
                      <a:pt x="173" y="1"/>
                      <a:pt x="123"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4" name="Google Shape;8835;p72">
                <a:extLst>
                  <a:ext uri="{FF2B5EF4-FFF2-40B4-BE49-F238E27FC236}">
                    <a16:creationId xmlns:a16="http://schemas.microsoft.com/office/drawing/2014/main" id="{84AA7B63-7A66-4DED-BDC8-8C1BE5015F9F}"/>
                  </a:ext>
                </a:extLst>
              </p:cNvPr>
              <p:cNvSpPr/>
              <p:nvPr/>
            </p:nvSpPr>
            <p:spPr>
              <a:xfrm>
                <a:off x="7337995" y="2610016"/>
                <a:ext cx="176085" cy="655917"/>
              </a:xfrm>
              <a:custGeom>
                <a:avLst/>
                <a:gdLst/>
                <a:ahLst/>
                <a:cxnLst/>
                <a:rect l="l" t="t" r="r" b="b"/>
                <a:pathLst>
                  <a:path w="720" h="2682" extrusionOk="0">
                    <a:moveTo>
                      <a:pt x="0" y="1"/>
                    </a:moveTo>
                    <a:cubicBezTo>
                      <a:pt x="66" y="1"/>
                      <a:pt x="129" y="51"/>
                      <a:pt x="138" y="116"/>
                    </a:cubicBezTo>
                    <a:lnTo>
                      <a:pt x="569" y="2566"/>
                    </a:lnTo>
                    <a:cubicBezTo>
                      <a:pt x="583" y="2625"/>
                      <a:pt x="540" y="2681"/>
                      <a:pt x="475" y="2681"/>
                    </a:cubicBezTo>
                    <a:lnTo>
                      <a:pt x="613" y="2681"/>
                    </a:lnTo>
                    <a:cubicBezTo>
                      <a:pt x="676" y="2681"/>
                      <a:pt x="719" y="2625"/>
                      <a:pt x="713" y="2566"/>
                    </a:cubicBezTo>
                    <a:lnTo>
                      <a:pt x="281" y="116"/>
                    </a:lnTo>
                    <a:cubicBezTo>
                      <a:pt x="268" y="51"/>
                      <a:pt x="209" y="1"/>
                      <a:pt x="145"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5" name="Google Shape;8836;p72">
                <a:extLst>
                  <a:ext uri="{FF2B5EF4-FFF2-40B4-BE49-F238E27FC236}">
                    <a16:creationId xmlns:a16="http://schemas.microsoft.com/office/drawing/2014/main" id="{6C52FA48-3476-4EC5-9BA5-EFDDDADDEF0A}"/>
                  </a:ext>
                </a:extLst>
              </p:cNvPr>
              <p:cNvSpPr/>
              <p:nvPr/>
            </p:nvSpPr>
            <p:spPr>
              <a:xfrm>
                <a:off x="6436302" y="2610016"/>
                <a:ext cx="1044526" cy="655917"/>
              </a:xfrm>
              <a:custGeom>
                <a:avLst/>
                <a:gdLst/>
                <a:ahLst/>
                <a:cxnLst/>
                <a:rect l="l" t="t" r="r" b="b"/>
                <a:pathLst>
                  <a:path w="4271" h="2682" extrusionOk="0">
                    <a:moveTo>
                      <a:pt x="2005" y="841"/>
                    </a:moveTo>
                    <a:cubicBezTo>
                      <a:pt x="2084" y="841"/>
                      <a:pt x="2171" y="899"/>
                      <a:pt x="2193" y="979"/>
                    </a:cubicBezTo>
                    <a:cubicBezTo>
                      <a:pt x="2200" y="1013"/>
                      <a:pt x="2221" y="1100"/>
                      <a:pt x="2071" y="1215"/>
                    </a:cubicBezTo>
                    <a:lnTo>
                      <a:pt x="2005" y="1265"/>
                    </a:lnTo>
                    <a:lnTo>
                      <a:pt x="1919" y="1215"/>
                    </a:lnTo>
                    <a:cubicBezTo>
                      <a:pt x="1703" y="1100"/>
                      <a:pt x="1676" y="1013"/>
                      <a:pt x="1669" y="979"/>
                    </a:cubicBezTo>
                    <a:cubicBezTo>
                      <a:pt x="1646" y="899"/>
                      <a:pt x="1696" y="841"/>
                      <a:pt x="1769" y="841"/>
                    </a:cubicBezTo>
                    <a:cubicBezTo>
                      <a:pt x="1819" y="841"/>
                      <a:pt x="1869" y="863"/>
                      <a:pt x="1905" y="899"/>
                    </a:cubicBezTo>
                    <a:cubicBezTo>
                      <a:pt x="1927" y="863"/>
                      <a:pt x="1962" y="841"/>
                      <a:pt x="2005" y="841"/>
                    </a:cubicBezTo>
                    <a:close/>
                    <a:moveTo>
                      <a:pt x="107" y="1"/>
                    </a:moveTo>
                    <a:cubicBezTo>
                      <a:pt x="44" y="1"/>
                      <a:pt x="1" y="51"/>
                      <a:pt x="14" y="116"/>
                    </a:cubicBezTo>
                    <a:lnTo>
                      <a:pt x="439" y="2566"/>
                    </a:lnTo>
                    <a:cubicBezTo>
                      <a:pt x="453" y="2625"/>
                      <a:pt x="518" y="2681"/>
                      <a:pt x="582" y="2681"/>
                    </a:cubicBezTo>
                    <a:lnTo>
                      <a:pt x="1301" y="2681"/>
                    </a:lnTo>
                    <a:cubicBezTo>
                      <a:pt x="1331" y="2445"/>
                      <a:pt x="1374" y="2171"/>
                      <a:pt x="1410" y="1962"/>
                    </a:cubicBezTo>
                    <a:cubicBezTo>
                      <a:pt x="1467" y="1683"/>
                      <a:pt x="1689" y="1639"/>
                      <a:pt x="1689" y="1639"/>
                    </a:cubicBezTo>
                    <a:lnTo>
                      <a:pt x="2466" y="1639"/>
                    </a:lnTo>
                    <a:lnTo>
                      <a:pt x="2495" y="1805"/>
                    </a:lnTo>
                    <a:cubicBezTo>
                      <a:pt x="2495" y="1805"/>
                      <a:pt x="2373" y="1812"/>
                      <a:pt x="2329" y="2048"/>
                    </a:cubicBezTo>
                    <a:cubicBezTo>
                      <a:pt x="2286" y="2236"/>
                      <a:pt x="2257" y="2473"/>
                      <a:pt x="2229" y="2681"/>
                    </a:cubicBezTo>
                    <a:lnTo>
                      <a:pt x="4162" y="2681"/>
                    </a:lnTo>
                    <a:cubicBezTo>
                      <a:pt x="4227" y="2681"/>
                      <a:pt x="4270" y="2625"/>
                      <a:pt x="4256" y="2566"/>
                    </a:cubicBezTo>
                    <a:lnTo>
                      <a:pt x="3825" y="116"/>
                    </a:lnTo>
                    <a:cubicBezTo>
                      <a:pt x="3816" y="51"/>
                      <a:pt x="3753" y="1"/>
                      <a:pt x="3687" y="1"/>
                    </a:cubicBezTo>
                    <a:close/>
                  </a:path>
                </a:pathLst>
              </a:custGeom>
              <a:solidFill>
                <a:schemeClr val="bg2"/>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7" name="Google Shape;8838;p72">
                <a:extLst>
                  <a:ext uri="{FF2B5EF4-FFF2-40B4-BE49-F238E27FC236}">
                    <a16:creationId xmlns:a16="http://schemas.microsoft.com/office/drawing/2014/main" id="{769803DA-715A-42DA-A85A-F7A0AD4D6663}"/>
                  </a:ext>
                </a:extLst>
              </p:cNvPr>
              <p:cNvSpPr/>
              <p:nvPr/>
            </p:nvSpPr>
            <p:spPr>
              <a:xfrm>
                <a:off x="6728306" y="3010850"/>
                <a:ext cx="309372" cy="446571"/>
              </a:xfrm>
              <a:custGeom>
                <a:avLst/>
                <a:gdLst/>
                <a:ahLst/>
                <a:cxnLst/>
                <a:rect l="l" t="t" r="r" b="b"/>
                <a:pathLst>
                  <a:path w="1265" h="1826" extrusionOk="0">
                    <a:moveTo>
                      <a:pt x="495" y="0"/>
                    </a:moveTo>
                    <a:cubicBezTo>
                      <a:pt x="495" y="0"/>
                      <a:pt x="273" y="44"/>
                      <a:pt x="216" y="323"/>
                    </a:cubicBezTo>
                    <a:cubicBezTo>
                      <a:pt x="180" y="532"/>
                      <a:pt x="137" y="806"/>
                      <a:pt x="107" y="1042"/>
                    </a:cubicBezTo>
                    <a:cubicBezTo>
                      <a:pt x="71" y="1315"/>
                      <a:pt x="43" y="1553"/>
                      <a:pt x="28" y="1617"/>
                    </a:cubicBezTo>
                    <a:cubicBezTo>
                      <a:pt x="0" y="1739"/>
                      <a:pt x="57" y="1826"/>
                      <a:pt x="230" y="1826"/>
                    </a:cubicBezTo>
                    <a:lnTo>
                      <a:pt x="1006" y="1826"/>
                    </a:lnTo>
                    <a:cubicBezTo>
                      <a:pt x="834" y="1826"/>
                      <a:pt x="784" y="1739"/>
                      <a:pt x="804" y="1617"/>
                    </a:cubicBezTo>
                    <a:cubicBezTo>
                      <a:pt x="820" y="1553"/>
                      <a:pt x="847" y="1315"/>
                      <a:pt x="884" y="1042"/>
                    </a:cubicBezTo>
                    <a:cubicBezTo>
                      <a:pt x="913" y="806"/>
                      <a:pt x="956" y="532"/>
                      <a:pt x="999" y="323"/>
                    </a:cubicBezTo>
                    <a:cubicBezTo>
                      <a:pt x="1049" y="73"/>
                      <a:pt x="1222" y="14"/>
                      <a:pt x="1265"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8" name="Google Shape;8839;p72">
                <a:extLst>
                  <a:ext uri="{FF2B5EF4-FFF2-40B4-BE49-F238E27FC236}">
                    <a16:creationId xmlns:a16="http://schemas.microsoft.com/office/drawing/2014/main" id="{3081E0F2-973A-49FE-8A13-FE1E73B98D64}"/>
                  </a:ext>
                </a:extLst>
              </p:cNvPr>
              <p:cNvSpPr/>
              <p:nvPr/>
            </p:nvSpPr>
            <p:spPr>
              <a:xfrm>
                <a:off x="6919797" y="3010850"/>
                <a:ext cx="237470" cy="446571"/>
              </a:xfrm>
              <a:custGeom>
                <a:avLst/>
                <a:gdLst/>
                <a:ahLst/>
                <a:cxnLst/>
                <a:rect l="l" t="t" r="r" b="b"/>
                <a:pathLst>
                  <a:path w="971" h="1826" extrusionOk="0">
                    <a:moveTo>
                      <a:pt x="482" y="0"/>
                    </a:moveTo>
                    <a:cubicBezTo>
                      <a:pt x="439" y="14"/>
                      <a:pt x="266" y="73"/>
                      <a:pt x="216" y="323"/>
                    </a:cubicBezTo>
                    <a:cubicBezTo>
                      <a:pt x="173" y="532"/>
                      <a:pt x="130" y="806"/>
                      <a:pt x="101" y="1042"/>
                    </a:cubicBezTo>
                    <a:cubicBezTo>
                      <a:pt x="64" y="1315"/>
                      <a:pt x="37" y="1553"/>
                      <a:pt x="21" y="1617"/>
                    </a:cubicBezTo>
                    <a:cubicBezTo>
                      <a:pt x="1" y="1739"/>
                      <a:pt x="51" y="1826"/>
                      <a:pt x="223" y="1826"/>
                    </a:cubicBezTo>
                    <a:lnTo>
                      <a:pt x="970" y="1826"/>
                    </a:lnTo>
                    <a:lnTo>
                      <a:pt x="848" y="1660"/>
                    </a:lnTo>
                    <a:lnTo>
                      <a:pt x="373" y="1660"/>
                    </a:lnTo>
                    <a:cubicBezTo>
                      <a:pt x="223" y="1660"/>
                      <a:pt x="166" y="1632"/>
                      <a:pt x="187" y="1524"/>
                    </a:cubicBezTo>
                    <a:cubicBezTo>
                      <a:pt x="194" y="1467"/>
                      <a:pt x="223" y="1272"/>
                      <a:pt x="252" y="1042"/>
                    </a:cubicBezTo>
                    <a:cubicBezTo>
                      <a:pt x="280" y="834"/>
                      <a:pt x="309" y="597"/>
                      <a:pt x="352" y="409"/>
                    </a:cubicBezTo>
                    <a:cubicBezTo>
                      <a:pt x="396" y="173"/>
                      <a:pt x="518" y="166"/>
                      <a:pt x="518" y="166"/>
                    </a:cubicBezTo>
                    <a:lnTo>
                      <a:pt x="489"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0" name="Google Shape;8841;p72">
                <a:extLst>
                  <a:ext uri="{FF2B5EF4-FFF2-40B4-BE49-F238E27FC236}">
                    <a16:creationId xmlns:a16="http://schemas.microsoft.com/office/drawing/2014/main" id="{D85B812D-4242-464D-AB96-D7BE91EE5F4E}"/>
                  </a:ext>
                </a:extLst>
              </p:cNvPr>
              <p:cNvSpPr/>
              <p:nvPr/>
            </p:nvSpPr>
            <p:spPr>
              <a:xfrm>
                <a:off x="8016649" y="3416821"/>
                <a:ext cx="146248" cy="40597"/>
              </a:xfrm>
              <a:custGeom>
                <a:avLst/>
                <a:gdLst/>
                <a:ahLst/>
                <a:cxnLst/>
                <a:rect l="l" t="t" r="r" b="b"/>
                <a:pathLst>
                  <a:path w="598" h="166" extrusionOk="0">
                    <a:moveTo>
                      <a:pt x="1" y="0"/>
                    </a:moveTo>
                    <a:lnTo>
                      <a:pt x="15" y="166"/>
                    </a:lnTo>
                    <a:lnTo>
                      <a:pt x="589" y="166"/>
                    </a:lnTo>
                    <a:lnTo>
                      <a:pt x="598"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1" name="Google Shape;8842;p72">
                <a:extLst>
                  <a:ext uri="{FF2B5EF4-FFF2-40B4-BE49-F238E27FC236}">
                    <a16:creationId xmlns:a16="http://schemas.microsoft.com/office/drawing/2014/main" id="{9C489645-41C8-44E7-A7C2-206980B40428}"/>
                  </a:ext>
                </a:extLst>
              </p:cNvPr>
              <p:cNvSpPr/>
              <p:nvPr/>
            </p:nvSpPr>
            <p:spPr>
              <a:xfrm>
                <a:off x="8004421" y="3279622"/>
                <a:ext cx="170705" cy="28369"/>
              </a:xfrm>
              <a:custGeom>
                <a:avLst/>
                <a:gdLst/>
                <a:ahLst/>
                <a:cxnLst/>
                <a:rect l="l" t="t" r="r" b="b"/>
                <a:pathLst>
                  <a:path w="698" h="116" extrusionOk="0">
                    <a:moveTo>
                      <a:pt x="1" y="0"/>
                    </a:moveTo>
                    <a:lnTo>
                      <a:pt x="15" y="116"/>
                    </a:lnTo>
                    <a:lnTo>
                      <a:pt x="691" y="116"/>
                    </a:lnTo>
                    <a:lnTo>
                      <a:pt x="698"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2" name="Google Shape;8843;p72">
                <a:extLst>
                  <a:ext uri="{FF2B5EF4-FFF2-40B4-BE49-F238E27FC236}">
                    <a16:creationId xmlns:a16="http://schemas.microsoft.com/office/drawing/2014/main" id="{A47253C4-E760-4D6F-AF8B-01817CCA8DC2}"/>
                  </a:ext>
                </a:extLst>
              </p:cNvPr>
              <p:cNvSpPr/>
              <p:nvPr/>
            </p:nvSpPr>
            <p:spPr>
              <a:xfrm>
                <a:off x="7988524" y="3232422"/>
                <a:ext cx="202253" cy="47445"/>
              </a:xfrm>
              <a:custGeom>
                <a:avLst/>
                <a:gdLst/>
                <a:ahLst/>
                <a:cxnLst/>
                <a:rect l="l" t="t" r="r" b="b"/>
                <a:pathLst>
                  <a:path w="827" h="194" extrusionOk="0">
                    <a:moveTo>
                      <a:pt x="0" y="0"/>
                    </a:moveTo>
                    <a:lnTo>
                      <a:pt x="0" y="193"/>
                    </a:lnTo>
                    <a:lnTo>
                      <a:pt x="827" y="193"/>
                    </a:lnTo>
                    <a:lnTo>
                      <a:pt x="827"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3" name="Google Shape;8844;p72">
                <a:extLst>
                  <a:ext uri="{FF2B5EF4-FFF2-40B4-BE49-F238E27FC236}">
                    <a16:creationId xmlns:a16="http://schemas.microsoft.com/office/drawing/2014/main" id="{B34E4F67-9023-4CDC-8AEB-25A7769CF40C}"/>
                  </a:ext>
                </a:extLst>
              </p:cNvPr>
              <p:cNvSpPr/>
              <p:nvPr/>
            </p:nvSpPr>
            <p:spPr>
              <a:xfrm>
                <a:off x="8009556" y="3198917"/>
                <a:ext cx="160188" cy="33750"/>
              </a:xfrm>
              <a:custGeom>
                <a:avLst/>
                <a:gdLst/>
                <a:ahLst/>
                <a:cxnLst/>
                <a:rect l="l" t="t" r="r" b="b"/>
                <a:pathLst>
                  <a:path w="655" h="138" extrusionOk="0">
                    <a:moveTo>
                      <a:pt x="37" y="1"/>
                    </a:moveTo>
                    <a:lnTo>
                      <a:pt x="0" y="137"/>
                    </a:lnTo>
                    <a:lnTo>
                      <a:pt x="654" y="137"/>
                    </a:lnTo>
                    <a:lnTo>
                      <a:pt x="618" y="8"/>
                    </a:lnTo>
                    <a:lnTo>
                      <a:pt x="618"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4" name="Google Shape;8845;p72">
                <a:extLst>
                  <a:ext uri="{FF2B5EF4-FFF2-40B4-BE49-F238E27FC236}">
                    <a16:creationId xmlns:a16="http://schemas.microsoft.com/office/drawing/2014/main" id="{3D07E916-BB11-4ED5-8373-F9E4E5928FF0}"/>
                  </a:ext>
                </a:extLst>
              </p:cNvPr>
              <p:cNvSpPr/>
              <p:nvPr/>
            </p:nvSpPr>
            <p:spPr>
              <a:xfrm>
                <a:off x="8002464" y="3307747"/>
                <a:ext cx="174373" cy="109319"/>
              </a:xfrm>
              <a:custGeom>
                <a:avLst/>
                <a:gdLst/>
                <a:ahLst/>
                <a:cxnLst/>
                <a:rect l="l" t="t" r="r" b="b"/>
                <a:pathLst>
                  <a:path w="713" h="447" extrusionOk="0">
                    <a:moveTo>
                      <a:pt x="0" y="1"/>
                    </a:moveTo>
                    <a:lnTo>
                      <a:pt x="16" y="196"/>
                    </a:lnTo>
                    <a:lnTo>
                      <a:pt x="43" y="446"/>
                    </a:lnTo>
                    <a:lnTo>
                      <a:pt x="676" y="446"/>
                    </a:lnTo>
                    <a:lnTo>
                      <a:pt x="713" y="1"/>
                    </a:lnTo>
                    <a:close/>
                  </a:path>
                </a:pathLst>
              </a:custGeom>
              <a:solidFill>
                <a:schemeClr val="dk2"/>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5" name="Google Shape;8846;p72">
                <a:extLst>
                  <a:ext uri="{FF2B5EF4-FFF2-40B4-BE49-F238E27FC236}">
                    <a16:creationId xmlns:a16="http://schemas.microsoft.com/office/drawing/2014/main" id="{CCC1AFEE-1FC8-448E-8D57-47D4B4A204AC}"/>
                  </a:ext>
                </a:extLst>
              </p:cNvPr>
              <p:cNvSpPr/>
              <p:nvPr/>
            </p:nvSpPr>
            <p:spPr>
              <a:xfrm>
                <a:off x="6067261" y="4181561"/>
                <a:ext cx="245" cy="245"/>
              </a:xfrm>
              <a:custGeom>
                <a:avLst/>
                <a:gdLst/>
                <a:ahLst/>
                <a:cxnLst/>
                <a:rect l="l" t="t" r="r" b="b"/>
                <a:pathLst>
                  <a:path w="1" h="1" extrusionOk="0">
                    <a:moveTo>
                      <a:pt x="0" y="1"/>
                    </a:moveTo>
                    <a:lnTo>
                      <a:pt x="0" y="1"/>
                    </a:ln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6" name="Google Shape;8847;p72">
                <a:extLst>
                  <a:ext uri="{FF2B5EF4-FFF2-40B4-BE49-F238E27FC236}">
                    <a16:creationId xmlns:a16="http://schemas.microsoft.com/office/drawing/2014/main" id="{6A5EC068-51C8-4403-9262-2D60A9D42C85}"/>
                  </a:ext>
                </a:extLst>
              </p:cNvPr>
              <p:cNvSpPr/>
              <p:nvPr/>
            </p:nvSpPr>
            <p:spPr>
              <a:xfrm>
                <a:off x="5873814" y="3842356"/>
                <a:ext cx="126928" cy="325513"/>
              </a:xfrm>
              <a:custGeom>
                <a:avLst/>
                <a:gdLst/>
                <a:ahLst/>
                <a:cxnLst/>
                <a:rect l="l" t="t" r="r" b="b"/>
                <a:pathLst>
                  <a:path w="519" h="1331" extrusionOk="0">
                    <a:moveTo>
                      <a:pt x="1" y="1"/>
                    </a:moveTo>
                    <a:lnTo>
                      <a:pt x="1" y="115"/>
                    </a:lnTo>
                    <a:lnTo>
                      <a:pt x="1" y="223"/>
                    </a:lnTo>
                    <a:cubicBezTo>
                      <a:pt x="15" y="253"/>
                      <a:pt x="22" y="280"/>
                      <a:pt x="35" y="309"/>
                    </a:cubicBezTo>
                    <a:cubicBezTo>
                      <a:pt x="130" y="539"/>
                      <a:pt x="187" y="741"/>
                      <a:pt x="223" y="913"/>
                    </a:cubicBezTo>
                    <a:cubicBezTo>
                      <a:pt x="230" y="963"/>
                      <a:pt x="237" y="1006"/>
                      <a:pt x="237" y="1050"/>
                    </a:cubicBezTo>
                    <a:lnTo>
                      <a:pt x="518" y="1331"/>
                    </a:lnTo>
                    <a:lnTo>
                      <a:pt x="518" y="525"/>
                    </a:lnTo>
                    <a:lnTo>
                      <a:pt x="1"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7" name="Google Shape;8848;p72">
                <a:extLst>
                  <a:ext uri="{FF2B5EF4-FFF2-40B4-BE49-F238E27FC236}">
                    <a16:creationId xmlns:a16="http://schemas.microsoft.com/office/drawing/2014/main" id="{B212CF48-438A-4206-9184-248575FF78C7}"/>
                  </a:ext>
                </a:extLst>
              </p:cNvPr>
              <p:cNvSpPr/>
              <p:nvPr/>
            </p:nvSpPr>
            <p:spPr>
              <a:xfrm>
                <a:off x="5873814" y="3896893"/>
                <a:ext cx="245" cy="1957"/>
              </a:xfrm>
              <a:custGeom>
                <a:avLst/>
                <a:gdLst/>
                <a:ahLst/>
                <a:cxnLst/>
                <a:rect l="l" t="t" r="r" b="b"/>
                <a:pathLst>
                  <a:path w="1" h="8" extrusionOk="0">
                    <a:moveTo>
                      <a:pt x="1" y="0"/>
                    </a:moveTo>
                    <a:lnTo>
                      <a:pt x="1" y="7"/>
                    </a:ln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8" name="Google Shape;8849;p72">
                <a:extLst>
                  <a:ext uri="{FF2B5EF4-FFF2-40B4-BE49-F238E27FC236}">
                    <a16:creationId xmlns:a16="http://schemas.microsoft.com/office/drawing/2014/main" id="{48588F4F-2E66-47EC-8D43-7CA9854E9BBC}"/>
                  </a:ext>
                </a:extLst>
              </p:cNvPr>
              <p:cNvSpPr/>
              <p:nvPr/>
            </p:nvSpPr>
            <p:spPr>
              <a:xfrm>
                <a:off x="6000496" y="3842356"/>
                <a:ext cx="128395" cy="325513"/>
              </a:xfrm>
              <a:custGeom>
                <a:avLst/>
                <a:gdLst/>
                <a:ahLst/>
                <a:cxnLst/>
                <a:rect l="l" t="t" r="r" b="b"/>
                <a:pathLst>
                  <a:path w="525" h="1331" extrusionOk="0">
                    <a:moveTo>
                      <a:pt x="525" y="1"/>
                    </a:moveTo>
                    <a:lnTo>
                      <a:pt x="0" y="525"/>
                    </a:lnTo>
                    <a:lnTo>
                      <a:pt x="0" y="1331"/>
                    </a:lnTo>
                    <a:lnTo>
                      <a:pt x="287" y="1043"/>
                    </a:lnTo>
                    <a:lnTo>
                      <a:pt x="287" y="1020"/>
                    </a:lnTo>
                    <a:cubicBezTo>
                      <a:pt x="316" y="877"/>
                      <a:pt x="366" y="705"/>
                      <a:pt x="446" y="511"/>
                    </a:cubicBezTo>
                    <a:cubicBezTo>
                      <a:pt x="459" y="489"/>
                      <a:pt x="466" y="460"/>
                      <a:pt x="475" y="439"/>
                    </a:cubicBezTo>
                    <a:cubicBezTo>
                      <a:pt x="489" y="403"/>
                      <a:pt x="503" y="373"/>
                      <a:pt x="518" y="339"/>
                    </a:cubicBezTo>
                    <a:cubicBezTo>
                      <a:pt x="525" y="266"/>
                      <a:pt x="525" y="194"/>
                      <a:pt x="525" y="115"/>
                    </a:cubicBezTo>
                    <a:lnTo>
                      <a:pt x="525"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9" name="Google Shape;8850;p72">
                <a:extLst>
                  <a:ext uri="{FF2B5EF4-FFF2-40B4-BE49-F238E27FC236}">
                    <a16:creationId xmlns:a16="http://schemas.microsoft.com/office/drawing/2014/main" id="{27B94839-2B55-4693-9030-A54D92A5195F}"/>
                  </a:ext>
                </a:extLst>
              </p:cNvPr>
              <p:cNvSpPr/>
              <p:nvPr/>
            </p:nvSpPr>
            <p:spPr>
              <a:xfrm>
                <a:off x="6070440" y="4091807"/>
                <a:ext cx="1957" cy="5625"/>
              </a:xfrm>
              <a:custGeom>
                <a:avLst/>
                <a:gdLst/>
                <a:ahLst/>
                <a:cxnLst/>
                <a:rect l="l" t="t" r="r" b="b"/>
                <a:pathLst>
                  <a:path w="8" h="23" extrusionOk="0">
                    <a:moveTo>
                      <a:pt x="1" y="0"/>
                    </a:moveTo>
                    <a:lnTo>
                      <a:pt x="1" y="23"/>
                    </a:lnTo>
                    <a:lnTo>
                      <a:pt x="8" y="16"/>
                    </a:ln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0" name="Google Shape;8851;p72">
                <a:extLst>
                  <a:ext uri="{FF2B5EF4-FFF2-40B4-BE49-F238E27FC236}">
                    <a16:creationId xmlns:a16="http://schemas.microsoft.com/office/drawing/2014/main" id="{20F2E4AE-4864-405E-965C-441193F89C02}"/>
                  </a:ext>
                </a:extLst>
              </p:cNvPr>
              <p:cNvSpPr/>
              <p:nvPr/>
            </p:nvSpPr>
            <p:spPr>
              <a:xfrm>
                <a:off x="5873814" y="3661381"/>
                <a:ext cx="126928" cy="309616"/>
              </a:xfrm>
              <a:custGeom>
                <a:avLst/>
                <a:gdLst/>
                <a:ahLst/>
                <a:cxnLst/>
                <a:rect l="l" t="t" r="r" b="b"/>
                <a:pathLst>
                  <a:path w="519" h="1266" extrusionOk="0">
                    <a:moveTo>
                      <a:pt x="58" y="1"/>
                    </a:moveTo>
                    <a:cubicBezTo>
                      <a:pt x="22" y="237"/>
                      <a:pt x="1" y="489"/>
                      <a:pt x="1" y="741"/>
                    </a:cubicBezTo>
                    <a:lnTo>
                      <a:pt x="518" y="1265"/>
                    </a:lnTo>
                    <a:lnTo>
                      <a:pt x="518" y="459"/>
                    </a:lnTo>
                    <a:lnTo>
                      <a:pt x="58"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1" name="Google Shape;8852;p72">
                <a:extLst>
                  <a:ext uri="{FF2B5EF4-FFF2-40B4-BE49-F238E27FC236}">
                    <a16:creationId xmlns:a16="http://schemas.microsoft.com/office/drawing/2014/main" id="{ADAD5C13-BE38-40B9-92E7-77BE0BE5D166}"/>
                  </a:ext>
                </a:extLst>
              </p:cNvPr>
              <p:cNvSpPr/>
              <p:nvPr/>
            </p:nvSpPr>
            <p:spPr>
              <a:xfrm>
                <a:off x="6000496" y="3661381"/>
                <a:ext cx="128395" cy="309616"/>
              </a:xfrm>
              <a:custGeom>
                <a:avLst/>
                <a:gdLst/>
                <a:ahLst/>
                <a:cxnLst/>
                <a:rect l="l" t="t" r="r" b="b"/>
                <a:pathLst>
                  <a:path w="525" h="1266" extrusionOk="0">
                    <a:moveTo>
                      <a:pt x="466" y="1"/>
                    </a:moveTo>
                    <a:lnTo>
                      <a:pt x="0" y="459"/>
                    </a:lnTo>
                    <a:lnTo>
                      <a:pt x="0" y="1265"/>
                    </a:lnTo>
                    <a:lnTo>
                      <a:pt x="525" y="741"/>
                    </a:lnTo>
                    <a:cubicBezTo>
                      <a:pt x="518" y="489"/>
                      <a:pt x="496" y="237"/>
                      <a:pt x="466"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2" name="Google Shape;8853;p72">
                <a:extLst>
                  <a:ext uri="{FF2B5EF4-FFF2-40B4-BE49-F238E27FC236}">
                    <a16:creationId xmlns:a16="http://schemas.microsoft.com/office/drawing/2014/main" id="{CAD8B7BB-3A1F-4F84-8200-3BD982B42BC0}"/>
                  </a:ext>
                </a:extLst>
              </p:cNvPr>
              <p:cNvSpPr/>
              <p:nvPr/>
            </p:nvSpPr>
            <p:spPr>
              <a:xfrm>
                <a:off x="5887754" y="3497770"/>
                <a:ext cx="112988" cy="276111"/>
              </a:xfrm>
              <a:custGeom>
                <a:avLst/>
                <a:gdLst/>
                <a:ahLst/>
                <a:cxnLst/>
                <a:rect l="l" t="t" r="r" b="b"/>
                <a:pathLst>
                  <a:path w="462" h="1129" extrusionOk="0">
                    <a:moveTo>
                      <a:pt x="137" y="0"/>
                    </a:moveTo>
                    <a:cubicBezTo>
                      <a:pt x="80" y="187"/>
                      <a:pt x="37" y="418"/>
                      <a:pt x="1" y="670"/>
                    </a:cubicBezTo>
                    <a:lnTo>
                      <a:pt x="461" y="1128"/>
                    </a:lnTo>
                    <a:lnTo>
                      <a:pt x="461" y="325"/>
                    </a:lnTo>
                    <a:lnTo>
                      <a:pt x="137"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3" name="Google Shape;8854;p72">
                <a:extLst>
                  <a:ext uri="{FF2B5EF4-FFF2-40B4-BE49-F238E27FC236}">
                    <a16:creationId xmlns:a16="http://schemas.microsoft.com/office/drawing/2014/main" id="{100EBD50-FE05-4C04-976E-171D958EDB68}"/>
                  </a:ext>
                </a:extLst>
              </p:cNvPr>
              <p:cNvSpPr/>
              <p:nvPr/>
            </p:nvSpPr>
            <p:spPr>
              <a:xfrm>
                <a:off x="6000496" y="3497770"/>
                <a:ext cx="114211" cy="276111"/>
              </a:xfrm>
              <a:custGeom>
                <a:avLst/>
                <a:gdLst/>
                <a:ahLst/>
                <a:cxnLst/>
                <a:rect l="l" t="t" r="r" b="b"/>
                <a:pathLst>
                  <a:path w="467" h="1129" extrusionOk="0">
                    <a:moveTo>
                      <a:pt x="323" y="0"/>
                    </a:moveTo>
                    <a:lnTo>
                      <a:pt x="0" y="325"/>
                    </a:lnTo>
                    <a:lnTo>
                      <a:pt x="0" y="1128"/>
                    </a:lnTo>
                    <a:lnTo>
                      <a:pt x="466" y="670"/>
                    </a:lnTo>
                    <a:cubicBezTo>
                      <a:pt x="432" y="418"/>
                      <a:pt x="380" y="187"/>
                      <a:pt x="323"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4" name="Google Shape;8855;p72">
                <a:extLst>
                  <a:ext uri="{FF2B5EF4-FFF2-40B4-BE49-F238E27FC236}">
                    <a16:creationId xmlns:a16="http://schemas.microsoft.com/office/drawing/2014/main" id="{91DF99ED-A4E5-4317-B70C-A83DC234F384}"/>
                  </a:ext>
                </a:extLst>
              </p:cNvPr>
              <p:cNvSpPr/>
              <p:nvPr/>
            </p:nvSpPr>
            <p:spPr>
              <a:xfrm>
                <a:off x="5921258" y="3381604"/>
                <a:ext cx="79483" cy="195650"/>
              </a:xfrm>
              <a:custGeom>
                <a:avLst/>
                <a:gdLst/>
                <a:ahLst/>
                <a:cxnLst/>
                <a:rect l="l" t="t" r="r" b="b"/>
                <a:pathLst>
                  <a:path w="325" h="800" extrusionOk="0">
                    <a:moveTo>
                      <a:pt x="324" y="1"/>
                    </a:moveTo>
                    <a:cubicBezTo>
                      <a:pt x="202" y="1"/>
                      <a:pt x="93" y="187"/>
                      <a:pt x="0" y="475"/>
                    </a:cubicBezTo>
                    <a:lnTo>
                      <a:pt x="324" y="800"/>
                    </a:lnTo>
                    <a:lnTo>
                      <a:pt x="324"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5" name="Google Shape;8856;p72">
                <a:extLst>
                  <a:ext uri="{FF2B5EF4-FFF2-40B4-BE49-F238E27FC236}">
                    <a16:creationId xmlns:a16="http://schemas.microsoft.com/office/drawing/2014/main" id="{B838F4E5-DF60-4778-8D4D-C031C7404AA0}"/>
                  </a:ext>
                </a:extLst>
              </p:cNvPr>
              <p:cNvSpPr/>
              <p:nvPr/>
            </p:nvSpPr>
            <p:spPr>
              <a:xfrm>
                <a:off x="6000496" y="3381604"/>
                <a:ext cx="79238" cy="195650"/>
              </a:xfrm>
              <a:custGeom>
                <a:avLst/>
                <a:gdLst/>
                <a:ahLst/>
                <a:cxnLst/>
                <a:rect l="l" t="t" r="r" b="b"/>
                <a:pathLst>
                  <a:path w="324" h="800" extrusionOk="0">
                    <a:moveTo>
                      <a:pt x="0" y="1"/>
                    </a:moveTo>
                    <a:lnTo>
                      <a:pt x="0" y="800"/>
                    </a:lnTo>
                    <a:lnTo>
                      <a:pt x="323" y="475"/>
                    </a:lnTo>
                    <a:cubicBezTo>
                      <a:pt x="237" y="187"/>
                      <a:pt x="121" y="1"/>
                      <a:pt x="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6" name="Google Shape;8857;p72">
                <a:extLst>
                  <a:ext uri="{FF2B5EF4-FFF2-40B4-BE49-F238E27FC236}">
                    <a16:creationId xmlns:a16="http://schemas.microsoft.com/office/drawing/2014/main" id="{8F28F3F0-0030-496E-8C91-88E9BDB4752A}"/>
                  </a:ext>
                </a:extLst>
              </p:cNvPr>
              <p:cNvSpPr/>
              <p:nvPr/>
            </p:nvSpPr>
            <p:spPr>
              <a:xfrm>
                <a:off x="6000496" y="4097188"/>
                <a:ext cx="70189" cy="84619"/>
              </a:xfrm>
              <a:custGeom>
                <a:avLst/>
                <a:gdLst/>
                <a:ahLst/>
                <a:cxnLst/>
                <a:rect l="l" t="t" r="r" b="b"/>
                <a:pathLst>
                  <a:path w="287" h="346" extrusionOk="0">
                    <a:moveTo>
                      <a:pt x="287" y="1"/>
                    </a:moveTo>
                    <a:lnTo>
                      <a:pt x="0" y="289"/>
                    </a:lnTo>
                    <a:lnTo>
                      <a:pt x="0" y="346"/>
                    </a:lnTo>
                    <a:lnTo>
                      <a:pt x="273" y="346"/>
                    </a:lnTo>
                    <a:cubicBezTo>
                      <a:pt x="259" y="259"/>
                      <a:pt x="259" y="137"/>
                      <a:pt x="287"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7" name="Google Shape;8858;p72">
                <a:extLst>
                  <a:ext uri="{FF2B5EF4-FFF2-40B4-BE49-F238E27FC236}">
                    <a16:creationId xmlns:a16="http://schemas.microsoft.com/office/drawing/2014/main" id="{3E6F7379-92DA-4E43-BECF-1CFCE9EB14ED}"/>
                  </a:ext>
                </a:extLst>
              </p:cNvPr>
              <p:cNvSpPr/>
              <p:nvPr/>
            </p:nvSpPr>
            <p:spPr>
              <a:xfrm>
                <a:off x="5931774" y="4098900"/>
                <a:ext cx="68967" cy="82907"/>
              </a:xfrm>
              <a:custGeom>
                <a:avLst/>
                <a:gdLst/>
                <a:ahLst/>
                <a:cxnLst/>
                <a:rect l="l" t="t" r="r" b="b"/>
                <a:pathLst>
                  <a:path w="282" h="339" extrusionOk="0">
                    <a:moveTo>
                      <a:pt x="0" y="1"/>
                    </a:moveTo>
                    <a:lnTo>
                      <a:pt x="0" y="1"/>
                    </a:lnTo>
                    <a:cubicBezTo>
                      <a:pt x="23" y="130"/>
                      <a:pt x="14" y="239"/>
                      <a:pt x="0" y="325"/>
                    </a:cubicBezTo>
                    <a:cubicBezTo>
                      <a:pt x="0" y="325"/>
                      <a:pt x="7" y="332"/>
                      <a:pt x="7" y="339"/>
                    </a:cubicBezTo>
                    <a:lnTo>
                      <a:pt x="281" y="339"/>
                    </a:lnTo>
                    <a:lnTo>
                      <a:pt x="281" y="282"/>
                    </a:ln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8" name="Google Shape;8859;p72">
                <a:extLst>
                  <a:ext uri="{FF2B5EF4-FFF2-40B4-BE49-F238E27FC236}">
                    <a16:creationId xmlns:a16="http://schemas.microsoft.com/office/drawing/2014/main" id="{907ECC6F-E6E2-4FF8-919D-54E0F7AEA43D}"/>
                  </a:ext>
                </a:extLst>
              </p:cNvPr>
              <p:cNvSpPr/>
              <p:nvPr/>
            </p:nvSpPr>
            <p:spPr>
              <a:xfrm>
                <a:off x="5754224" y="3759694"/>
                <a:ext cx="119836" cy="276111"/>
              </a:xfrm>
              <a:custGeom>
                <a:avLst/>
                <a:gdLst/>
                <a:ahLst/>
                <a:cxnLst/>
                <a:rect l="l" t="t" r="r" b="b"/>
                <a:pathLst>
                  <a:path w="490" h="1129" extrusionOk="0">
                    <a:moveTo>
                      <a:pt x="216" y="1"/>
                    </a:moveTo>
                    <a:lnTo>
                      <a:pt x="0" y="504"/>
                    </a:lnTo>
                    <a:lnTo>
                      <a:pt x="245" y="1129"/>
                    </a:lnTo>
                    <a:lnTo>
                      <a:pt x="490" y="568"/>
                    </a:lnTo>
                    <a:lnTo>
                      <a:pt x="490" y="561"/>
                    </a:lnTo>
                    <a:cubicBezTo>
                      <a:pt x="404" y="366"/>
                      <a:pt x="309" y="180"/>
                      <a:pt x="216"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9" name="Google Shape;8860;p72">
                <a:extLst>
                  <a:ext uri="{FF2B5EF4-FFF2-40B4-BE49-F238E27FC236}">
                    <a16:creationId xmlns:a16="http://schemas.microsoft.com/office/drawing/2014/main" id="{D5A45440-246D-47B5-B518-42E7CBC469D4}"/>
                  </a:ext>
                </a:extLst>
              </p:cNvPr>
              <p:cNvSpPr/>
              <p:nvPr/>
            </p:nvSpPr>
            <p:spPr>
              <a:xfrm>
                <a:off x="5676943" y="3975641"/>
                <a:ext cx="195161" cy="206166"/>
              </a:xfrm>
              <a:custGeom>
                <a:avLst/>
                <a:gdLst/>
                <a:ahLst/>
                <a:cxnLst/>
                <a:rect l="l" t="t" r="r" b="b"/>
                <a:pathLst>
                  <a:path w="798" h="843" extrusionOk="0">
                    <a:moveTo>
                      <a:pt x="0" y="1"/>
                    </a:moveTo>
                    <a:lnTo>
                      <a:pt x="0" y="1"/>
                    </a:lnTo>
                    <a:cubicBezTo>
                      <a:pt x="7" y="30"/>
                      <a:pt x="21" y="59"/>
                      <a:pt x="30" y="87"/>
                    </a:cubicBezTo>
                    <a:cubicBezTo>
                      <a:pt x="123" y="318"/>
                      <a:pt x="216" y="505"/>
                      <a:pt x="309" y="656"/>
                    </a:cubicBezTo>
                    <a:lnTo>
                      <a:pt x="754" y="843"/>
                    </a:lnTo>
                    <a:lnTo>
                      <a:pt x="797" y="843"/>
                    </a:lnTo>
                    <a:lnTo>
                      <a:pt x="561" y="246"/>
                    </a:ln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0" name="Google Shape;8861;p72">
                <a:extLst>
                  <a:ext uri="{FF2B5EF4-FFF2-40B4-BE49-F238E27FC236}">
                    <a16:creationId xmlns:a16="http://schemas.microsoft.com/office/drawing/2014/main" id="{438F601E-D15C-4EEC-BD23-D9A7EF532436}"/>
                  </a:ext>
                </a:extLst>
              </p:cNvPr>
              <p:cNvSpPr/>
              <p:nvPr/>
            </p:nvSpPr>
            <p:spPr>
              <a:xfrm>
                <a:off x="5752512" y="4136073"/>
                <a:ext cx="109075" cy="45733"/>
              </a:xfrm>
              <a:custGeom>
                <a:avLst/>
                <a:gdLst/>
                <a:ahLst/>
                <a:cxnLst/>
                <a:rect l="l" t="t" r="r" b="b"/>
                <a:pathLst>
                  <a:path w="446" h="187" extrusionOk="0">
                    <a:moveTo>
                      <a:pt x="0" y="0"/>
                    </a:moveTo>
                    <a:lnTo>
                      <a:pt x="0" y="0"/>
                    </a:lnTo>
                    <a:cubicBezTo>
                      <a:pt x="50" y="71"/>
                      <a:pt x="93" y="137"/>
                      <a:pt x="143" y="187"/>
                    </a:cubicBezTo>
                    <a:lnTo>
                      <a:pt x="445" y="187"/>
                    </a:lnTo>
                    <a:lnTo>
                      <a:pt x="0"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1" name="Google Shape;8862;p72">
                <a:extLst>
                  <a:ext uri="{FF2B5EF4-FFF2-40B4-BE49-F238E27FC236}">
                    <a16:creationId xmlns:a16="http://schemas.microsoft.com/office/drawing/2014/main" id="{866858F3-E159-4BBA-9BD6-1D9B47BE2946}"/>
                  </a:ext>
                </a:extLst>
              </p:cNvPr>
              <p:cNvSpPr/>
              <p:nvPr/>
            </p:nvSpPr>
            <p:spPr>
              <a:xfrm>
                <a:off x="5873814" y="3896893"/>
                <a:ext cx="245" cy="1957"/>
              </a:xfrm>
              <a:custGeom>
                <a:avLst/>
                <a:gdLst/>
                <a:ahLst/>
                <a:cxnLst/>
                <a:rect l="l" t="t" r="r" b="b"/>
                <a:pathLst>
                  <a:path w="1" h="8" extrusionOk="0">
                    <a:moveTo>
                      <a:pt x="1" y="0"/>
                    </a:moveTo>
                    <a:lnTo>
                      <a:pt x="1" y="7"/>
                    </a:ln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2" name="Google Shape;8863;p72">
                <a:extLst>
                  <a:ext uri="{FF2B5EF4-FFF2-40B4-BE49-F238E27FC236}">
                    <a16:creationId xmlns:a16="http://schemas.microsoft.com/office/drawing/2014/main" id="{4AF626B4-696F-4BD7-A7DE-4DB6D29B7312}"/>
                  </a:ext>
                </a:extLst>
              </p:cNvPr>
              <p:cNvSpPr/>
              <p:nvPr/>
            </p:nvSpPr>
            <p:spPr>
              <a:xfrm>
                <a:off x="5877237" y="4065639"/>
                <a:ext cx="60162" cy="116167"/>
              </a:xfrm>
              <a:custGeom>
                <a:avLst/>
                <a:gdLst/>
                <a:ahLst/>
                <a:cxnLst/>
                <a:rect l="l" t="t" r="r" b="b"/>
                <a:pathLst>
                  <a:path w="246" h="475" extrusionOk="0">
                    <a:moveTo>
                      <a:pt x="209" y="0"/>
                    </a:moveTo>
                    <a:lnTo>
                      <a:pt x="173" y="80"/>
                    </a:lnTo>
                    <a:lnTo>
                      <a:pt x="116" y="216"/>
                    </a:lnTo>
                    <a:lnTo>
                      <a:pt x="1" y="475"/>
                    </a:lnTo>
                    <a:lnTo>
                      <a:pt x="216" y="475"/>
                    </a:lnTo>
                    <a:cubicBezTo>
                      <a:pt x="216" y="468"/>
                      <a:pt x="223" y="461"/>
                      <a:pt x="223" y="461"/>
                    </a:cubicBezTo>
                    <a:cubicBezTo>
                      <a:pt x="237" y="375"/>
                      <a:pt x="246" y="266"/>
                      <a:pt x="223" y="137"/>
                    </a:cubicBezTo>
                    <a:cubicBezTo>
                      <a:pt x="223" y="93"/>
                      <a:pt x="216" y="50"/>
                      <a:pt x="20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3" name="Google Shape;8864;p72">
                <a:extLst>
                  <a:ext uri="{FF2B5EF4-FFF2-40B4-BE49-F238E27FC236}">
                    <a16:creationId xmlns:a16="http://schemas.microsoft.com/office/drawing/2014/main" id="{61F4D25F-6D3F-4BC8-9587-525B5B024130}"/>
                  </a:ext>
                </a:extLst>
              </p:cNvPr>
              <p:cNvSpPr/>
              <p:nvPr/>
            </p:nvSpPr>
            <p:spPr>
              <a:xfrm>
                <a:off x="5813896" y="3896893"/>
                <a:ext cx="114700" cy="284915"/>
              </a:xfrm>
              <a:custGeom>
                <a:avLst/>
                <a:gdLst/>
                <a:ahLst/>
                <a:cxnLst/>
                <a:rect l="l" t="t" r="r" b="b"/>
                <a:pathLst>
                  <a:path w="469" h="1165" extrusionOk="0">
                    <a:moveTo>
                      <a:pt x="246" y="0"/>
                    </a:moveTo>
                    <a:lnTo>
                      <a:pt x="246" y="7"/>
                    </a:lnTo>
                    <a:lnTo>
                      <a:pt x="1" y="568"/>
                    </a:lnTo>
                    <a:lnTo>
                      <a:pt x="237" y="1165"/>
                    </a:lnTo>
                    <a:lnTo>
                      <a:pt x="260" y="1165"/>
                    </a:lnTo>
                    <a:lnTo>
                      <a:pt x="375" y="906"/>
                    </a:lnTo>
                    <a:lnTo>
                      <a:pt x="432" y="770"/>
                    </a:lnTo>
                    <a:lnTo>
                      <a:pt x="468" y="690"/>
                    </a:lnTo>
                    <a:cubicBezTo>
                      <a:pt x="432" y="518"/>
                      <a:pt x="375" y="316"/>
                      <a:pt x="280" y="86"/>
                    </a:cubicBezTo>
                    <a:cubicBezTo>
                      <a:pt x="267" y="57"/>
                      <a:pt x="260" y="30"/>
                      <a:pt x="246"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4" name="Google Shape;8865;p72">
                <a:extLst>
                  <a:ext uri="{FF2B5EF4-FFF2-40B4-BE49-F238E27FC236}">
                    <a16:creationId xmlns:a16="http://schemas.microsoft.com/office/drawing/2014/main" id="{10E720A9-3AEA-471E-86C7-774F54B6DB23}"/>
                  </a:ext>
                </a:extLst>
              </p:cNvPr>
              <p:cNvSpPr/>
              <p:nvPr/>
            </p:nvSpPr>
            <p:spPr>
              <a:xfrm>
                <a:off x="6063837" y="4095476"/>
                <a:ext cx="45733" cy="86331"/>
              </a:xfrm>
              <a:custGeom>
                <a:avLst/>
                <a:gdLst/>
                <a:ahLst/>
                <a:cxnLst/>
                <a:rect l="l" t="t" r="r" b="b"/>
                <a:pathLst>
                  <a:path w="187" h="353" extrusionOk="0">
                    <a:moveTo>
                      <a:pt x="35" y="1"/>
                    </a:moveTo>
                    <a:lnTo>
                      <a:pt x="28" y="8"/>
                    </a:lnTo>
                    <a:cubicBezTo>
                      <a:pt x="0" y="144"/>
                      <a:pt x="0" y="266"/>
                      <a:pt x="14" y="353"/>
                    </a:cubicBezTo>
                    <a:lnTo>
                      <a:pt x="187" y="353"/>
                    </a:lnTo>
                    <a:lnTo>
                      <a:pt x="107" y="173"/>
                    </a:lnTo>
                    <a:lnTo>
                      <a:pt x="107" y="166"/>
                    </a:lnTo>
                    <a:lnTo>
                      <a:pt x="35"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5" name="Google Shape;8866;p72">
                <a:extLst>
                  <a:ext uri="{FF2B5EF4-FFF2-40B4-BE49-F238E27FC236}">
                    <a16:creationId xmlns:a16="http://schemas.microsoft.com/office/drawing/2014/main" id="{C3E813CF-9DCD-4A37-94E1-B5C7E08A4D51}"/>
                  </a:ext>
                </a:extLst>
              </p:cNvPr>
              <p:cNvSpPr/>
              <p:nvPr/>
            </p:nvSpPr>
            <p:spPr>
              <a:xfrm>
                <a:off x="6067261" y="4181561"/>
                <a:ext cx="245" cy="245"/>
              </a:xfrm>
              <a:custGeom>
                <a:avLst/>
                <a:gdLst/>
                <a:ahLst/>
                <a:cxnLst/>
                <a:rect l="l" t="t" r="r" b="b"/>
                <a:pathLst>
                  <a:path w="1" h="1" extrusionOk="0">
                    <a:moveTo>
                      <a:pt x="0" y="1"/>
                    </a:moveTo>
                    <a:lnTo>
                      <a:pt x="0" y="1"/>
                    </a:ln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6" name="Google Shape;8867;p72">
                <a:extLst>
                  <a:ext uri="{FF2B5EF4-FFF2-40B4-BE49-F238E27FC236}">
                    <a16:creationId xmlns:a16="http://schemas.microsoft.com/office/drawing/2014/main" id="{19FD6FBF-F3B8-4161-93D5-56676AF1954B}"/>
                  </a:ext>
                </a:extLst>
              </p:cNvPr>
              <p:cNvSpPr/>
              <p:nvPr/>
            </p:nvSpPr>
            <p:spPr>
              <a:xfrm>
                <a:off x="6070440" y="4091807"/>
                <a:ext cx="1957" cy="5625"/>
              </a:xfrm>
              <a:custGeom>
                <a:avLst/>
                <a:gdLst/>
                <a:ahLst/>
                <a:cxnLst/>
                <a:rect l="l" t="t" r="r" b="b"/>
                <a:pathLst>
                  <a:path w="8" h="23" extrusionOk="0">
                    <a:moveTo>
                      <a:pt x="1" y="0"/>
                    </a:moveTo>
                    <a:lnTo>
                      <a:pt x="1" y="23"/>
                    </a:lnTo>
                    <a:lnTo>
                      <a:pt x="8" y="16"/>
                    </a:ln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7" name="Google Shape;8868;p72">
                <a:extLst>
                  <a:ext uri="{FF2B5EF4-FFF2-40B4-BE49-F238E27FC236}">
                    <a16:creationId xmlns:a16="http://schemas.microsoft.com/office/drawing/2014/main" id="{D5C159F4-B35D-4830-9B79-9BA9F29681BA}"/>
                  </a:ext>
                </a:extLst>
              </p:cNvPr>
              <p:cNvSpPr/>
              <p:nvPr/>
            </p:nvSpPr>
            <p:spPr>
              <a:xfrm>
                <a:off x="6116417" y="3831840"/>
                <a:ext cx="103694" cy="234046"/>
              </a:xfrm>
              <a:custGeom>
                <a:avLst/>
                <a:gdLst/>
                <a:ahLst/>
                <a:cxnLst/>
                <a:rect l="l" t="t" r="r" b="b"/>
                <a:pathLst>
                  <a:path w="424" h="957" extrusionOk="0">
                    <a:moveTo>
                      <a:pt x="237" y="1"/>
                    </a:moveTo>
                    <a:cubicBezTo>
                      <a:pt x="173" y="123"/>
                      <a:pt x="101" y="252"/>
                      <a:pt x="44" y="382"/>
                    </a:cubicBezTo>
                    <a:cubicBezTo>
                      <a:pt x="29" y="416"/>
                      <a:pt x="15" y="446"/>
                      <a:pt x="1" y="482"/>
                    </a:cubicBezTo>
                    <a:lnTo>
                      <a:pt x="35" y="554"/>
                    </a:lnTo>
                    <a:lnTo>
                      <a:pt x="208" y="956"/>
                    </a:lnTo>
                    <a:lnTo>
                      <a:pt x="424" y="432"/>
                    </a:lnTo>
                    <a:lnTo>
                      <a:pt x="237"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8" name="Google Shape;8869;p72">
                <a:extLst>
                  <a:ext uri="{FF2B5EF4-FFF2-40B4-BE49-F238E27FC236}">
                    <a16:creationId xmlns:a16="http://schemas.microsoft.com/office/drawing/2014/main" id="{A6A5B0C2-F0D1-4087-BE82-D08A2DC533FB}"/>
                  </a:ext>
                </a:extLst>
              </p:cNvPr>
              <p:cNvSpPr/>
              <p:nvPr/>
            </p:nvSpPr>
            <p:spPr>
              <a:xfrm>
                <a:off x="6174378" y="3733037"/>
                <a:ext cx="96847" cy="204454"/>
              </a:xfrm>
              <a:custGeom>
                <a:avLst/>
                <a:gdLst/>
                <a:ahLst/>
                <a:cxnLst/>
                <a:rect l="l" t="t" r="r" b="b"/>
                <a:pathLst>
                  <a:path w="396" h="836" extrusionOk="0">
                    <a:moveTo>
                      <a:pt x="266" y="1"/>
                    </a:moveTo>
                    <a:cubicBezTo>
                      <a:pt x="180" y="110"/>
                      <a:pt x="86" y="253"/>
                      <a:pt x="0" y="405"/>
                    </a:cubicBezTo>
                    <a:lnTo>
                      <a:pt x="187" y="836"/>
                    </a:lnTo>
                    <a:lnTo>
                      <a:pt x="187" y="829"/>
                    </a:lnTo>
                    <a:lnTo>
                      <a:pt x="395" y="303"/>
                    </a:lnTo>
                    <a:lnTo>
                      <a:pt x="266"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9" name="Google Shape;8870;p72">
                <a:extLst>
                  <a:ext uri="{FF2B5EF4-FFF2-40B4-BE49-F238E27FC236}">
                    <a16:creationId xmlns:a16="http://schemas.microsoft.com/office/drawing/2014/main" id="{E2A1E806-A74C-4594-AAD7-D705457E0556}"/>
                  </a:ext>
                </a:extLst>
              </p:cNvPr>
              <p:cNvSpPr/>
              <p:nvPr/>
            </p:nvSpPr>
            <p:spPr>
              <a:xfrm>
                <a:off x="6239186" y="3675810"/>
                <a:ext cx="83151" cy="131330"/>
              </a:xfrm>
              <a:custGeom>
                <a:avLst/>
                <a:gdLst/>
                <a:ahLst/>
                <a:cxnLst/>
                <a:rect l="l" t="t" r="r" b="b"/>
                <a:pathLst>
                  <a:path w="340" h="537" extrusionOk="0">
                    <a:moveTo>
                      <a:pt x="308" y="0"/>
                    </a:moveTo>
                    <a:cubicBezTo>
                      <a:pt x="230" y="0"/>
                      <a:pt x="121" y="91"/>
                      <a:pt x="1" y="235"/>
                    </a:cubicBezTo>
                    <a:lnTo>
                      <a:pt x="130" y="537"/>
                    </a:lnTo>
                    <a:lnTo>
                      <a:pt x="339" y="5"/>
                    </a:lnTo>
                    <a:cubicBezTo>
                      <a:pt x="329" y="2"/>
                      <a:pt x="319" y="0"/>
                      <a:pt x="308"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0" name="Google Shape;8871;p72">
                <a:extLst>
                  <a:ext uri="{FF2B5EF4-FFF2-40B4-BE49-F238E27FC236}">
                    <a16:creationId xmlns:a16="http://schemas.microsoft.com/office/drawing/2014/main" id="{751BB049-C3E1-49CD-9FC1-034AA6B76771}"/>
                  </a:ext>
                </a:extLst>
              </p:cNvPr>
              <p:cNvSpPr/>
              <p:nvPr/>
            </p:nvSpPr>
            <p:spPr>
              <a:xfrm>
                <a:off x="6270979" y="3677033"/>
                <a:ext cx="77771" cy="130107"/>
              </a:xfrm>
              <a:custGeom>
                <a:avLst/>
                <a:gdLst/>
                <a:ahLst/>
                <a:cxnLst/>
                <a:rect l="l" t="t" r="r" b="b"/>
                <a:pathLst>
                  <a:path w="318" h="532" extrusionOk="0">
                    <a:moveTo>
                      <a:pt x="209" y="0"/>
                    </a:moveTo>
                    <a:lnTo>
                      <a:pt x="0" y="532"/>
                    </a:lnTo>
                    <a:lnTo>
                      <a:pt x="302" y="402"/>
                    </a:lnTo>
                    <a:cubicBezTo>
                      <a:pt x="318" y="187"/>
                      <a:pt x="295" y="37"/>
                      <a:pt x="209"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1" name="Google Shape;8872;p72">
                <a:extLst>
                  <a:ext uri="{FF2B5EF4-FFF2-40B4-BE49-F238E27FC236}">
                    <a16:creationId xmlns:a16="http://schemas.microsoft.com/office/drawing/2014/main" id="{65D55BB8-545B-4C4C-AF7F-268F9CA1D9D4}"/>
                  </a:ext>
                </a:extLst>
              </p:cNvPr>
              <p:cNvSpPr/>
              <p:nvPr/>
            </p:nvSpPr>
            <p:spPr>
              <a:xfrm>
                <a:off x="6219866" y="3775346"/>
                <a:ext cx="125216" cy="160433"/>
              </a:xfrm>
              <a:custGeom>
                <a:avLst/>
                <a:gdLst/>
                <a:ahLst/>
                <a:cxnLst/>
                <a:rect l="l" t="t" r="r" b="b"/>
                <a:pathLst>
                  <a:path w="512" h="656" extrusionOk="0">
                    <a:moveTo>
                      <a:pt x="511" y="0"/>
                    </a:moveTo>
                    <a:lnTo>
                      <a:pt x="209" y="130"/>
                    </a:lnTo>
                    <a:lnTo>
                      <a:pt x="1" y="656"/>
                    </a:lnTo>
                    <a:lnTo>
                      <a:pt x="425" y="475"/>
                    </a:lnTo>
                    <a:cubicBezTo>
                      <a:pt x="468" y="302"/>
                      <a:pt x="497" y="138"/>
                      <a:pt x="511"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2" name="Google Shape;8873;p72">
                <a:extLst>
                  <a:ext uri="{FF2B5EF4-FFF2-40B4-BE49-F238E27FC236}">
                    <a16:creationId xmlns:a16="http://schemas.microsoft.com/office/drawing/2014/main" id="{5E03F935-59E3-45AF-B564-5C83DA960B68}"/>
                  </a:ext>
                </a:extLst>
              </p:cNvPr>
              <p:cNvSpPr/>
              <p:nvPr/>
            </p:nvSpPr>
            <p:spPr>
              <a:xfrm>
                <a:off x="6167041" y="3891268"/>
                <a:ext cx="156765" cy="174618"/>
              </a:xfrm>
              <a:custGeom>
                <a:avLst/>
                <a:gdLst/>
                <a:ahLst/>
                <a:cxnLst/>
                <a:rect l="l" t="t" r="r" b="b"/>
                <a:pathLst>
                  <a:path w="641" h="714" extrusionOk="0">
                    <a:moveTo>
                      <a:pt x="641" y="1"/>
                    </a:moveTo>
                    <a:lnTo>
                      <a:pt x="217" y="182"/>
                    </a:lnTo>
                    <a:lnTo>
                      <a:pt x="217" y="189"/>
                    </a:lnTo>
                    <a:lnTo>
                      <a:pt x="1" y="713"/>
                    </a:lnTo>
                    <a:lnTo>
                      <a:pt x="484" y="511"/>
                    </a:lnTo>
                    <a:cubicBezTo>
                      <a:pt x="548" y="339"/>
                      <a:pt x="598" y="166"/>
                      <a:pt x="641"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3" name="Google Shape;8874;p72">
                <a:extLst>
                  <a:ext uri="{FF2B5EF4-FFF2-40B4-BE49-F238E27FC236}">
                    <a16:creationId xmlns:a16="http://schemas.microsoft.com/office/drawing/2014/main" id="{02720F77-5132-4007-BB4D-EE9906772137}"/>
                  </a:ext>
                </a:extLst>
              </p:cNvPr>
              <p:cNvSpPr/>
              <p:nvPr/>
            </p:nvSpPr>
            <p:spPr>
              <a:xfrm>
                <a:off x="6121553" y="4016238"/>
                <a:ext cx="163857" cy="165569"/>
              </a:xfrm>
              <a:custGeom>
                <a:avLst/>
                <a:gdLst/>
                <a:ahLst/>
                <a:cxnLst/>
                <a:rect l="l" t="t" r="r" b="b"/>
                <a:pathLst>
                  <a:path w="670" h="677" extrusionOk="0">
                    <a:moveTo>
                      <a:pt x="670" y="0"/>
                    </a:moveTo>
                    <a:lnTo>
                      <a:pt x="187" y="202"/>
                    </a:lnTo>
                    <a:lnTo>
                      <a:pt x="1" y="677"/>
                    </a:lnTo>
                    <a:lnTo>
                      <a:pt x="116" y="677"/>
                    </a:lnTo>
                    <a:lnTo>
                      <a:pt x="403" y="554"/>
                    </a:lnTo>
                    <a:cubicBezTo>
                      <a:pt x="482" y="432"/>
                      <a:pt x="561" y="266"/>
                      <a:pt x="641" y="73"/>
                    </a:cubicBezTo>
                    <a:cubicBezTo>
                      <a:pt x="648" y="50"/>
                      <a:pt x="661" y="23"/>
                      <a:pt x="670"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4" name="Google Shape;8875;p72">
                <a:extLst>
                  <a:ext uri="{FF2B5EF4-FFF2-40B4-BE49-F238E27FC236}">
                    <a16:creationId xmlns:a16="http://schemas.microsoft.com/office/drawing/2014/main" id="{D6CF6C36-FE91-4E1A-A93C-35DD54CF0C0C}"/>
                  </a:ext>
                </a:extLst>
              </p:cNvPr>
              <p:cNvSpPr/>
              <p:nvPr/>
            </p:nvSpPr>
            <p:spPr>
              <a:xfrm>
                <a:off x="6149922" y="4151725"/>
                <a:ext cx="70189" cy="30081"/>
              </a:xfrm>
              <a:custGeom>
                <a:avLst/>
                <a:gdLst/>
                <a:ahLst/>
                <a:cxnLst/>
                <a:rect l="l" t="t" r="r" b="b"/>
                <a:pathLst>
                  <a:path w="287" h="123" extrusionOk="0">
                    <a:moveTo>
                      <a:pt x="287" y="0"/>
                    </a:moveTo>
                    <a:lnTo>
                      <a:pt x="0" y="123"/>
                    </a:lnTo>
                    <a:lnTo>
                      <a:pt x="200" y="123"/>
                    </a:lnTo>
                    <a:cubicBezTo>
                      <a:pt x="230" y="86"/>
                      <a:pt x="259" y="43"/>
                      <a:pt x="287" y="0"/>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5" name="Google Shape;8876;p72">
                <a:extLst>
                  <a:ext uri="{FF2B5EF4-FFF2-40B4-BE49-F238E27FC236}">
                    <a16:creationId xmlns:a16="http://schemas.microsoft.com/office/drawing/2014/main" id="{B7D43A10-26CC-40DC-B0DE-54A6F41C9B99}"/>
                  </a:ext>
                </a:extLst>
              </p:cNvPr>
              <p:cNvSpPr/>
              <p:nvPr/>
            </p:nvSpPr>
            <p:spPr>
              <a:xfrm>
                <a:off x="6070440" y="4091807"/>
                <a:ext cx="245" cy="245"/>
              </a:xfrm>
              <a:custGeom>
                <a:avLst/>
                <a:gdLst/>
                <a:ahLst/>
                <a:cxnLst/>
                <a:rect l="l" t="t" r="r" b="b"/>
                <a:pathLst>
                  <a:path w="1" h="1" fill="none" extrusionOk="0">
                    <a:moveTo>
                      <a:pt x="1" y="0"/>
                    </a:moveTo>
                    <a:lnTo>
                      <a:pt x="1"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6" name="Google Shape;8877;p72">
                <a:extLst>
                  <a:ext uri="{FF2B5EF4-FFF2-40B4-BE49-F238E27FC236}">
                    <a16:creationId xmlns:a16="http://schemas.microsoft.com/office/drawing/2014/main" id="{B55C09ED-8A9E-41B5-AD52-374DDDCE24A2}"/>
                  </a:ext>
                </a:extLst>
              </p:cNvPr>
              <p:cNvSpPr/>
              <p:nvPr/>
            </p:nvSpPr>
            <p:spPr>
              <a:xfrm>
                <a:off x="6070440" y="3949473"/>
                <a:ext cx="96847" cy="232334"/>
              </a:xfrm>
              <a:custGeom>
                <a:avLst/>
                <a:gdLst/>
                <a:ahLst/>
                <a:cxnLst/>
                <a:rect l="l" t="t" r="r" b="b"/>
                <a:pathLst>
                  <a:path w="396" h="950" extrusionOk="0">
                    <a:moveTo>
                      <a:pt x="189" y="1"/>
                    </a:moveTo>
                    <a:cubicBezTo>
                      <a:pt x="180" y="22"/>
                      <a:pt x="173" y="51"/>
                      <a:pt x="160" y="73"/>
                    </a:cubicBezTo>
                    <a:cubicBezTo>
                      <a:pt x="80" y="267"/>
                      <a:pt x="30" y="439"/>
                      <a:pt x="1" y="582"/>
                    </a:cubicBezTo>
                    <a:lnTo>
                      <a:pt x="8" y="598"/>
                    </a:lnTo>
                    <a:lnTo>
                      <a:pt x="80" y="763"/>
                    </a:lnTo>
                    <a:lnTo>
                      <a:pt x="80" y="770"/>
                    </a:lnTo>
                    <a:lnTo>
                      <a:pt x="160" y="950"/>
                    </a:lnTo>
                    <a:lnTo>
                      <a:pt x="210" y="950"/>
                    </a:lnTo>
                    <a:lnTo>
                      <a:pt x="396" y="475"/>
                    </a:lnTo>
                    <a:lnTo>
                      <a:pt x="223" y="73"/>
                    </a:lnTo>
                    <a:lnTo>
                      <a:pt x="189"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7" name="Google Shape;8878;p72">
                <a:extLst>
                  <a:ext uri="{FF2B5EF4-FFF2-40B4-BE49-F238E27FC236}">
                    <a16:creationId xmlns:a16="http://schemas.microsoft.com/office/drawing/2014/main" id="{ADC9CF85-FF1B-4B8F-ABE9-6EACA3BFB615}"/>
                  </a:ext>
                </a:extLst>
              </p:cNvPr>
              <p:cNvSpPr/>
              <p:nvPr/>
            </p:nvSpPr>
            <p:spPr>
              <a:xfrm>
                <a:off x="6323560" y="3891268"/>
                <a:ext cx="245" cy="245"/>
              </a:xfrm>
              <a:custGeom>
                <a:avLst/>
                <a:gdLst/>
                <a:ahLst/>
                <a:cxnLst/>
                <a:rect l="l" t="t" r="r" b="b"/>
                <a:pathLst>
                  <a:path w="1" h="1" fill="none" extrusionOk="0">
                    <a:moveTo>
                      <a:pt x="1" y="1"/>
                    </a:moveTo>
                    <a:lnTo>
                      <a:pt x="1"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8" name="Google Shape;8879;p72">
                <a:extLst>
                  <a:ext uri="{FF2B5EF4-FFF2-40B4-BE49-F238E27FC236}">
                    <a16:creationId xmlns:a16="http://schemas.microsoft.com/office/drawing/2014/main" id="{BFE0C8B3-41EC-4268-A638-1D5C5F1F9C0B}"/>
                  </a:ext>
                </a:extLst>
              </p:cNvPr>
              <p:cNvSpPr/>
              <p:nvPr/>
            </p:nvSpPr>
            <p:spPr>
              <a:xfrm>
                <a:off x="5812429" y="4575303"/>
                <a:ext cx="167281" cy="144536"/>
              </a:xfrm>
              <a:custGeom>
                <a:avLst/>
                <a:gdLst/>
                <a:ahLst/>
                <a:cxnLst/>
                <a:rect l="l" t="t" r="r" b="b"/>
                <a:pathLst>
                  <a:path w="684" h="591" extrusionOk="0">
                    <a:moveTo>
                      <a:pt x="0" y="0"/>
                    </a:moveTo>
                    <a:lnTo>
                      <a:pt x="0" y="86"/>
                    </a:lnTo>
                    <a:lnTo>
                      <a:pt x="71" y="590"/>
                    </a:lnTo>
                    <a:lnTo>
                      <a:pt x="683" y="590"/>
                    </a:lnTo>
                    <a:lnTo>
                      <a:pt x="68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9" name="Google Shape;8880;p72">
                <a:extLst>
                  <a:ext uri="{FF2B5EF4-FFF2-40B4-BE49-F238E27FC236}">
                    <a16:creationId xmlns:a16="http://schemas.microsoft.com/office/drawing/2014/main" id="{E9AAA03A-878F-4DAB-BB80-2DF7E8F77C4D}"/>
                  </a:ext>
                </a:extLst>
              </p:cNvPr>
              <p:cNvSpPr/>
              <p:nvPr/>
            </p:nvSpPr>
            <p:spPr>
              <a:xfrm>
                <a:off x="6021528" y="4575303"/>
                <a:ext cx="167036" cy="144536"/>
              </a:xfrm>
              <a:custGeom>
                <a:avLst/>
                <a:gdLst/>
                <a:ahLst/>
                <a:cxnLst/>
                <a:rect l="l" t="t" r="r" b="b"/>
                <a:pathLst>
                  <a:path w="683" h="591" extrusionOk="0">
                    <a:moveTo>
                      <a:pt x="1" y="0"/>
                    </a:moveTo>
                    <a:lnTo>
                      <a:pt x="1" y="590"/>
                    </a:lnTo>
                    <a:lnTo>
                      <a:pt x="611" y="590"/>
                    </a:lnTo>
                    <a:lnTo>
                      <a:pt x="682" y="86"/>
                    </a:lnTo>
                    <a:lnTo>
                      <a:pt x="682"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0" name="Google Shape;8881;p72">
                <a:extLst>
                  <a:ext uri="{FF2B5EF4-FFF2-40B4-BE49-F238E27FC236}">
                    <a16:creationId xmlns:a16="http://schemas.microsoft.com/office/drawing/2014/main" id="{90A269CC-9E26-450D-98F6-AC07C897E2AC}"/>
                  </a:ext>
                </a:extLst>
              </p:cNvPr>
              <p:cNvSpPr/>
              <p:nvPr/>
            </p:nvSpPr>
            <p:spPr>
              <a:xfrm>
                <a:off x="5755691" y="4181561"/>
                <a:ext cx="489370" cy="355594"/>
              </a:xfrm>
              <a:custGeom>
                <a:avLst/>
                <a:gdLst/>
                <a:ahLst/>
                <a:cxnLst/>
                <a:rect l="l" t="t" r="r" b="b"/>
                <a:pathLst>
                  <a:path w="2001" h="1454" extrusionOk="0">
                    <a:moveTo>
                      <a:pt x="1" y="1"/>
                    </a:moveTo>
                    <a:lnTo>
                      <a:pt x="160" y="1165"/>
                    </a:lnTo>
                    <a:lnTo>
                      <a:pt x="232" y="1165"/>
                    </a:lnTo>
                    <a:lnTo>
                      <a:pt x="232" y="1453"/>
                    </a:lnTo>
                    <a:lnTo>
                      <a:pt x="915" y="1453"/>
                    </a:lnTo>
                    <a:lnTo>
                      <a:pt x="915" y="1165"/>
                    </a:lnTo>
                    <a:lnTo>
                      <a:pt x="1088" y="1165"/>
                    </a:lnTo>
                    <a:lnTo>
                      <a:pt x="1088" y="1453"/>
                    </a:lnTo>
                    <a:lnTo>
                      <a:pt x="1769" y="1453"/>
                    </a:lnTo>
                    <a:lnTo>
                      <a:pt x="1769" y="1165"/>
                    </a:lnTo>
                    <a:lnTo>
                      <a:pt x="1842" y="1165"/>
                    </a:lnTo>
                    <a:lnTo>
                      <a:pt x="2000" y="1"/>
                    </a:lnTo>
                    <a:close/>
                  </a:path>
                </a:pathLst>
              </a:custGeom>
              <a:solidFill>
                <a:schemeClr val="tx2">
                  <a:lumMod val="20000"/>
                  <a:lumOff val="80000"/>
                </a:schemeClr>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1" name="Google Shape;8882;p72">
                <a:extLst>
                  <a:ext uri="{FF2B5EF4-FFF2-40B4-BE49-F238E27FC236}">
                    <a16:creationId xmlns:a16="http://schemas.microsoft.com/office/drawing/2014/main" id="{C3CC890B-F93D-4FF8-83BF-357EDC38EA56}"/>
                  </a:ext>
                </a:extLst>
              </p:cNvPr>
              <p:cNvSpPr/>
              <p:nvPr/>
            </p:nvSpPr>
            <p:spPr>
              <a:xfrm>
                <a:off x="6067261" y="4181561"/>
                <a:ext cx="245" cy="245"/>
              </a:xfrm>
              <a:custGeom>
                <a:avLst/>
                <a:gdLst/>
                <a:ahLst/>
                <a:cxnLst/>
                <a:rect l="l" t="t" r="r" b="b"/>
                <a:pathLst>
                  <a:path w="1" h="1" extrusionOk="0">
                    <a:moveTo>
                      <a:pt x="0" y="1"/>
                    </a:moveTo>
                    <a:lnTo>
                      <a:pt x="0"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2" name="Google Shape;8883;p72">
                <a:extLst>
                  <a:ext uri="{FF2B5EF4-FFF2-40B4-BE49-F238E27FC236}">
                    <a16:creationId xmlns:a16="http://schemas.microsoft.com/office/drawing/2014/main" id="{88296190-4749-4D58-989D-BE08806FC037}"/>
                  </a:ext>
                </a:extLst>
              </p:cNvPr>
              <p:cNvSpPr/>
              <p:nvPr/>
            </p:nvSpPr>
            <p:spPr>
              <a:xfrm>
                <a:off x="6188318" y="4466474"/>
                <a:ext cx="42309" cy="387142"/>
              </a:xfrm>
              <a:custGeom>
                <a:avLst/>
                <a:gdLst/>
                <a:ahLst/>
                <a:cxnLst/>
                <a:rect l="l" t="t" r="r" b="b"/>
                <a:pathLst>
                  <a:path w="173" h="1583" extrusionOk="0">
                    <a:moveTo>
                      <a:pt x="0" y="0"/>
                    </a:moveTo>
                    <a:lnTo>
                      <a:pt x="0" y="1582"/>
                    </a:lnTo>
                    <a:lnTo>
                      <a:pt x="173" y="1582"/>
                    </a:lnTo>
                    <a:lnTo>
                      <a:pt x="17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3" name="Google Shape;8884;p72">
                <a:extLst>
                  <a:ext uri="{FF2B5EF4-FFF2-40B4-BE49-F238E27FC236}">
                    <a16:creationId xmlns:a16="http://schemas.microsoft.com/office/drawing/2014/main" id="{A95030E6-D1A2-496E-B238-143D79AFF205}"/>
                  </a:ext>
                </a:extLst>
              </p:cNvPr>
              <p:cNvSpPr/>
              <p:nvPr/>
            </p:nvSpPr>
            <p:spPr>
              <a:xfrm>
                <a:off x="5812429" y="4719594"/>
                <a:ext cx="167281" cy="38885"/>
              </a:xfrm>
              <a:custGeom>
                <a:avLst/>
                <a:gdLst/>
                <a:ahLst/>
                <a:cxnLst/>
                <a:rect l="l" t="t" r="r" b="b"/>
                <a:pathLst>
                  <a:path w="684" h="159" extrusionOk="0">
                    <a:moveTo>
                      <a:pt x="0" y="0"/>
                    </a:moveTo>
                    <a:lnTo>
                      <a:pt x="0" y="159"/>
                    </a:lnTo>
                    <a:lnTo>
                      <a:pt x="683" y="159"/>
                    </a:lnTo>
                    <a:lnTo>
                      <a:pt x="68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4" name="Google Shape;8885;p72">
                <a:extLst>
                  <a:ext uri="{FF2B5EF4-FFF2-40B4-BE49-F238E27FC236}">
                    <a16:creationId xmlns:a16="http://schemas.microsoft.com/office/drawing/2014/main" id="{3F2C5B09-15AB-427A-8703-C6353C9D1679}"/>
                  </a:ext>
                </a:extLst>
              </p:cNvPr>
              <p:cNvSpPr/>
              <p:nvPr/>
            </p:nvSpPr>
            <p:spPr>
              <a:xfrm>
                <a:off x="6021528" y="4719594"/>
                <a:ext cx="167036" cy="38885"/>
              </a:xfrm>
              <a:custGeom>
                <a:avLst/>
                <a:gdLst/>
                <a:ahLst/>
                <a:cxnLst/>
                <a:rect l="l" t="t" r="r" b="b"/>
                <a:pathLst>
                  <a:path w="683" h="159" extrusionOk="0">
                    <a:moveTo>
                      <a:pt x="1" y="0"/>
                    </a:moveTo>
                    <a:lnTo>
                      <a:pt x="1" y="159"/>
                    </a:lnTo>
                    <a:lnTo>
                      <a:pt x="682" y="159"/>
                    </a:lnTo>
                    <a:lnTo>
                      <a:pt x="682"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5" name="Google Shape;8886;p72">
                <a:extLst>
                  <a:ext uri="{FF2B5EF4-FFF2-40B4-BE49-F238E27FC236}">
                    <a16:creationId xmlns:a16="http://schemas.microsoft.com/office/drawing/2014/main" id="{686DE0DF-60C6-409D-AE62-5EA4ABE8FFF8}"/>
                  </a:ext>
                </a:extLst>
              </p:cNvPr>
              <p:cNvSpPr/>
              <p:nvPr/>
            </p:nvSpPr>
            <p:spPr>
              <a:xfrm>
                <a:off x="5812429" y="4536907"/>
                <a:ext cx="167281" cy="38641"/>
              </a:xfrm>
              <a:custGeom>
                <a:avLst/>
                <a:gdLst/>
                <a:ahLst/>
                <a:cxnLst/>
                <a:rect l="l" t="t" r="r" b="b"/>
                <a:pathLst>
                  <a:path w="684" h="158" extrusionOk="0">
                    <a:moveTo>
                      <a:pt x="0" y="0"/>
                    </a:moveTo>
                    <a:lnTo>
                      <a:pt x="0" y="157"/>
                    </a:lnTo>
                    <a:lnTo>
                      <a:pt x="683" y="157"/>
                    </a:lnTo>
                    <a:lnTo>
                      <a:pt x="68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6" name="Google Shape;8887;p72">
                <a:extLst>
                  <a:ext uri="{FF2B5EF4-FFF2-40B4-BE49-F238E27FC236}">
                    <a16:creationId xmlns:a16="http://schemas.microsoft.com/office/drawing/2014/main" id="{443440CD-BB97-4222-B818-E18D40B63749}"/>
                  </a:ext>
                </a:extLst>
              </p:cNvPr>
              <p:cNvSpPr/>
              <p:nvPr/>
            </p:nvSpPr>
            <p:spPr>
              <a:xfrm>
                <a:off x="6021528" y="4536907"/>
                <a:ext cx="167036" cy="38641"/>
              </a:xfrm>
              <a:custGeom>
                <a:avLst/>
                <a:gdLst/>
                <a:ahLst/>
                <a:cxnLst/>
                <a:rect l="l" t="t" r="r" b="b"/>
                <a:pathLst>
                  <a:path w="683" h="158" extrusionOk="0">
                    <a:moveTo>
                      <a:pt x="1" y="0"/>
                    </a:moveTo>
                    <a:lnTo>
                      <a:pt x="1" y="157"/>
                    </a:lnTo>
                    <a:lnTo>
                      <a:pt x="682" y="157"/>
                    </a:lnTo>
                    <a:lnTo>
                      <a:pt x="682"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7" name="Google Shape;8888;p72">
                <a:extLst>
                  <a:ext uri="{FF2B5EF4-FFF2-40B4-BE49-F238E27FC236}">
                    <a16:creationId xmlns:a16="http://schemas.microsoft.com/office/drawing/2014/main" id="{EED79EA2-B531-42C4-B118-ABA578AB20E7}"/>
                  </a:ext>
                </a:extLst>
              </p:cNvPr>
              <p:cNvSpPr/>
              <p:nvPr/>
            </p:nvSpPr>
            <p:spPr>
              <a:xfrm>
                <a:off x="5979464" y="4466474"/>
                <a:ext cx="42309" cy="387142"/>
              </a:xfrm>
              <a:custGeom>
                <a:avLst/>
                <a:gdLst/>
                <a:ahLst/>
                <a:cxnLst/>
                <a:rect l="l" t="t" r="r" b="b"/>
                <a:pathLst>
                  <a:path w="173" h="1583" extrusionOk="0">
                    <a:moveTo>
                      <a:pt x="0" y="0"/>
                    </a:moveTo>
                    <a:lnTo>
                      <a:pt x="0" y="1582"/>
                    </a:lnTo>
                    <a:lnTo>
                      <a:pt x="173" y="1582"/>
                    </a:lnTo>
                    <a:lnTo>
                      <a:pt x="173" y="0"/>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8" name="Google Shape;8889;p72">
                <a:extLst>
                  <a:ext uri="{FF2B5EF4-FFF2-40B4-BE49-F238E27FC236}">
                    <a16:creationId xmlns:a16="http://schemas.microsoft.com/office/drawing/2014/main" id="{A0D47174-8987-4987-BC83-439E3FB7DCED}"/>
                  </a:ext>
                </a:extLst>
              </p:cNvPr>
              <p:cNvSpPr/>
              <p:nvPr/>
            </p:nvSpPr>
            <p:spPr>
              <a:xfrm>
                <a:off x="8633429" y="1871688"/>
                <a:ext cx="230622" cy="432631"/>
              </a:xfrm>
              <a:custGeom>
                <a:avLst/>
                <a:gdLst/>
                <a:ahLst/>
                <a:cxnLst/>
                <a:rect l="l" t="t" r="r" b="b"/>
                <a:pathLst>
                  <a:path w="943" h="1769" extrusionOk="0">
                    <a:moveTo>
                      <a:pt x="60" y="1"/>
                    </a:moveTo>
                    <a:cubicBezTo>
                      <a:pt x="37" y="1"/>
                      <a:pt x="16" y="1"/>
                      <a:pt x="1" y="8"/>
                    </a:cubicBezTo>
                    <a:cubicBezTo>
                      <a:pt x="455" y="37"/>
                      <a:pt x="820" y="418"/>
                      <a:pt x="820" y="884"/>
                    </a:cubicBezTo>
                    <a:cubicBezTo>
                      <a:pt x="820" y="1351"/>
                      <a:pt x="455" y="1733"/>
                      <a:pt x="1" y="1762"/>
                    </a:cubicBezTo>
                    <a:cubicBezTo>
                      <a:pt x="16" y="1769"/>
                      <a:pt x="37" y="1769"/>
                      <a:pt x="60" y="1769"/>
                    </a:cubicBezTo>
                    <a:cubicBezTo>
                      <a:pt x="548" y="1769"/>
                      <a:pt x="943" y="1374"/>
                      <a:pt x="943" y="884"/>
                    </a:cubicBezTo>
                    <a:cubicBezTo>
                      <a:pt x="943" y="396"/>
                      <a:pt x="548" y="1"/>
                      <a:pt x="6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9" name="Google Shape;8890;p72">
                <a:extLst>
                  <a:ext uri="{FF2B5EF4-FFF2-40B4-BE49-F238E27FC236}">
                    <a16:creationId xmlns:a16="http://schemas.microsoft.com/office/drawing/2014/main" id="{579EE14B-3351-4CC2-8907-80D135DF7B36}"/>
                  </a:ext>
                </a:extLst>
              </p:cNvPr>
              <p:cNvSpPr/>
              <p:nvPr/>
            </p:nvSpPr>
            <p:spPr>
              <a:xfrm>
                <a:off x="8608973" y="2075407"/>
                <a:ext cx="1957" cy="1956"/>
              </a:xfrm>
              <a:custGeom>
                <a:avLst/>
                <a:gdLst/>
                <a:ahLst/>
                <a:cxnLst/>
                <a:rect l="l" t="t" r="r" b="b"/>
                <a:pathLst>
                  <a:path w="8" h="8" extrusionOk="0">
                    <a:moveTo>
                      <a:pt x="8" y="1"/>
                    </a:moveTo>
                    <a:lnTo>
                      <a:pt x="1" y="8"/>
                    </a:lnTo>
                    <a:lnTo>
                      <a:pt x="8" y="8"/>
                    </a:lnTo>
                    <a:lnTo>
                      <a:pt x="8"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0" name="Google Shape;8891;p72">
                <a:extLst>
                  <a:ext uri="{FF2B5EF4-FFF2-40B4-BE49-F238E27FC236}">
                    <a16:creationId xmlns:a16="http://schemas.microsoft.com/office/drawing/2014/main" id="{37EE9C22-2558-46D5-AABA-28C2089DF057}"/>
                  </a:ext>
                </a:extLst>
              </p:cNvPr>
              <p:cNvSpPr/>
              <p:nvPr/>
            </p:nvSpPr>
            <p:spPr>
              <a:xfrm>
                <a:off x="8401586" y="1871688"/>
                <a:ext cx="432631" cy="432631"/>
              </a:xfrm>
              <a:custGeom>
                <a:avLst/>
                <a:gdLst/>
                <a:ahLst/>
                <a:cxnLst/>
                <a:rect l="l" t="t" r="r" b="b"/>
                <a:pathLst>
                  <a:path w="1769" h="1769" extrusionOk="0">
                    <a:moveTo>
                      <a:pt x="885" y="144"/>
                    </a:moveTo>
                    <a:cubicBezTo>
                      <a:pt x="1294" y="144"/>
                      <a:pt x="1625" y="475"/>
                      <a:pt x="1625" y="884"/>
                    </a:cubicBezTo>
                    <a:cubicBezTo>
                      <a:pt x="1625" y="1295"/>
                      <a:pt x="1294" y="1626"/>
                      <a:pt x="885" y="1626"/>
                    </a:cubicBezTo>
                    <a:cubicBezTo>
                      <a:pt x="475" y="1626"/>
                      <a:pt x="145" y="1295"/>
                      <a:pt x="145" y="884"/>
                    </a:cubicBezTo>
                    <a:cubicBezTo>
                      <a:pt x="145" y="475"/>
                      <a:pt x="475" y="144"/>
                      <a:pt x="885" y="144"/>
                    </a:cubicBezTo>
                    <a:close/>
                    <a:moveTo>
                      <a:pt x="885" y="1"/>
                    </a:moveTo>
                    <a:cubicBezTo>
                      <a:pt x="395" y="1"/>
                      <a:pt x="0" y="396"/>
                      <a:pt x="0" y="884"/>
                    </a:cubicBezTo>
                    <a:cubicBezTo>
                      <a:pt x="0" y="1374"/>
                      <a:pt x="395" y="1769"/>
                      <a:pt x="885" y="1769"/>
                    </a:cubicBezTo>
                    <a:cubicBezTo>
                      <a:pt x="906" y="1769"/>
                      <a:pt x="928" y="1769"/>
                      <a:pt x="949" y="1762"/>
                    </a:cubicBezTo>
                    <a:cubicBezTo>
                      <a:pt x="1403" y="1733"/>
                      <a:pt x="1768" y="1351"/>
                      <a:pt x="1768" y="884"/>
                    </a:cubicBezTo>
                    <a:cubicBezTo>
                      <a:pt x="1768" y="418"/>
                      <a:pt x="1403" y="37"/>
                      <a:pt x="949" y="8"/>
                    </a:cubicBezTo>
                    <a:cubicBezTo>
                      <a:pt x="928" y="1"/>
                      <a:pt x="906" y="1"/>
                      <a:pt x="885"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1" name="Google Shape;8892;p72">
                <a:extLst>
                  <a:ext uri="{FF2B5EF4-FFF2-40B4-BE49-F238E27FC236}">
                    <a16:creationId xmlns:a16="http://schemas.microsoft.com/office/drawing/2014/main" id="{D3B4C2AC-9ECE-4E31-9FE3-CE17F7F3CC41}"/>
                  </a:ext>
                </a:extLst>
              </p:cNvPr>
              <p:cNvSpPr/>
              <p:nvPr/>
            </p:nvSpPr>
            <p:spPr>
              <a:xfrm>
                <a:off x="8608973" y="2075407"/>
                <a:ext cx="1957" cy="1956"/>
              </a:xfrm>
              <a:custGeom>
                <a:avLst/>
                <a:gdLst/>
                <a:ahLst/>
                <a:cxnLst/>
                <a:rect l="l" t="t" r="r" b="b"/>
                <a:pathLst>
                  <a:path w="8" h="8" extrusionOk="0">
                    <a:moveTo>
                      <a:pt x="8" y="1"/>
                    </a:moveTo>
                    <a:lnTo>
                      <a:pt x="1" y="8"/>
                    </a:lnTo>
                    <a:lnTo>
                      <a:pt x="8" y="8"/>
                    </a:lnTo>
                    <a:lnTo>
                      <a:pt x="8" y="1"/>
                    </a:ln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2" name="Google Shape;8893;p72">
                <a:extLst>
                  <a:ext uri="{FF2B5EF4-FFF2-40B4-BE49-F238E27FC236}">
                    <a16:creationId xmlns:a16="http://schemas.microsoft.com/office/drawing/2014/main" id="{4951A3CC-433D-4DA5-9763-889CC9E90AA3}"/>
                  </a:ext>
                </a:extLst>
              </p:cNvPr>
              <p:cNvSpPr/>
              <p:nvPr/>
            </p:nvSpPr>
            <p:spPr>
              <a:xfrm>
                <a:off x="8437047" y="1906660"/>
                <a:ext cx="362197" cy="362686"/>
              </a:xfrm>
              <a:custGeom>
                <a:avLst/>
                <a:gdLst/>
                <a:ahLst/>
                <a:cxnLst/>
                <a:rect l="l" t="t" r="r" b="b"/>
                <a:pathLst>
                  <a:path w="1481" h="1483" extrusionOk="0">
                    <a:moveTo>
                      <a:pt x="740" y="1"/>
                    </a:moveTo>
                    <a:cubicBezTo>
                      <a:pt x="330" y="1"/>
                      <a:pt x="0" y="332"/>
                      <a:pt x="0" y="741"/>
                    </a:cubicBezTo>
                    <a:cubicBezTo>
                      <a:pt x="0" y="1152"/>
                      <a:pt x="330" y="1483"/>
                      <a:pt x="740" y="1483"/>
                    </a:cubicBezTo>
                    <a:cubicBezTo>
                      <a:pt x="1149" y="1483"/>
                      <a:pt x="1480" y="1152"/>
                      <a:pt x="1480" y="741"/>
                    </a:cubicBezTo>
                    <a:cubicBezTo>
                      <a:pt x="1480" y="332"/>
                      <a:pt x="1149" y="1"/>
                      <a:pt x="740" y="1"/>
                    </a:cubicBezTo>
                    <a:close/>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3" name="Google Shape;8894;p72">
                <a:extLst>
                  <a:ext uri="{FF2B5EF4-FFF2-40B4-BE49-F238E27FC236}">
                    <a16:creationId xmlns:a16="http://schemas.microsoft.com/office/drawing/2014/main" id="{0198B036-F3DC-4607-9FD3-AC176CDB6214}"/>
                  </a:ext>
                </a:extLst>
              </p:cNvPr>
              <p:cNvSpPr/>
              <p:nvPr/>
            </p:nvSpPr>
            <p:spPr>
              <a:xfrm>
                <a:off x="8531937" y="1948969"/>
                <a:ext cx="100271" cy="153341"/>
              </a:xfrm>
              <a:custGeom>
                <a:avLst/>
                <a:gdLst/>
                <a:ahLst/>
                <a:cxnLst/>
                <a:rect l="l" t="t" r="r" b="b"/>
                <a:pathLst>
                  <a:path w="410" h="627" extrusionOk="0">
                    <a:moveTo>
                      <a:pt x="352" y="0"/>
                    </a:moveTo>
                    <a:cubicBezTo>
                      <a:pt x="337" y="0"/>
                      <a:pt x="323" y="16"/>
                      <a:pt x="323" y="30"/>
                    </a:cubicBezTo>
                    <a:lnTo>
                      <a:pt x="323" y="525"/>
                    </a:lnTo>
                    <a:lnTo>
                      <a:pt x="316" y="525"/>
                    </a:lnTo>
                    <a:lnTo>
                      <a:pt x="50" y="368"/>
                    </a:lnTo>
                    <a:cubicBezTo>
                      <a:pt x="43" y="368"/>
                      <a:pt x="35" y="361"/>
                      <a:pt x="35" y="361"/>
                    </a:cubicBezTo>
                    <a:cubicBezTo>
                      <a:pt x="21" y="361"/>
                      <a:pt x="14" y="368"/>
                      <a:pt x="7" y="382"/>
                    </a:cubicBezTo>
                    <a:cubicBezTo>
                      <a:pt x="0" y="395"/>
                      <a:pt x="0" y="411"/>
                      <a:pt x="14" y="418"/>
                    </a:cubicBezTo>
                    <a:lnTo>
                      <a:pt x="293" y="583"/>
                    </a:lnTo>
                    <a:cubicBezTo>
                      <a:pt x="302" y="604"/>
                      <a:pt x="323" y="627"/>
                      <a:pt x="352" y="627"/>
                    </a:cubicBezTo>
                    <a:cubicBezTo>
                      <a:pt x="388" y="627"/>
                      <a:pt x="409" y="597"/>
                      <a:pt x="409" y="568"/>
                    </a:cubicBezTo>
                    <a:cubicBezTo>
                      <a:pt x="409" y="547"/>
                      <a:pt x="402" y="533"/>
                      <a:pt x="380" y="518"/>
                    </a:cubicBezTo>
                    <a:lnTo>
                      <a:pt x="380" y="30"/>
                    </a:lnTo>
                    <a:cubicBezTo>
                      <a:pt x="380" y="16"/>
                      <a:pt x="366" y="0"/>
                      <a:pt x="352" y="0"/>
                    </a:cubicBezTo>
                    <a:close/>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4" name="Google Shape;8895;p72">
                <a:extLst>
                  <a:ext uri="{FF2B5EF4-FFF2-40B4-BE49-F238E27FC236}">
                    <a16:creationId xmlns:a16="http://schemas.microsoft.com/office/drawing/2014/main" id="{74859179-B57E-475F-979A-79426EB7FAB8}"/>
                  </a:ext>
                </a:extLst>
              </p:cNvPr>
              <p:cNvSpPr/>
              <p:nvPr/>
            </p:nvSpPr>
            <p:spPr>
              <a:xfrm>
                <a:off x="8160695" y="3060252"/>
                <a:ext cx="21277" cy="138912"/>
              </a:xfrm>
              <a:custGeom>
                <a:avLst/>
                <a:gdLst/>
                <a:ahLst/>
                <a:cxnLst/>
                <a:rect l="l" t="t" r="r" b="b"/>
                <a:pathLst>
                  <a:path w="87" h="568" fill="none" extrusionOk="0">
                    <a:moveTo>
                      <a:pt x="86" y="0"/>
                    </a:moveTo>
                    <a:lnTo>
                      <a:pt x="0" y="568"/>
                    </a:lnTo>
                  </a:path>
                </a:pathLst>
              </a:custGeom>
              <a:solidFill>
                <a:schemeClr val="lt1"/>
              </a:solidFill>
              <a:ln w="9525" cap="rnd" cmpd="sng">
                <a:solidFill>
                  <a:schemeClr val="dk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9" name="Google Shape;8896;p72">
              <a:extLst>
                <a:ext uri="{FF2B5EF4-FFF2-40B4-BE49-F238E27FC236}">
                  <a16:creationId xmlns:a16="http://schemas.microsoft.com/office/drawing/2014/main" id="{DAD3C0DA-25CD-4750-8E79-E96C6D760B5F}"/>
                </a:ext>
              </a:extLst>
            </p:cNvPr>
            <p:cNvSpPr/>
            <p:nvPr/>
          </p:nvSpPr>
          <p:spPr>
            <a:xfrm>
              <a:off x="5626640" y="1952384"/>
              <a:ext cx="419133" cy="26503"/>
            </a:xfrm>
            <a:custGeom>
              <a:avLst/>
              <a:gdLst/>
              <a:ahLst/>
              <a:cxnLst/>
              <a:rect l="l" t="t" r="r" b="b"/>
              <a:pathLst>
                <a:path w="2641" h="167" fill="none" extrusionOk="0">
                  <a:moveTo>
                    <a:pt x="1" y="0"/>
                  </a:moveTo>
                  <a:cubicBezTo>
                    <a:pt x="216" y="0"/>
                    <a:pt x="216" y="166"/>
                    <a:pt x="441" y="166"/>
                  </a:cubicBezTo>
                  <a:cubicBezTo>
                    <a:pt x="656" y="166"/>
                    <a:pt x="656" y="0"/>
                    <a:pt x="879" y="0"/>
                  </a:cubicBezTo>
                  <a:cubicBezTo>
                    <a:pt x="1101" y="0"/>
                    <a:pt x="1101" y="166"/>
                    <a:pt x="1317" y="166"/>
                  </a:cubicBezTo>
                  <a:cubicBezTo>
                    <a:pt x="1540" y="166"/>
                    <a:pt x="1540" y="0"/>
                    <a:pt x="1762" y="0"/>
                  </a:cubicBezTo>
                  <a:cubicBezTo>
                    <a:pt x="1978" y="0"/>
                    <a:pt x="1978" y="166"/>
                    <a:pt x="2200" y="166"/>
                  </a:cubicBezTo>
                  <a:cubicBezTo>
                    <a:pt x="2416" y="166"/>
                    <a:pt x="2416" y="0"/>
                    <a:pt x="2640" y="0"/>
                  </a:cubicBez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 name="Google Shape;8897;p72">
              <a:extLst>
                <a:ext uri="{FF2B5EF4-FFF2-40B4-BE49-F238E27FC236}">
                  <a16:creationId xmlns:a16="http://schemas.microsoft.com/office/drawing/2014/main" id="{FC02D27B-95A8-4385-AB81-09B518317DA2}"/>
                </a:ext>
              </a:extLst>
            </p:cNvPr>
            <p:cNvSpPr/>
            <p:nvPr/>
          </p:nvSpPr>
          <p:spPr>
            <a:xfrm>
              <a:off x="7553952" y="1040229"/>
              <a:ext cx="165226" cy="135250"/>
            </a:xfrm>
            <a:custGeom>
              <a:avLst/>
              <a:gdLst/>
              <a:ahLst/>
              <a:cxnLst/>
              <a:rect l="l" t="t" r="r" b="b"/>
              <a:pathLst>
                <a:path w="705" h="577" fill="none" extrusionOk="0">
                  <a:moveTo>
                    <a:pt x="353" y="577"/>
                  </a:moveTo>
                  <a:lnTo>
                    <a:pt x="252" y="511"/>
                  </a:lnTo>
                  <a:cubicBezTo>
                    <a:pt x="8" y="354"/>
                    <a:pt x="8" y="239"/>
                    <a:pt x="1" y="196"/>
                  </a:cubicBezTo>
                  <a:cubicBezTo>
                    <a:pt x="1" y="87"/>
                    <a:pt x="87" y="1"/>
                    <a:pt x="194" y="1"/>
                  </a:cubicBezTo>
                  <a:cubicBezTo>
                    <a:pt x="259" y="1"/>
                    <a:pt x="316" y="37"/>
                    <a:pt x="353" y="87"/>
                  </a:cubicBezTo>
                  <a:cubicBezTo>
                    <a:pt x="389" y="37"/>
                    <a:pt x="446" y="1"/>
                    <a:pt x="511" y="1"/>
                  </a:cubicBezTo>
                  <a:cubicBezTo>
                    <a:pt x="611" y="1"/>
                    <a:pt x="698" y="87"/>
                    <a:pt x="698" y="196"/>
                  </a:cubicBezTo>
                  <a:cubicBezTo>
                    <a:pt x="698" y="239"/>
                    <a:pt x="704" y="354"/>
                    <a:pt x="453" y="511"/>
                  </a:cubicBezTo>
                  <a:close/>
                </a:path>
              </a:pathLst>
            </a:custGeom>
            <a:solidFill>
              <a:schemeClr val="lt1"/>
            </a:solidFill>
            <a:ln w="9525" cap="rnd" cmpd="sng">
              <a:solidFill>
                <a:schemeClr val="lt2"/>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nvGrpSpPr>
            <p:cNvPr id="11" name="Google Shape;8898;p72">
              <a:extLst>
                <a:ext uri="{FF2B5EF4-FFF2-40B4-BE49-F238E27FC236}">
                  <a16:creationId xmlns:a16="http://schemas.microsoft.com/office/drawing/2014/main" id="{35AADE2E-FFEB-4FF3-BA08-05853392C855}"/>
                </a:ext>
              </a:extLst>
            </p:cNvPr>
            <p:cNvGrpSpPr/>
            <p:nvPr/>
          </p:nvGrpSpPr>
          <p:grpSpPr>
            <a:xfrm>
              <a:off x="6045765" y="926023"/>
              <a:ext cx="114150" cy="114196"/>
              <a:chOff x="-685100" y="4136737"/>
              <a:chExt cx="38359" cy="38359"/>
            </a:xfrm>
          </p:grpSpPr>
          <p:sp>
            <p:nvSpPr>
              <p:cNvPr id="14" name="Google Shape;8899;p72">
                <a:extLst>
                  <a:ext uri="{FF2B5EF4-FFF2-40B4-BE49-F238E27FC236}">
                    <a16:creationId xmlns:a16="http://schemas.microsoft.com/office/drawing/2014/main" id="{39677C32-8509-4937-A4F3-E9D1081A7773}"/>
                  </a:ext>
                </a:extLst>
              </p:cNvPr>
              <p:cNvSpPr/>
              <p:nvPr/>
            </p:nvSpPr>
            <p:spPr>
              <a:xfrm>
                <a:off x="-685100" y="4136737"/>
                <a:ext cx="38359" cy="38359"/>
              </a:xfrm>
              <a:custGeom>
                <a:avLst/>
                <a:gdLst/>
                <a:ahLst/>
                <a:cxnLst/>
                <a:rect l="l" t="t" r="r" b="b"/>
                <a:pathLst>
                  <a:path w="389" h="389" fill="none" extrusionOk="0">
                    <a:moveTo>
                      <a:pt x="0" y="1"/>
                    </a:moveTo>
                    <a:lnTo>
                      <a:pt x="388" y="389"/>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 name="Google Shape;8900;p72">
                <a:extLst>
                  <a:ext uri="{FF2B5EF4-FFF2-40B4-BE49-F238E27FC236}">
                    <a16:creationId xmlns:a16="http://schemas.microsoft.com/office/drawing/2014/main" id="{1149CB8B-339B-432D-856C-84C14A0F6884}"/>
                  </a:ext>
                </a:extLst>
              </p:cNvPr>
              <p:cNvSpPr/>
              <p:nvPr/>
            </p:nvSpPr>
            <p:spPr>
              <a:xfrm>
                <a:off x="-685100" y="4136737"/>
                <a:ext cx="38359" cy="38359"/>
              </a:xfrm>
              <a:custGeom>
                <a:avLst/>
                <a:gdLst/>
                <a:ahLst/>
                <a:cxnLst/>
                <a:rect l="l" t="t" r="r" b="b"/>
                <a:pathLst>
                  <a:path w="389" h="389" fill="none" extrusionOk="0">
                    <a:moveTo>
                      <a:pt x="388" y="1"/>
                    </a:moveTo>
                    <a:lnTo>
                      <a:pt x="0" y="389"/>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12" name="Google Shape;8901;p72">
              <a:extLst>
                <a:ext uri="{FF2B5EF4-FFF2-40B4-BE49-F238E27FC236}">
                  <a16:creationId xmlns:a16="http://schemas.microsoft.com/office/drawing/2014/main" id="{4DE7C577-10C3-48C7-85C3-F7CC5B50D8D2}"/>
                </a:ext>
              </a:extLst>
            </p:cNvPr>
            <p:cNvSpPr/>
            <p:nvPr/>
          </p:nvSpPr>
          <p:spPr>
            <a:xfrm>
              <a:off x="4805687" y="4222425"/>
              <a:ext cx="99155" cy="99350"/>
            </a:xfrm>
            <a:custGeom>
              <a:avLst/>
              <a:gdLst/>
              <a:ahLst/>
              <a:cxnLst/>
              <a:rect l="l" t="t" r="r" b="b"/>
              <a:pathLst>
                <a:path w="561" h="562" fill="none" extrusionOk="0">
                  <a:moveTo>
                    <a:pt x="561" y="282"/>
                  </a:moveTo>
                  <a:cubicBezTo>
                    <a:pt x="561" y="432"/>
                    <a:pt x="438" y="561"/>
                    <a:pt x="281" y="561"/>
                  </a:cubicBezTo>
                  <a:cubicBezTo>
                    <a:pt x="129" y="561"/>
                    <a:pt x="0" y="432"/>
                    <a:pt x="0" y="282"/>
                  </a:cubicBezTo>
                  <a:cubicBezTo>
                    <a:pt x="0" y="123"/>
                    <a:pt x="129" y="0"/>
                    <a:pt x="281" y="0"/>
                  </a:cubicBezTo>
                  <a:cubicBezTo>
                    <a:pt x="438" y="0"/>
                    <a:pt x="561" y="123"/>
                    <a:pt x="561" y="282"/>
                  </a:cubicBezTo>
                  <a:close/>
                </a:path>
              </a:pathLst>
            </a:custGeom>
            <a:noFill/>
            <a:ln w="9525" cap="rnd" cmpd="sng">
              <a:solidFill>
                <a:schemeClr val="lt2"/>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 name="Google Shape;8902;p72">
              <a:extLst>
                <a:ext uri="{FF2B5EF4-FFF2-40B4-BE49-F238E27FC236}">
                  <a16:creationId xmlns:a16="http://schemas.microsoft.com/office/drawing/2014/main" id="{7904B4A6-3A00-4049-8887-759A7F7A2506}"/>
                </a:ext>
              </a:extLst>
            </p:cNvPr>
            <p:cNvSpPr/>
            <p:nvPr/>
          </p:nvSpPr>
          <p:spPr>
            <a:xfrm>
              <a:off x="4671872" y="3502910"/>
              <a:ext cx="105061" cy="100776"/>
            </a:xfrm>
            <a:custGeom>
              <a:avLst/>
              <a:gdLst/>
              <a:ahLst/>
              <a:cxnLst/>
              <a:rect l="l" t="t" r="r" b="b"/>
              <a:pathLst>
                <a:path w="662" h="635" extrusionOk="0">
                  <a:moveTo>
                    <a:pt x="662" y="1"/>
                  </a:moveTo>
                  <a:lnTo>
                    <a:pt x="1" y="110"/>
                  </a:lnTo>
                  <a:lnTo>
                    <a:pt x="425" y="634"/>
                  </a:lnTo>
                  <a:lnTo>
                    <a:pt x="662"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15313235"/>
      </p:ext>
    </p:extLst>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552AFD-E368-4739-A07C-D385DDF1B2BA}"/>
              </a:ext>
            </a:extLst>
          </p:cNvPr>
          <p:cNvPicPr>
            <a:picLocks noChangeAspect="1"/>
          </p:cNvPicPr>
          <p:nvPr/>
        </p:nvPicPr>
        <p:blipFill>
          <a:blip r:embed="rId2"/>
          <a:stretch>
            <a:fillRect/>
          </a:stretch>
        </p:blipFill>
        <p:spPr>
          <a:xfrm>
            <a:off x="1402593" y="1324721"/>
            <a:ext cx="9386813" cy="4360957"/>
          </a:xfrm>
          <a:prstGeom prst="rect">
            <a:avLst/>
          </a:prstGeom>
        </p:spPr>
      </p:pic>
      <p:sp>
        <p:nvSpPr>
          <p:cNvPr id="3" name="TextBox 2">
            <a:extLst>
              <a:ext uri="{FF2B5EF4-FFF2-40B4-BE49-F238E27FC236}">
                <a16:creationId xmlns:a16="http://schemas.microsoft.com/office/drawing/2014/main" id="{69BA6B5C-4CA6-B01B-A5E4-AEC09F451300}"/>
              </a:ext>
            </a:extLst>
          </p:cNvPr>
          <p:cNvSpPr txBox="1"/>
          <p:nvPr/>
        </p:nvSpPr>
        <p:spPr>
          <a:xfrm>
            <a:off x="4364831" y="458271"/>
            <a:ext cx="6100762" cy="584775"/>
          </a:xfrm>
          <a:prstGeom prst="rect">
            <a:avLst/>
          </a:prstGeom>
          <a:noFill/>
        </p:spPr>
        <p:txBody>
          <a:bodyPr wrap="square">
            <a:spAutoFit/>
          </a:bodyPr>
          <a:lstStyle/>
          <a:p>
            <a:r>
              <a:rPr lang="en-US" sz="3200" b="1" i="1" dirty="0" err="1">
                <a:solidFill>
                  <a:srgbClr val="374151"/>
                </a:solidFill>
                <a:latin typeface="Times New Roman" panose="02020603050405020304" pitchFamily="18" charset="0"/>
                <a:cs typeface="Times New Roman" panose="02020603050405020304" pitchFamily="18" charset="0"/>
              </a:rPr>
              <a:t>Pictory</a:t>
            </a:r>
            <a:r>
              <a:rPr lang="en-US" sz="3200" b="1" i="1" dirty="0">
                <a:solidFill>
                  <a:srgbClr val="374151"/>
                </a:solidFill>
                <a:latin typeface="Times New Roman" panose="02020603050405020304" pitchFamily="18" charset="0"/>
                <a:cs typeface="Times New Roman" panose="02020603050405020304" pitchFamily="18" charset="0"/>
              </a:rPr>
              <a:t> </a:t>
            </a:r>
            <a:r>
              <a:rPr lang="en-US" sz="3200" b="1" i="1" dirty="0">
                <a:solidFill>
                  <a:srgbClr val="374151"/>
                </a:solidFill>
                <a:effectLst/>
                <a:latin typeface="Times New Roman" panose="02020603050405020304" pitchFamily="18" charset="0"/>
                <a:cs typeface="Times New Roman" panose="02020603050405020304" pitchFamily="18" charset="0"/>
              </a:rPr>
              <a:t>Homepage</a:t>
            </a:r>
            <a:endParaRPr lang="en-US" sz="32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1917377"/>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3"/>
        <p:cNvGrpSpPr/>
        <p:nvPr/>
      </p:nvGrpSpPr>
      <p:grpSpPr>
        <a:xfrm>
          <a:off x="0" y="0"/>
          <a:ext cx="0" cy="0"/>
          <a:chOff x="0" y="0"/>
          <a:chExt cx="0" cy="0"/>
        </a:xfrm>
      </p:grpSpPr>
      <p:sp>
        <p:nvSpPr>
          <p:cNvPr id="2224" name="Google Shape;2224;p41"/>
          <p:cNvSpPr txBox="1">
            <a:spLocks noGrp="1"/>
          </p:cNvSpPr>
          <p:nvPr>
            <p:ph type="title"/>
          </p:nvPr>
        </p:nvSpPr>
        <p:spPr>
          <a:xfrm>
            <a:off x="2091700" y="280759"/>
            <a:ext cx="8008400" cy="794400"/>
          </a:xfrm>
          <a:prstGeom prst="rect">
            <a:avLst/>
          </a:prstGeom>
        </p:spPr>
        <p:txBody>
          <a:bodyPr spcFirstLastPara="1" vert="horz" wrap="square" lIns="121900" tIns="121900" rIns="121900" bIns="121900" rtlCol="0" anchor="t" anchorCtr="0">
            <a:noAutofit/>
          </a:bodyPr>
          <a:lstStyle/>
          <a:p>
            <a:r>
              <a:rPr lang="en-US" sz="4400" b="1" i="1" dirty="0">
                <a:solidFill>
                  <a:srgbClr val="292D34"/>
                </a:solidFill>
                <a:latin typeface="Times New Roman" panose="02020603050405020304" pitchFamily="18" charset="0"/>
                <a:ea typeface="+mn-ea"/>
                <a:cs typeface="Times New Roman" panose="02020603050405020304" pitchFamily="18" charset="0"/>
              </a:rPr>
              <a:t>Future of AI in Education</a:t>
            </a:r>
            <a:endParaRPr dirty="0"/>
          </a:p>
        </p:txBody>
      </p:sp>
      <p:sp>
        <p:nvSpPr>
          <p:cNvPr id="2225" name="Google Shape;2225;p41"/>
          <p:cNvSpPr txBox="1">
            <a:spLocks noGrp="1"/>
          </p:cNvSpPr>
          <p:nvPr>
            <p:ph type="subTitle" idx="1"/>
          </p:nvPr>
        </p:nvSpPr>
        <p:spPr>
          <a:xfrm>
            <a:off x="1198426" y="2288656"/>
            <a:ext cx="3311404" cy="500000"/>
          </a:xfrm>
          <a:prstGeom prst="rect">
            <a:avLst/>
          </a:prstGeom>
        </p:spPr>
        <p:txBody>
          <a:bodyPr spcFirstLastPara="1" vert="horz" wrap="square" lIns="121900" tIns="121900" rIns="121900" bIns="121900" rtlCol="0" anchor="t" anchorCtr="0">
            <a:noAutofit/>
          </a:bodyPr>
          <a:lstStyle/>
          <a:p>
            <a:pPr marL="0" indent="0"/>
            <a:r>
              <a:rPr lang="en-US" sz="2400" b="1" i="1" dirty="0">
                <a:solidFill>
                  <a:srgbClr val="292D34"/>
                </a:solidFill>
                <a:latin typeface="Times New Roman" panose="02020603050405020304" pitchFamily="18" charset="0"/>
                <a:cs typeface="Times New Roman" panose="02020603050405020304" pitchFamily="18" charset="0"/>
              </a:rPr>
              <a:t>Improved Learning Analytics</a:t>
            </a:r>
          </a:p>
        </p:txBody>
      </p:sp>
      <p:sp>
        <p:nvSpPr>
          <p:cNvPr id="2226" name="Google Shape;2226;p41"/>
          <p:cNvSpPr txBox="1">
            <a:spLocks noGrp="1"/>
          </p:cNvSpPr>
          <p:nvPr>
            <p:ph type="subTitle" idx="2"/>
          </p:nvPr>
        </p:nvSpPr>
        <p:spPr>
          <a:xfrm>
            <a:off x="1198426" y="3095641"/>
            <a:ext cx="2440125" cy="1335166"/>
          </a:xfrm>
          <a:prstGeom prst="rect">
            <a:avLst/>
          </a:prstGeom>
        </p:spPr>
        <p:txBody>
          <a:bodyPr spcFirstLastPara="1" vert="horz" wrap="square" lIns="121900" tIns="121900" rIns="121900" bIns="121900" rtlCol="0" anchor="t" anchorCtr="0">
            <a:noAutofit/>
          </a:bodyPr>
          <a:lstStyle/>
          <a:p>
            <a:pPr marL="0" indent="0">
              <a:buClr>
                <a:srgbClr val="C00000"/>
              </a:buClr>
            </a:pPr>
            <a:r>
              <a:rPr lang="en-US" i="1" dirty="0">
                <a:solidFill>
                  <a:srgbClr val="292D34"/>
                </a:solidFill>
                <a:latin typeface="Times New Roman" panose="02020603050405020304" pitchFamily="18" charset="0"/>
                <a:cs typeface="Times New Roman" panose="02020603050405020304" pitchFamily="18" charset="0"/>
              </a:rPr>
              <a:t>AI technology will provide more sophisticated data analysis for personalized insights</a:t>
            </a:r>
            <a:r>
              <a:rPr lang="en-US" sz="2000" i="1" dirty="0">
                <a:solidFill>
                  <a:srgbClr val="292D34"/>
                </a:solidFill>
                <a:latin typeface="Times New Roman" panose="02020603050405020304" pitchFamily="18" charset="0"/>
                <a:cs typeface="Times New Roman" panose="02020603050405020304" pitchFamily="18" charset="0"/>
              </a:rPr>
              <a:t>.</a:t>
            </a:r>
          </a:p>
        </p:txBody>
      </p:sp>
      <p:sp>
        <p:nvSpPr>
          <p:cNvPr id="2227" name="Google Shape;2227;p41"/>
          <p:cNvSpPr txBox="1">
            <a:spLocks noGrp="1"/>
          </p:cNvSpPr>
          <p:nvPr>
            <p:ph type="subTitle" idx="3"/>
          </p:nvPr>
        </p:nvSpPr>
        <p:spPr>
          <a:xfrm>
            <a:off x="9077653" y="2035696"/>
            <a:ext cx="3686994" cy="500000"/>
          </a:xfrm>
          <a:prstGeom prst="rect">
            <a:avLst/>
          </a:prstGeom>
        </p:spPr>
        <p:txBody>
          <a:bodyPr spcFirstLastPara="1" vert="horz" wrap="square" lIns="121900" tIns="121900" rIns="121900" bIns="121900" rtlCol="0" anchor="t" anchorCtr="0">
            <a:noAutofit/>
          </a:bodyPr>
          <a:lstStyle/>
          <a:p>
            <a:pPr marL="0" indent="0">
              <a:buClr>
                <a:srgbClr val="C00000"/>
              </a:buClr>
            </a:pPr>
            <a:endParaRPr lang="en-US" sz="2400" dirty="0">
              <a:solidFill>
                <a:srgbClr val="292D34"/>
              </a:solidFill>
              <a:latin typeface="Times New Roman" panose="02020603050405020304" pitchFamily="18" charset="0"/>
              <a:cs typeface="Times New Roman" panose="02020603050405020304" pitchFamily="18" charset="0"/>
            </a:endParaRPr>
          </a:p>
          <a:p>
            <a:pPr marL="0" indent="0"/>
            <a:r>
              <a:rPr lang="en-US" sz="2000" b="1" i="1" dirty="0">
                <a:solidFill>
                  <a:srgbClr val="292D34"/>
                </a:solidFill>
                <a:latin typeface="Times New Roman" panose="02020603050405020304" pitchFamily="18" charset="0"/>
                <a:cs typeface="Times New Roman" panose="02020603050405020304" pitchFamily="18" charset="0"/>
              </a:rPr>
              <a:t>Enhanced Virtual Learning Environments</a:t>
            </a:r>
          </a:p>
        </p:txBody>
      </p:sp>
      <p:sp>
        <p:nvSpPr>
          <p:cNvPr id="2228" name="Google Shape;2228;p41"/>
          <p:cNvSpPr txBox="1">
            <a:spLocks noGrp="1"/>
          </p:cNvSpPr>
          <p:nvPr>
            <p:ph type="subTitle" idx="4"/>
          </p:nvPr>
        </p:nvSpPr>
        <p:spPr>
          <a:xfrm>
            <a:off x="9255440" y="3095641"/>
            <a:ext cx="2596800" cy="1012000"/>
          </a:xfrm>
          <a:prstGeom prst="rect">
            <a:avLst/>
          </a:prstGeom>
        </p:spPr>
        <p:txBody>
          <a:bodyPr spcFirstLastPara="1" vert="horz" wrap="square" lIns="121900" tIns="121900" rIns="121900" bIns="121900" rtlCol="0" anchor="t" anchorCtr="0">
            <a:noAutofit/>
          </a:bodyPr>
          <a:lstStyle/>
          <a:p>
            <a:pPr marL="0" indent="0">
              <a:buClr>
                <a:srgbClr val="C00000"/>
              </a:buClr>
            </a:pPr>
            <a:r>
              <a:rPr lang="en-US" i="1" dirty="0">
                <a:solidFill>
                  <a:srgbClr val="292D34"/>
                </a:solidFill>
                <a:latin typeface="Times New Roman" panose="02020603050405020304" pitchFamily="18" charset="0"/>
                <a:cs typeface="Times New Roman" panose="02020603050405020304" pitchFamily="18" charset="0"/>
              </a:rPr>
              <a:t>AI sites will offer immersive and interactive experiences for remote education.</a:t>
            </a:r>
          </a:p>
        </p:txBody>
      </p:sp>
      <p:sp>
        <p:nvSpPr>
          <p:cNvPr id="2229" name="Google Shape;2229;p41"/>
          <p:cNvSpPr txBox="1">
            <a:spLocks noGrp="1"/>
          </p:cNvSpPr>
          <p:nvPr>
            <p:ph type="subTitle" idx="5"/>
          </p:nvPr>
        </p:nvSpPr>
        <p:spPr>
          <a:xfrm>
            <a:off x="4509830" y="5210904"/>
            <a:ext cx="4567823" cy="829682"/>
          </a:xfrm>
          <a:prstGeom prst="rect">
            <a:avLst/>
          </a:prstGeom>
        </p:spPr>
        <p:txBody>
          <a:bodyPr spcFirstLastPara="1" vert="horz" wrap="square" lIns="121900" tIns="121900" rIns="121900" bIns="121900" rtlCol="0" anchor="t" anchorCtr="0">
            <a:noAutofit/>
          </a:bodyPr>
          <a:lstStyle/>
          <a:p>
            <a:pPr marL="0" indent="0"/>
            <a:r>
              <a:rPr lang="en-US" sz="2400" b="1" i="1" dirty="0">
                <a:solidFill>
                  <a:srgbClr val="292D34"/>
                </a:solidFill>
                <a:latin typeface="Times New Roman" panose="02020603050405020304" pitchFamily="18" charset="0"/>
                <a:cs typeface="Times New Roman" panose="02020603050405020304" pitchFamily="18" charset="0"/>
              </a:rPr>
              <a:t>Collaborative Learning with AI</a:t>
            </a:r>
          </a:p>
        </p:txBody>
      </p:sp>
      <p:sp>
        <p:nvSpPr>
          <p:cNvPr id="2233" name="Google Shape;2233;p41"/>
          <p:cNvSpPr txBox="1"/>
          <p:nvPr/>
        </p:nvSpPr>
        <p:spPr>
          <a:xfrm>
            <a:off x="188110" y="2262737"/>
            <a:ext cx="1448083" cy="1232073"/>
          </a:xfrm>
          <a:prstGeom prst="rect">
            <a:avLst/>
          </a:prstGeom>
          <a:noFill/>
          <a:ln>
            <a:noFill/>
          </a:ln>
        </p:spPr>
        <p:txBody>
          <a:bodyPr spcFirstLastPara="1" wrap="square" lIns="121900" tIns="121900" rIns="121900" bIns="121900" anchor="b" anchorCtr="0">
            <a:noAutofit/>
          </a:bodyPr>
          <a:lstStyle/>
          <a:p>
            <a:pPr algn="ctr"/>
            <a:r>
              <a:rPr lang="en" sz="7200" dirty="0">
                <a:solidFill>
                  <a:schemeClr val="accent1"/>
                </a:solidFill>
                <a:latin typeface="Fjalla One"/>
                <a:ea typeface="Fjalla One"/>
                <a:cs typeface="Fjalla One"/>
                <a:sym typeface="Fjalla One"/>
              </a:rPr>
              <a:t>1</a:t>
            </a:r>
            <a:endParaRPr sz="7200" dirty="0">
              <a:solidFill>
                <a:schemeClr val="accent1"/>
              </a:solidFill>
              <a:latin typeface="Fjalla One"/>
              <a:ea typeface="Fjalla One"/>
              <a:cs typeface="Fjalla One"/>
              <a:sym typeface="Fjalla One"/>
            </a:endParaRPr>
          </a:p>
        </p:txBody>
      </p:sp>
      <p:sp>
        <p:nvSpPr>
          <p:cNvPr id="2234" name="Google Shape;2234;p41"/>
          <p:cNvSpPr txBox="1"/>
          <p:nvPr/>
        </p:nvSpPr>
        <p:spPr>
          <a:xfrm>
            <a:off x="3424529" y="4977609"/>
            <a:ext cx="1572800" cy="1433200"/>
          </a:xfrm>
          <a:prstGeom prst="rect">
            <a:avLst/>
          </a:prstGeom>
          <a:noFill/>
          <a:ln>
            <a:noFill/>
          </a:ln>
        </p:spPr>
        <p:txBody>
          <a:bodyPr spcFirstLastPara="1" wrap="square" lIns="121900" tIns="121900" rIns="121900" bIns="121900" anchor="b" anchorCtr="0">
            <a:noAutofit/>
          </a:bodyPr>
          <a:lstStyle/>
          <a:p>
            <a:pPr algn="ctr"/>
            <a:r>
              <a:rPr lang="en" sz="7200" dirty="0">
                <a:solidFill>
                  <a:schemeClr val="accent1"/>
                </a:solidFill>
                <a:latin typeface="Fjalla One"/>
                <a:ea typeface="Fjalla One"/>
                <a:cs typeface="Fjalla One"/>
                <a:sym typeface="Fjalla One"/>
              </a:rPr>
              <a:t>3</a:t>
            </a:r>
            <a:endParaRPr sz="7200" dirty="0">
              <a:solidFill>
                <a:schemeClr val="accent1"/>
              </a:solidFill>
              <a:latin typeface="Fjalla One"/>
              <a:ea typeface="Fjalla One"/>
              <a:cs typeface="Fjalla One"/>
              <a:sym typeface="Fjalla One"/>
            </a:endParaRPr>
          </a:p>
        </p:txBody>
      </p:sp>
      <p:sp>
        <p:nvSpPr>
          <p:cNvPr id="2236" name="Google Shape;2236;p41"/>
          <p:cNvSpPr txBox="1"/>
          <p:nvPr/>
        </p:nvSpPr>
        <p:spPr>
          <a:xfrm>
            <a:off x="8025777" y="2053179"/>
            <a:ext cx="1572800" cy="1438800"/>
          </a:xfrm>
          <a:prstGeom prst="rect">
            <a:avLst/>
          </a:prstGeom>
          <a:noFill/>
          <a:ln>
            <a:noFill/>
          </a:ln>
        </p:spPr>
        <p:txBody>
          <a:bodyPr spcFirstLastPara="1" wrap="square" lIns="121900" tIns="121900" rIns="121900" bIns="121900" anchor="b" anchorCtr="0">
            <a:noAutofit/>
          </a:bodyPr>
          <a:lstStyle/>
          <a:p>
            <a:pPr algn="ctr"/>
            <a:r>
              <a:rPr lang="en" sz="7200" dirty="0">
                <a:solidFill>
                  <a:schemeClr val="accent1"/>
                </a:solidFill>
                <a:latin typeface="Fjalla One"/>
                <a:ea typeface="Fjalla One"/>
                <a:cs typeface="Fjalla One"/>
                <a:sym typeface="Fjalla One"/>
              </a:rPr>
              <a:t>2</a:t>
            </a:r>
            <a:endParaRPr sz="7200" dirty="0">
              <a:solidFill>
                <a:schemeClr val="accent1"/>
              </a:solidFill>
              <a:latin typeface="Fjalla One"/>
              <a:ea typeface="Fjalla One"/>
              <a:cs typeface="Fjalla One"/>
              <a:sym typeface="Fjalla One"/>
            </a:endParaRPr>
          </a:p>
        </p:txBody>
      </p:sp>
      <p:pic>
        <p:nvPicPr>
          <p:cNvPr id="2" name="Picture 1">
            <a:extLst>
              <a:ext uri="{FF2B5EF4-FFF2-40B4-BE49-F238E27FC236}">
                <a16:creationId xmlns:a16="http://schemas.microsoft.com/office/drawing/2014/main" id="{CAE911F9-DF51-BFF3-E5C5-15E076D31DFC}"/>
              </a:ext>
            </a:extLst>
          </p:cNvPr>
          <p:cNvPicPr>
            <a:picLocks noChangeAspect="1"/>
          </p:cNvPicPr>
          <p:nvPr/>
        </p:nvPicPr>
        <p:blipFill>
          <a:blip r:embed="rId3"/>
          <a:stretch>
            <a:fillRect/>
          </a:stretch>
        </p:blipFill>
        <p:spPr>
          <a:xfrm>
            <a:off x="3841246" y="1240710"/>
            <a:ext cx="4426080" cy="3572566"/>
          </a:xfrm>
          <a:prstGeom prst="rect">
            <a:avLst/>
          </a:prstGeom>
        </p:spPr>
      </p:pic>
      <p:sp>
        <p:nvSpPr>
          <p:cNvPr id="8" name="Subtitle 7">
            <a:extLst>
              <a:ext uri="{FF2B5EF4-FFF2-40B4-BE49-F238E27FC236}">
                <a16:creationId xmlns:a16="http://schemas.microsoft.com/office/drawing/2014/main" id="{70A9CCD4-50AB-B3DA-D7EB-4212E7F609B7}"/>
              </a:ext>
            </a:extLst>
          </p:cNvPr>
          <p:cNvSpPr>
            <a:spLocks noGrp="1"/>
          </p:cNvSpPr>
          <p:nvPr>
            <p:ph type="subTitle" idx="6"/>
          </p:nvPr>
        </p:nvSpPr>
        <p:spPr>
          <a:xfrm>
            <a:off x="4509830" y="5738918"/>
            <a:ext cx="2841256" cy="1012000"/>
          </a:xfrm>
        </p:spPr>
        <p:txBody>
          <a:bodyPr/>
          <a:lstStyle/>
          <a:p>
            <a:pPr marL="0" indent="0"/>
            <a:r>
              <a:rPr lang="en-US" i="1" dirty="0">
                <a:solidFill>
                  <a:srgbClr val="292D34"/>
                </a:solidFill>
                <a:latin typeface="Times New Roman" panose="02020603050405020304" pitchFamily="18" charset="0"/>
                <a:cs typeface="Times New Roman" panose="02020603050405020304" pitchFamily="18" charset="0"/>
              </a:rPr>
              <a:t>AI-powered platforms will facilitate collaborative learning and knowledge sharing.</a:t>
            </a:r>
          </a:p>
          <a:p>
            <a:endParaRPr lang="en-US" sz="2400" b="1" i="1" dirty="0">
              <a:solidFill>
                <a:srgbClr val="292D34"/>
              </a:solidFill>
              <a:latin typeface="Times New Roman" panose="02020603050405020304" pitchFamily="18" charset="0"/>
              <a:cs typeface="Times New Roman" panose="02020603050405020304" pitchFamily="18" charset="0"/>
              <a:sym typeface="Barlow Semi Condensed Medium"/>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88B3F-B289-1C52-2B64-FABD661BA9C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794BDB-0521-C8B3-462B-2603053E63C1}"/>
              </a:ext>
            </a:extLst>
          </p:cNvPr>
          <p:cNvSpPr>
            <a:spLocks noGrp="1"/>
          </p:cNvSpPr>
          <p:nvPr>
            <p:ph type="title"/>
          </p:nvPr>
        </p:nvSpPr>
        <p:spPr>
          <a:xfrm>
            <a:off x="2889504" y="303657"/>
            <a:ext cx="6412800" cy="768000"/>
          </a:xfrm>
        </p:spPr>
        <p:txBody>
          <a:bodyPr/>
          <a:lstStyle/>
          <a:p>
            <a:r>
              <a:rPr lang="en-US" sz="4400" b="1" i="1" dirty="0">
                <a:solidFill>
                  <a:srgbClr val="292D34"/>
                </a:solidFill>
                <a:latin typeface="Times New Roman" panose="02020603050405020304" pitchFamily="18" charset="0"/>
                <a:ea typeface="+mn-ea"/>
                <a:cs typeface="Times New Roman" panose="02020603050405020304" pitchFamily="18" charset="0"/>
              </a:rPr>
              <a:t>conclusion</a:t>
            </a:r>
            <a:endParaRPr lang="en-US" dirty="0"/>
          </a:p>
        </p:txBody>
      </p:sp>
      <p:sp>
        <p:nvSpPr>
          <p:cNvPr id="7" name="TextBox 6">
            <a:extLst>
              <a:ext uri="{FF2B5EF4-FFF2-40B4-BE49-F238E27FC236}">
                <a16:creationId xmlns:a16="http://schemas.microsoft.com/office/drawing/2014/main" id="{8764BB01-4E2A-A24B-9CDB-416AC8915B0A}"/>
              </a:ext>
            </a:extLst>
          </p:cNvPr>
          <p:cNvSpPr txBox="1"/>
          <p:nvPr/>
        </p:nvSpPr>
        <p:spPr>
          <a:xfrm>
            <a:off x="1543049" y="1273872"/>
            <a:ext cx="9610725" cy="2585323"/>
          </a:xfrm>
          <a:prstGeom prst="rect">
            <a:avLst/>
          </a:prstGeom>
          <a:noFill/>
        </p:spPr>
        <p:txBody>
          <a:bodyPr wrap="square">
            <a:spAutoFit/>
          </a:bodyPr>
          <a:lstStyle/>
          <a:p>
            <a:pPr marL="0" indent="0" algn="just"/>
            <a:r>
              <a:rPr lang="en-US" sz="1800" i="1" dirty="0">
                <a:solidFill>
                  <a:srgbClr val="292D34"/>
                </a:solidFill>
                <a:latin typeface="Times New Roman" panose="02020603050405020304" pitchFamily="18" charset="0"/>
                <a:cs typeface="Times New Roman" panose="02020603050405020304" pitchFamily="18" charset="0"/>
              </a:rPr>
              <a:t>When it comes to selecting AI tools for learning, there are several factors that should be taken into consideration. It's not just about finding a tool that looks good on the surface, but rather one that truly meets the needs of your school or institution.</a:t>
            </a:r>
          </a:p>
          <a:p>
            <a:pPr algn="just"/>
            <a:r>
              <a:rPr lang="en-US" sz="1800" i="1" dirty="0">
                <a:solidFill>
                  <a:srgbClr val="292D34"/>
                </a:solidFill>
                <a:latin typeface="Times New Roman" panose="02020603050405020304" pitchFamily="18" charset="0"/>
                <a:cs typeface="Times New Roman" panose="02020603050405020304" pitchFamily="18" charset="0"/>
              </a:rPr>
              <a:t>For instance AI tools must ensure the security and confidentiality of student data.</a:t>
            </a:r>
          </a:p>
          <a:p>
            <a:pPr algn="just"/>
            <a:endParaRPr lang="en-US" sz="1800" b="1" i="1" dirty="0">
              <a:effectLst/>
              <a:latin typeface="Times New Roman" panose="02020603050405020304" pitchFamily="18" charset="0"/>
              <a:cs typeface="Times New Roman" panose="02020603050405020304" pitchFamily="18" charset="0"/>
            </a:endParaRPr>
          </a:p>
          <a:p>
            <a:pPr marL="0" indent="0" algn="just"/>
            <a:r>
              <a:rPr lang="en-US" sz="1800" i="1" dirty="0">
                <a:solidFill>
                  <a:srgbClr val="292D34"/>
                </a:solidFill>
                <a:latin typeface="Times New Roman" panose="02020603050405020304" pitchFamily="18" charset="0"/>
                <a:cs typeface="Times New Roman" panose="02020603050405020304" pitchFamily="18" charset="0"/>
              </a:rPr>
              <a:t>In conclusion, choosing the right AI tool for your needs requires careful consideration of compatibility, effectiveness, reliability, and understanding the limitations.</a:t>
            </a:r>
          </a:p>
          <a:p>
            <a:pPr marL="0" indent="0" algn="just"/>
            <a:r>
              <a:rPr lang="en-US" sz="1800" i="1" dirty="0">
                <a:solidFill>
                  <a:srgbClr val="292D34"/>
                </a:solidFill>
                <a:latin typeface="Times New Roman" panose="02020603050405020304" pitchFamily="18" charset="0"/>
                <a:cs typeface="Times New Roman" panose="02020603050405020304" pitchFamily="18" charset="0"/>
              </a:rPr>
              <a:t>By taking these factors into account, you can make an informed decision that will enhance the learning experience for both students and teachers.</a:t>
            </a:r>
          </a:p>
        </p:txBody>
      </p:sp>
      <p:sp>
        <p:nvSpPr>
          <p:cNvPr id="13" name="Google Shape;17103;p86">
            <a:extLst>
              <a:ext uri="{FF2B5EF4-FFF2-40B4-BE49-F238E27FC236}">
                <a16:creationId xmlns:a16="http://schemas.microsoft.com/office/drawing/2014/main" id="{EDEE70D6-9723-4B4A-9020-EE2CC6B453BF}"/>
              </a:ext>
            </a:extLst>
          </p:cNvPr>
          <p:cNvSpPr/>
          <p:nvPr/>
        </p:nvSpPr>
        <p:spPr>
          <a:xfrm>
            <a:off x="5553638" y="4241277"/>
            <a:ext cx="1589546" cy="1508402"/>
          </a:xfrm>
          <a:custGeom>
            <a:avLst/>
            <a:gdLst/>
            <a:ahLst/>
            <a:cxnLst/>
            <a:rect l="l" t="t" r="r" b="b"/>
            <a:pathLst>
              <a:path w="15853" h="19326" extrusionOk="0">
                <a:moveTo>
                  <a:pt x="9627" y="1133"/>
                </a:moveTo>
                <a:cubicBezTo>
                  <a:pt x="9938" y="1133"/>
                  <a:pt x="10191" y="1387"/>
                  <a:pt x="10191" y="1701"/>
                </a:cubicBezTo>
                <a:lnTo>
                  <a:pt x="10191" y="2265"/>
                </a:lnTo>
                <a:lnTo>
                  <a:pt x="1133" y="2265"/>
                </a:lnTo>
                <a:lnTo>
                  <a:pt x="1133" y="1701"/>
                </a:lnTo>
                <a:cubicBezTo>
                  <a:pt x="1133" y="1387"/>
                  <a:pt x="1387" y="1133"/>
                  <a:pt x="1701" y="1133"/>
                </a:cubicBezTo>
                <a:close/>
                <a:moveTo>
                  <a:pt x="10191" y="3398"/>
                </a:moveTo>
                <a:lnTo>
                  <a:pt x="10191" y="8063"/>
                </a:lnTo>
                <a:cubicBezTo>
                  <a:pt x="10009" y="7998"/>
                  <a:pt x="9817" y="7965"/>
                  <a:pt x="9625" y="7965"/>
                </a:cubicBezTo>
                <a:cubicBezTo>
                  <a:pt x="9434" y="7965"/>
                  <a:pt x="9242" y="7998"/>
                  <a:pt x="9059" y="8063"/>
                </a:cubicBezTo>
                <a:lnTo>
                  <a:pt x="9059" y="6230"/>
                </a:lnTo>
                <a:cubicBezTo>
                  <a:pt x="9059" y="5291"/>
                  <a:pt x="8298" y="4530"/>
                  <a:pt x="7362" y="4530"/>
                </a:cubicBezTo>
                <a:cubicBezTo>
                  <a:pt x="6423" y="4530"/>
                  <a:pt x="5662" y="5291"/>
                  <a:pt x="5662" y="6230"/>
                </a:cubicBezTo>
                <a:lnTo>
                  <a:pt x="5662" y="10285"/>
                </a:lnTo>
                <a:cubicBezTo>
                  <a:pt x="4346" y="10557"/>
                  <a:pt x="3401" y="11716"/>
                  <a:pt x="3398" y="13060"/>
                </a:cubicBezTo>
                <a:lnTo>
                  <a:pt x="3398" y="14231"/>
                </a:lnTo>
                <a:cubicBezTo>
                  <a:pt x="3398" y="14419"/>
                  <a:pt x="3404" y="14609"/>
                  <a:pt x="3413" y="14796"/>
                </a:cubicBezTo>
                <a:lnTo>
                  <a:pt x="1133" y="14796"/>
                </a:lnTo>
                <a:lnTo>
                  <a:pt x="1133" y="3398"/>
                </a:lnTo>
                <a:close/>
                <a:moveTo>
                  <a:pt x="3543" y="15928"/>
                </a:moveTo>
                <a:cubicBezTo>
                  <a:pt x="3606" y="16312"/>
                  <a:pt x="3694" y="16689"/>
                  <a:pt x="3802" y="17061"/>
                </a:cubicBezTo>
                <a:lnTo>
                  <a:pt x="1701" y="17061"/>
                </a:lnTo>
                <a:cubicBezTo>
                  <a:pt x="1387" y="17061"/>
                  <a:pt x="1133" y="16807"/>
                  <a:pt x="1133" y="16496"/>
                </a:cubicBezTo>
                <a:lnTo>
                  <a:pt x="1133" y="15928"/>
                </a:lnTo>
                <a:close/>
                <a:moveTo>
                  <a:pt x="7362" y="5662"/>
                </a:moveTo>
                <a:cubicBezTo>
                  <a:pt x="7673" y="5662"/>
                  <a:pt x="7927" y="5916"/>
                  <a:pt x="7927" y="6230"/>
                </a:cubicBezTo>
                <a:lnTo>
                  <a:pt x="7927" y="11928"/>
                </a:lnTo>
                <a:cubicBezTo>
                  <a:pt x="7927" y="12242"/>
                  <a:pt x="8181" y="12492"/>
                  <a:pt x="8495" y="12492"/>
                </a:cubicBezTo>
                <a:cubicBezTo>
                  <a:pt x="8806" y="12492"/>
                  <a:pt x="9059" y="12242"/>
                  <a:pt x="9059" y="11928"/>
                </a:cubicBezTo>
                <a:lnTo>
                  <a:pt x="9059" y="9663"/>
                </a:lnTo>
                <a:cubicBezTo>
                  <a:pt x="9059" y="9349"/>
                  <a:pt x="9313" y="9098"/>
                  <a:pt x="9627" y="9098"/>
                </a:cubicBezTo>
                <a:cubicBezTo>
                  <a:pt x="9938" y="9098"/>
                  <a:pt x="10191" y="9349"/>
                  <a:pt x="10191" y="9663"/>
                </a:cubicBezTo>
                <a:lnTo>
                  <a:pt x="10191" y="11928"/>
                </a:lnTo>
                <a:cubicBezTo>
                  <a:pt x="10191" y="12242"/>
                  <a:pt x="10445" y="12492"/>
                  <a:pt x="10759" y="12492"/>
                </a:cubicBezTo>
                <a:cubicBezTo>
                  <a:pt x="11070" y="12492"/>
                  <a:pt x="11324" y="12242"/>
                  <a:pt x="11324" y="11928"/>
                </a:cubicBezTo>
                <a:lnTo>
                  <a:pt x="11324" y="10795"/>
                </a:lnTo>
                <a:cubicBezTo>
                  <a:pt x="11324" y="10481"/>
                  <a:pt x="11577" y="10231"/>
                  <a:pt x="11891" y="10231"/>
                </a:cubicBezTo>
                <a:cubicBezTo>
                  <a:pt x="12202" y="10231"/>
                  <a:pt x="12456" y="10481"/>
                  <a:pt x="12456" y="10795"/>
                </a:cubicBezTo>
                <a:lnTo>
                  <a:pt x="12456" y="13060"/>
                </a:lnTo>
                <a:cubicBezTo>
                  <a:pt x="12456" y="13374"/>
                  <a:pt x="12710" y="13625"/>
                  <a:pt x="13024" y="13625"/>
                </a:cubicBezTo>
                <a:cubicBezTo>
                  <a:pt x="13335" y="13625"/>
                  <a:pt x="13588" y="13374"/>
                  <a:pt x="13588" y="13060"/>
                </a:cubicBezTo>
                <a:lnTo>
                  <a:pt x="13588" y="11928"/>
                </a:lnTo>
                <a:cubicBezTo>
                  <a:pt x="13588" y="11614"/>
                  <a:pt x="13842" y="11363"/>
                  <a:pt x="14156" y="11363"/>
                </a:cubicBezTo>
                <a:cubicBezTo>
                  <a:pt x="14467" y="11363"/>
                  <a:pt x="14721" y="11614"/>
                  <a:pt x="14721" y="11928"/>
                </a:cubicBezTo>
                <a:lnTo>
                  <a:pt x="14721" y="14231"/>
                </a:lnTo>
                <a:cubicBezTo>
                  <a:pt x="14718" y="15602"/>
                  <a:pt x="14407" y="16958"/>
                  <a:pt x="13806" y="18193"/>
                </a:cubicBezTo>
                <a:lnTo>
                  <a:pt x="5448" y="18193"/>
                </a:lnTo>
                <a:cubicBezTo>
                  <a:pt x="4844" y="16958"/>
                  <a:pt x="4533" y="15602"/>
                  <a:pt x="4530" y="14231"/>
                </a:cubicBezTo>
                <a:lnTo>
                  <a:pt x="4530" y="13060"/>
                </a:lnTo>
                <a:cubicBezTo>
                  <a:pt x="4530" y="12341"/>
                  <a:pt x="4983" y="11698"/>
                  <a:pt x="5662" y="11460"/>
                </a:cubicBezTo>
                <a:lnTo>
                  <a:pt x="5662" y="14231"/>
                </a:lnTo>
                <a:cubicBezTo>
                  <a:pt x="5662" y="14542"/>
                  <a:pt x="5916" y="14796"/>
                  <a:pt x="6230" y="14796"/>
                </a:cubicBezTo>
                <a:cubicBezTo>
                  <a:pt x="6541" y="14796"/>
                  <a:pt x="6795" y="14542"/>
                  <a:pt x="6795" y="14231"/>
                </a:cubicBezTo>
                <a:lnTo>
                  <a:pt x="6795" y="6230"/>
                </a:lnTo>
                <a:cubicBezTo>
                  <a:pt x="6795" y="5916"/>
                  <a:pt x="7048" y="5662"/>
                  <a:pt x="7362" y="5662"/>
                </a:cubicBezTo>
                <a:close/>
                <a:moveTo>
                  <a:pt x="1701" y="1"/>
                </a:moveTo>
                <a:cubicBezTo>
                  <a:pt x="762" y="1"/>
                  <a:pt x="1" y="762"/>
                  <a:pt x="1" y="1701"/>
                </a:cubicBezTo>
                <a:lnTo>
                  <a:pt x="1" y="16496"/>
                </a:lnTo>
                <a:cubicBezTo>
                  <a:pt x="1" y="17432"/>
                  <a:pt x="762" y="18193"/>
                  <a:pt x="1701" y="18193"/>
                </a:cubicBezTo>
                <a:lnTo>
                  <a:pt x="4204" y="18193"/>
                </a:lnTo>
                <a:cubicBezTo>
                  <a:pt x="4285" y="18389"/>
                  <a:pt x="4376" y="18582"/>
                  <a:pt x="4470" y="18773"/>
                </a:cubicBezTo>
                <a:lnTo>
                  <a:pt x="4590" y="19011"/>
                </a:lnTo>
                <a:cubicBezTo>
                  <a:pt x="4687" y="19204"/>
                  <a:pt x="4880" y="19325"/>
                  <a:pt x="5098" y="19325"/>
                </a:cubicBezTo>
                <a:lnTo>
                  <a:pt x="14156" y="19325"/>
                </a:lnTo>
                <a:cubicBezTo>
                  <a:pt x="14370" y="19325"/>
                  <a:pt x="14564" y="19204"/>
                  <a:pt x="14660" y="19011"/>
                </a:cubicBezTo>
                <a:lnTo>
                  <a:pt x="14781" y="18773"/>
                </a:lnTo>
                <a:cubicBezTo>
                  <a:pt x="15485" y="17363"/>
                  <a:pt x="15850" y="15808"/>
                  <a:pt x="15853" y="14231"/>
                </a:cubicBezTo>
                <a:lnTo>
                  <a:pt x="15853" y="11928"/>
                </a:lnTo>
                <a:cubicBezTo>
                  <a:pt x="15853" y="10953"/>
                  <a:pt x="15054" y="10228"/>
                  <a:pt x="14155" y="10228"/>
                </a:cubicBezTo>
                <a:cubicBezTo>
                  <a:pt x="13949" y="10228"/>
                  <a:pt x="13737" y="10266"/>
                  <a:pt x="13528" y="10348"/>
                </a:cubicBezTo>
                <a:cubicBezTo>
                  <a:pt x="13326" y="9609"/>
                  <a:pt x="12655" y="9098"/>
                  <a:pt x="11891" y="9098"/>
                </a:cubicBezTo>
                <a:cubicBezTo>
                  <a:pt x="11883" y="9098"/>
                  <a:pt x="11875" y="9098"/>
                  <a:pt x="11867" y="9098"/>
                </a:cubicBezTo>
                <a:cubicBezTo>
                  <a:pt x="11682" y="9098"/>
                  <a:pt x="11497" y="9131"/>
                  <a:pt x="11324" y="9195"/>
                </a:cubicBezTo>
                <a:lnTo>
                  <a:pt x="11324" y="1701"/>
                </a:lnTo>
                <a:cubicBezTo>
                  <a:pt x="11324" y="762"/>
                  <a:pt x="10563" y="1"/>
                  <a:pt x="9627" y="1"/>
                </a:cubicBez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435D74"/>
              </a:solidFill>
            </a:endParaRPr>
          </a:p>
        </p:txBody>
      </p:sp>
    </p:spTree>
    <p:extLst>
      <p:ext uri="{BB962C8B-B14F-4D97-AF65-F5344CB8AC3E}">
        <p14:creationId xmlns:p14="http://schemas.microsoft.com/office/powerpoint/2010/main" val="2835016153"/>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B9889B-FF6D-4A84-A131-6BDE6291F90C}"/>
              </a:ext>
            </a:extLst>
          </p:cNvPr>
          <p:cNvSpPr>
            <a:spLocks noGrp="1"/>
          </p:cNvSpPr>
          <p:nvPr>
            <p:ph type="title"/>
          </p:nvPr>
        </p:nvSpPr>
        <p:spPr>
          <a:xfrm>
            <a:off x="838200" y="365126"/>
            <a:ext cx="10515600" cy="711200"/>
          </a:xfrm>
        </p:spPr>
        <p:txBody>
          <a:bodyPr/>
          <a:lstStyle/>
          <a:p>
            <a:r>
              <a:rPr lang="en-US" sz="4000" b="1" dirty="0">
                <a:solidFill>
                  <a:srgbClr val="292D34"/>
                </a:solidFill>
                <a:latin typeface="Times New Roman" panose="02020603050405020304" pitchFamily="18" charset="0"/>
                <a:ea typeface="+mn-ea"/>
                <a:cs typeface="Times New Roman" panose="02020603050405020304" pitchFamily="18" charset="0"/>
              </a:rPr>
              <a:t>References</a:t>
            </a:r>
          </a:p>
        </p:txBody>
      </p:sp>
      <p:sp>
        <p:nvSpPr>
          <p:cNvPr id="5" name="Google Shape;17280;p87">
            <a:extLst>
              <a:ext uri="{FF2B5EF4-FFF2-40B4-BE49-F238E27FC236}">
                <a16:creationId xmlns:a16="http://schemas.microsoft.com/office/drawing/2014/main" id="{D6A76C5E-99EC-4F23-B173-BF60FAC65F34}"/>
              </a:ext>
            </a:extLst>
          </p:cNvPr>
          <p:cNvSpPr/>
          <p:nvPr/>
        </p:nvSpPr>
        <p:spPr>
          <a:xfrm>
            <a:off x="9420696" y="4595510"/>
            <a:ext cx="1933104" cy="1808079"/>
          </a:xfrm>
          <a:custGeom>
            <a:avLst/>
            <a:gdLst/>
            <a:ahLst/>
            <a:cxnLst/>
            <a:rect l="l" t="t" r="r" b="b"/>
            <a:pathLst>
              <a:path w="12918" h="10807" extrusionOk="0">
                <a:moveTo>
                  <a:pt x="10807" y="851"/>
                </a:moveTo>
                <a:cubicBezTo>
                  <a:pt x="10366" y="1608"/>
                  <a:pt x="10366" y="2584"/>
                  <a:pt x="10807" y="3340"/>
                </a:cubicBezTo>
                <a:lnTo>
                  <a:pt x="2332" y="3340"/>
                </a:lnTo>
                <a:cubicBezTo>
                  <a:pt x="1765" y="3340"/>
                  <a:pt x="1293" y="2962"/>
                  <a:pt x="1135" y="2458"/>
                </a:cubicBezTo>
                <a:cubicBezTo>
                  <a:pt x="915" y="1671"/>
                  <a:pt x="1513" y="851"/>
                  <a:pt x="2332" y="851"/>
                </a:cubicBezTo>
                <a:close/>
                <a:moveTo>
                  <a:pt x="8822" y="4159"/>
                </a:moveTo>
                <a:lnTo>
                  <a:pt x="8822" y="6648"/>
                </a:lnTo>
                <a:lnTo>
                  <a:pt x="1891" y="6648"/>
                </a:lnTo>
                <a:lnTo>
                  <a:pt x="1891" y="4159"/>
                </a:lnTo>
                <a:close/>
                <a:moveTo>
                  <a:pt x="10524" y="4159"/>
                </a:moveTo>
                <a:lnTo>
                  <a:pt x="10524" y="6648"/>
                </a:lnTo>
                <a:lnTo>
                  <a:pt x="9704" y="6648"/>
                </a:lnTo>
                <a:lnTo>
                  <a:pt x="9704" y="4159"/>
                </a:lnTo>
                <a:close/>
                <a:moveTo>
                  <a:pt x="12130" y="4159"/>
                </a:moveTo>
                <a:lnTo>
                  <a:pt x="12130" y="6648"/>
                </a:lnTo>
                <a:lnTo>
                  <a:pt x="11343" y="6648"/>
                </a:lnTo>
                <a:lnTo>
                  <a:pt x="11343" y="4159"/>
                </a:lnTo>
                <a:close/>
                <a:moveTo>
                  <a:pt x="1986" y="7467"/>
                </a:moveTo>
                <a:lnTo>
                  <a:pt x="1986" y="9956"/>
                </a:lnTo>
                <a:lnTo>
                  <a:pt x="1104" y="9956"/>
                </a:lnTo>
                <a:lnTo>
                  <a:pt x="1104" y="7467"/>
                </a:lnTo>
                <a:close/>
                <a:moveTo>
                  <a:pt x="3624" y="7467"/>
                </a:moveTo>
                <a:lnTo>
                  <a:pt x="3624" y="9956"/>
                </a:lnTo>
                <a:lnTo>
                  <a:pt x="2805" y="9956"/>
                </a:lnTo>
                <a:lnTo>
                  <a:pt x="2805" y="7467"/>
                </a:lnTo>
                <a:close/>
                <a:moveTo>
                  <a:pt x="11311" y="7467"/>
                </a:moveTo>
                <a:lnTo>
                  <a:pt x="11311" y="9956"/>
                </a:lnTo>
                <a:lnTo>
                  <a:pt x="4443" y="9956"/>
                </a:lnTo>
                <a:lnTo>
                  <a:pt x="4443" y="7467"/>
                </a:lnTo>
                <a:close/>
                <a:moveTo>
                  <a:pt x="2364" y="1"/>
                </a:moveTo>
                <a:cubicBezTo>
                  <a:pt x="1671" y="1"/>
                  <a:pt x="1041" y="379"/>
                  <a:pt x="631" y="914"/>
                </a:cubicBezTo>
                <a:cubicBezTo>
                  <a:pt x="1" y="1828"/>
                  <a:pt x="253" y="3088"/>
                  <a:pt x="1104" y="3718"/>
                </a:cubicBezTo>
                <a:lnTo>
                  <a:pt x="1104" y="6648"/>
                </a:lnTo>
                <a:lnTo>
                  <a:pt x="694" y="6648"/>
                </a:lnTo>
                <a:cubicBezTo>
                  <a:pt x="442" y="6648"/>
                  <a:pt x="284" y="6837"/>
                  <a:pt x="284" y="7058"/>
                </a:cubicBezTo>
                <a:lnTo>
                  <a:pt x="284" y="10366"/>
                </a:lnTo>
                <a:cubicBezTo>
                  <a:pt x="284" y="10618"/>
                  <a:pt x="473" y="10807"/>
                  <a:pt x="694" y="10807"/>
                </a:cubicBezTo>
                <a:lnTo>
                  <a:pt x="11721" y="10807"/>
                </a:lnTo>
                <a:cubicBezTo>
                  <a:pt x="11941" y="10807"/>
                  <a:pt x="12130" y="10618"/>
                  <a:pt x="12130" y="10366"/>
                </a:cubicBezTo>
                <a:lnTo>
                  <a:pt x="12130" y="7499"/>
                </a:lnTo>
                <a:lnTo>
                  <a:pt x="12540" y="7499"/>
                </a:lnTo>
                <a:cubicBezTo>
                  <a:pt x="12760" y="7499"/>
                  <a:pt x="12918" y="7310"/>
                  <a:pt x="12918" y="7058"/>
                </a:cubicBezTo>
                <a:lnTo>
                  <a:pt x="12918" y="3750"/>
                </a:lnTo>
                <a:cubicBezTo>
                  <a:pt x="12918" y="3529"/>
                  <a:pt x="12760" y="3340"/>
                  <a:pt x="12540" y="3340"/>
                </a:cubicBezTo>
                <a:lnTo>
                  <a:pt x="11878" y="3340"/>
                </a:lnTo>
                <a:cubicBezTo>
                  <a:pt x="11091" y="2647"/>
                  <a:pt x="11122" y="1387"/>
                  <a:pt x="11973" y="757"/>
                </a:cubicBezTo>
                <a:cubicBezTo>
                  <a:pt x="12256" y="536"/>
                  <a:pt x="12130" y="64"/>
                  <a:pt x="11784" y="1"/>
                </a:cubicBez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85184F48-6CBE-F39A-6C2C-86B1F0380B3C}"/>
              </a:ext>
            </a:extLst>
          </p:cNvPr>
          <p:cNvSpPr txBox="1"/>
          <p:nvPr/>
        </p:nvSpPr>
        <p:spPr>
          <a:xfrm>
            <a:off x="1295400" y="1490008"/>
            <a:ext cx="8658225" cy="1938992"/>
          </a:xfrm>
          <a:prstGeom prst="rect">
            <a:avLst/>
          </a:prstGeom>
          <a:noFill/>
        </p:spPr>
        <p:txBody>
          <a:bodyPr wrap="square" rtlCol="0">
            <a:spAutoFit/>
          </a:bodyPr>
          <a:lstStyle/>
          <a:p>
            <a:pPr marL="285750" indent="-285750">
              <a:buFont typeface="Arial" panose="020B0604020202020204" pitchFamily="34" charset="0"/>
              <a:buChar char="•"/>
            </a:pPr>
            <a:r>
              <a:rPr lang="en-US" sz="2000" i="1" dirty="0">
                <a:effectLst/>
                <a:latin typeface="Times New Roman" panose="02020603050405020304" pitchFamily="18" charset="0"/>
                <a:cs typeface="Times New Roman" panose="02020603050405020304" pitchFamily="18" charset="0"/>
              </a:rPr>
              <a:t>"Artificial Intelligence in Education: Promises and Implications for Teaching and Learning" by Rose </a:t>
            </a:r>
            <a:r>
              <a:rPr lang="en-US" sz="2000" i="1" dirty="0" err="1">
                <a:effectLst/>
                <a:latin typeface="Times New Roman" panose="02020603050405020304" pitchFamily="18" charset="0"/>
                <a:cs typeface="Times New Roman" panose="02020603050405020304" pitchFamily="18" charset="0"/>
              </a:rPr>
              <a:t>Luckin</a:t>
            </a:r>
            <a:endParaRPr lang="en-US" sz="2000" i="1" dirty="0">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i="1" dirty="0">
                <a:latin typeface="Times New Roman" panose="02020603050405020304" pitchFamily="18" charset="0"/>
                <a:cs typeface="Times New Roman" panose="02020603050405020304" pitchFamily="18" charset="0"/>
              </a:rPr>
              <a:t>Grammerly.com</a:t>
            </a:r>
          </a:p>
          <a:p>
            <a:pPr marL="285750" indent="-285750">
              <a:buFont typeface="Arial" panose="020B0604020202020204" pitchFamily="34" charset="0"/>
              <a:buChar char="•"/>
            </a:pPr>
            <a:r>
              <a:rPr lang="en-US" sz="2000" i="1" dirty="0">
                <a:latin typeface="Times New Roman" panose="02020603050405020304" pitchFamily="18" charset="0"/>
                <a:cs typeface="Times New Roman" panose="02020603050405020304" pitchFamily="18" charset="0"/>
              </a:rPr>
              <a:t>Pictory.ai</a:t>
            </a:r>
          </a:p>
          <a:p>
            <a:pPr marL="285750" indent="-285750">
              <a:buFont typeface="Arial" panose="020B0604020202020204" pitchFamily="34" charset="0"/>
              <a:buChar char="•"/>
            </a:pPr>
            <a:r>
              <a:rPr lang="en-US" sz="2000" i="1" dirty="0" err="1">
                <a:latin typeface="Times New Roman" panose="02020603050405020304" pitchFamily="18" charset="0"/>
                <a:cs typeface="Times New Roman" panose="02020603050405020304" pitchFamily="18" charset="0"/>
              </a:rPr>
              <a:t>Imagine.art</a:t>
            </a:r>
            <a:endParaRPr lang="en-US" sz="2000" i="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i="1" dirty="0">
                <a:latin typeface="Times New Roman" panose="02020603050405020304" pitchFamily="18" charset="0"/>
                <a:cs typeface="Times New Roman" panose="02020603050405020304" pitchFamily="18" charset="0"/>
              </a:rPr>
              <a:t>ibm.com/</a:t>
            </a:r>
            <a:r>
              <a:rPr lang="en-US" sz="2000" i="1" dirty="0" err="1">
                <a:latin typeface="Times New Roman" panose="02020603050405020304" pitchFamily="18" charset="0"/>
                <a:cs typeface="Times New Roman" panose="02020603050405020304" pitchFamily="18" charset="0"/>
              </a:rPr>
              <a:t>watson</a:t>
            </a:r>
            <a:r>
              <a:rPr lang="en-US" sz="2000" i="1" dirty="0">
                <a:latin typeface="Times New Roman" panose="02020603050405020304" pitchFamily="18" charset="0"/>
                <a:cs typeface="Times New Roman" panose="02020603050405020304" pitchFamily="18" charset="0"/>
              </a:rPr>
              <a:t>/media</a:t>
            </a:r>
          </a:p>
        </p:txBody>
      </p:sp>
    </p:spTree>
    <p:extLst>
      <p:ext uri="{BB962C8B-B14F-4D97-AF65-F5344CB8AC3E}">
        <p14:creationId xmlns:p14="http://schemas.microsoft.com/office/powerpoint/2010/main" val="18679206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22F4622-2011-4BF5-BF90-9D69F4156FD3}"/>
              </a:ext>
            </a:extLst>
          </p:cNvPr>
          <p:cNvSpPr>
            <a:spLocks noGrp="1"/>
          </p:cNvSpPr>
          <p:nvPr>
            <p:ph type="title"/>
          </p:nvPr>
        </p:nvSpPr>
        <p:spPr>
          <a:xfrm>
            <a:off x="4448562" y="1734987"/>
            <a:ext cx="3865557" cy="1622697"/>
          </a:xfrm>
        </p:spPr>
        <p:txBody>
          <a:bodyPr>
            <a:normAutofit fontScale="90000"/>
          </a:bodyPr>
          <a:lstStyle/>
          <a:p>
            <a:r>
              <a:rPr lang="en-US" b="1" dirty="0">
                <a:solidFill>
                  <a:srgbClr val="292D34"/>
                </a:solidFill>
                <a:latin typeface="Times New Roman" panose="02020603050405020304" pitchFamily="18" charset="0"/>
                <a:ea typeface="+mn-ea"/>
                <a:cs typeface="Times New Roman" panose="02020603050405020304" pitchFamily="18" charset="0"/>
              </a:rPr>
              <a:t>Thank You for Your Attention</a:t>
            </a:r>
          </a:p>
        </p:txBody>
      </p:sp>
      <p:grpSp>
        <p:nvGrpSpPr>
          <p:cNvPr id="3" name="Google Shape;3516;p62">
            <a:extLst>
              <a:ext uri="{FF2B5EF4-FFF2-40B4-BE49-F238E27FC236}">
                <a16:creationId xmlns:a16="http://schemas.microsoft.com/office/drawing/2014/main" id="{47889877-13F7-50BD-D09B-38470BEC209A}"/>
              </a:ext>
            </a:extLst>
          </p:cNvPr>
          <p:cNvGrpSpPr/>
          <p:nvPr/>
        </p:nvGrpSpPr>
        <p:grpSpPr>
          <a:xfrm>
            <a:off x="2305051" y="239627"/>
            <a:ext cx="7581899" cy="5494424"/>
            <a:chOff x="1230400" y="410075"/>
            <a:chExt cx="5124625" cy="4728500"/>
          </a:xfrm>
        </p:grpSpPr>
        <p:sp>
          <p:nvSpPr>
            <p:cNvPr id="4" name="Google Shape;3517;p62">
              <a:extLst>
                <a:ext uri="{FF2B5EF4-FFF2-40B4-BE49-F238E27FC236}">
                  <a16:creationId xmlns:a16="http://schemas.microsoft.com/office/drawing/2014/main" id="{2C62894C-4761-DA3D-A06A-891432CE8434}"/>
                </a:ext>
              </a:extLst>
            </p:cNvPr>
            <p:cNvSpPr/>
            <p:nvPr/>
          </p:nvSpPr>
          <p:spPr>
            <a:xfrm>
              <a:off x="1384675" y="410150"/>
              <a:ext cx="4970350" cy="3655600"/>
            </a:xfrm>
            <a:custGeom>
              <a:avLst/>
              <a:gdLst/>
              <a:ahLst/>
              <a:cxnLst/>
              <a:rect l="l" t="t" r="r" b="b"/>
              <a:pathLst>
                <a:path w="198814" h="146224" extrusionOk="0">
                  <a:moveTo>
                    <a:pt x="173002" y="38507"/>
                  </a:moveTo>
                  <a:lnTo>
                    <a:pt x="173002" y="118161"/>
                  </a:lnTo>
                  <a:lnTo>
                    <a:pt x="37835" y="118161"/>
                  </a:lnTo>
                  <a:lnTo>
                    <a:pt x="37835" y="38507"/>
                  </a:lnTo>
                  <a:close/>
                  <a:moveTo>
                    <a:pt x="144780" y="0"/>
                  </a:moveTo>
                  <a:cubicBezTo>
                    <a:pt x="136124" y="0"/>
                    <a:pt x="127640" y="2694"/>
                    <a:pt x="120221" y="7391"/>
                  </a:cubicBezTo>
                  <a:cubicBezTo>
                    <a:pt x="110674" y="13402"/>
                    <a:pt x="103216" y="21213"/>
                    <a:pt x="91516" y="22724"/>
                  </a:cubicBezTo>
                  <a:cubicBezTo>
                    <a:pt x="84957" y="23559"/>
                    <a:pt x="78300" y="23746"/>
                    <a:pt x="71643" y="23746"/>
                  </a:cubicBezTo>
                  <a:cubicBezTo>
                    <a:pt x="66261" y="23746"/>
                    <a:pt x="60878" y="23624"/>
                    <a:pt x="55546" y="23624"/>
                  </a:cubicBezTo>
                  <a:cubicBezTo>
                    <a:pt x="24881" y="23624"/>
                    <a:pt x="1" y="55833"/>
                    <a:pt x="6205" y="89392"/>
                  </a:cubicBezTo>
                  <a:cubicBezTo>
                    <a:pt x="12441" y="122951"/>
                    <a:pt x="41756" y="146223"/>
                    <a:pt x="66636" y="146223"/>
                  </a:cubicBezTo>
                  <a:cubicBezTo>
                    <a:pt x="89009" y="146223"/>
                    <a:pt x="107395" y="132787"/>
                    <a:pt x="128643" y="129187"/>
                  </a:cubicBezTo>
                  <a:cubicBezTo>
                    <a:pt x="139186" y="127419"/>
                    <a:pt x="149761" y="129508"/>
                    <a:pt x="160176" y="126840"/>
                  </a:cubicBezTo>
                  <a:cubicBezTo>
                    <a:pt x="172295" y="123722"/>
                    <a:pt x="183674" y="116297"/>
                    <a:pt x="190392" y="105560"/>
                  </a:cubicBezTo>
                  <a:cubicBezTo>
                    <a:pt x="194956" y="98232"/>
                    <a:pt x="197207" y="90163"/>
                    <a:pt x="197817" y="81870"/>
                  </a:cubicBezTo>
                  <a:cubicBezTo>
                    <a:pt x="198814" y="68594"/>
                    <a:pt x="195728" y="54740"/>
                    <a:pt x="191613" y="42397"/>
                  </a:cubicBezTo>
                  <a:cubicBezTo>
                    <a:pt x="185474" y="24074"/>
                    <a:pt x="173548" y="5270"/>
                    <a:pt x="153490" y="930"/>
                  </a:cubicBezTo>
                  <a:cubicBezTo>
                    <a:pt x="150590" y="302"/>
                    <a:pt x="147676" y="0"/>
                    <a:pt x="144780" y="0"/>
                  </a:cubicBezTo>
                  <a:close/>
                </a:path>
              </a:pathLst>
            </a:custGeom>
            <a:solidFill>
              <a:srgbClr val="77C6F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Google Shape;3518;p62">
              <a:extLst>
                <a:ext uri="{FF2B5EF4-FFF2-40B4-BE49-F238E27FC236}">
                  <a16:creationId xmlns:a16="http://schemas.microsoft.com/office/drawing/2014/main" id="{7DB7E2D9-B8E8-D3B0-EBEF-6FE532026A9E}"/>
                </a:ext>
              </a:extLst>
            </p:cNvPr>
            <p:cNvSpPr/>
            <p:nvPr/>
          </p:nvSpPr>
          <p:spPr>
            <a:xfrm>
              <a:off x="1515675" y="410075"/>
              <a:ext cx="4819275" cy="3654050"/>
            </a:xfrm>
            <a:custGeom>
              <a:avLst/>
              <a:gdLst/>
              <a:ahLst/>
              <a:cxnLst/>
              <a:rect l="l" t="t" r="r" b="b"/>
              <a:pathLst>
                <a:path w="192771" h="146162" extrusionOk="0">
                  <a:moveTo>
                    <a:pt x="139507" y="1"/>
                  </a:moveTo>
                  <a:cubicBezTo>
                    <a:pt x="130860" y="1"/>
                    <a:pt x="122406" y="2701"/>
                    <a:pt x="114981" y="7394"/>
                  </a:cubicBezTo>
                  <a:cubicBezTo>
                    <a:pt x="105434" y="13405"/>
                    <a:pt x="97976" y="21216"/>
                    <a:pt x="86276" y="22727"/>
                  </a:cubicBezTo>
                  <a:cubicBezTo>
                    <a:pt x="79686" y="23563"/>
                    <a:pt x="73032" y="23756"/>
                    <a:pt x="66346" y="23756"/>
                  </a:cubicBezTo>
                  <a:cubicBezTo>
                    <a:pt x="60978" y="23756"/>
                    <a:pt x="55610" y="23627"/>
                    <a:pt x="50306" y="23627"/>
                  </a:cubicBezTo>
                  <a:cubicBezTo>
                    <a:pt x="22855" y="23627"/>
                    <a:pt x="32" y="49471"/>
                    <a:pt x="0" y="78948"/>
                  </a:cubicBezTo>
                  <a:cubicBezTo>
                    <a:pt x="0" y="82387"/>
                    <a:pt x="322" y="85891"/>
                    <a:pt x="965" y="89395"/>
                  </a:cubicBezTo>
                  <a:cubicBezTo>
                    <a:pt x="2893" y="99777"/>
                    <a:pt x="7040" y="109196"/>
                    <a:pt x="12601" y="117232"/>
                  </a:cubicBezTo>
                  <a:cubicBezTo>
                    <a:pt x="13469" y="115850"/>
                    <a:pt x="14337" y="114500"/>
                    <a:pt x="15140" y="113278"/>
                  </a:cubicBezTo>
                  <a:cubicBezTo>
                    <a:pt x="14305" y="112796"/>
                    <a:pt x="13565" y="112153"/>
                    <a:pt x="13276" y="111285"/>
                  </a:cubicBezTo>
                  <a:cubicBezTo>
                    <a:pt x="13179" y="111028"/>
                    <a:pt x="13147" y="110803"/>
                    <a:pt x="13147" y="110546"/>
                  </a:cubicBezTo>
                  <a:cubicBezTo>
                    <a:pt x="13147" y="109582"/>
                    <a:pt x="13758" y="108681"/>
                    <a:pt x="14787" y="108456"/>
                  </a:cubicBezTo>
                  <a:cubicBezTo>
                    <a:pt x="14915" y="108424"/>
                    <a:pt x="15044" y="108424"/>
                    <a:pt x="15205" y="108424"/>
                  </a:cubicBezTo>
                  <a:cubicBezTo>
                    <a:pt x="15976" y="108424"/>
                    <a:pt x="16812" y="108810"/>
                    <a:pt x="17583" y="109389"/>
                  </a:cubicBezTo>
                  <a:cubicBezTo>
                    <a:pt x="17648" y="109260"/>
                    <a:pt x="17744" y="109132"/>
                    <a:pt x="17808" y="109035"/>
                  </a:cubicBezTo>
                  <a:cubicBezTo>
                    <a:pt x="18194" y="108392"/>
                    <a:pt x="18451" y="107910"/>
                    <a:pt x="18515" y="107749"/>
                  </a:cubicBezTo>
                  <a:cubicBezTo>
                    <a:pt x="19158" y="106303"/>
                    <a:pt x="20958" y="102445"/>
                    <a:pt x="21183" y="101963"/>
                  </a:cubicBezTo>
                  <a:cubicBezTo>
                    <a:pt x="21183" y="101835"/>
                    <a:pt x="21183" y="101610"/>
                    <a:pt x="21183" y="101256"/>
                  </a:cubicBezTo>
                  <a:cubicBezTo>
                    <a:pt x="21183" y="99617"/>
                    <a:pt x="21151" y="95599"/>
                    <a:pt x="20958" y="92288"/>
                  </a:cubicBezTo>
                  <a:cubicBezTo>
                    <a:pt x="20894" y="91323"/>
                    <a:pt x="20862" y="90456"/>
                    <a:pt x="20862" y="89716"/>
                  </a:cubicBezTo>
                  <a:cubicBezTo>
                    <a:pt x="20862" y="89073"/>
                    <a:pt x="20894" y="88495"/>
                    <a:pt x="20926" y="87980"/>
                  </a:cubicBezTo>
                  <a:cubicBezTo>
                    <a:pt x="20444" y="87370"/>
                    <a:pt x="20316" y="86791"/>
                    <a:pt x="20316" y="86309"/>
                  </a:cubicBezTo>
                  <a:cubicBezTo>
                    <a:pt x="20316" y="85859"/>
                    <a:pt x="20444" y="85505"/>
                    <a:pt x="20508" y="85312"/>
                  </a:cubicBezTo>
                  <a:cubicBezTo>
                    <a:pt x="20573" y="85184"/>
                    <a:pt x="20766" y="85055"/>
                    <a:pt x="21055" y="84927"/>
                  </a:cubicBezTo>
                  <a:cubicBezTo>
                    <a:pt x="21023" y="84573"/>
                    <a:pt x="20991" y="84220"/>
                    <a:pt x="20991" y="83962"/>
                  </a:cubicBezTo>
                  <a:cubicBezTo>
                    <a:pt x="20991" y="83705"/>
                    <a:pt x="21055" y="83352"/>
                    <a:pt x="21151" y="82902"/>
                  </a:cubicBezTo>
                  <a:cubicBezTo>
                    <a:pt x="21216" y="82452"/>
                    <a:pt x="21344" y="81873"/>
                    <a:pt x="21505" y="81262"/>
                  </a:cubicBezTo>
                  <a:cubicBezTo>
                    <a:pt x="21826" y="80041"/>
                    <a:pt x="22212" y="78562"/>
                    <a:pt x="22630" y="77148"/>
                  </a:cubicBezTo>
                  <a:cubicBezTo>
                    <a:pt x="23337" y="74673"/>
                    <a:pt x="24044" y="72358"/>
                    <a:pt x="24205" y="71812"/>
                  </a:cubicBezTo>
                  <a:cubicBezTo>
                    <a:pt x="24044" y="71587"/>
                    <a:pt x="23659" y="71040"/>
                    <a:pt x="23241" y="70430"/>
                  </a:cubicBezTo>
                  <a:cubicBezTo>
                    <a:pt x="22694" y="69626"/>
                    <a:pt x="22051" y="68726"/>
                    <a:pt x="21730" y="68276"/>
                  </a:cubicBezTo>
                  <a:cubicBezTo>
                    <a:pt x="21666" y="68147"/>
                    <a:pt x="21601" y="68083"/>
                    <a:pt x="21569" y="68051"/>
                  </a:cubicBezTo>
                  <a:cubicBezTo>
                    <a:pt x="21473" y="67922"/>
                    <a:pt x="21441" y="67794"/>
                    <a:pt x="21441" y="67633"/>
                  </a:cubicBezTo>
                  <a:cubicBezTo>
                    <a:pt x="21441" y="67504"/>
                    <a:pt x="21473" y="67376"/>
                    <a:pt x="21569" y="67279"/>
                  </a:cubicBezTo>
                  <a:cubicBezTo>
                    <a:pt x="21633" y="67151"/>
                    <a:pt x="21794" y="67086"/>
                    <a:pt x="21955" y="67086"/>
                  </a:cubicBezTo>
                  <a:cubicBezTo>
                    <a:pt x="22083" y="67086"/>
                    <a:pt x="22180" y="67119"/>
                    <a:pt x="22308" y="67183"/>
                  </a:cubicBezTo>
                  <a:lnTo>
                    <a:pt x="21666" y="65929"/>
                  </a:lnTo>
                  <a:lnTo>
                    <a:pt x="21633" y="65833"/>
                  </a:lnTo>
                  <a:lnTo>
                    <a:pt x="21633" y="65801"/>
                  </a:lnTo>
                  <a:cubicBezTo>
                    <a:pt x="21633" y="65769"/>
                    <a:pt x="21633" y="65640"/>
                    <a:pt x="21666" y="65511"/>
                  </a:cubicBezTo>
                  <a:cubicBezTo>
                    <a:pt x="21698" y="65383"/>
                    <a:pt x="21762" y="65254"/>
                    <a:pt x="21891" y="65094"/>
                  </a:cubicBezTo>
                  <a:cubicBezTo>
                    <a:pt x="21987" y="65029"/>
                    <a:pt x="22116" y="64965"/>
                    <a:pt x="22276" y="64965"/>
                  </a:cubicBezTo>
                  <a:cubicBezTo>
                    <a:pt x="22341" y="64965"/>
                    <a:pt x="22405" y="64965"/>
                    <a:pt x="22469" y="64997"/>
                  </a:cubicBezTo>
                  <a:cubicBezTo>
                    <a:pt x="22566" y="64997"/>
                    <a:pt x="22630" y="65061"/>
                    <a:pt x="22726" y="65094"/>
                  </a:cubicBezTo>
                  <a:lnTo>
                    <a:pt x="22726" y="65094"/>
                  </a:lnTo>
                  <a:lnTo>
                    <a:pt x="22437" y="64483"/>
                  </a:lnTo>
                  <a:cubicBezTo>
                    <a:pt x="22437" y="64451"/>
                    <a:pt x="22405" y="64386"/>
                    <a:pt x="22437" y="64322"/>
                  </a:cubicBezTo>
                  <a:cubicBezTo>
                    <a:pt x="22437" y="64322"/>
                    <a:pt x="22469" y="64226"/>
                    <a:pt x="22501" y="64097"/>
                  </a:cubicBezTo>
                  <a:cubicBezTo>
                    <a:pt x="22566" y="64001"/>
                    <a:pt x="22662" y="63840"/>
                    <a:pt x="22823" y="63743"/>
                  </a:cubicBezTo>
                  <a:cubicBezTo>
                    <a:pt x="22919" y="63647"/>
                    <a:pt x="23080" y="63615"/>
                    <a:pt x="23209" y="63615"/>
                  </a:cubicBezTo>
                  <a:lnTo>
                    <a:pt x="23241" y="63615"/>
                  </a:lnTo>
                  <a:cubicBezTo>
                    <a:pt x="23401" y="63615"/>
                    <a:pt x="23562" y="63647"/>
                    <a:pt x="23723" y="63743"/>
                  </a:cubicBezTo>
                  <a:cubicBezTo>
                    <a:pt x="23819" y="63808"/>
                    <a:pt x="23916" y="63904"/>
                    <a:pt x="23980" y="64001"/>
                  </a:cubicBezTo>
                  <a:cubicBezTo>
                    <a:pt x="24076" y="64097"/>
                    <a:pt x="24141" y="64193"/>
                    <a:pt x="24237" y="64354"/>
                  </a:cubicBezTo>
                  <a:cubicBezTo>
                    <a:pt x="24366" y="64547"/>
                    <a:pt x="24494" y="64772"/>
                    <a:pt x="24623" y="64997"/>
                  </a:cubicBezTo>
                  <a:lnTo>
                    <a:pt x="24494" y="64161"/>
                  </a:lnTo>
                  <a:cubicBezTo>
                    <a:pt x="24494" y="64097"/>
                    <a:pt x="24494" y="64033"/>
                    <a:pt x="24526" y="64001"/>
                  </a:cubicBezTo>
                  <a:cubicBezTo>
                    <a:pt x="24526" y="63968"/>
                    <a:pt x="24591" y="63872"/>
                    <a:pt x="24687" y="63776"/>
                  </a:cubicBezTo>
                  <a:cubicBezTo>
                    <a:pt x="24719" y="63776"/>
                    <a:pt x="24719" y="63743"/>
                    <a:pt x="24751" y="63743"/>
                  </a:cubicBezTo>
                  <a:lnTo>
                    <a:pt x="24751" y="36485"/>
                  </a:lnTo>
                  <a:cubicBezTo>
                    <a:pt x="24751" y="33592"/>
                    <a:pt x="27098" y="31213"/>
                    <a:pt x="30023" y="31213"/>
                  </a:cubicBezTo>
                  <a:lnTo>
                    <a:pt x="170366" y="31213"/>
                  </a:lnTo>
                  <a:cubicBezTo>
                    <a:pt x="173259" y="31213"/>
                    <a:pt x="175637" y="33592"/>
                    <a:pt x="175637" y="36485"/>
                  </a:cubicBezTo>
                  <a:lnTo>
                    <a:pt x="175637" y="116364"/>
                  </a:lnTo>
                  <a:cubicBezTo>
                    <a:pt x="179334" y="113278"/>
                    <a:pt x="182580" y="109678"/>
                    <a:pt x="185152" y="105563"/>
                  </a:cubicBezTo>
                  <a:cubicBezTo>
                    <a:pt x="189716" y="98235"/>
                    <a:pt x="191967" y="90166"/>
                    <a:pt x="192577" y="81873"/>
                  </a:cubicBezTo>
                  <a:cubicBezTo>
                    <a:pt x="192706" y="80169"/>
                    <a:pt x="192770" y="78466"/>
                    <a:pt x="192770" y="76762"/>
                  </a:cubicBezTo>
                  <a:cubicBezTo>
                    <a:pt x="192770" y="65094"/>
                    <a:pt x="189974" y="53168"/>
                    <a:pt x="186373" y="42400"/>
                  </a:cubicBezTo>
                  <a:cubicBezTo>
                    <a:pt x="180234" y="24077"/>
                    <a:pt x="168308" y="5273"/>
                    <a:pt x="148250" y="933"/>
                  </a:cubicBezTo>
                  <a:cubicBezTo>
                    <a:pt x="145325" y="322"/>
                    <a:pt x="142432" y="1"/>
                    <a:pt x="139507" y="1"/>
                  </a:cubicBezTo>
                  <a:close/>
                  <a:moveTo>
                    <a:pt x="23016" y="127229"/>
                  </a:moveTo>
                  <a:cubicBezTo>
                    <a:pt x="22823" y="127454"/>
                    <a:pt x="22630" y="127679"/>
                    <a:pt x="22469" y="127840"/>
                  </a:cubicBezTo>
                  <a:cubicBezTo>
                    <a:pt x="22308" y="128032"/>
                    <a:pt x="22148" y="128193"/>
                    <a:pt x="22019" y="128354"/>
                  </a:cubicBezTo>
                  <a:cubicBezTo>
                    <a:pt x="22919" y="129222"/>
                    <a:pt x="23819" y="130058"/>
                    <a:pt x="24751" y="130861"/>
                  </a:cubicBezTo>
                  <a:lnTo>
                    <a:pt x="24751" y="127550"/>
                  </a:lnTo>
                  <a:cubicBezTo>
                    <a:pt x="24173" y="127518"/>
                    <a:pt x="23562" y="127422"/>
                    <a:pt x="23016" y="127229"/>
                  </a:cubicBezTo>
                  <a:close/>
                  <a:moveTo>
                    <a:pt x="64064" y="144523"/>
                  </a:moveTo>
                  <a:cubicBezTo>
                    <a:pt x="64032" y="145069"/>
                    <a:pt x="63968" y="145616"/>
                    <a:pt x="63903" y="146162"/>
                  </a:cubicBezTo>
                  <a:cubicBezTo>
                    <a:pt x="67921" y="145969"/>
                    <a:pt x="71779" y="145391"/>
                    <a:pt x="75572" y="144523"/>
                  </a:cubicBezTo>
                  <a:close/>
                </a:path>
              </a:pathLst>
            </a:custGeom>
            <a:solidFill>
              <a:schemeClr val="accent5">
                <a:lumMod val="40000"/>
                <a:lumOff val="6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6" name="Google Shape;3519;p62">
              <a:extLst>
                <a:ext uri="{FF2B5EF4-FFF2-40B4-BE49-F238E27FC236}">
                  <a16:creationId xmlns:a16="http://schemas.microsoft.com/office/drawing/2014/main" id="{0CA93EC3-BDC0-8B25-8841-BB2E139D323A}"/>
                </a:ext>
              </a:extLst>
            </p:cNvPr>
            <p:cNvSpPr/>
            <p:nvPr/>
          </p:nvSpPr>
          <p:spPr>
            <a:xfrm>
              <a:off x="1972925" y="4531000"/>
              <a:ext cx="4095225" cy="240325"/>
            </a:xfrm>
            <a:custGeom>
              <a:avLst/>
              <a:gdLst/>
              <a:ahLst/>
              <a:cxnLst/>
              <a:rect l="l" t="t" r="r" b="b"/>
              <a:pathLst>
                <a:path w="163809" h="9613" extrusionOk="0">
                  <a:moveTo>
                    <a:pt x="81904" y="1"/>
                  </a:moveTo>
                  <a:cubicBezTo>
                    <a:pt x="36677" y="1"/>
                    <a:pt x="0" y="2155"/>
                    <a:pt x="0" y="4823"/>
                  </a:cubicBezTo>
                  <a:cubicBezTo>
                    <a:pt x="0" y="7458"/>
                    <a:pt x="36677" y="9612"/>
                    <a:pt x="81904" y="9612"/>
                  </a:cubicBezTo>
                  <a:cubicBezTo>
                    <a:pt x="127131" y="9612"/>
                    <a:pt x="163808" y="7458"/>
                    <a:pt x="163808" y="4823"/>
                  </a:cubicBezTo>
                  <a:cubicBezTo>
                    <a:pt x="163808" y="2155"/>
                    <a:pt x="127131" y="1"/>
                    <a:pt x="81904" y="1"/>
                  </a:cubicBezTo>
                  <a:close/>
                </a:path>
              </a:pathLst>
            </a:custGeom>
            <a:solidFill>
              <a:srgbClr val="77C6F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3520;p62">
              <a:extLst>
                <a:ext uri="{FF2B5EF4-FFF2-40B4-BE49-F238E27FC236}">
                  <a16:creationId xmlns:a16="http://schemas.microsoft.com/office/drawing/2014/main" id="{53340A10-8680-5DA3-D629-AB7F93D93775}"/>
                </a:ext>
              </a:extLst>
            </p:cNvPr>
            <p:cNvSpPr/>
            <p:nvPr/>
          </p:nvSpPr>
          <p:spPr>
            <a:xfrm>
              <a:off x="1972925" y="4535825"/>
              <a:ext cx="4095225" cy="235500"/>
            </a:xfrm>
            <a:custGeom>
              <a:avLst/>
              <a:gdLst/>
              <a:ahLst/>
              <a:cxnLst/>
              <a:rect l="l" t="t" r="r" b="b"/>
              <a:pathLst>
                <a:path w="163809" h="9420" extrusionOk="0">
                  <a:moveTo>
                    <a:pt x="58310" y="1"/>
                  </a:moveTo>
                  <a:lnTo>
                    <a:pt x="58310" y="1"/>
                  </a:lnTo>
                  <a:cubicBezTo>
                    <a:pt x="53489" y="97"/>
                    <a:pt x="48892" y="226"/>
                    <a:pt x="44488" y="354"/>
                  </a:cubicBezTo>
                  <a:cubicBezTo>
                    <a:pt x="41917" y="1062"/>
                    <a:pt x="39924" y="1126"/>
                    <a:pt x="39924" y="1126"/>
                  </a:cubicBezTo>
                  <a:lnTo>
                    <a:pt x="39924" y="1094"/>
                  </a:lnTo>
                  <a:cubicBezTo>
                    <a:pt x="39924" y="1062"/>
                    <a:pt x="39924" y="837"/>
                    <a:pt x="39956" y="483"/>
                  </a:cubicBezTo>
                  <a:lnTo>
                    <a:pt x="39956" y="483"/>
                  </a:lnTo>
                  <a:cubicBezTo>
                    <a:pt x="37609" y="579"/>
                    <a:pt x="35391" y="676"/>
                    <a:pt x="33206" y="740"/>
                  </a:cubicBezTo>
                  <a:cubicBezTo>
                    <a:pt x="33238" y="901"/>
                    <a:pt x="33238" y="1029"/>
                    <a:pt x="33238" y="1158"/>
                  </a:cubicBezTo>
                  <a:cubicBezTo>
                    <a:pt x="33238" y="1383"/>
                    <a:pt x="33206" y="1512"/>
                    <a:pt x="33206" y="1512"/>
                  </a:cubicBezTo>
                  <a:cubicBezTo>
                    <a:pt x="33206" y="1512"/>
                    <a:pt x="31791" y="1415"/>
                    <a:pt x="29830" y="901"/>
                  </a:cubicBezTo>
                  <a:cubicBezTo>
                    <a:pt x="11605" y="1801"/>
                    <a:pt x="0" y="3119"/>
                    <a:pt x="0" y="4630"/>
                  </a:cubicBezTo>
                  <a:cubicBezTo>
                    <a:pt x="0" y="7265"/>
                    <a:pt x="36677" y="9419"/>
                    <a:pt x="81904" y="9419"/>
                  </a:cubicBezTo>
                  <a:cubicBezTo>
                    <a:pt x="127131" y="9419"/>
                    <a:pt x="163808" y="7265"/>
                    <a:pt x="163808" y="4630"/>
                  </a:cubicBezTo>
                  <a:cubicBezTo>
                    <a:pt x="163808" y="2444"/>
                    <a:pt x="139218" y="612"/>
                    <a:pt x="105498" y="1"/>
                  </a:cubicBezTo>
                  <a:lnTo>
                    <a:pt x="105498" y="1"/>
                  </a:lnTo>
                  <a:lnTo>
                    <a:pt x="106430" y="1190"/>
                  </a:lnTo>
                  <a:cubicBezTo>
                    <a:pt x="106495" y="1287"/>
                    <a:pt x="106527" y="1415"/>
                    <a:pt x="106463" y="1512"/>
                  </a:cubicBezTo>
                  <a:cubicBezTo>
                    <a:pt x="106430" y="1608"/>
                    <a:pt x="106302" y="1672"/>
                    <a:pt x="106205" y="1672"/>
                  </a:cubicBezTo>
                  <a:lnTo>
                    <a:pt x="57603" y="1672"/>
                  </a:lnTo>
                  <a:cubicBezTo>
                    <a:pt x="57475" y="1672"/>
                    <a:pt x="57378" y="1608"/>
                    <a:pt x="57314" y="1512"/>
                  </a:cubicBezTo>
                  <a:cubicBezTo>
                    <a:pt x="57282" y="1415"/>
                    <a:pt x="57282" y="1287"/>
                    <a:pt x="57346" y="1190"/>
                  </a:cubicBezTo>
                  <a:lnTo>
                    <a:pt x="58310" y="1"/>
                  </a:lnTo>
                  <a:close/>
                </a:path>
              </a:pathLst>
            </a:custGeom>
            <a:solidFill>
              <a:schemeClr val="accent5">
                <a:lumMod val="75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3521;p62">
              <a:extLst>
                <a:ext uri="{FF2B5EF4-FFF2-40B4-BE49-F238E27FC236}">
                  <a16:creationId xmlns:a16="http://schemas.microsoft.com/office/drawing/2014/main" id="{D0CB5382-7270-4F98-E4C5-EC5E86E5DFEB}"/>
                </a:ext>
              </a:extLst>
            </p:cNvPr>
            <p:cNvSpPr/>
            <p:nvPr/>
          </p:nvSpPr>
          <p:spPr>
            <a:xfrm>
              <a:off x="2121600" y="3176250"/>
              <a:ext cx="133425" cy="207225"/>
            </a:xfrm>
            <a:custGeom>
              <a:avLst/>
              <a:gdLst/>
              <a:ahLst/>
              <a:cxnLst/>
              <a:rect l="l" t="t" r="r" b="b"/>
              <a:pathLst>
                <a:path w="5337" h="8289" extrusionOk="0">
                  <a:moveTo>
                    <a:pt x="2783" y="0"/>
                  </a:moveTo>
                  <a:cubicBezTo>
                    <a:pt x="2420" y="0"/>
                    <a:pt x="2050" y="99"/>
                    <a:pt x="1704" y="317"/>
                  </a:cubicBezTo>
                  <a:cubicBezTo>
                    <a:pt x="161" y="1249"/>
                    <a:pt x="0" y="4528"/>
                    <a:pt x="386" y="6103"/>
                  </a:cubicBezTo>
                  <a:cubicBezTo>
                    <a:pt x="418" y="6230"/>
                    <a:pt x="1209" y="8289"/>
                    <a:pt x="1222" y="8289"/>
                  </a:cubicBezTo>
                  <a:cubicBezTo>
                    <a:pt x="1222" y="8289"/>
                    <a:pt x="1222" y="8289"/>
                    <a:pt x="1222" y="8289"/>
                  </a:cubicBezTo>
                  <a:cubicBezTo>
                    <a:pt x="1254" y="8289"/>
                    <a:pt x="3729" y="6328"/>
                    <a:pt x="4372" y="5042"/>
                  </a:cubicBezTo>
                  <a:cubicBezTo>
                    <a:pt x="4918" y="3949"/>
                    <a:pt x="5336" y="2438"/>
                    <a:pt x="4758" y="1281"/>
                  </a:cubicBezTo>
                  <a:cubicBezTo>
                    <a:pt x="4379" y="502"/>
                    <a:pt x="3600" y="0"/>
                    <a:pt x="2783" y="0"/>
                  </a:cubicBezTo>
                  <a:close/>
                </a:path>
              </a:pathLst>
            </a:custGeom>
            <a:solidFill>
              <a:srgbClr val="77C6F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3522;p62">
              <a:extLst>
                <a:ext uri="{FF2B5EF4-FFF2-40B4-BE49-F238E27FC236}">
                  <a16:creationId xmlns:a16="http://schemas.microsoft.com/office/drawing/2014/main" id="{C1BB98E8-D11E-A25D-A17D-3A8D9B46E9D8}"/>
                </a:ext>
              </a:extLst>
            </p:cNvPr>
            <p:cNvSpPr/>
            <p:nvPr/>
          </p:nvSpPr>
          <p:spPr>
            <a:xfrm>
              <a:off x="1502000" y="3626850"/>
              <a:ext cx="143875" cy="202650"/>
            </a:xfrm>
            <a:custGeom>
              <a:avLst/>
              <a:gdLst/>
              <a:ahLst/>
              <a:cxnLst/>
              <a:rect l="l" t="t" r="r" b="b"/>
              <a:pathLst>
                <a:path w="5755" h="8106" extrusionOk="0">
                  <a:moveTo>
                    <a:pt x="2641" y="1"/>
                  </a:moveTo>
                  <a:cubicBezTo>
                    <a:pt x="1856" y="1"/>
                    <a:pt x="1101" y="408"/>
                    <a:pt x="740" y="1194"/>
                  </a:cubicBezTo>
                  <a:cubicBezTo>
                    <a:pt x="1" y="2833"/>
                    <a:pt x="1640" y="5662"/>
                    <a:pt x="2862" y="6755"/>
                  </a:cubicBezTo>
                  <a:cubicBezTo>
                    <a:pt x="2957" y="6850"/>
                    <a:pt x="4683" y="8105"/>
                    <a:pt x="4756" y="8105"/>
                  </a:cubicBezTo>
                  <a:cubicBezTo>
                    <a:pt x="4757" y="8105"/>
                    <a:pt x="4758" y="8105"/>
                    <a:pt x="4758" y="8105"/>
                  </a:cubicBezTo>
                  <a:cubicBezTo>
                    <a:pt x="4758" y="8105"/>
                    <a:pt x="5755" y="5083"/>
                    <a:pt x="5594" y="3669"/>
                  </a:cubicBezTo>
                  <a:cubicBezTo>
                    <a:pt x="5433" y="2479"/>
                    <a:pt x="4919" y="969"/>
                    <a:pt x="3826" y="326"/>
                  </a:cubicBezTo>
                  <a:cubicBezTo>
                    <a:pt x="3455" y="108"/>
                    <a:pt x="3044" y="1"/>
                    <a:pt x="2641" y="1"/>
                  </a:cubicBezTo>
                  <a:close/>
                </a:path>
              </a:pathLst>
            </a:custGeom>
            <a:solidFill>
              <a:srgbClr val="77C6F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3523;p62">
              <a:extLst>
                <a:ext uri="{FF2B5EF4-FFF2-40B4-BE49-F238E27FC236}">
                  <a16:creationId xmlns:a16="http://schemas.microsoft.com/office/drawing/2014/main" id="{0489291E-9F07-D293-2974-A3F0FD5422AD}"/>
                </a:ext>
              </a:extLst>
            </p:cNvPr>
            <p:cNvSpPr/>
            <p:nvPr/>
          </p:nvSpPr>
          <p:spPr>
            <a:xfrm>
              <a:off x="2656800" y="3458200"/>
              <a:ext cx="462900" cy="1053550"/>
            </a:xfrm>
            <a:custGeom>
              <a:avLst/>
              <a:gdLst/>
              <a:ahLst/>
              <a:cxnLst/>
              <a:rect l="l" t="t" r="r" b="b"/>
              <a:pathLst>
                <a:path w="18516" h="42142" extrusionOk="0">
                  <a:moveTo>
                    <a:pt x="9161" y="0"/>
                  </a:moveTo>
                  <a:cubicBezTo>
                    <a:pt x="9161" y="0"/>
                    <a:pt x="0" y="9483"/>
                    <a:pt x="32" y="21119"/>
                  </a:cubicBezTo>
                  <a:cubicBezTo>
                    <a:pt x="97" y="32755"/>
                    <a:pt x="9354" y="42141"/>
                    <a:pt x="9354" y="42141"/>
                  </a:cubicBezTo>
                  <a:cubicBezTo>
                    <a:pt x="9354" y="42141"/>
                    <a:pt x="18515" y="32659"/>
                    <a:pt x="18483" y="21023"/>
                  </a:cubicBezTo>
                  <a:cubicBezTo>
                    <a:pt x="18419" y="9386"/>
                    <a:pt x="9161" y="0"/>
                    <a:pt x="9161" y="0"/>
                  </a:cubicBezTo>
                  <a:close/>
                </a:path>
              </a:pathLst>
            </a:custGeom>
            <a:solidFill>
              <a:srgbClr val="77C6F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3524;p62">
              <a:extLst>
                <a:ext uri="{FF2B5EF4-FFF2-40B4-BE49-F238E27FC236}">
                  <a16:creationId xmlns:a16="http://schemas.microsoft.com/office/drawing/2014/main" id="{4DEB7ADA-786D-8288-67A5-52A961673F23}"/>
                </a:ext>
              </a:extLst>
            </p:cNvPr>
            <p:cNvSpPr/>
            <p:nvPr/>
          </p:nvSpPr>
          <p:spPr>
            <a:xfrm>
              <a:off x="1230400" y="3120375"/>
              <a:ext cx="1581525" cy="1453250"/>
            </a:xfrm>
            <a:custGeom>
              <a:avLst/>
              <a:gdLst/>
              <a:ahLst/>
              <a:cxnLst/>
              <a:rect l="l" t="t" r="r" b="b"/>
              <a:pathLst>
                <a:path w="63261" h="58130" extrusionOk="0">
                  <a:moveTo>
                    <a:pt x="47092" y="44790"/>
                  </a:moveTo>
                  <a:cubicBezTo>
                    <a:pt x="47542" y="46879"/>
                    <a:pt x="48377" y="49354"/>
                    <a:pt x="49920" y="51508"/>
                  </a:cubicBezTo>
                  <a:cubicBezTo>
                    <a:pt x="49085" y="51122"/>
                    <a:pt x="48217" y="50672"/>
                    <a:pt x="47252" y="50190"/>
                  </a:cubicBezTo>
                  <a:cubicBezTo>
                    <a:pt x="46545" y="49836"/>
                    <a:pt x="45806" y="49451"/>
                    <a:pt x="45066" y="49033"/>
                  </a:cubicBezTo>
                  <a:cubicBezTo>
                    <a:pt x="45195" y="48743"/>
                    <a:pt x="46288" y="46300"/>
                    <a:pt x="46352" y="44918"/>
                  </a:cubicBezTo>
                  <a:cubicBezTo>
                    <a:pt x="46609" y="44886"/>
                    <a:pt x="46867" y="44822"/>
                    <a:pt x="47092" y="44790"/>
                  </a:cubicBezTo>
                  <a:close/>
                  <a:moveTo>
                    <a:pt x="26617" y="1"/>
                  </a:moveTo>
                  <a:cubicBezTo>
                    <a:pt x="26474" y="1"/>
                    <a:pt x="26334" y="15"/>
                    <a:pt x="26198" y="44"/>
                  </a:cubicBezTo>
                  <a:cubicBezTo>
                    <a:pt x="24912" y="334"/>
                    <a:pt x="24301" y="1684"/>
                    <a:pt x="24687" y="2873"/>
                  </a:cubicBezTo>
                  <a:cubicBezTo>
                    <a:pt x="25073" y="4095"/>
                    <a:pt x="26423" y="4898"/>
                    <a:pt x="27580" y="5316"/>
                  </a:cubicBezTo>
                  <a:cubicBezTo>
                    <a:pt x="28119" y="5496"/>
                    <a:pt x="28966" y="5550"/>
                    <a:pt x="29781" y="5550"/>
                  </a:cubicBezTo>
                  <a:cubicBezTo>
                    <a:pt x="30715" y="5550"/>
                    <a:pt x="31608" y="5479"/>
                    <a:pt x="31952" y="5445"/>
                  </a:cubicBezTo>
                  <a:cubicBezTo>
                    <a:pt x="32337" y="5830"/>
                    <a:pt x="32755" y="6216"/>
                    <a:pt x="33205" y="6698"/>
                  </a:cubicBezTo>
                  <a:cubicBezTo>
                    <a:pt x="33977" y="7502"/>
                    <a:pt x="34845" y="8402"/>
                    <a:pt x="35712" y="9463"/>
                  </a:cubicBezTo>
                  <a:cubicBezTo>
                    <a:pt x="35937" y="9752"/>
                    <a:pt x="36195" y="10041"/>
                    <a:pt x="36420" y="10363"/>
                  </a:cubicBezTo>
                  <a:cubicBezTo>
                    <a:pt x="35937" y="9945"/>
                    <a:pt x="35230" y="9366"/>
                    <a:pt x="35134" y="9334"/>
                  </a:cubicBezTo>
                  <a:cubicBezTo>
                    <a:pt x="34248" y="8744"/>
                    <a:pt x="32587" y="8167"/>
                    <a:pt x="31151" y="8167"/>
                  </a:cubicBezTo>
                  <a:cubicBezTo>
                    <a:pt x="30397" y="8167"/>
                    <a:pt x="29706" y="8326"/>
                    <a:pt x="29219" y="8723"/>
                  </a:cubicBezTo>
                  <a:cubicBezTo>
                    <a:pt x="28223" y="9559"/>
                    <a:pt x="28287" y="11038"/>
                    <a:pt x="29187" y="11938"/>
                  </a:cubicBezTo>
                  <a:cubicBezTo>
                    <a:pt x="29864" y="12615"/>
                    <a:pt x="30924" y="12837"/>
                    <a:pt x="31928" y="12837"/>
                  </a:cubicBezTo>
                  <a:cubicBezTo>
                    <a:pt x="32258" y="12837"/>
                    <a:pt x="32581" y="12813"/>
                    <a:pt x="32884" y="12774"/>
                  </a:cubicBezTo>
                  <a:cubicBezTo>
                    <a:pt x="34137" y="12581"/>
                    <a:pt x="36355" y="11166"/>
                    <a:pt x="36838" y="10877"/>
                  </a:cubicBezTo>
                  <a:cubicBezTo>
                    <a:pt x="37352" y="11552"/>
                    <a:pt x="37898" y="12227"/>
                    <a:pt x="38380" y="12999"/>
                  </a:cubicBezTo>
                  <a:cubicBezTo>
                    <a:pt x="39248" y="14317"/>
                    <a:pt x="40084" y="15731"/>
                    <a:pt x="40759" y="17306"/>
                  </a:cubicBezTo>
                  <a:cubicBezTo>
                    <a:pt x="40791" y="17403"/>
                    <a:pt x="40823" y="17499"/>
                    <a:pt x="40856" y="17595"/>
                  </a:cubicBezTo>
                  <a:cubicBezTo>
                    <a:pt x="40631" y="17338"/>
                    <a:pt x="39377" y="16052"/>
                    <a:pt x="39248" y="15956"/>
                  </a:cubicBezTo>
                  <a:cubicBezTo>
                    <a:pt x="38324" y="15221"/>
                    <a:pt x="36421" y="14364"/>
                    <a:pt x="34879" y="14364"/>
                  </a:cubicBezTo>
                  <a:cubicBezTo>
                    <a:pt x="34330" y="14364"/>
                    <a:pt x="33827" y="14473"/>
                    <a:pt x="33430" y="14735"/>
                  </a:cubicBezTo>
                  <a:cubicBezTo>
                    <a:pt x="32337" y="15442"/>
                    <a:pt x="32273" y="16920"/>
                    <a:pt x="33044" y="17917"/>
                  </a:cubicBezTo>
                  <a:cubicBezTo>
                    <a:pt x="33805" y="18860"/>
                    <a:pt x="35257" y="19141"/>
                    <a:pt x="36446" y="19141"/>
                  </a:cubicBezTo>
                  <a:cubicBezTo>
                    <a:pt x="36513" y="19141"/>
                    <a:pt x="36579" y="19140"/>
                    <a:pt x="36645" y="19138"/>
                  </a:cubicBezTo>
                  <a:cubicBezTo>
                    <a:pt x="38027" y="19074"/>
                    <a:pt x="40759" y="17692"/>
                    <a:pt x="40888" y="17628"/>
                  </a:cubicBezTo>
                  <a:cubicBezTo>
                    <a:pt x="41498" y="19106"/>
                    <a:pt x="42013" y="20681"/>
                    <a:pt x="42431" y="22288"/>
                  </a:cubicBezTo>
                  <a:cubicBezTo>
                    <a:pt x="42752" y="23478"/>
                    <a:pt x="43009" y="24667"/>
                    <a:pt x="43266" y="25889"/>
                  </a:cubicBezTo>
                  <a:cubicBezTo>
                    <a:pt x="42977" y="25567"/>
                    <a:pt x="41788" y="24378"/>
                    <a:pt x="41691" y="24281"/>
                  </a:cubicBezTo>
                  <a:cubicBezTo>
                    <a:pt x="40767" y="23547"/>
                    <a:pt x="38864" y="22690"/>
                    <a:pt x="37322" y="22690"/>
                  </a:cubicBezTo>
                  <a:cubicBezTo>
                    <a:pt x="36773" y="22690"/>
                    <a:pt x="36270" y="22798"/>
                    <a:pt x="35873" y="23060"/>
                  </a:cubicBezTo>
                  <a:cubicBezTo>
                    <a:pt x="34780" y="23767"/>
                    <a:pt x="34684" y="25246"/>
                    <a:pt x="35487" y="26242"/>
                  </a:cubicBezTo>
                  <a:cubicBezTo>
                    <a:pt x="36248" y="27186"/>
                    <a:pt x="37700" y="27466"/>
                    <a:pt x="38862" y="27466"/>
                  </a:cubicBezTo>
                  <a:cubicBezTo>
                    <a:pt x="38927" y="27466"/>
                    <a:pt x="38992" y="27465"/>
                    <a:pt x="39055" y="27464"/>
                  </a:cubicBezTo>
                  <a:cubicBezTo>
                    <a:pt x="40438" y="27399"/>
                    <a:pt x="43074" y="26082"/>
                    <a:pt x="43299" y="25985"/>
                  </a:cubicBezTo>
                  <a:cubicBezTo>
                    <a:pt x="43395" y="26532"/>
                    <a:pt x="43524" y="27078"/>
                    <a:pt x="43652" y="27624"/>
                  </a:cubicBezTo>
                  <a:cubicBezTo>
                    <a:pt x="44006" y="29425"/>
                    <a:pt x="44391" y="31225"/>
                    <a:pt x="44777" y="32993"/>
                  </a:cubicBezTo>
                  <a:cubicBezTo>
                    <a:pt x="44938" y="33603"/>
                    <a:pt x="45099" y="34214"/>
                    <a:pt x="45259" y="34793"/>
                  </a:cubicBezTo>
                  <a:cubicBezTo>
                    <a:pt x="44809" y="34343"/>
                    <a:pt x="43974" y="33507"/>
                    <a:pt x="43909" y="33443"/>
                  </a:cubicBezTo>
                  <a:cubicBezTo>
                    <a:pt x="42989" y="32687"/>
                    <a:pt x="41099" y="31846"/>
                    <a:pt x="39561" y="31846"/>
                  </a:cubicBezTo>
                  <a:cubicBezTo>
                    <a:pt x="39004" y="31846"/>
                    <a:pt x="38493" y="31956"/>
                    <a:pt x="38091" y="32221"/>
                  </a:cubicBezTo>
                  <a:cubicBezTo>
                    <a:pt x="36998" y="32928"/>
                    <a:pt x="36902" y="34407"/>
                    <a:pt x="37705" y="35371"/>
                  </a:cubicBezTo>
                  <a:cubicBezTo>
                    <a:pt x="38470" y="36319"/>
                    <a:pt x="39904" y="36627"/>
                    <a:pt x="41093" y="36627"/>
                  </a:cubicBezTo>
                  <a:cubicBezTo>
                    <a:pt x="41154" y="36627"/>
                    <a:pt x="41214" y="36626"/>
                    <a:pt x="41273" y="36625"/>
                  </a:cubicBezTo>
                  <a:cubicBezTo>
                    <a:pt x="42495" y="36561"/>
                    <a:pt x="44745" y="35500"/>
                    <a:pt x="45356" y="35211"/>
                  </a:cubicBezTo>
                  <a:cubicBezTo>
                    <a:pt x="45645" y="36207"/>
                    <a:pt x="45934" y="37171"/>
                    <a:pt x="46288" y="38136"/>
                  </a:cubicBezTo>
                  <a:cubicBezTo>
                    <a:pt x="46417" y="38554"/>
                    <a:pt x="46545" y="38971"/>
                    <a:pt x="46738" y="39357"/>
                  </a:cubicBezTo>
                  <a:cubicBezTo>
                    <a:pt x="46802" y="39550"/>
                    <a:pt x="46899" y="39775"/>
                    <a:pt x="46995" y="39968"/>
                  </a:cubicBezTo>
                  <a:cubicBezTo>
                    <a:pt x="46770" y="39936"/>
                    <a:pt x="46642" y="39936"/>
                    <a:pt x="46642" y="39936"/>
                  </a:cubicBezTo>
                  <a:lnTo>
                    <a:pt x="46642" y="39936"/>
                  </a:lnTo>
                  <a:cubicBezTo>
                    <a:pt x="46642" y="39936"/>
                    <a:pt x="46609" y="40514"/>
                    <a:pt x="46674" y="41414"/>
                  </a:cubicBezTo>
                  <a:cubicBezTo>
                    <a:pt x="45633" y="40696"/>
                    <a:pt x="44248" y="40034"/>
                    <a:pt x="43094" y="40034"/>
                  </a:cubicBezTo>
                  <a:cubicBezTo>
                    <a:pt x="42751" y="40034"/>
                    <a:pt x="42428" y="40093"/>
                    <a:pt x="42141" y="40225"/>
                  </a:cubicBezTo>
                  <a:cubicBezTo>
                    <a:pt x="40952" y="40772"/>
                    <a:pt x="40663" y="42218"/>
                    <a:pt x="41273" y="43311"/>
                  </a:cubicBezTo>
                  <a:cubicBezTo>
                    <a:pt x="41370" y="43440"/>
                    <a:pt x="41466" y="43568"/>
                    <a:pt x="41563" y="43697"/>
                  </a:cubicBezTo>
                  <a:cubicBezTo>
                    <a:pt x="41756" y="45143"/>
                    <a:pt x="42591" y="46718"/>
                    <a:pt x="43299" y="47522"/>
                  </a:cubicBezTo>
                  <a:cubicBezTo>
                    <a:pt x="43363" y="47618"/>
                    <a:pt x="44263" y="48454"/>
                    <a:pt x="44745" y="48872"/>
                  </a:cubicBezTo>
                  <a:cubicBezTo>
                    <a:pt x="44295" y="48615"/>
                    <a:pt x="43845" y="48390"/>
                    <a:pt x="43363" y="48101"/>
                  </a:cubicBezTo>
                  <a:cubicBezTo>
                    <a:pt x="42688" y="47747"/>
                    <a:pt x="41981" y="47297"/>
                    <a:pt x="41273" y="46911"/>
                  </a:cubicBezTo>
                  <a:cubicBezTo>
                    <a:pt x="40920" y="46686"/>
                    <a:pt x="40566" y="46461"/>
                    <a:pt x="40213" y="46236"/>
                  </a:cubicBezTo>
                  <a:cubicBezTo>
                    <a:pt x="39859" y="46011"/>
                    <a:pt x="39538" y="45754"/>
                    <a:pt x="39184" y="45529"/>
                  </a:cubicBezTo>
                  <a:cubicBezTo>
                    <a:pt x="38670" y="45143"/>
                    <a:pt x="38188" y="44757"/>
                    <a:pt x="37673" y="44340"/>
                  </a:cubicBezTo>
                  <a:cubicBezTo>
                    <a:pt x="38091" y="43697"/>
                    <a:pt x="39313" y="41704"/>
                    <a:pt x="39505" y="40547"/>
                  </a:cubicBezTo>
                  <a:cubicBezTo>
                    <a:pt x="39698" y="39325"/>
                    <a:pt x="39570" y="37750"/>
                    <a:pt x="38702" y="36850"/>
                  </a:cubicBezTo>
                  <a:cubicBezTo>
                    <a:pt x="38240" y="36388"/>
                    <a:pt x="37627" y="36138"/>
                    <a:pt x="37026" y="36138"/>
                  </a:cubicBezTo>
                  <a:cubicBezTo>
                    <a:pt x="36455" y="36138"/>
                    <a:pt x="35895" y="36364"/>
                    <a:pt x="35487" y="36850"/>
                  </a:cubicBezTo>
                  <a:cubicBezTo>
                    <a:pt x="34330" y="38264"/>
                    <a:pt x="35198" y="41414"/>
                    <a:pt x="36034" y="42797"/>
                  </a:cubicBezTo>
                  <a:cubicBezTo>
                    <a:pt x="36066" y="42829"/>
                    <a:pt x="36291" y="43118"/>
                    <a:pt x="36548" y="43407"/>
                  </a:cubicBezTo>
                  <a:cubicBezTo>
                    <a:pt x="36066" y="43022"/>
                    <a:pt x="35584" y="42604"/>
                    <a:pt x="35134" y="42186"/>
                  </a:cubicBezTo>
                  <a:cubicBezTo>
                    <a:pt x="33784" y="40997"/>
                    <a:pt x="32466" y="39711"/>
                    <a:pt x="31148" y="38457"/>
                  </a:cubicBezTo>
                  <a:cubicBezTo>
                    <a:pt x="30859" y="38200"/>
                    <a:pt x="30569" y="37943"/>
                    <a:pt x="30312" y="37654"/>
                  </a:cubicBezTo>
                  <a:cubicBezTo>
                    <a:pt x="30666" y="37107"/>
                    <a:pt x="31984" y="34953"/>
                    <a:pt x="32177" y="33732"/>
                  </a:cubicBezTo>
                  <a:cubicBezTo>
                    <a:pt x="32369" y="32543"/>
                    <a:pt x="32273" y="30967"/>
                    <a:pt x="31373" y="30035"/>
                  </a:cubicBezTo>
                  <a:cubicBezTo>
                    <a:pt x="30935" y="29581"/>
                    <a:pt x="30334" y="29340"/>
                    <a:pt x="29739" y="29340"/>
                  </a:cubicBezTo>
                  <a:cubicBezTo>
                    <a:pt x="29153" y="29340"/>
                    <a:pt x="28573" y="29573"/>
                    <a:pt x="28159" y="30067"/>
                  </a:cubicBezTo>
                  <a:cubicBezTo>
                    <a:pt x="27001" y="31450"/>
                    <a:pt x="27869" y="34632"/>
                    <a:pt x="28737" y="35982"/>
                  </a:cubicBezTo>
                  <a:cubicBezTo>
                    <a:pt x="28769" y="36046"/>
                    <a:pt x="29026" y="36368"/>
                    <a:pt x="29316" y="36721"/>
                  </a:cubicBezTo>
                  <a:cubicBezTo>
                    <a:pt x="28576" y="36046"/>
                    <a:pt x="27837" y="35371"/>
                    <a:pt x="27066" y="34761"/>
                  </a:cubicBezTo>
                  <a:cubicBezTo>
                    <a:pt x="25748" y="33635"/>
                    <a:pt x="24398" y="32607"/>
                    <a:pt x="23015" y="31707"/>
                  </a:cubicBezTo>
                  <a:cubicBezTo>
                    <a:pt x="23144" y="31514"/>
                    <a:pt x="24751" y="29039"/>
                    <a:pt x="24976" y="27657"/>
                  </a:cubicBezTo>
                  <a:cubicBezTo>
                    <a:pt x="25137" y="26467"/>
                    <a:pt x="25041" y="24892"/>
                    <a:pt x="24140" y="23992"/>
                  </a:cubicBezTo>
                  <a:cubicBezTo>
                    <a:pt x="23696" y="23531"/>
                    <a:pt x="23090" y="23280"/>
                    <a:pt x="22493" y="23280"/>
                  </a:cubicBezTo>
                  <a:cubicBezTo>
                    <a:pt x="21925" y="23280"/>
                    <a:pt x="21365" y="23507"/>
                    <a:pt x="20958" y="23992"/>
                  </a:cubicBezTo>
                  <a:cubicBezTo>
                    <a:pt x="19769" y="25406"/>
                    <a:pt x="20637" y="28557"/>
                    <a:pt x="21505" y="29939"/>
                  </a:cubicBezTo>
                  <a:cubicBezTo>
                    <a:pt x="21569" y="30035"/>
                    <a:pt x="22501" y="31192"/>
                    <a:pt x="22855" y="31578"/>
                  </a:cubicBezTo>
                  <a:lnTo>
                    <a:pt x="22790" y="31546"/>
                  </a:lnTo>
                  <a:cubicBezTo>
                    <a:pt x="21344" y="30646"/>
                    <a:pt x="19801" y="29939"/>
                    <a:pt x="18354" y="29328"/>
                  </a:cubicBezTo>
                  <a:cubicBezTo>
                    <a:pt x="16876" y="28750"/>
                    <a:pt x="15429" y="28299"/>
                    <a:pt x="14111" y="27946"/>
                  </a:cubicBezTo>
                  <a:cubicBezTo>
                    <a:pt x="12794" y="27560"/>
                    <a:pt x="11540" y="27303"/>
                    <a:pt x="10447" y="27078"/>
                  </a:cubicBezTo>
                  <a:cubicBezTo>
                    <a:pt x="9836" y="26982"/>
                    <a:pt x="9290" y="26885"/>
                    <a:pt x="8775" y="26789"/>
                  </a:cubicBezTo>
                  <a:lnTo>
                    <a:pt x="8808" y="26789"/>
                  </a:lnTo>
                  <a:cubicBezTo>
                    <a:pt x="8840" y="26757"/>
                    <a:pt x="7008" y="25567"/>
                    <a:pt x="6879" y="25503"/>
                  </a:cubicBezTo>
                  <a:cubicBezTo>
                    <a:pt x="6051" y="25089"/>
                    <a:pt x="4680" y="24736"/>
                    <a:pt x="3408" y="24736"/>
                  </a:cubicBezTo>
                  <a:cubicBezTo>
                    <a:pt x="2407" y="24736"/>
                    <a:pt x="1466" y="24955"/>
                    <a:pt x="900" y="25535"/>
                  </a:cubicBezTo>
                  <a:cubicBezTo>
                    <a:pt x="0" y="26467"/>
                    <a:pt x="225" y="27946"/>
                    <a:pt x="1222" y="28717"/>
                  </a:cubicBezTo>
                  <a:cubicBezTo>
                    <a:pt x="1813" y="29194"/>
                    <a:pt x="2608" y="29365"/>
                    <a:pt x="3405" y="29365"/>
                  </a:cubicBezTo>
                  <a:cubicBezTo>
                    <a:pt x="3951" y="29365"/>
                    <a:pt x="4499" y="29285"/>
                    <a:pt x="4982" y="29167"/>
                  </a:cubicBezTo>
                  <a:cubicBezTo>
                    <a:pt x="6172" y="28846"/>
                    <a:pt x="8197" y="27271"/>
                    <a:pt x="8711" y="26853"/>
                  </a:cubicBezTo>
                  <a:cubicBezTo>
                    <a:pt x="9225" y="26949"/>
                    <a:pt x="9804" y="27078"/>
                    <a:pt x="10415" y="27207"/>
                  </a:cubicBezTo>
                  <a:cubicBezTo>
                    <a:pt x="11508" y="27432"/>
                    <a:pt x="12729" y="27721"/>
                    <a:pt x="14047" y="28139"/>
                  </a:cubicBezTo>
                  <a:cubicBezTo>
                    <a:pt x="14401" y="28235"/>
                    <a:pt x="14786" y="28364"/>
                    <a:pt x="15140" y="28492"/>
                  </a:cubicBezTo>
                  <a:cubicBezTo>
                    <a:pt x="14497" y="28396"/>
                    <a:pt x="13597" y="28332"/>
                    <a:pt x="13501" y="28332"/>
                  </a:cubicBezTo>
                  <a:cubicBezTo>
                    <a:pt x="11893" y="28364"/>
                    <a:pt x="8775" y="29360"/>
                    <a:pt x="8229" y="31096"/>
                  </a:cubicBezTo>
                  <a:cubicBezTo>
                    <a:pt x="7843" y="32350"/>
                    <a:pt x="8743" y="33539"/>
                    <a:pt x="9965" y="33796"/>
                  </a:cubicBezTo>
                  <a:cubicBezTo>
                    <a:pt x="10127" y="33830"/>
                    <a:pt x="10292" y="33845"/>
                    <a:pt x="10457" y="33845"/>
                  </a:cubicBezTo>
                  <a:cubicBezTo>
                    <a:pt x="11569" y="33845"/>
                    <a:pt x="12717" y="33146"/>
                    <a:pt x="13501" y="32446"/>
                  </a:cubicBezTo>
                  <a:cubicBezTo>
                    <a:pt x="14433" y="31610"/>
                    <a:pt x="15526" y="29200"/>
                    <a:pt x="15783" y="28685"/>
                  </a:cubicBezTo>
                  <a:cubicBezTo>
                    <a:pt x="16587" y="28942"/>
                    <a:pt x="17390" y="29264"/>
                    <a:pt x="18226" y="29617"/>
                  </a:cubicBezTo>
                  <a:cubicBezTo>
                    <a:pt x="19672" y="30228"/>
                    <a:pt x="21151" y="30967"/>
                    <a:pt x="22598" y="31900"/>
                  </a:cubicBezTo>
                  <a:cubicBezTo>
                    <a:pt x="22662" y="31964"/>
                    <a:pt x="22726" y="32028"/>
                    <a:pt x="22823" y="32060"/>
                  </a:cubicBezTo>
                  <a:cubicBezTo>
                    <a:pt x="22501" y="31964"/>
                    <a:pt x="20733" y="31610"/>
                    <a:pt x="20605" y="31578"/>
                  </a:cubicBezTo>
                  <a:cubicBezTo>
                    <a:pt x="20472" y="31568"/>
                    <a:pt x="20329" y="31562"/>
                    <a:pt x="20178" y="31562"/>
                  </a:cubicBezTo>
                  <a:cubicBezTo>
                    <a:pt x="18486" y="31562"/>
                    <a:pt x="15725" y="32230"/>
                    <a:pt x="15076" y="33764"/>
                  </a:cubicBezTo>
                  <a:cubicBezTo>
                    <a:pt x="14561" y="34986"/>
                    <a:pt x="15301" y="36271"/>
                    <a:pt x="16490" y="36625"/>
                  </a:cubicBezTo>
                  <a:cubicBezTo>
                    <a:pt x="16752" y="36708"/>
                    <a:pt x="17024" y="36744"/>
                    <a:pt x="17300" y="36744"/>
                  </a:cubicBezTo>
                  <a:cubicBezTo>
                    <a:pt x="18311" y="36744"/>
                    <a:pt x="19372" y="36248"/>
                    <a:pt x="20155" y="35693"/>
                  </a:cubicBezTo>
                  <a:cubicBezTo>
                    <a:pt x="21280" y="34889"/>
                    <a:pt x="22823" y="32221"/>
                    <a:pt x="22887" y="32093"/>
                  </a:cubicBezTo>
                  <a:cubicBezTo>
                    <a:pt x="24205" y="32993"/>
                    <a:pt x="25491" y="34021"/>
                    <a:pt x="26744" y="35146"/>
                  </a:cubicBezTo>
                  <a:cubicBezTo>
                    <a:pt x="27644" y="35950"/>
                    <a:pt x="28544" y="36786"/>
                    <a:pt x="29412" y="37654"/>
                  </a:cubicBezTo>
                  <a:cubicBezTo>
                    <a:pt x="28994" y="37557"/>
                    <a:pt x="27355" y="37204"/>
                    <a:pt x="27226" y="37204"/>
                  </a:cubicBezTo>
                  <a:cubicBezTo>
                    <a:pt x="27073" y="37188"/>
                    <a:pt x="26905" y="37180"/>
                    <a:pt x="26727" y="37180"/>
                  </a:cubicBezTo>
                  <a:cubicBezTo>
                    <a:pt x="25029" y="37180"/>
                    <a:pt x="22337" y="37877"/>
                    <a:pt x="21698" y="39389"/>
                  </a:cubicBezTo>
                  <a:cubicBezTo>
                    <a:pt x="21183" y="40579"/>
                    <a:pt x="21923" y="41864"/>
                    <a:pt x="23112" y="42250"/>
                  </a:cubicBezTo>
                  <a:cubicBezTo>
                    <a:pt x="23366" y="42330"/>
                    <a:pt x="23629" y="42366"/>
                    <a:pt x="23896" y="42366"/>
                  </a:cubicBezTo>
                  <a:cubicBezTo>
                    <a:pt x="24915" y="42366"/>
                    <a:pt x="25987" y="41846"/>
                    <a:pt x="26776" y="41286"/>
                  </a:cubicBezTo>
                  <a:cubicBezTo>
                    <a:pt x="27901" y="40514"/>
                    <a:pt x="29380" y="37943"/>
                    <a:pt x="29476" y="37718"/>
                  </a:cubicBezTo>
                  <a:cubicBezTo>
                    <a:pt x="29894" y="38136"/>
                    <a:pt x="30280" y="38521"/>
                    <a:pt x="30698" y="38907"/>
                  </a:cubicBezTo>
                  <a:cubicBezTo>
                    <a:pt x="31984" y="40193"/>
                    <a:pt x="33269" y="41511"/>
                    <a:pt x="34620" y="42765"/>
                  </a:cubicBezTo>
                  <a:cubicBezTo>
                    <a:pt x="35070" y="43182"/>
                    <a:pt x="35520" y="43600"/>
                    <a:pt x="36002" y="44018"/>
                  </a:cubicBezTo>
                  <a:cubicBezTo>
                    <a:pt x="35359" y="43857"/>
                    <a:pt x="34234" y="43632"/>
                    <a:pt x="34105" y="43600"/>
                  </a:cubicBezTo>
                  <a:cubicBezTo>
                    <a:pt x="33973" y="43590"/>
                    <a:pt x="33830" y="43584"/>
                    <a:pt x="33679" y="43584"/>
                  </a:cubicBezTo>
                  <a:cubicBezTo>
                    <a:pt x="31986" y="43584"/>
                    <a:pt x="29225" y="44252"/>
                    <a:pt x="28576" y="45786"/>
                  </a:cubicBezTo>
                  <a:cubicBezTo>
                    <a:pt x="28062" y="47008"/>
                    <a:pt x="28801" y="48293"/>
                    <a:pt x="30023" y="48647"/>
                  </a:cubicBezTo>
                  <a:cubicBezTo>
                    <a:pt x="30285" y="48730"/>
                    <a:pt x="30557" y="48767"/>
                    <a:pt x="30832" y="48767"/>
                  </a:cubicBezTo>
                  <a:cubicBezTo>
                    <a:pt x="31842" y="48767"/>
                    <a:pt x="32898" y="48270"/>
                    <a:pt x="33655" y="47715"/>
                  </a:cubicBezTo>
                  <a:cubicBezTo>
                    <a:pt x="34652" y="47008"/>
                    <a:pt x="35937" y="44886"/>
                    <a:pt x="36291" y="44275"/>
                  </a:cubicBezTo>
                  <a:cubicBezTo>
                    <a:pt x="37095" y="44950"/>
                    <a:pt x="37866" y="45625"/>
                    <a:pt x="38670" y="46236"/>
                  </a:cubicBezTo>
                  <a:cubicBezTo>
                    <a:pt x="39023" y="46493"/>
                    <a:pt x="39377" y="46750"/>
                    <a:pt x="39730" y="46975"/>
                  </a:cubicBezTo>
                  <a:cubicBezTo>
                    <a:pt x="40084" y="47233"/>
                    <a:pt x="40438" y="47458"/>
                    <a:pt x="40759" y="47683"/>
                  </a:cubicBezTo>
                  <a:cubicBezTo>
                    <a:pt x="41498" y="48133"/>
                    <a:pt x="42173" y="48551"/>
                    <a:pt x="42881" y="48968"/>
                  </a:cubicBezTo>
                  <a:cubicBezTo>
                    <a:pt x="43202" y="49161"/>
                    <a:pt x="43556" y="49354"/>
                    <a:pt x="43877" y="49547"/>
                  </a:cubicBezTo>
                  <a:cubicBezTo>
                    <a:pt x="43266" y="49322"/>
                    <a:pt x="42302" y="48936"/>
                    <a:pt x="42206" y="48936"/>
                  </a:cubicBezTo>
                  <a:cubicBezTo>
                    <a:pt x="41747" y="48815"/>
                    <a:pt x="41145" y="48745"/>
                    <a:pt x="40498" y="48745"/>
                  </a:cubicBezTo>
                  <a:cubicBezTo>
                    <a:pt x="38919" y="48745"/>
                    <a:pt x="37071" y="49160"/>
                    <a:pt x="36387" y="50254"/>
                  </a:cubicBezTo>
                  <a:cubicBezTo>
                    <a:pt x="35712" y="51347"/>
                    <a:pt x="36259" y="52729"/>
                    <a:pt x="37384" y="53276"/>
                  </a:cubicBezTo>
                  <a:cubicBezTo>
                    <a:pt x="37776" y="53477"/>
                    <a:pt x="38219" y="53562"/>
                    <a:pt x="38676" y="53562"/>
                  </a:cubicBezTo>
                  <a:cubicBezTo>
                    <a:pt x="39530" y="53562"/>
                    <a:pt x="40433" y="53267"/>
                    <a:pt x="41145" y="52890"/>
                  </a:cubicBezTo>
                  <a:cubicBezTo>
                    <a:pt x="42334" y="52311"/>
                    <a:pt x="44134" y="50093"/>
                    <a:pt x="44327" y="49804"/>
                  </a:cubicBezTo>
                  <a:cubicBezTo>
                    <a:pt x="45163" y="50286"/>
                    <a:pt x="45999" y="50736"/>
                    <a:pt x="46770" y="51154"/>
                  </a:cubicBezTo>
                  <a:cubicBezTo>
                    <a:pt x="48827" y="52247"/>
                    <a:pt x="50627" y="53147"/>
                    <a:pt x="52010" y="53790"/>
                  </a:cubicBezTo>
                  <a:cubicBezTo>
                    <a:pt x="56542" y="57712"/>
                    <a:pt x="62907" y="58130"/>
                    <a:pt x="62907" y="58130"/>
                  </a:cubicBezTo>
                  <a:cubicBezTo>
                    <a:pt x="62907" y="58130"/>
                    <a:pt x="63260" y="50511"/>
                    <a:pt x="58760" y="45465"/>
                  </a:cubicBezTo>
                  <a:cubicBezTo>
                    <a:pt x="57121" y="43632"/>
                    <a:pt x="55096" y="42411"/>
                    <a:pt x="53135" y="41607"/>
                  </a:cubicBezTo>
                  <a:cubicBezTo>
                    <a:pt x="53263" y="41447"/>
                    <a:pt x="53392" y="41318"/>
                    <a:pt x="53488" y="41189"/>
                  </a:cubicBezTo>
                  <a:cubicBezTo>
                    <a:pt x="54131" y="40161"/>
                    <a:pt x="54710" y="38682"/>
                    <a:pt x="54292" y="37493"/>
                  </a:cubicBezTo>
                  <a:cubicBezTo>
                    <a:pt x="53976" y="36593"/>
                    <a:pt x="53145" y="35969"/>
                    <a:pt x="52244" y="35969"/>
                  </a:cubicBezTo>
                  <a:cubicBezTo>
                    <a:pt x="51954" y="35969"/>
                    <a:pt x="51656" y="36034"/>
                    <a:pt x="51367" y="36175"/>
                  </a:cubicBezTo>
                  <a:cubicBezTo>
                    <a:pt x="50113" y="36753"/>
                    <a:pt x="49502" y="38746"/>
                    <a:pt x="49374" y="40386"/>
                  </a:cubicBezTo>
                  <a:cubicBezTo>
                    <a:pt x="48892" y="40257"/>
                    <a:pt x="48442" y="40193"/>
                    <a:pt x="48056" y="40129"/>
                  </a:cubicBezTo>
                  <a:cubicBezTo>
                    <a:pt x="47895" y="39743"/>
                    <a:pt x="47734" y="39389"/>
                    <a:pt x="47542" y="39004"/>
                  </a:cubicBezTo>
                  <a:cubicBezTo>
                    <a:pt x="47381" y="38618"/>
                    <a:pt x="47252" y="38232"/>
                    <a:pt x="47092" y="37814"/>
                  </a:cubicBezTo>
                  <a:cubicBezTo>
                    <a:pt x="46867" y="37236"/>
                    <a:pt x="46674" y="36625"/>
                    <a:pt x="46481" y="36014"/>
                  </a:cubicBezTo>
                  <a:cubicBezTo>
                    <a:pt x="47188" y="35693"/>
                    <a:pt x="49310" y="34728"/>
                    <a:pt x="50113" y="33860"/>
                  </a:cubicBezTo>
                  <a:cubicBezTo>
                    <a:pt x="50917" y="32960"/>
                    <a:pt x="51688" y="31578"/>
                    <a:pt x="51463" y="30325"/>
                  </a:cubicBezTo>
                  <a:cubicBezTo>
                    <a:pt x="51245" y="29262"/>
                    <a:pt x="50358" y="28477"/>
                    <a:pt x="49330" y="28477"/>
                  </a:cubicBezTo>
                  <a:cubicBezTo>
                    <a:pt x="49144" y="28477"/>
                    <a:pt x="48955" y="28503"/>
                    <a:pt x="48763" y="28557"/>
                  </a:cubicBezTo>
                  <a:cubicBezTo>
                    <a:pt x="47027" y="29071"/>
                    <a:pt x="45999" y="32189"/>
                    <a:pt x="45967" y="33828"/>
                  </a:cubicBezTo>
                  <a:cubicBezTo>
                    <a:pt x="45967" y="33860"/>
                    <a:pt x="45999" y="34214"/>
                    <a:pt x="46031" y="34632"/>
                  </a:cubicBezTo>
                  <a:cubicBezTo>
                    <a:pt x="45870" y="34021"/>
                    <a:pt x="45677" y="33410"/>
                    <a:pt x="45516" y="32800"/>
                  </a:cubicBezTo>
                  <a:cubicBezTo>
                    <a:pt x="45066" y="31064"/>
                    <a:pt x="44681" y="29296"/>
                    <a:pt x="44263" y="27496"/>
                  </a:cubicBezTo>
                  <a:cubicBezTo>
                    <a:pt x="44166" y="27110"/>
                    <a:pt x="44102" y="26757"/>
                    <a:pt x="44006" y="26371"/>
                  </a:cubicBezTo>
                  <a:cubicBezTo>
                    <a:pt x="44616" y="26114"/>
                    <a:pt x="46899" y="25053"/>
                    <a:pt x="47734" y="24153"/>
                  </a:cubicBezTo>
                  <a:cubicBezTo>
                    <a:pt x="48538" y="23253"/>
                    <a:pt x="49342" y="21871"/>
                    <a:pt x="49085" y="20617"/>
                  </a:cubicBezTo>
                  <a:cubicBezTo>
                    <a:pt x="48896" y="19568"/>
                    <a:pt x="48032" y="18789"/>
                    <a:pt x="47021" y="18789"/>
                  </a:cubicBezTo>
                  <a:cubicBezTo>
                    <a:pt x="46824" y="18789"/>
                    <a:pt x="46621" y="18818"/>
                    <a:pt x="46417" y="18881"/>
                  </a:cubicBezTo>
                  <a:cubicBezTo>
                    <a:pt x="44681" y="19395"/>
                    <a:pt x="43652" y="22481"/>
                    <a:pt x="43620" y="24121"/>
                  </a:cubicBezTo>
                  <a:cubicBezTo>
                    <a:pt x="43620" y="24185"/>
                    <a:pt x="43652" y="24603"/>
                    <a:pt x="43684" y="25053"/>
                  </a:cubicBezTo>
                  <a:cubicBezTo>
                    <a:pt x="43459" y="24089"/>
                    <a:pt x="43202" y="23124"/>
                    <a:pt x="42945" y="22160"/>
                  </a:cubicBezTo>
                  <a:cubicBezTo>
                    <a:pt x="42463" y="20521"/>
                    <a:pt x="41884" y="18913"/>
                    <a:pt x="41209" y="17370"/>
                  </a:cubicBezTo>
                  <a:cubicBezTo>
                    <a:pt x="41434" y="17306"/>
                    <a:pt x="44166" y="16117"/>
                    <a:pt x="45066" y="15088"/>
                  </a:cubicBezTo>
                  <a:cubicBezTo>
                    <a:pt x="45870" y="14188"/>
                    <a:pt x="46674" y="12838"/>
                    <a:pt x="46417" y="11584"/>
                  </a:cubicBezTo>
                  <a:cubicBezTo>
                    <a:pt x="46226" y="10522"/>
                    <a:pt x="45343" y="9737"/>
                    <a:pt x="44315" y="9737"/>
                  </a:cubicBezTo>
                  <a:cubicBezTo>
                    <a:pt x="44130" y="9737"/>
                    <a:pt x="43940" y="9762"/>
                    <a:pt x="43749" y="9816"/>
                  </a:cubicBezTo>
                  <a:cubicBezTo>
                    <a:pt x="42013" y="10331"/>
                    <a:pt x="40984" y="13449"/>
                    <a:pt x="40952" y="15088"/>
                  </a:cubicBezTo>
                  <a:cubicBezTo>
                    <a:pt x="40952" y="15185"/>
                    <a:pt x="41081" y="16663"/>
                    <a:pt x="41145" y="17210"/>
                  </a:cubicBezTo>
                  <a:lnTo>
                    <a:pt x="41113" y="17145"/>
                  </a:lnTo>
                  <a:cubicBezTo>
                    <a:pt x="40406" y="15570"/>
                    <a:pt x="39538" y="14156"/>
                    <a:pt x="38638" y="12838"/>
                  </a:cubicBezTo>
                  <a:cubicBezTo>
                    <a:pt x="37738" y="11520"/>
                    <a:pt x="36773" y="10363"/>
                    <a:pt x="35873" y="9334"/>
                  </a:cubicBezTo>
                  <a:cubicBezTo>
                    <a:pt x="34973" y="8273"/>
                    <a:pt x="34073" y="7373"/>
                    <a:pt x="33269" y="6602"/>
                  </a:cubicBezTo>
                  <a:cubicBezTo>
                    <a:pt x="32852" y="6184"/>
                    <a:pt x="32434" y="5798"/>
                    <a:pt x="32048" y="5445"/>
                  </a:cubicBezTo>
                  <a:lnTo>
                    <a:pt x="32112" y="5445"/>
                  </a:lnTo>
                  <a:cubicBezTo>
                    <a:pt x="32144" y="5445"/>
                    <a:pt x="31244" y="3420"/>
                    <a:pt x="31180" y="3291"/>
                  </a:cubicBezTo>
                  <a:cubicBezTo>
                    <a:pt x="30438" y="2015"/>
                    <a:pt x="28328" y="1"/>
                    <a:pt x="26617" y="1"/>
                  </a:cubicBezTo>
                  <a:close/>
                </a:path>
              </a:pathLst>
            </a:custGeom>
            <a:solidFill>
              <a:srgbClr val="77C6F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3525;p62">
              <a:extLst>
                <a:ext uri="{FF2B5EF4-FFF2-40B4-BE49-F238E27FC236}">
                  <a16:creationId xmlns:a16="http://schemas.microsoft.com/office/drawing/2014/main" id="{B601E23D-3CD6-1DB9-5AEB-9F55CBBB9D9C}"/>
                </a:ext>
              </a:extLst>
            </p:cNvPr>
            <p:cNvSpPr/>
            <p:nvPr/>
          </p:nvSpPr>
          <p:spPr>
            <a:xfrm>
              <a:off x="2969400" y="4123575"/>
              <a:ext cx="426750" cy="440400"/>
            </a:xfrm>
            <a:custGeom>
              <a:avLst/>
              <a:gdLst/>
              <a:ahLst/>
              <a:cxnLst/>
              <a:rect l="l" t="t" r="r" b="b"/>
              <a:pathLst>
                <a:path w="17070" h="17616" extrusionOk="0">
                  <a:moveTo>
                    <a:pt x="17005" y="1"/>
                  </a:moveTo>
                  <a:lnTo>
                    <a:pt x="17005" y="1"/>
                  </a:lnTo>
                  <a:cubicBezTo>
                    <a:pt x="17004" y="1"/>
                    <a:pt x="9354" y="226"/>
                    <a:pt x="4694" y="5112"/>
                  </a:cubicBezTo>
                  <a:cubicBezTo>
                    <a:pt x="0" y="9965"/>
                    <a:pt x="65" y="17616"/>
                    <a:pt x="65" y="17616"/>
                  </a:cubicBezTo>
                  <a:cubicBezTo>
                    <a:pt x="65" y="17616"/>
                    <a:pt x="7715" y="17359"/>
                    <a:pt x="12376" y="12505"/>
                  </a:cubicBezTo>
                  <a:cubicBezTo>
                    <a:pt x="17069" y="7651"/>
                    <a:pt x="17005" y="1"/>
                    <a:pt x="17005" y="1"/>
                  </a:cubicBez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3526;p62">
              <a:extLst>
                <a:ext uri="{FF2B5EF4-FFF2-40B4-BE49-F238E27FC236}">
                  <a16:creationId xmlns:a16="http://schemas.microsoft.com/office/drawing/2014/main" id="{EC3FA03F-82A4-594D-0400-097CA23F65B9}"/>
                </a:ext>
              </a:extLst>
            </p:cNvPr>
            <p:cNvSpPr/>
            <p:nvPr/>
          </p:nvSpPr>
          <p:spPr>
            <a:xfrm>
              <a:off x="1515675" y="3626950"/>
              <a:ext cx="126175" cy="202525"/>
            </a:xfrm>
            <a:custGeom>
              <a:avLst/>
              <a:gdLst/>
              <a:ahLst/>
              <a:cxnLst/>
              <a:rect l="l" t="t" r="r" b="b"/>
              <a:pathLst>
                <a:path w="5047" h="8101" extrusionOk="0">
                  <a:moveTo>
                    <a:pt x="2090" y="0"/>
                  </a:moveTo>
                  <a:cubicBezTo>
                    <a:pt x="1318" y="0"/>
                    <a:pt x="547" y="386"/>
                    <a:pt x="193" y="1190"/>
                  </a:cubicBezTo>
                  <a:cubicBezTo>
                    <a:pt x="65" y="1479"/>
                    <a:pt x="0" y="1800"/>
                    <a:pt x="0" y="2154"/>
                  </a:cubicBezTo>
                  <a:cubicBezTo>
                    <a:pt x="0" y="3761"/>
                    <a:pt x="1318" y="5851"/>
                    <a:pt x="2315" y="6751"/>
                  </a:cubicBezTo>
                  <a:cubicBezTo>
                    <a:pt x="2411" y="6847"/>
                    <a:pt x="4147" y="8101"/>
                    <a:pt x="4211" y="8101"/>
                  </a:cubicBezTo>
                  <a:cubicBezTo>
                    <a:pt x="4211" y="8101"/>
                    <a:pt x="5047" y="5529"/>
                    <a:pt x="5047" y="4018"/>
                  </a:cubicBezTo>
                  <a:cubicBezTo>
                    <a:pt x="5047" y="3890"/>
                    <a:pt x="5047" y="3761"/>
                    <a:pt x="5047" y="3665"/>
                  </a:cubicBezTo>
                  <a:cubicBezTo>
                    <a:pt x="4886" y="2475"/>
                    <a:pt x="4372" y="965"/>
                    <a:pt x="3279" y="322"/>
                  </a:cubicBezTo>
                  <a:cubicBezTo>
                    <a:pt x="2893" y="97"/>
                    <a:pt x="2508" y="0"/>
                    <a:pt x="2090" y="0"/>
                  </a:cubicBez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3527;p62">
              <a:extLst>
                <a:ext uri="{FF2B5EF4-FFF2-40B4-BE49-F238E27FC236}">
                  <a16:creationId xmlns:a16="http://schemas.microsoft.com/office/drawing/2014/main" id="{B77327C4-5DF2-9271-12CE-0394DB6AA4D3}"/>
                </a:ext>
              </a:extLst>
            </p:cNvPr>
            <p:cNvSpPr/>
            <p:nvPr/>
          </p:nvSpPr>
          <p:spPr>
            <a:xfrm>
              <a:off x="2659200" y="4023125"/>
              <a:ext cx="458100" cy="488625"/>
            </a:xfrm>
            <a:custGeom>
              <a:avLst/>
              <a:gdLst/>
              <a:ahLst/>
              <a:cxnLst/>
              <a:rect l="l" t="t" r="r" b="b"/>
              <a:pathLst>
                <a:path w="18324" h="19545" extrusionOk="0">
                  <a:moveTo>
                    <a:pt x="1" y="1"/>
                  </a:moveTo>
                  <a:cubicBezTo>
                    <a:pt x="772" y="10930"/>
                    <a:pt x="9258" y="19544"/>
                    <a:pt x="9258" y="19544"/>
                  </a:cubicBezTo>
                  <a:cubicBezTo>
                    <a:pt x="9258" y="19544"/>
                    <a:pt x="17616" y="10898"/>
                    <a:pt x="18323" y="1"/>
                  </a:cubicBez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3528;p62">
              <a:extLst>
                <a:ext uri="{FF2B5EF4-FFF2-40B4-BE49-F238E27FC236}">
                  <a16:creationId xmlns:a16="http://schemas.microsoft.com/office/drawing/2014/main" id="{21FCC084-CEF0-27C6-3F20-445BFD35768F}"/>
                </a:ext>
              </a:extLst>
            </p:cNvPr>
            <p:cNvSpPr/>
            <p:nvPr/>
          </p:nvSpPr>
          <p:spPr>
            <a:xfrm>
              <a:off x="1239225" y="3702475"/>
              <a:ext cx="1564650" cy="871150"/>
            </a:xfrm>
            <a:custGeom>
              <a:avLst/>
              <a:gdLst/>
              <a:ahLst/>
              <a:cxnLst/>
              <a:rect l="l" t="t" r="r" b="b"/>
              <a:pathLst>
                <a:path w="62586" h="34846" extrusionOk="0">
                  <a:moveTo>
                    <a:pt x="46739" y="21506"/>
                  </a:moveTo>
                  <a:cubicBezTo>
                    <a:pt x="47189" y="23595"/>
                    <a:pt x="48024" y="26070"/>
                    <a:pt x="49567" y="28224"/>
                  </a:cubicBezTo>
                  <a:cubicBezTo>
                    <a:pt x="48732" y="27838"/>
                    <a:pt x="47864" y="27388"/>
                    <a:pt x="46899" y="26906"/>
                  </a:cubicBezTo>
                  <a:cubicBezTo>
                    <a:pt x="46192" y="26552"/>
                    <a:pt x="45453" y="26167"/>
                    <a:pt x="44713" y="25749"/>
                  </a:cubicBezTo>
                  <a:cubicBezTo>
                    <a:pt x="44842" y="25459"/>
                    <a:pt x="45935" y="23016"/>
                    <a:pt x="45999" y="21634"/>
                  </a:cubicBezTo>
                  <a:cubicBezTo>
                    <a:pt x="46256" y="21602"/>
                    <a:pt x="46514" y="21538"/>
                    <a:pt x="46739" y="21506"/>
                  </a:cubicBezTo>
                  <a:close/>
                  <a:moveTo>
                    <a:pt x="22148" y="1"/>
                  </a:moveTo>
                  <a:cubicBezTo>
                    <a:pt x="21570" y="1"/>
                    <a:pt x="21023" y="226"/>
                    <a:pt x="20605" y="708"/>
                  </a:cubicBezTo>
                  <a:cubicBezTo>
                    <a:pt x="20187" y="1190"/>
                    <a:pt x="20027" y="1897"/>
                    <a:pt x="20027" y="2669"/>
                  </a:cubicBezTo>
                  <a:cubicBezTo>
                    <a:pt x="20027" y="4083"/>
                    <a:pt x="20605" y="5755"/>
                    <a:pt x="21152" y="6655"/>
                  </a:cubicBezTo>
                  <a:cubicBezTo>
                    <a:pt x="21216" y="6751"/>
                    <a:pt x="22148" y="7908"/>
                    <a:pt x="22502" y="8294"/>
                  </a:cubicBezTo>
                  <a:lnTo>
                    <a:pt x="22437" y="8262"/>
                  </a:lnTo>
                  <a:cubicBezTo>
                    <a:pt x="20991" y="7362"/>
                    <a:pt x="19448" y="6655"/>
                    <a:pt x="18001" y="6044"/>
                  </a:cubicBezTo>
                  <a:cubicBezTo>
                    <a:pt x="16523" y="5466"/>
                    <a:pt x="15076" y="5015"/>
                    <a:pt x="13758" y="4662"/>
                  </a:cubicBezTo>
                  <a:cubicBezTo>
                    <a:pt x="12441" y="4276"/>
                    <a:pt x="11187" y="4019"/>
                    <a:pt x="10094" y="3794"/>
                  </a:cubicBezTo>
                  <a:cubicBezTo>
                    <a:pt x="9483" y="3698"/>
                    <a:pt x="8937" y="3601"/>
                    <a:pt x="8422" y="3505"/>
                  </a:cubicBezTo>
                  <a:lnTo>
                    <a:pt x="8455" y="3505"/>
                  </a:lnTo>
                  <a:cubicBezTo>
                    <a:pt x="8455" y="3440"/>
                    <a:pt x="6655" y="2283"/>
                    <a:pt x="6526" y="2219"/>
                  </a:cubicBezTo>
                  <a:cubicBezTo>
                    <a:pt x="5690" y="1801"/>
                    <a:pt x="4340" y="1447"/>
                    <a:pt x="3054" y="1447"/>
                  </a:cubicBezTo>
                  <a:cubicBezTo>
                    <a:pt x="2058" y="1447"/>
                    <a:pt x="1126" y="1672"/>
                    <a:pt x="547" y="2251"/>
                  </a:cubicBezTo>
                  <a:cubicBezTo>
                    <a:pt x="161" y="2637"/>
                    <a:pt x="1" y="3151"/>
                    <a:pt x="1" y="3665"/>
                  </a:cubicBezTo>
                  <a:cubicBezTo>
                    <a:pt x="1" y="4308"/>
                    <a:pt x="290" y="4983"/>
                    <a:pt x="869" y="5433"/>
                  </a:cubicBezTo>
                  <a:cubicBezTo>
                    <a:pt x="1447" y="5916"/>
                    <a:pt x="2251" y="6076"/>
                    <a:pt x="3054" y="6076"/>
                  </a:cubicBezTo>
                  <a:cubicBezTo>
                    <a:pt x="3601" y="6076"/>
                    <a:pt x="4147" y="5980"/>
                    <a:pt x="4629" y="5883"/>
                  </a:cubicBezTo>
                  <a:cubicBezTo>
                    <a:pt x="5819" y="5562"/>
                    <a:pt x="7844" y="3987"/>
                    <a:pt x="8358" y="3569"/>
                  </a:cubicBezTo>
                  <a:cubicBezTo>
                    <a:pt x="8872" y="3665"/>
                    <a:pt x="9451" y="3794"/>
                    <a:pt x="10062" y="3923"/>
                  </a:cubicBezTo>
                  <a:cubicBezTo>
                    <a:pt x="11155" y="4148"/>
                    <a:pt x="12376" y="4437"/>
                    <a:pt x="13694" y="4855"/>
                  </a:cubicBezTo>
                  <a:cubicBezTo>
                    <a:pt x="14048" y="4951"/>
                    <a:pt x="14433" y="5080"/>
                    <a:pt x="14787" y="5208"/>
                  </a:cubicBezTo>
                  <a:cubicBezTo>
                    <a:pt x="14144" y="5112"/>
                    <a:pt x="13244" y="5048"/>
                    <a:pt x="13148" y="5048"/>
                  </a:cubicBezTo>
                  <a:cubicBezTo>
                    <a:pt x="11540" y="5080"/>
                    <a:pt x="8422" y="6076"/>
                    <a:pt x="7876" y="7812"/>
                  </a:cubicBezTo>
                  <a:cubicBezTo>
                    <a:pt x="7812" y="8005"/>
                    <a:pt x="7780" y="8230"/>
                    <a:pt x="7780" y="8423"/>
                  </a:cubicBezTo>
                  <a:cubicBezTo>
                    <a:pt x="7780" y="9419"/>
                    <a:pt x="8583" y="10319"/>
                    <a:pt x="9612" y="10512"/>
                  </a:cubicBezTo>
                  <a:cubicBezTo>
                    <a:pt x="9773" y="10544"/>
                    <a:pt x="9933" y="10544"/>
                    <a:pt x="10094" y="10544"/>
                  </a:cubicBezTo>
                  <a:cubicBezTo>
                    <a:pt x="11219" y="10544"/>
                    <a:pt x="12376" y="9869"/>
                    <a:pt x="13148" y="9162"/>
                  </a:cubicBezTo>
                  <a:cubicBezTo>
                    <a:pt x="14080" y="8326"/>
                    <a:pt x="15173" y="5916"/>
                    <a:pt x="15430" y="5401"/>
                  </a:cubicBezTo>
                  <a:cubicBezTo>
                    <a:pt x="16234" y="5658"/>
                    <a:pt x="17037" y="5980"/>
                    <a:pt x="17873" y="6333"/>
                  </a:cubicBezTo>
                  <a:cubicBezTo>
                    <a:pt x="19319" y="6944"/>
                    <a:pt x="20798" y="7683"/>
                    <a:pt x="22245" y="8616"/>
                  </a:cubicBezTo>
                  <a:cubicBezTo>
                    <a:pt x="22309" y="8680"/>
                    <a:pt x="22373" y="8744"/>
                    <a:pt x="22470" y="8776"/>
                  </a:cubicBezTo>
                  <a:cubicBezTo>
                    <a:pt x="22148" y="8680"/>
                    <a:pt x="20380" y="8326"/>
                    <a:pt x="20252" y="8294"/>
                  </a:cubicBezTo>
                  <a:lnTo>
                    <a:pt x="19769" y="8294"/>
                  </a:lnTo>
                  <a:cubicBezTo>
                    <a:pt x="18066" y="8294"/>
                    <a:pt x="15366" y="8969"/>
                    <a:pt x="14723" y="10480"/>
                  </a:cubicBezTo>
                  <a:cubicBezTo>
                    <a:pt x="14594" y="10769"/>
                    <a:pt x="14530" y="11027"/>
                    <a:pt x="14530" y="11284"/>
                  </a:cubicBezTo>
                  <a:cubicBezTo>
                    <a:pt x="14530" y="12216"/>
                    <a:pt x="15205" y="13052"/>
                    <a:pt x="16137" y="13341"/>
                  </a:cubicBezTo>
                  <a:cubicBezTo>
                    <a:pt x="16394" y="13437"/>
                    <a:pt x="16651" y="13469"/>
                    <a:pt x="16941" y="13469"/>
                  </a:cubicBezTo>
                  <a:cubicBezTo>
                    <a:pt x="17937" y="13469"/>
                    <a:pt x="19030" y="12955"/>
                    <a:pt x="19802" y="12409"/>
                  </a:cubicBezTo>
                  <a:cubicBezTo>
                    <a:pt x="20927" y="11605"/>
                    <a:pt x="22470" y="8937"/>
                    <a:pt x="22534" y="8809"/>
                  </a:cubicBezTo>
                  <a:cubicBezTo>
                    <a:pt x="23852" y="9709"/>
                    <a:pt x="25138" y="10737"/>
                    <a:pt x="26391" y="11862"/>
                  </a:cubicBezTo>
                  <a:cubicBezTo>
                    <a:pt x="27291" y="12666"/>
                    <a:pt x="28191" y="13502"/>
                    <a:pt x="29059" y="14370"/>
                  </a:cubicBezTo>
                  <a:cubicBezTo>
                    <a:pt x="28641" y="14273"/>
                    <a:pt x="27002" y="13920"/>
                    <a:pt x="26873" y="13920"/>
                  </a:cubicBezTo>
                  <a:cubicBezTo>
                    <a:pt x="26713" y="13887"/>
                    <a:pt x="26552" y="13887"/>
                    <a:pt x="26391" y="13887"/>
                  </a:cubicBezTo>
                  <a:cubicBezTo>
                    <a:pt x="24688" y="13887"/>
                    <a:pt x="21987" y="14562"/>
                    <a:pt x="21345" y="16105"/>
                  </a:cubicBezTo>
                  <a:cubicBezTo>
                    <a:pt x="21216" y="16363"/>
                    <a:pt x="21184" y="16620"/>
                    <a:pt x="21184" y="16877"/>
                  </a:cubicBezTo>
                  <a:cubicBezTo>
                    <a:pt x="21184" y="17809"/>
                    <a:pt x="21827" y="18677"/>
                    <a:pt x="22759" y="18966"/>
                  </a:cubicBezTo>
                  <a:cubicBezTo>
                    <a:pt x="23016" y="19030"/>
                    <a:pt x="23305" y="19063"/>
                    <a:pt x="23562" y="19063"/>
                  </a:cubicBezTo>
                  <a:cubicBezTo>
                    <a:pt x="24591" y="19063"/>
                    <a:pt x="25652" y="18580"/>
                    <a:pt x="26423" y="18002"/>
                  </a:cubicBezTo>
                  <a:cubicBezTo>
                    <a:pt x="27548" y="17230"/>
                    <a:pt x="29027" y="14659"/>
                    <a:pt x="29123" y="14434"/>
                  </a:cubicBezTo>
                  <a:cubicBezTo>
                    <a:pt x="29541" y="14852"/>
                    <a:pt x="29927" y="15237"/>
                    <a:pt x="30345" y="15623"/>
                  </a:cubicBezTo>
                  <a:cubicBezTo>
                    <a:pt x="31631" y="16909"/>
                    <a:pt x="32916" y="18227"/>
                    <a:pt x="34267" y="19481"/>
                  </a:cubicBezTo>
                  <a:cubicBezTo>
                    <a:pt x="34717" y="19898"/>
                    <a:pt x="35167" y="20316"/>
                    <a:pt x="35649" y="20734"/>
                  </a:cubicBezTo>
                  <a:cubicBezTo>
                    <a:pt x="35006" y="20573"/>
                    <a:pt x="33881" y="20348"/>
                    <a:pt x="33752" y="20316"/>
                  </a:cubicBezTo>
                  <a:lnTo>
                    <a:pt x="33302" y="20316"/>
                  </a:lnTo>
                  <a:cubicBezTo>
                    <a:pt x="31599" y="20316"/>
                    <a:pt x="28866" y="20991"/>
                    <a:pt x="28223" y="22502"/>
                  </a:cubicBezTo>
                  <a:cubicBezTo>
                    <a:pt x="28127" y="22759"/>
                    <a:pt x="28063" y="23049"/>
                    <a:pt x="28063" y="23306"/>
                  </a:cubicBezTo>
                  <a:cubicBezTo>
                    <a:pt x="28063" y="24238"/>
                    <a:pt x="28706" y="25074"/>
                    <a:pt x="29670" y="25363"/>
                  </a:cubicBezTo>
                  <a:cubicBezTo>
                    <a:pt x="29927" y="25459"/>
                    <a:pt x="30184" y="25492"/>
                    <a:pt x="30441" y="25492"/>
                  </a:cubicBezTo>
                  <a:cubicBezTo>
                    <a:pt x="31470" y="25492"/>
                    <a:pt x="32531" y="24977"/>
                    <a:pt x="33302" y="24431"/>
                  </a:cubicBezTo>
                  <a:cubicBezTo>
                    <a:pt x="34299" y="23724"/>
                    <a:pt x="35584" y="21602"/>
                    <a:pt x="35938" y="20991"/>
                  </a:cubicBezTo>
                  <a:cubicBezTo>
                    <a:pt x="36742" y="21666"/>
                    <a:pt x="37513" y="22341"/>
                    <a:pt x="38317" y="22952"/>
                  </a:cubicBezTo>
                  <a:cubicBezTo>
                    <a:pt x="38670" y="23209"/>
                    <a:pt x="39024" y="23466"/>
                    <a:pt x="39377" y="23691"/>
                  </a:cubicBezTo>
                  <a:cubicBezTo>
                    <a:pt x="39731" y="23949"/>
                    <a:pt x="40085" y="24174"/>
                    <a:pt x="40406" y="24399"/>
                  </a:cubicBezTo>
                  <a:cubicBezTo>
                    <a:pt x="41145" y="24849"/>
                    <a:pt x="41820" y="25267"/>
                    <a:pt x="42528" y="25684"/>
                  </a:cubicBezTo>
                  <a:cubicBezTo>
                    <a:pt x="42849" y="25877"/>
                    <a:pt x="43203" y="26070"/>
                    <a:pt x="43524" y="26263"/>
                  </a:cubicBezTo>
                  <a:cubicBezTo>
                    <a:pt x="42913" y="26038"/>
                    <a:pt x="41949" y="25652"/>
                    <a:pt x="41853" y="25652"/>
                  </a:cubicBezTo>
                  <a:cubicBezTo>
                    <a:pt x="41403" y="25524"/>
                    <a:pt x="40792" y="25459"/>
                    <a:pt x="40149" y="25459"/>
                  </a:cubicBezTo>
                  <a:cubicBezTo>
                    <a:pt x="38574" y="25459"/>
                    <a:pt x="36710" y="25845"/>
                    <a:pt x="36034" y="26970"/>
                  </a:cubicBezTo>
                  <a:cubicBezTo>
                    <a:pt x="35842" y="27292"/>
                    <a:pt x="35745" y="27645"/>
                    <a:pt x="35745" y="28031"/>
                  </a:cubicBezTo>
                  <a:cubicBezTo>
                    <a:pt x="35745" y="28835"/>
                    <a:pt x="36227" y="29606"/>
                    <a:pt x="37031" y="29992"/>
                  </a:cubicBezTo>
                  <a:cubicBezTo>
                    <a:pt x="37417" y="30185"/>
                    <a:pt x="37867" y="30281"/>
                    <a:pt x="38317" y="30281"/>
                  </a:cubicBezTo>
                  <a:cubicBezTo>
                    <a:pt x="39152" y="30281"/>
                    <a:pt x="40085" y="29992"/>
                    <a:pt x="40792" y="29606"/>
                  </a:cubicBezTo>
                  <a:cubicBezTo>
                    <a:pt x="41981" y="29027"/>
                    <a:pt x="43781" y="26809"/>
                    <a:pt x="43974" y="26520"/>
                  </a:cubicBezTo>
                  <a:cubicBezTo>
                    <a:pt x="44810" y="27002"/>
                    <a:pt x="45646" y="27452"/>
                    <a:pt x="46417" y="27870"/>
                  </a:cubicBezTo>
                  <a:cubicBezTo>
                    <a:pt x="48474" y="28963"/>
                    <a:pt x="50274" y="29863"/>
                    <a:pt x="51657" y="30506"/>
                  </a:cubicBezTo>
                  <a:cubicBezTo>
                    <a:pt x="56189" y="34428"/>
                    <a:pt x="62554" y="34846"/>
                    <a:pt x="62554" y="34846"/>
                  </a:cubicBezTo>
                  <a:cubicBezTo>
                    <a:pt x="62554" y="34846"/>
                    <a:pt x="62586" y="34717"/>
                    <a:pt x="62586" y="34492"/>
                  </a:cubicBezTo>
                  <a:cubicBezTo>
                    <a:pt x="62586" y="32917"/>
                    <a:pt x="62329" y="26552"/>
                    <a:pt x="58407" y="22181"/>
                  </a:cubicBezTo>
                  <a:cubicBezTo>
                    <a:pt x="56768" y="20348"/>
                    <a:pt x="54743" y="19127"/>
                    <a:pt x="52782" y="18323"/>
                  </a:cubicBezTo>
                  <a:cubicBezTo>
                    <a:pt x="52910" y="18163"/>
                    <a:pt x="53039" y="18034"/>
                    <a:pt x="53135" y="17905"/>
                  </a:cubicBezTo>
                  <a:cubicBezTo>
                    <a:pt x="53617" y="17134"/>
                    <a:pt x="54067" y="16073"/>
                    <a:pt x="54067" y="15109"/>
                  </a:cubicBezTo>
                  <a:cubicBezTo>
                    <a:pt x="54067" y="14787"/>
                    <a:pt x="54035" y="14498"/>
                    <a:pt x="53939" y="14209"/>
                  </a:cubicBezTo>
                  <a:cubicBezTo>
                    <a:pt x="53714" y="13566"/>
                    <a:pt x="53232" y="13084"/>
                    <a:pt x="52653" y="12827"/>
                  </a:cubicBezTo>
                  <a:lnTo>
                    <a:pt x="51110" y="12827"/>
                  </a:lnTo>
                  <a:cubicBezTo>
                    <a:pt x="51078" y="12859"/>
                    <a:pt x="51046" y="12859"/>
                    <a:pt x="51014" y="12891"/>
                  </a:cubicBezTo>
                  <a:cubicBezTo>
                    <a:pt x="49760" y="13469"/>
                    <a:pt x="49149" y="15462"/>
                    <a:pt x="49021" y="17102"/>
                  </a:cubicBezTo>
                  <a:cubicBezTo>
                    <a:pt x="48539" y="16973"/>
                    <a:pt x="48089" y="16909"/>
                    <a:pt x="47703" y="16845"/>
                  </a:cubicBezTo>
                  <a:cubicBezTo>
                    <a:pt x="47542" y="16459"/>
                    <a:pt x="47381" y="16105"/>
                    <a:pt x="47189" y="15720"/>
                  </a:cubicBezTo>
                  <a:cubicBezTo>
                    <a:pt x="47028" y="15334"/>
                    <a:pt x="46899" y="14948"/>
                    <a:pt x="46739" y="14530"/>
                  </a:cubicBezTo>
                  <a:cubicBezTo>
                    <a:pt x="46514" y="13984"/>
                    <a:pt x="46353" y="13405"/>
                    <a:pt x="46160" y="12827"/>
                  </a:cubicBezTo>
                  <a:lnTo>
                    <a:pt x="45260" y="12827"/>
                  </a:lnTo>
                  <a:cubicBezTo>
                    <a:pt x="45485" y="13534"/>
                    <a:pt x="45678" y="14209"/>
                    <a:pt x="45935" y="14852"/>
                  </a:cubicBezTo>
                  <a:cubicBezTo>
                    <a:pt x="46064" y="15270"/>
                    <a:pt x="46192" y="15687"/>
                    <a:pt x="46385" y="16073"/>
                  </a:cubicBezTo>
                  <a:cubicBezTo>
                    <a:pt x="46449" y="16266"/>
                    <a:pt x="46546" y="16491"/>
                    <a:pt x="46642" y="16684"/>
                  </a:cubicBezTo>
                  <a:cubicBezTo>
                    <a:pt x="46417" y="16652"/>
                    <a:pt x="46289" y="16652"/>
                    <a:pt x="46289" y="16652"/>
                  </a:cubicBezTo>
                  <a:cubicBezTo>
                    <a:pt x="46289" y="16652"/>
                    <a:pt x="46289" y="16780"/>
                    <a:pt x="46289" y="17005"/>
                  </a:cubicBezTo>
                  <a:cubicBezTo>
                    <a:pt x="46289" y="17263"/>
                    <a:pt x="46289" y="17648"/>
                    <a:pt x="46321" y="18130"/>
                  </a:cubicBezTo>
                  <a:cubicBezTo>
                    <a:pt x="45292" y="17391"/>
                    <a:pt x="43910" y="16748"/>
                    <a:pt x="42753" y="16748"/>
                  </a:cubicBezTo>
                  <a:cubicBezTo>
                    <a:pt x="42399" y="16748"/>
                    <a:pt x="42078" y="16813"/>
                    <a:pt x="41788" y="16941"/>
                  </a:cubicBezTo>
                  <a:cubicBezTo>
                    <a:pt x="41017" y="17295"/>
                    <a:pt x="40599" y="18066"/>
                    <a:pt x="40599" y="18838"/>
                  </a:cubicBezTo>
                  <a:cubicBezTo>
                    <a:pt x="40599" y="19256"/>
                    <a:pt x="40728" y="19641"/>
                    <a:pt x="40920" y="20027"/>
                  </a:cubicBezTo>
                  <a:cubicBezTo>
                    <a:pt x="41017" y="20156"/>
                    <a:pt x="41113" y="20284"/>
                    <a:pt x="41210" y="20413"/>
                  </a:cubicBezTo>
                  <a:cubicBezTo>
                    <a:pt x="41403" y="21859"/>
                    <a:pt x="42238" y="23434"/>
                    <a:pt x="42946" y="24238"/>
                  </a:cubicBezTo>
                  <a:cubicBezTo>
                    <a:pt x="43010" y="24334"/>
                    <a:pt x="43910" y="25170"/>
                    <a:pt x="44392" y="25588"/>
                  </a:cubicBezTo>
                  <a:cubicBezTo>
                    <a:pt x="43942" y="25331"/>
                    <a:pt x="43492" y="25106"/>
                    <a:pt x="43010" y="24817"/>
                  </a:cubicBezTo>
                  <a:cubicBezTo>
                    <a:pt x="42335" y="24463"/>
                    <a:pt x="41628" y="24013"/>
                    <a:pt x="40920" y="23627"/>
                  </a:cubicBezTo>
                  <a:cubicBezTo>
                    <a:pt x="40567" y="23402"/>
                    <a:pt x="40213" y="23177"/>
                    <a:pt x="39860" y="22952"/>
                  </a:cubicBezTo>
                  <a:cubicBezTo>
                    <a:pt x="39506" y="22727"/>
                    <a:pt x="39185" y="22470"/>
                    <a:pt x="38831" y="22245"/>
                  </a:cubicBezTo>
                  <a:cubicBezTo>
                    <a:pt x="38317" y="21859"/>
                    <a:pt x="37835" y="21473"/>
                    <a:pt x="37320" y="21056"/>
                  </a:cubicBezTo>
                  <a:cubicBezTo>
                    <a:pt x="37738" y="20413"/>
                    <a:pt x="38960" y="18420"/>
                    <a:pt x="39152" y="17263"/>
                  </a:cubicBezTo>
                  <a:cubicBezTo>
                    <a:pt x="39185" y="16941"/>
                    <a:pt x="39217" y="16588"/>
                    <a:pt x="39217" y="16234"/>
                  </a:cubicBezTo>
                  <a:cubicBezTo>
                    <a:pt x="39217" y="15270"/>
                    <a:pt x="38992" y="14241"/>
                    <a:pt x="38349" y="13566"/>
                  </a:cubicBezTo>
                  <a:cubicBezTo>
                    <a:pt x="37899" y="13084"/>
                    <a:pt x="37288" y="12859"/>
                    <a:pt x="36677" y="12859"/>
                  </a:cubicBezTo>
                  <a:cubicBezTo>
                    <a:pt x="36131" y="12859"/>
                    <a:pt x="35552" y="13084"/>
                    <a:pt x="35134" y="13566"/>
                  </a:cubicBezTo>
                  <a:cubicBezTo>
                    <a:pt x="34717" y="14048"/>
                    <a:pt x="34556" y="14755"/>
                    <a:pt x="34556" y="15527"/>
                  </a:cubicBezTo>
                  <a:cubicBezTo>
                    <a:pt x="34556" y="16941"/>
                    <a:pt x="35134" y="18613"/>
                    <a:pt x="35681" y="19513"/>
                  </a:cubicBezTo>
                  <a:cubicBezTo>
                    <a:pt x="35713" y="19545"/>
                    <a:pt x="35938" y="19834"/>
                    <a:pt x="36195" y="20123"/>
                  </a:cubicBezTo>
                  <a:cubicBezTo>
                    <a:pt x="35713" y="19738"/>
                    <a:pt x="35231" y="19320"/>
                    <a:pt x="34781" y="18902"/>
                  </a:cubicBezTo>
                  <a:cubicBezTo>
                    <a:pt x="33431" y="17713"/>
                    <a:pt x="32113" y="16427"/>
                    <a:pt x="30795" y="15173"/>
                  </a:cubicBezTo>
                  <a:cubicBezTo>
                    <a:pt x="30506" y="14916"/>
                    <a:pt x="30216" y="14659"/>
                    <a:pt x="29959" y="14370"/>
                  </a:cubicBezTo>
                  <a:cubicBezTo>
                    <a:pt x="30313" y="13823"/>
                    <a:pt x="31631" y="11669"/>
                    <a:pt x="31824" y="10448"/>
                  </a:cubicBezTo>
                  <a:cubicBezTo>
                    <a:pt x="31888" y="10159"/>
                    <a:pt x="31888" y="9805"/>
                    <a:pt x="31888" y="9451"/>
                  </a:cubicBezTo>
                  <a:cubicBezTo>
                    <a:pt x="31920" y="8487"/>
                    <a:pt x="31663" y="7458"/>
                    <a:pt x="31020" y="6751"/>
                  </a:cubicBezTo>
                  <a:cubicBezTo>
                    <a:pt x="30570" y="6301"/>
                    <a:pt x="29959" y="6076"/>
                    <a:pt x="29381" y="6076"/>
                  </a:cubicBezTo>
                  <a:cubicBezTo>
                    <a:pt x="28802" y="6076"/>
                    <a:pt x="28223" y="6301"/>
                    <a:pt x="27806" y="6783"/>
                  </a:cubicBezTo>
                  <a:cubicBezTo>
                    <a:pt x="27420" y="7266"/>
                    <a:pt x="27259" y="7973"/>
                    <a:pt x="27259" y="8744"/>
                  </a:cubicBezTo>
                  <a:cubicBezTo>
                    <a:pt x="27259" y="10159"/>
                    <a:pt x="27806" y="11830"/>
                    <a:pt x="28384" y="12698"/>
                  </a:cubicBezTo>
                  <a:cubicBezTo>
                    <a:pt x="28416" y="12762"/>
                    <a:pt x="28673" y="13084"/>
                    <a:pt x="28963" y="13437"/>
                  </a:cubicBezTo>
                  <a:cubicBezTo>
                    <a:pt x="28223" y="12762"/>
                    <a:pt x="27484" y="12087"/>
                    <a:pt x="26713" y="11477"/>
                  </a:cubicBezTo>
                  <a:cubicBezTo>
                    <a:pt x="25395" y="10351"/>
                    <a:pt x="24045" y="9323"/>
                    <a:pt x="22662" y="8423"/>
                  </a:cubicBezTo>
                  <a:cubicBezTo>
                    <a:pt x="22791" y="8230"/>
                    <a:pt x="24398" y="5755"/>
                    <a:pt x="24623" y="4373"/>
                  </a:cubicBezTo>
                  <a:cubicBezTo>
                    <a:pt x="24655" y="4083"/>
                    <a:pt x="24688" y="3730"/>
                    <a:pt x="24688" y="3408"/>
                  </a:cubicBezTo>
                  <a:cubicBezTo>
                    <a:pt x="24688" y="2412"/>
                    <a:pt x="24463" y="1383"/>
                    <a:pt x="23787" y="708"/>
                  </a:cubicBezTo>
                  <a:cubicBezTo>
                    <a:pt x="23337" y="226"/>
                    <a:pt x="22759" y="1"/>
                    <a:pt x="22148" y="1"/>
                  </a:cubicBez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7" name="Google Shape;3529;p62">
              <a:extLst>
                <a:ext uri="{FF2B5EF4-FFF2-40B4-BE49-F238E27FC236}">
                  <a16:creationId xmlns:a16="http://schemas.microsoft.com/office/drawing/2014/main" id="{C7B71153-6B64-B48D-B727-E88751B65261}"/>
                </a:ext>
              </a:extLst>
            </p:cNvPr>
            <p:cNvSpPr/>
            <p:nvPr/>
          </p:nvSpPr>
          <p:spPr>
            <a:xfrm>
              <a:off x="2159350" y="3969275"/>
              <a:ext cx="152725" cy="66725"/>
            </a:xfrm>
            <a:custGeom>
              <a:avLst/>
              <a:gdLst/>
              <a:ahLst/>
              <a:cxnLst/>
              <a:rect l="l" t="t" r="r" b="b"/>
              <a:pathLst>
                <a:path w="6109" h="2669" extrusionOk="0">
                  <a:moveTo>
                    <a:pt x="1" y="1"/>
                  </a:moveTo>
                  <a:lnTo>
                    <a:pt x="1" y="1"/>
                  </a:lnTo>
                  <a:cubicBezTo>
                    <a:pt x="33" y="515"/>
                    <a:pt x="194" y="1030"/>
                    <a:pt x="547" y="1415"/>
                  </a:cubicBezTo>
                  <a:cubicBezTo>
                    <a:pt x="1287" y="2347"/>
                    <a:pt x="2701" y="2669"/>
                    <a:pt x="3890" y="2669"/>
                  </a:cubicBezTo>
                  <a:lnTo>
                    <a:pt x="4115" y="2669"/>
                  </a:lnTo>
                  <a:cubicBezTo>
                    <a:pt x="4662" y="2637"/>
                    <a:pt x="5401" y="2412"/>
                    <a:pt x="6108" y="2155"/>
                  </a:cubicBezTo>
                  <a:lnTo>
                    <a:pt x="4276" y="2155"/>
                  </a:lnTo>
                  <a:cubicBezTo>
                    <a:pt x="2508" y="2155"/>
                    <a:pt x="965" y="1319"/>
                    <a:pt x="1" y="1"/>
                  </a:cubicBezTo>
                  <a:close/>
                </a:path>
              </a:pathLst>
            </a:custGeom>
            <a:solidFill>
              <a:srgbClr val="BBE3F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3530;p62">
              <a:extLst>
                <a:ext uri="{FF2B5EF4-FFF2-40B4-BE49-F238E27FC236}">
                  <a16:creationId xmlns:a16="http://schemas.microsoft.com/office/drawing/2014/main" id="{1163E497-78D6-45F2-3D84-9575AA5F6F8C}"/>
                </a:ext>
              </a:extLst>
            </p:cNvPr>
            <p:cNvSpPr/>
            <p:nvPr/>
          </p:nvSpPr>
          <p:spPr>
            <a:xfrm>
              <a:off x="2104725" y="3692850"/>
              <a:ext cx="29750" cy="98050"/>
            </a:xfrm>
            <a:custGeom>
              <a:avLst/>
              <a:gdLst/>
              <a:ahLst/>
              <a:cxnLst/>
              <a:rect l="l" t="t" r="r" b="b"/>
              <a:pathLst>
                <a:path w="1190" h="3922" extrusionOk="0">
                  <a:moveTo>
                    <a:pt x="1189" y="0"/>
                  </a:moveTo>
                  <a:cubicBezTo>
                    <a:pt x="1093" y="32"/>
                    <a:pt x="997" y="97"/>
                    <a:pt x="900" y="161"/>
                  </a:cubicBezTo>
                  <a:cubicBezTo>
                    <a:pt x="289" y="547"/>
                    <a:pt x="0" y="1222"/>
                    <a:pt x="0" y="1865"/>
                  </a:cubicBezTo>
                  <a:cubicBezTo>
                    <a:pt x="0" y="2379"/>
                    <a:pt x="161" y="2893"/>
                    <a:pt x="514" y="3343"/>
                  </a:cubicBezTo>
                  <a:cubicBezTo>
                    <a:pt x="707" y="3568"/>
                    <a:pt x="932" y="3761"/>
                    <a:pt x="1189" y="3922"/>
                  </a:cubicBezTo>
                  <a:lnTo>
                    <a:pt x="1189" y="0"/>
                  </a:lnTo>
                  <a:close/>
                </a:path>
              </a:pathLst>
            </a:custGeom>
            <a:solidFill>
              <a:srgbClr val="BBE3F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3531;p62">
              <a:extLst>
                <a:ext uri="{FF2B5EF4-FFF2-40B4-BE49-F238E27FC236}">
                  <a16:creationId xmlns:a16="http://schemas.microsoft.com/office/drawing/2014/main" id="{68585479-B19E-84AC-4CD4-3F378DB9A403}"/>
                </a:ext>
              </a:extLst>
            </p:cNvPr>
            <p:cNvSpPr/>
            <p:nvPr/>
          </p:nvSpPr>
          <p:spPr>
            <a:xfrm>
              <a:off x="2091050" y="3538550"/>
              <a:ext cx="43425" cy="60300"/>
            </a:xfrm>
            <a:custGeom>
              <a:avLst/>
              <a:gdLst/>
              <a:ahLst/>
              <a:cxnLst/>
              <a:rect l="l" t="t" r="r" b="b"/>
              <a:pathLst>
                <a:path w="1737" h="2412" extrusionOk="0">
                  <a:moveTo>
                    <a:pt x="1736" y="0"/>
                  </a:moveTo>
                  <a:cubicBezTo>
                    <a:pt x="1094" y="772"/>
                    <a:pt x="483" y="1479"/>
                    <a:pt x="1" y="2090"/>
                  </a:cubicBezTo>
                  <a:cubicBezTo>
                    <a:pt x="547" y="2283"/>
                    <a:pt x="1158" y="2379"/>
                    <a:pt x="1736" y="2411"/>
                  </a:cubicBezTo>
                  <a:lnTo>
                    <a:pt x="1736" y="1576"/>
                  </a:lnTo>
                  <a:lnTo>
                    <a:pt x="1736" y="0"/>
                  </a:lnTo>
                  <a:close/>
                </a:path>
              </a:pathLst>
            </a:custGeom>
            <a:solidFill>
              <a:srgbClr val="BBE3F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3532;p62">
              <a:extLst>
                <a:ext uri="{FF2B5EF4-FFF2-40B4-BE49-F238E27FC236}">
                  <a16:creationId xmlns:a16="http://schemas.microsoft.com/office/drawing/2014/main" id="{A82AD664-BF4C-BA18-D2AC-1FE0F1B127C3}"/>
                </a:ext>
              </a:extLst>
            </p:cNvPr>
            <p:cNvSpPr/>
            <p:nvPr/>
          </p:nvSpPr>
          <p:spPr>
            <a:xfrm>
              <a:off x="1844350" y="3120675"/>
              <a:ext cx="110925" cy="121375"/>
            </a:xfrm>
            <a:custGeom>
              <a:avLst/>
              <a:gdLst/>
              <a:ahLst/>
              <a:cxnLst/>
              <a:rect l="l" t="t" r="r" b="b"/>
              <a:pathLst>
                <a:path w="4437" h="4855" extrusionOk="0">
                  <a:moveTo>
                    <a:pt x="2058" y="0"/>
                  </a:moveTo>
                  <a:cubicBezTo>
                    <a:pt x="1897" y="0"/>
                    <a:pt x="1768" y="0"/>
                    <a:pt x="1640" y="32"/>
                  </a:cubicBezTo>
                  <a:cubicBezTo>
                    <a:pt x="611" y="257"/>
                    <a:pt x="0" y="1158"/>
                    <a:pt x="0" y="2122"/>
                  </a:cubicBezTo>
                  <a:cubicBezTo>
                    <a:pt x="0" y="2379"/>
                    <a:pt x="32" y="2604"/>
                    <a:pt x="129" y="2861"/>
                  </a:cubicBezTo>
                  <a:cubicBezTo>
                    <a:pt x="418" y="3729"/>
                    <a:pt x="1158" y="4372"/>
                    <a:pt x="1993" y="4854"/>
                  </a:cubicBezTo>
                  <a:cubicBezTo>
                    <a:pt x="2958" y="3311"/>
                    <a:pt x="3826" y="1961"/>
                    <a:pt x="4436" y="965"/>
                  </a:cubicBezTo>
                  <a:cubicBezTo>
                    <a:pt x="3665" y="386"/>
                    <a:pt x="2829" y="0"/>
                    <a:pt x="2058" y="0"/>
                  </a:cubicBezTo>
                  <a:close/>
                </a:path>
              </a:pathLst>
            </a:custGeom>
            <a:solidFill>
              <a:srgbClr val="BBE3F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3534;p62">
              <a:extLst>
                <a:ext uri="{FF2B5EF4-FFF2-40B4-BE49-F238E27FC236}">
                  <a16:creationId xmlns:a16="http://schemas.microsoft.com/office/drawing/2014/main" id="{B895B8F0-B9D8-228A-6637-0731451526E2}"/>
                </a:ext>
              </a:extLst>
            </p:cNvPr>
            <p:cNvSpPr/>
            <p:nvPr/>
          </p:nvSpPr>
          <p:spPr>
            <a:xfrm>
              <a:off x="2693750" y="3458200"/>
              <a:ext cx="388975" cy="1053550"/>
            </a:xfrm>
            <a:custGeom>
              <a:avLst/>
              <a:gdLst/>
              <a:ahLst/>
              <a:cxnLst/>
              <a:rect l="l" t="t" r="r" b="b"/>
              <a:pathLst>
                <a:path w="15559" h="42142" extrusionOk="0">
                  <a:moveTo>
                    <a:pt x="7458" y="0"/>
                  </a:moveTo>
                  <a:lnTo>
                    <a:pt x="7523" y="14465"/>
                  </a:lnTo>
                  <a:lnTo>
                    <a:pt x="2733" y="10318"/>
                  </a:lnTo>
                  <a:lnTo>
                    <a:pt x="2412" y="10672"/>
                  </a:lnTo>
                  <a:lnTo>
                    <a:pt x="7523" y="15108"/>
                  </a:lnTo>
                  <a:lnTo>
                    <a:pt x="7555" y="25426"/>
                  </a:lnTo>
                  <a:lnTo>
                    <a:pt x="322" y="19030"/>
                  </a:lnTo>
                  <a:lnTo>
                    <a:pt x="1" y="19383"/>
                  </a:lnTo>
                  <a:lnTo>
                    <a:pt x="7555" y="26069"/>
                  </a:lnTo>
                  <a:lnTo>
                    <a:pt x="7587" y="35455"/>
                  </a:lnTo>
                  <a:lnTo>
                    <a:pt x="2155" y="31212"/>
                  </a:lnTo>
                  <a:lnTo>
                    <a:pt x="1865" y="31566"/>
                  </a:lnTo>
                  <a:lnTo>
                    <a:pt x="7619" y="36098"/>
                  </a:lnTo>
                  <a:lnTo>
                    <a:pt x="7619" y="42141"/>
                  </a:lnTo>
                  <a:lnTo>
                    <a:pt x="8101" y="42141"/>
                  </a:lnTo>
                  <a:lnTo>
                    <a:pt x="8069" y="31534"/>
                  </a:lnTo>
                  <a:lnTo>
                    <a:pt x="15559" y="24783"/>
                  </a:lnTo>
                  <a:lnTo>
                    <a:pt x="15237" y="24430"/>
                  </a:lnTo>
                  <a:lnTo>
                    <a:pt x="8069" y="30891"/>
                  </a:lnTo>
                  <a:lnTo>
                    <a:pt x="8037" y="22051"/>
                  </a:lnTo>
                  <a:lnTo>
                    <a:pt x="8069" y="22083"/>
                  </a:lnTo>
                  <a:lnTo>
                    <a:pt x="14402" y="12794"/>
                  </a:lnTo>
                  <a:lnTo>
                    <a:pt x="14016" y="12536"/>
                  </a:lnTo>
                  <a:lnTo>
                    <a:pt x="8037" y="21280"/>
                  </a:lnTo>
                  <a:lnTo>
                    <a:pt x="7941"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3" name="Google Shape;3535;p62">
              <a:extLst>
                <a:ext uri="{FF2B5EF4-FFF2-40B4-BE49-F238E27FC236}">
                  <a16:creationId xmlns:a16="http://schemas.microsoft.com/office/drawing/2014/main" id="{1E207260-3B14-03F2-A9DB-B06428E61996}"/>
                </a:ext>
              </a:extLst>
            </p:cNvPr>
            <p:cNvSpPr/>
            <p:nvPr/>
          </p:nvSpPr>
          <p:spPr>
            <a:xfrm>
              <a:off x="2391600" y="4114750"/>
              <a:ext cx="416300" cy="462900"/>
            </a:xfrm>
            <a:custGeom>
              <a:avLst/>
              <a:gdLst/>
              <a:ahLst/>
              <a:cxnLst/>
              <a:rect l="l" t="t" r="r" b="b"/>
              <a:pathLst>
                <a:path w="16652" h="18516" extrusionOk="0">
                  <a:moveTo>
                    <a:pt x="354" y="0"/>
                  </a:moveTo>
                  <a:lnTo>
                    <a:pt x="1" y="322"/>
                  </a:lnTo>
                  <a:lnTo>
                    <a:pt x="5433" y="6397"/>
                  </a:lnTo>
                  <a:lnTo>
                    <a:pt x="1994" y="6429"/>
                  </a:lnTo>
                  <a:lnTo>
                    <a:pt x="1994" y="6911"/>
                  </a:lnTo>
                  <a:lnTo>
                    <a:pt x="5851" y="6879"/>
                  </a:lnTo>
                  <a:lnTo>
                    <a:pt x="9676" y="11122"/>
                  </a:lnTo>
                  <a:lnTo>
                    <a:pt x="4308" y="11122"/>
                  </a:lnTo>
                  <a:lnTo>
                    <a:pt x="4308" y="11604"/>
                  </a:lnTo>
                  <a:lnTo>
                    <a:pt x="10094" y="11604"/>
                  </a:lnTo>
                  <a:lnTo>
                    <a:pt x="13566" y="15494"/>
                  </a:lnTo>
                  <a:lnTo>
                    <a:pt x="9773" y="15719"/>
                  </a:lnTo>
                  <a:lnTo>
                    <a:pt x="9805" y="16201"/>
                  </a:lnTo>
                  <a:lnTo>
                    <a:pt x="13983" y="15944"/>
                  </a:lnTo>
                  <a:lnTo>
                    <a:pt x="16298" y="18515"/>
                  </a:lnTo>
                  <a:lnTo>
                    <a:pt x="16651" y="18194"/>
                  </a:lnTo>
                  <a:lnTo>
                    <a:pt x="12569" y="13661"/>
                  </a:lnTo>
                  <a:lnTo>
                    <a:pt x="13244" y="7875"/>
                  </a:lnTo>
                  <a:lnTo>
                    <a:pt x="12762" y="7843"/>
                  </a:lnTo>
                  <a:lnTo>
                    <a:pt x="12151" y="13179"/>
                  </a:lnTo>
                  <a:lnTo>
                    <a:pt x="8937" y="9579"/>
                  </a:lnTo>
                  <a:lnTo>
                    <a:pt x="8133" y="3118"/>
                  </a:lnTo>
                  <a:lnTo>
                    <a:pt x="7651" y="3150"/>
                  </a:lnTo>
                  <a:lnTo>
                    <a:pt x="8390" y="8936"/>
                  </a:lnTo>
                  <a:lnTo>
                    <a:pt x="354"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3536;p62">
              <a:extLst>
                <a:ext uri="{FF2B5EF4-FFF2-40B4-BE49-F238E27FC236}">
                  <a16:creationId xmlns:a16="http://schemas.microsoft.com/office/drawing/2014/main" id="{9B01E6A5-F114-CC89-CF0C-2BD2F99C1749}"/>
                </a:ext>
              </a:extLst>
            </p:cNvPr>
            <p:cNvSpPr/>
            <p:nvPr/>
          </p:nvSpPr>
          <p:spPr>
            <a:xfrm>
              <a:off x="2967000" y="4119550"/>
              <a:ext cx="431550" cy="448450"/>
            </a:xfrm>
            <a:custGeom>
              <a:avLst/>
              <a:gdLst/>
              <a:ahLst/>
              <a:cxnLst/>
              <a:rect l="l" t="t" r="r" b="b"/>
              <a:pathLst>
                <a:path w="17262" h="17938" extrusionOk="0">
                  <a:moveTo>
                    <a:pt x="16940" y="1"/>
                  </a:moveTo>
                  <a:lnTo>
                    <a:pt x="11283" y="5883"/>
                  </a:lnTo>
                  <a:lnTo>
                    <a:pt x="10961" y="2444"/>
                  </a:lnTo>
                  <a:lnTo>
                    <a:pt x="10479" y="2476"/>
                  </a:lnTo>
                  <a:lnTo>
                    <a:pt x="10833" y="6333"/>
                  </a:lnTo>
                  <a:lnTo>
                    <a:pt x="6879" y="10448"/>
                  </a:lnTo>
                  <a:lnTo>
                    <a:pt x="6461" y="5080"/>
                  </a:lnTo>
                  <a:lnTo>
                    <a:pt x="5979" y="5112"/>
                  </a:lnTo>
                  <a:lnTo>
                    <a:pt x="6429" y="10930"/>
                  </a:lnTo>
                  <a:lnTo>
                    <a:pt x="2797" y="14659"/>
                  </a:lnTo>
                  <a:lnTo>
                    <a:pt x="2314" y="10898"/>
                  </a:lnTo>
                  <a:lnTo>
                    <a:pt x="1832" y="10962"/>
                  </a:lnTo>
                  <a:lnTo>
                    <a:pt x="2379" y="15109"/>
                  </a:lnTo>
                  <a:lnTo>
                    <a:pt x="0" y="17584"/>
                  </a:lnTo>
                  <a:lnTo>
                    <a:pt x="321" y="17938"/>
                  </a:lnTo>
                  <a:lnTo>
                    <a:pt x="4565" y="13534"/>
                  </a:lnTo>
                  <a:lnTo>
                    <a:pt x="10351" y="13759"/>
                  </a:lnTo>
                  <a:lnTo>
                    <a:pt x="10383" y="13277"/>
                  </a:lnTo>
                  <a:lnTo>
                    <a:pt x="5015" y="13084"/>
                  </a:lnTo>
                  <a:lnTo>
                    <a:pt x="8358" y="9580"/>
                  </a:lnTo>
                  <a:lnTo>
                    <a:pt x="8358" y="9612"/>
                  </a:lnTo>
                  <a:lnTo>
                    <a:pt x="14754" y="8294"/>
                  </a:lnTo>
                  <a:lnTo>
                    <a:pt x="14658" y="7844"/>
                  </a:lnTo>
                  <a:lnTo>
                    <a:pt x="8936" y="9001"/>
                  </a:lnTo>
                  <a:lnTo>
                    <a:pt x="17262" y="322"/>
                  </a:lnTo>
                  <a:lnTo>
                    <a:pt x="16940"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3537;p62">
              <a:extLst>
                <a:ext uri="{FF2B5EF4-FFF2-40B4-BE49-F238E27FC236}">
                  <a16:creationId xmlns:a16="http://schemas.microsoft.com/office/drawing/2014/main" id="{BCCC053A-5988-D7EF-9CA1-37728297DE24}"/>
                </a:ext>
              </a:extLst>
            </p:cNvPr>
            <p:cNvSpPr/>
            <p:nvPr/>
          </p:nvSpPr>
          <p:spPr>
            <a:xfrm>
              <a:off x="3413000" y="3916250"/>
              <a:ext cx="1215075" cy="654150"/>
            </a:xfrm>
            <a:custGeom>
              <a:avLst/>
              <a:gdLst/>
              <a:ahLst/>
              <a:cxnLst/>
              <a:rect l="l" t="t" r="r" b="b"/>
              <a:pathLst>
                <a:path w="48603" h="26166" extrusionOk="0">
                  <a:moveTo>
                    <a:pt x="5593" y="0"/>
                  </a:moveTo>
                  <a:lnTo>
                    <a:pt x="5593" y="12697"/>
                  </a:lnTo>
                  <a:cubicBezTo>
                    <a:pt x="5593" y="16812"/>
                    <a:pt x="4211" y="20862"/>
                    <a:pt x="1640" y="24109"/>
                  </a:cubicBezTo>
                  <a:lnTo>
                    <a:pt x="0" y="26166"/>
                  </a:lnTo>
                  <a:lnTo>
                    <a:pt x="48602" y="26166"/>
                  </a:lnTo>
                  <a:lnTo>
                    <a:pt x="46963" y="24109"/>
                  </a:lnTo>
                  <a:cubicBezTo>
                    <a:pt x="44392" y="20862"/>
                    <a:pt x="42977" y="16812"/>
                    <a:pt x="42977" y="12697"/>
                  </a:cubicBezTo>
                  <a:lnTo>
                    <a:pt x="42977"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3538;p62">
              <a:extLst>
                <a:ext uri="{FF2B5EF4-FFF2-40B4-BE49-F238E27FC236}">
                  <a16:creationId xmlns:a16="http://schemas.microsoft.com/office/drawing/2014/main" id="{61FE7B3F-ACD4-D9ED-84EC-DF582827438C}"/>
                </a:ext>
              </a:extLst>
            </p:cNvPr>
            <p:cNvSpPr/>
            <p:nvPr/>
          </p:nvSpPr>
          <p:spPr>
            <a:xfrm>
              <a:off x="3404950" y="3908200"/>
              <a:ext cx="1231150" cy="669450"/>
            </a:xfrm>
            <a:custGeom>
              <a:avLst/>
              <a:gdLst/>
              <a:ahLst/>
              <a:cxnLst/>
              <a:rect l="l" t="t" r="r" b="b"/>
              <a:pathLst>
                <a:path w="49246" h="26778" extrusionOk="0">
                  <a:moveTo>
                    <a:pt x="43010" y="612"/>
                  </a:moveTo>
                  <a:lnTo>
                    <a:pt x="43010" y="13019"/>
                  </a:lnTo>
                  <a:cubicBezTo>
                    <a:pt x="43010" y="17230"/>
                    <a:pt x="44456" y="21313"/>
                    <a:pt x="47060" y="24591"/>
                  </a:cubicBezTo>
                  <a:lnTo>
                    <a:pt x="48314" y="26199"/>
                  </a:lnTo>
                  <a:lnTo>
                    <a:pt x="901" y="26199"/>
                  </a:lnTo>
                  <a:lnTo>
                    <a:pt x="2187" y="24591"/>
                  </a:lnTo>
                  <a:cubicBezTo>
                    <a:pt x="4790" y="21313"/>
                    <a:pt x="6205" y="17230"/>
                    <a:pt x="6205" y="13019"/>
                  </a:cubicBezTo>
                  <a:lnTo>
                    <a:pt x="6205" y="612"/>
                  </a:lnTo>
                  <a:close/>
                  <a:moveTo>
                    <a:pt x="5915" y="1"/>
                  </a:moveTo>
                  <a:cubicBezTo>
                    <a:pt x="5851" y="1"/>
                    <a:pt x="5755" y="33"/>
                    <a:pt x="5722" y="97"/>
                  </a:cubicBezTo>
                  <a:cubicBezTo>
                    <a:pt x="5658" y="162"/>
                    <a:pt x="5626" y="226"/>
                    <a:pt x="5626" y="322"/>
                  </a:cubicBezTo>
                  <a:lnTo>
                    <a:pt x="5626" y="13019"/>
                  </a:lnTo>
                  <a:cubicBezTo>
                    <a:pt x="5626" y="17070"/>
                    <a:pt x="4244" y="21056"/>
                    <a:pt x="1704" y="24238"/>
                  </a:cubicBezTo>
                  <a:lnTo>
                    <a:pt x="65" y="26295"/>
                  </a:lnTo>
                  <a:cubicBezTo>
                    <a:pt x="1" y="26392"/>
                    <a:pt x="1" y="26520"/>
                    <a:pt x="33" y="26617"/>
                  </a:cubicBezTo>
                  <a:cubicBezTo>
                    <a:pt x="97" y="26713"/>
                    <a:pt x="194" y="26777"/>
                    <a:pt x="322" y="26777"/>
                  </a:cubicBezTo>
                  <a:lnTo>
                    <a:pt x="48924" y="26777"/>
                  </a:lnTo>
                  <a:cubicBezTo>
                    <a:pt x="49021" y="26777"/>
                    <a:pt x="49149" y="26713"/>
                    <a:pt x="49182" y="26617"/>
                  </a:cubicBezTo>
                  <a:cubicBezTo>
                    <a:pt x="49246" y="26520"/>
                    <a:pt x="49214" y="26392"/>
                    <a:pt x="49149" y="26295"/>
                  </a:cubicBezTo>
                  <a:lnTo>
                    <a:pt x="47510" y="24238"/>
                  </a:lnTo>
                  <a:cubicBezTo>
                    <a:pt x="44971" y="21056"/>
                    <a:pt x="43621" y="17070"/>
                    <a:pt x="43621" y="13019"/>
                  </a:cubicBezTo>
                  <a:lnTo>
                    <a:pt x="43621" y="322"/>
                  </a:lnTo>
                  <a:cubicBezTo>
                    <a:pt x="43621" y="226"/>
                    <a:pt x="43589" y="162"/>
                    <a:pt x="43524" y="97"/>
                  </a:cubicBezTo>
                  <a:cubicBezTo>
                    <a:pt x="43460" y="33"/>
                    <a:pt x="43396" y="1"/>
                    <a:pt x="43299"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3539;p62">
              <a:extLst>
                <a:ext uri="{FF2B5EF4-FFF2-40B4-BE49-F238E27FC236}">
                  <a16:creationId xmlns:a16="http://schemas.microsoft.com/office/drawing/2014/main" id="{85DBBF10-8DBF-30A4-D543-861E107CA3C6}"/>
                </a:ext>
              </a:extLst>
            </p:cNvPr>
            <p:cNvSpPr/>
            <p:nvPr/>
          </p:nvSpPr>
          <p:spPr>
            <a:xfrm>
              <a:off x="3503800" y="4023125"/>
              <a:ext cx="1032675" cy="432375"/>
            </a:xfrm>
            <a:custGeom>
              <a:avLst/>
              <a:gdLst/>
              <a:ahLst/>
              <a:cxnLst/>
              <a:rect l="l" t="t" r="r" b="b"/>
              <a:pathLst>
                <a:path w="41307" h="17295" extrusionOk="0">
                  <a:moveTo>
                    <a:pt x="2251" y="1"/>
                  </a:moveTo>
                  <a:lnTo>
                    <a:pt x="2251" y="8422"/>
                  </a:lnTo>
                  <a:cubicBezTo>
                    <a:pt x="2251" y="11540"/>
                    <a:pt x="1479" y="14594"/>
                    <a:pt x="0" y="17294"/>
                  </a:cubicBezTo>
                  <a:lnTo>
                    <a:pt x="41306" y="17294"/>
                  </a:lnTo>
                  <a:cubicBezTo>
                    <a:pt x="39860" y="14594"/>
                    <a:pt x="39056" y="11540"/>
                    <a:pt x="39056" y="8422"/>
                  </a:cubicBezTo>
                  <a:lnTo>
                    <a:pt x="39056" y="1"/>
                  </a:lnTo>
                  <a:close/>
                </a:path>
              </a:pathLst>
            </a:custGeom>
            <a:solidFill>
              <a:srgbClr val="77C6F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3540;p62">
              <a:extLst>
                <a:ext uri="{FF2B5EF4-FFF2-40B4-BE49-F238E27FC236}">
                  <a16:creationId xmlns:a16="http://schemas.microsoft.com/office/drawing/2014/main" id="{09545AEE-CCA7-29AC-475D-33E57B26DE75}"/>
                </a:ext>
              </a:extLst>
            </p:cNvPr>
            <p:cNvSpPr/>
            <p:nvPr/>
          </p:nvSpPr>
          <p:spPr>
            <a:xfrm>
              <a:off x="3495775" y="4023125"/>
              <a:ext cx="1049525" cy="432375"/>
            </a:xfrm>
            <a:custGeom>
              <a:avLst/>
              <a:gdLst/>
              <a:ahLst/>
              <a:cxnLst/>
              <a:rect l="l" t="t" r="r" b="b"/>
              <a:pathLst>
                <a:path w="41981" h="17295" extrusionOk="0">
                  <a:moveTo>
                    <a:pt x="2282" y="1"/>
                  </a:moveTo>
                  <a:lnTo>
                    <a:pt x="2282" y="6140"/>
                  </a:lnTo>
                  <a:lnTo>
                    <a:pt x="2282" y="8422"/>
                  </a:lnTo>
                  <a:cubicBezTo>
                    <a:pt x="2282" y="11540"/>
                    <a:pt x="1479" y="14594"/>
                    <a:pt x="0" y="17294"/>
                  </a:cubicBezTo>
                  <a:lnTo>
                    <a:pt x="321" y="17294"/>
                  </a:lnTo>
                  <a:cubicBezTo>
                    <a:pt x="1800" y="14594"/>
                    <a:pt x="2572" y="11540"/>
                    <a:pt x="2572" y="8422"/>
                  </a:cubicBezTo>
                  <a:lnTo>
                    <a:pt x="2572" y="1"/>
                  </a:lnTo>
                  <a:close/>
                  <a:moveTo>
                    <a:pt x="39377" y="1"/>
                  </a:moveTo>
                  <a:lnTo>
                    <a:pt x="39377" y="8422"/>
                  </a:lnTo>
                  <a:cubicBezTo>
                    <a:pt x="39377" y="11540"/>
                    <a:pt x="40181" y="14594"/>
                    <a:pt x="41627" y="17294"/>
                  </a:cubicBezTo>
                  <a:lnTo>
                    <a:pt x="41981" y="17294"/>
                  </a:lnTo>
                  <a:cubicBezTo>
                    <a:pt x="40470" y="14594"/>
                    <a:pt x="39666" y="11540"/>
                    <a:pt x="39666" y="8422"/>
                  </a:cubicBezTo>
                  <a:lnTo>
                    <a:pt x="39666" y="6140"/>
                  </a:lnTo>
                  <a:lnTo>
                    <a:pt x="39666" y="1"/>
                  </a:lnTo>
                  <a:close/>
                </a:path>
              </a:pathLst>
            </a:custGeom>
            <a:solidFill>
              <a:srgbClr val="49494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3541;p62">
              <a:extLst>
                <a:ext uri="{FF2B5EF4-FFF2-40B4-BE49-F238E27FC236}">
                  <a16:creationId xmlns:a16="http://schemas.microsoft.com/office/drawing/2014/main" id="{36D58585-7ECA-4E38-827D-7B53559D933F}"/>
                </a:ext>
              </a:extLst>
            </p:cNvPr>
            <p:cNvSpPr/>
            <p:nvPr/>
          </p:nvSpPr>
          <p:spPr>
            <a:xfrm>
              <a:off x="3552825" y="3963650"/>
              <a:ext cx="934625" cy="134250"/>
            </a:xfrm>
            <a:custGeom>
              <a:avLst/>
              <a:gdLst/>
              <a:ahLst/>
              <a:cxnLst/>
              <a:rect l="l" t="t" r="r" b="b"/>
              <a:pathLst>
                <a:path w="37385" h="5370" extrusionOk="0">
                  <a:moveTo>
                    <a:pt x="0" y="1"/>
                  </a:moveTo>
                  <a:lnTo>
                    <a:pt x="0" y="5369"/>
                  </a:lnTo>
                  <a:lnTo>
                    <a:pt x="37384" y="5369"/>
                  </a:lnTo>
                  <a:lnTo>
                    <a:pt x="37384" y="1"/>
                  </a:ln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3542;p62">
              <a:extLst>
                <a:ext uri="{FF2B5EF4-FFF2-40B4-BE49-F238E27FC236}">
                  <a16:creationId xmlns:a16="http://schemas.microsoft.com/office/drawing/2014/main" id="{8C3CAE36-65B0-77D8-25A2-F65124D904EA}"/>
                </a:ext>
              </a:extLst>
            </p:cNvPr>
            <p:cNvSpPr/>
            <p:nvPr/>
          </p:nvSpPr>
          <p:spPr>
            <a:xfrm>
              <a:off x="3545600" y="3956425"/>
              <a:ext cx="949875" cy="148700"/>
            </a:xfrm>
            <a:custGeom>
              <a:avLst/>
              <a:gdLst/>
              <a:ahLst/>
              <a:cxnLst/>
              <a:rect l="l" t="t" r="r" b="b"/>
              <a:pathLst>
                <a:path w="37995" h="5948" extrusionOk="0">
                  <a:moveTo>
                    <a:pt x="37384" y="579"/>
                  </a:moveTo>
                  <a:lnTo>
                    <a:pt x="37384" y="5369"/>
                  </a:lnTo>
                  <a:lnTo>
                    <a:pt x="579" y="5369"/>
                  </a:lnTo>
                  <a:lnTo>
                    <a:pt x="579" y="579"/>
                  </a:lnTo>
                  <a:close/>
                  <a:moveTo>
                    <a:pt x="289" y="1"/>
                  </a:moveTo>
                  <a:cubicBezTo>
                    <a:pt x="225" y="1"/>
                    <a:pt x="129" y="33"/>
                    <a:pt x="96" y="97"/>
                  </a:cubicBezTo>
                  <a:cubicBezTo>
                    <a:pt x="32" y="129"/>
                    <a:pt x="0" y="226"/>
                    <a:pt x="0" y="290"/>
                  </a:cubicBezTo>
                  <a:lnTo>
                    <a:pt x="0" y="5658"/>
                  </a:lnTo>
                  <a:cubicBezTo>
                    <a:pt x="0" y="5722"/>
                    <a:pt x="32" y="5819"/>
                    <a:pt x="96" y="5851"/>
                  </a:cubicBezTo>
                  <a:cubicBezTo>
                    <a:pt x="129" y="5915"/>
                    <a:pt x="225" y="5947"/>
                    <a:pt x="289" y="5947"/>
                  </a:cubicBezTo>
                  <a:lnTo>
                    <a:pt x="37673" y="5947"/>
                  </a:lnTo>
                  <a:cubicBezTo>
                    <a:pt x="37770" y="5947"/>
                    <a:pt x="37834" y="5915"/>
                    <a:pt x="37898" y="5851"/>
                  </a:cubicBezTo>
                  <a:cubicBezTo>
                    <a:pt x="37963" y="5819"/>
                    <a:pt x="37995" y="5722"/>
                    <a:pt x="37995" y="5658"/>
                  </a:cubicBezTo>
                  <a:lnTo>
                    <a:pt x="37995" y="290"/>
                  </a:lnTo>
                  <a:cubicBezTo>
                    <a:pt x="37995" y="226"/>
                    <a:pt x="37963" y="129"/>
                    <a:pt x="37898" y="97"/>
                  </a:cubicBezTo>
                  <a:cubicBezTo>
                    <a:pt x="37834" y="33"/>
                    <a:pt x="37770" y="1"/>
                    <a:pt x="37673"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3543;p62">
              <a:extLst>
                <a:ext uri="{FF2B5EF4-FFF2-40B4-BE49-F238E27FC236}">
                  <a16:creationId xmlns:a16="http://schemas.microsoft.com/office/drawing/2014/main" id="{5AB394BE-5DAC-916D-A2D2-7DF466A4015D}"/>
                </a:ext>
              </a:extLst>
            </p:cNvPr>
            <p:cNvSpPr/>
            <p:nvPr/>
          </p:nvSpPr>
          <p:spPr>
            <a:xfrm>
              <a:off x="2141675" y="3577925"/>
              <a:ext cx="3757700" cy="438000"/>
            </a:xfrm>
            <a:custGeom>
              <a:avLst/>
              <a:gdLst/>
              <a:ahLst/>
              <a:cxnLst/>
              <a:rect l="l" t="t" r="r" b="b"/>
              <a:pathLst>
                <a:path w="150308" h="17520" extrusionOk="0">
                  <a:moveTo>
                    <a:pt x="1" y="1"/>
                  </a:moveTo>
                  <a:lnTo>
                    <a:pt x="1" y="12537"/>
                  </a:lnTo>
                  <a:cubicBezTo>
                    <a:pt x="1" y="15301"/>
                    <a:pt x="2219" y="17519"/>
                    <a:pt x="4983" y="17519"/>
                  </a:cubicBezTo>
                  <a:lnTo>
                    <a:pt x="145326" y="17519"/>
                  </a:lnTo>
                  <a:cubicBezTo>
                    <a:pt x="148058" y="17519"/>
                    <a:pt x="150308" y="15301"/>
                    <a:pt x="150308" y="12537"/>
                  </a:cubicBezTo>
                  <a:lnTo>
                    <a:pt x="150308"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3544;p62">
              <a:extLst>
                <a:ext uri="{FF2B5EF4-FFF2-40B4-BE49-F238E27FC236}">
                  <a16:creationId xmlns:a16="http://schemas.microsoft.com/office/drawing/2014/main" id="{851E99D2-1E70-C646-3799-055C0768B5ED}"/>
                </a:ext>
              </a:extLst>
            </p:cNvPr>
            <p:cNvSpPr/>
            <p:nvPr/>
          </p:nvSpPr>
          <p:spPr>
            <a:xfrm>
              <a:off x="2134450" y="3570700"/>
              <a:ext cx="3772175" cy="452450"/>
            </a:xfrm>
            <a:custGeom>
              <a:avLst/>
              <a:gdLst/>
              <a:ahLst/>
              <a:cxnLst/>
              <a:rect l="l" t="t" r="r" b="b"/>
              <a:pathLst>
                <a:path w="150887" h="18098" extrusionOk="0">
                  <a:moveTo>
                    <a:pt x="150308" y="579"/>
                  </a:moveTo>
                  <a:lnTo>
                    <a:pt x="150308" y="12826"/>
                  </a:lnTo>
                  <a:cubicBezTo>
                    <a:pt x="150308" y="14144"/>
                    <a:pt x="149761" y="15301"/>
                    <a:pt x="148925" y="16137"/>
                  </a:cubicBezTo>
                  <a:cubicBezTo>
                    <a:pt x="148057" y="17005"/>
                    <a:pt x="146900" y="17519"/>
                    <a:pt x="145615" y="17519"/>
                  </a:cubicBezTo>
                  <a:lnTo>
                    <a:pt x="5272" y="17519"/>
                  </a:lnTo>
                  <a:cubicBezTo>
                    <a:pt x="3986" y="17519"/>
                    <a:pt x="2797" y="17005"/>
                    <a:pt x="1961" y="16137"/>
                  </a:cubicBezTo>
                  <a:cubicBezTo>
                    <a:pt x="1093" y="15301"/>
                    <a:pt x="579" y="14144"/>
                    <a:pt x="579" y="12826"/>
                  </a:cubicBezTo>
                  <a:lnTo>
                    <a:pt x="579" y="579"/>
                  </a:lnTo>
                  <a:close/>
                  <a:moveTo>
                    <a:pt x="290" y="0"/>
                  </a:moveTo>
                  <a:cubicBezTo>
                    <a:pt x="193" y="0"/>
                    <a:pt x="129" y="32"/>
                    <a:pt x="65" y="97"/>
                  </a:cubicBezTo>
                  <a:cubicBezTo>
                    <a:pt x="33" y="129"/>
                    <a:pt x="0" y="225"/>
                    <a:pt x="0" y="290"/>
                  </a:cubicBezTo>
                  <a:lnTo>
                    <a:pt x="0" y="12826"/>
                  </a:lnTo>
                  <a:cubicBezTo>
                    <a:pt x="0" y="15751"/>
                    <a:pt x="2347" y="18098"/>
                    <a:pt x="5272" y="18098"/>
                  </a:cubicBezTo>
                  <a:lnTo>
                    <a:pt x="145615" y="18098"/>
                  </a:lnTo>
                  <a:cubicBezTo>
                    <a:pt x="148508" y="18098"/>
                    <a:pt x="150886" y="15751"/>
                    <a:pt x="150886" y="12826"/>
                  </a:cubicBezTo>
                  <a:lnTo>
                    <a:pt x="150886" y="290"/>
                  </a:lnTo>
                  <a:cubicBezTo>
                    <a:pt x="150886" y="225"/>
                    <a:pt x="150854" y="129"/>
                    <a:pt x="150790" y="97"/>
                  </a:cubicBezTo>
                  <a:cubicBezTo>
                    <a:pt x="150725" y="32"/>
                    <a:pt x="150661" y="0"/>
                    <a:pt x="150597"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3545;p62">
              <a:extLst>
                <a:ext uri="{FF2B5EF4-FFF2-40B4-BE49-F238E27FC236}">
                  <a16:creationId xmlns:a16="http://schemas.microsoft.com/office/drawing/2014/main" id="{B8E7AFD2-5893-BF5C-F695-2B6B8D85E5BB}"/>
                </a:ext>
              </a:extLst>
            </p:cNvPr>
            <p:cNvSpPr/>
            <p:nvPr/>
          </p:nvSpPr>
          <p:spPr>
            <a:xfrm>
              <a:off x="2141675" y="1197625"/>
              <a:ext cx="3757700" cy="2818300"/>
            </a:xfrm>
            <a:custGeom>
              <a:avLst/>
              <a:gdLst/>
              <a:ahLst/>
              <a:cxnLst/>
              <a:rect l="l" t="t" r="r" b="b"/>
              <a:pathLst>
                <a:path w="150308" h="112732" extrusionOk="0">
                  <a:moveTo>
                    <a:pt x="142722" y="7008"/>
                  </a:moveTo>
                  <a:lnTo>
                    <a:pt x="142722" y="86662"/>
                  </a:lnTo>
                  <a:lnTo>
                    <a:pt x="7555" y="86662"/>
                  </a:lnTo>
                  <a:lnTo>
                    <a:pt x="7555" y="7008"/>
                  </a:lnTo>
                  <a:close/>
                  <a:moveTo>
                    <a:pt x="4983" y="1"/>
                  </a:moveTo>
                  <a:cubicBezTo>
                    <a:pt x="2219" y="1"/>
                    <a:pt x="1" y="2251"/>
                    <a:pt x="1" y="4983"/>
                  </a:cubicBezTo>
                  <a:lnTo>
                    <a:pt x="1" y="107749"/>
                  </a:lnTo>
                  <a:cubicBezTo>
                    <a:pt x="1" y="110513"/>
                    <a:pt x="2219" y="112731"/>
                    <a:pt x="4983" y="112731"/>
                  </a:cubicBezTo>
                  <a:lnTo>
                    <a:pt x="145326" y="112731"/>
                  </a:lnTo>
                  <a:cubicBezTo>
                    <a:pt x="148058" y="112731"/>
                    <a:pt x="150308" y="110513"/>
                    <a:pt x="150308" y="107749"/>
                  </a:cubicBezTo>
                  <a:lnTo>
                    <a:pt x="150308" y="4983"/>
                  </a:lnTo>
                  <a:cubicBezTo>
                    <a:pt x="150308" y="2251"/>
                    <a:pt x="148058" y="1"/>
                    <a:pt x="145326"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3546;p62">
              <a:extLst>
                <a:ext uri="{FF2B5EF4-FFF2-40B4-BE49-F238E27FC236}">
                  <a16:creationId xmlns:a16="http://schemas.microsoft.com/office/drawing/2014/main" id="{EBA9B396-3FA1-040F-BFAC-A423C9E75F96}"/>
                </a:ext>
              </a:extLst>
            </p:cNvPr>
            <p:cNvSpPr/>
            <p:nvPr/>
          </p:nvSpPr>
          <p:spPr>
            <a:xfrm>
              <a:off x="2134450" y="1190400"/>
              <a:ext cx="3772175" cy="2832750"/>
            </a:xfrm>
            <a:custGeom>
              <a:avLst/>
              <a:gdLst/>
              <a:ahLst/>
              <a:cxnLst/>
              <a:rect l="l" t="t" r="r" b="b"/>
              <a:pathLst>
                <a:path w="150887" h="113310" extrusionOk="0">
                  <a:moveTo>
                    <a:pt x="142722" y="7618"/>
                  </a:moveTo>
                  <a:lnTo>
                    <a:pt x="142722" y="86662"/>
                  </a:lnTo>
                  <a:lnTo>
                    <a:pt x="8133" y="86662"/>
                  </a:lnTo>
                  <a:lnTo>
                    <a:pt x="8133" y="7618"/>
                  </a:lnTo>
                  <a:close/>
                  <a:moveTo>
                    <a:pt x="7844" y="7008"/>
                  </a:moveTo>
                  <a:cubicBezTo>
                    <a:pt x="7779" y="7008"/>
                    <a:pt x="7683" y="7040"/>
                    <a:pt x="7651" y="7104"/>
                  </a:cubicBezTo>
                  <a:cubicBezTo>
                    <a:pt x="7587" y="7168"/>
                    <a:pt x="7554" y="7233"/>
                    <a:pt x="7554" y="7297"/>
                  </a:cubicBezTo>
                  <a:lnTo>
                    <a:pt x="7554" y="86951"/>
                  </a:lnTo>
                  <a:cubicBezTo>
                    <a:pt x="7554" y="87015"/>
                    <a:pt x="7587" y="87112"/>
                    <a:pt x="7651" y="87144"/>
                  </a:cubicBezTo>
                  <a:cubicBezTo>
                    <a:pt x="7683" y="87208"/>
                    <a:pt x="7779" y="87240"/>
                    <a:pt x="7844" y="87240"/>
                  </a:cubicBezTo>
                  <a:lnTo>
                    <a:pt x="143011" y="87240"/>
                  </a:lnTo>
                  <a:cubicBezTo>
                    <a:pt x="143107" y="87240"/>
                    <a:pt x="143172" y="87208"/>
                    <a:pt x="143236" y="87144"/>
                  </a:cubicBezTo>
                  <a:cubicBezTo>
                    <a:pt x="143300" y="87112"/>
                    <a:pt x="143332" y="87015"/>
                    <a:pt x="143332" y="86951"/>
                  </a:cubicBezTo>
                  <a:lnTo>
                    <a:pt x="143332" y="7297"/>
                  </a:lnTo>
                  <a:cubicBezTo>
                    <a:pt x="143332" y="7233"/>
                    <a:pt x="143300" y="7168"/>
                    <a:pt x="143236" y="7104"/>
                  </a:cubicBezTo>
                  <a:cubicBezTo>
                    <a:pt x="143172" y="7040"/>
                    <a:pt x="143107" y="7008"/>
                    <a:pt x="143011" y="7008"/>
                  </a:cubicBezTo>
                  <a:close/>
                  <a:moveTo>
                    <a:pt x="145615" y="579"/>
                  </a:moveTo>
                  <a:cubicBezTo>
                    <a:pt x="146900" y="579"/>
                    <a:pt x="148057" y="1125"/>
                    <a:pt x="148925" y="1961"/>
                  </a:cubicBezTo>
                  <a:cubicBezTo>
                    <a:pt x="149761" y="2829"/>
                    <a:pt x="150308" y="3986"/>
                    <a:pt x="150308" y="5272"/>
                  </a:cubicBezTo>
                  <a:lnTo>
                    <a:pt x="150308" y="108038"/>
                  </a:lnTo>
                  <a:cubicBezTo>
                    <a:pt x="150308" y="109356"/>
                    <a:pt x="149761" y="110513"/>
                    <a:pt x="148925" y="111349"/>
                  </a:cubicBezTo>
                  <a:cubicBezTo>
                    <a:pt x="148057" y="112217"/>
                    <a:pt x="146900" y="112731"/>
                    <a:pt x="145615" y="112731"/>
                  </a:cubicBezTo>
                  <a:lnTo>
                    <a:pt x="5272" y="112731"/>
                  </a:lnTo>
                  <a:cubicBezTo>
                    <a:pt x="3986" y="112731"/>
                    <a:pt x="2797" y="112217"/>
                    <a:pt x="1961" y="111349"/>
                  </a:cubicBezTo>
                  <a:cubicBezTo>
                    <a:pt x="1093" y="110513"/>
                    <a:pt x="579" y="109356"/>
                    <a:pt x="579" y="108038"/>
                  </a:cubicBezTo>
                  <a:lnTo>
                    <a:pt x="579" y="5272"/>
                  </a:lnTo>
                  <a:cubicBezTo>
                    <a:pt x="579" y="3986"/>
                    <a:pt x="1093" y="2829"/>
                    <a:pt x="1961" y="1961"/>
                  </a:cubicBezTo>
                  <a:cubicBezTo>
                    <a:pt x="2797" y="1125"/>
                    <a:pt x="3986" y="579"/>
                    <a:pt x="5272" y="579"/>
                  </a:cubicBezTo>
                  <a:close/>
                  <a:moveTo>
                    <a:pt x="5272" y="0"/>
                  </a:moveTo>
                  <a:cubicBezTo>
                    <a:pt x="2347" y="0"/>
                    <a:pt x="0" y="2379"/>
                    <a:pt x="0" y="5272"/>
                  </a:cubicBezTo>
                  <a:lnTo>
                    <a:pt x="0" y="108038"/>
                  </a:lnTo>
                  <a:cubicBezTo>
                    <a:pt x="0" y="110963"/>
                    <a:pt x="2347" y="113310"/>
                    <a:pt x="5272" y="113310"/>
                  </a:cubicBezTo>
                  <a:lnTo>
                    <a:pt x="145615" y="113310"/>
                  </a:lnTo>
                  <a:cubicBezTo>
                    <a:pt x="148508" y="113310"/>
                    <a:pt x="150886" y="110963"/>
                    <a:pt x="150886" y="108038"/>
                  </a:cubicBezTo>
                  <a:lnTo>
                    <a:pt x="150886" y="5272"/>
                  </a:lnTo>
                  <a:cubicBezTo>
                    <a:pt x="150886" y="2379"/>
                    <a:pt x="148508" y="0"/>
                    <a:pt x="145615"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3547;p62">
              <a:extLst>
                <a:ext uri="{FF2B5EF4-FFF2-40B4-BE49-F238E27FC236}">
                  <a16:creationId xmlns:a16="http://schemas.microsoft.com/office/drawing/2014/main" id="{6CBC430C-E27B-40C3-88EF-5C3A390AD07E}"/>
                </a:ext>
              </a:extLst>
            </p:cNvPr>
            <p:cNvSpPr/>
            <p:nvPr/>
          </p:nvSpPr>
          <p:spPr>
            <a:xfrm>
              <a:off x="3951400" y="3727400"/>
              <a:ext cx="138250" cy="139050"/>
            </a:xfrm>
            <a:custGeom>
              <a:avLst/>
              <a:gdLst/>
              <a:ahLst/>
              <a:cxnLst/>
              <a:rect l="l" t="t" r="r" b="b"/>
              <a:pathLst>
                <a:path w="5530" h="5562" extrusionOk="0">
                  <a:moveTo>
                    <a:pt x="2765" y="0"/>
                  </a:moveTo>
                  <a:cubicBezTo>
                    <a:pt x="1222" y="0"/>
                    <a:pt x="1" y="1254"/>
                    <a:pt x="1" y="2797"/>
                  </a:cubicBezTo>
                  <a:cubicBezTo>
                    <a:pt x="1" y="4308"/>
                    <a:pt x="1222" y="5561"/>
                    <a:pt x="2765" y="5561"/>
                  </a:cubicBezTo>
                  <a:cubicBezTo>
                    <a:pt x="4276" y="5561"/>
                    <a:pt x="5530" y="4308"/>
                    <a:pt x="5530" y="2797"/>
                  </a:cubicBezTo>
                  <a:cubicBezTo>
                    <a:pt x="5530" y="1254"/>
                    <a:pt x="4276" y="0"/>
                    <a:pt x="2765"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3548;p62">
              <a:extLst>
                <a:ext uri="{FF2B5EF4-FFF2-40B4-BE49-F238E27FC236}">
                  <a16:creationId xmlns:a16="http://schemas.microsoft.com/office/drawing/2014/main" id="{24B9A622-2C90-2166-955B-D0D6032D3049}"/>
                </a:ext>
              </a:extLst>
            </p:cNvPr>
            <p:cNvSpPr/>
            <p:nvPr/>
          </p:nvSpPr>
          <p:spPr>
            <a:xfrm>
              <a:off x="3943375" y="3720175"/>
              <a:ext cx="153525" cy="153500"/>
            </a:xfrm>
            <a:custGeom>
              <a:avLst/>
              <a:gdLst/>
              <a:ahLst/>
              <a:cxnLst/>
              <a:rect l="l" t="t" r="r" b="b"/>
              <a:pathLst>
                <a:path w="6141" h="6140" extrusionOk="0">
                  <a:moveTo>
                    <a:pt x="3086" y="579"/>
                  </a:moveTo>
                  <a:cubicBezTo>
                    <a:pt x="3761" y="579"/>
                    <a:pt x="4372" y="868"/>
                    <a:pt x="4822" y="1318"/>
                  </a:cubicBezTo>
                  <a:cubicBezTo>
                    <a:pt x="5272" y="1768"/>
                    <a:pt x="5561" y="2379"/>
                    <a:pt x="5561" y="3086"/>
                  </a:cubicBezTo>
                  <a:cubicBezTo>
                    <a:pt x="5561" y="3761"/>
                    <a:pt x="5272" y="4372"/>
                    <a:pt x="4822" y="4822"/>
                  </a:cubicBezTo>
                  <a:cubicBezTo>
                    <a:pt x="4372" y="5272"/>
                    <a:pt x="3761" y="5561"/>
                    <a:pt x="3086" y="5561"/>
                  </a:cubicBezTo>
                  <a:cubicBezTo>
                    <a:pt x="2379" y="5561"/>
                    <a:pt x="1768" y="5272"/>
                    <a:pt x="1318" y="4822"/>
                  </a:cubicBezTo>
                  <a:cubicBezTo>
                    <a:pt x="868" y="4372"/>
                    <a:pt x="611" y="3761"/>
                    <a:pt x="611" y="3086"/>
                  </a:cubicBezTo>
                  <a:cubicBezTo>
                    <a:pt x="611" y="2379"/>
                    <a:pt x="868" y="1768"/>
                    <a:pt x="1318" y="1318"/>
                  </a:cubicBezTo>
                  <a:cubicBezTo>
                    <a:pt x="1768" y="868"/>
                    <a:pt x="2379" y="579"/>
                    <a:pt x="3086" y="579"/>
                  </a:cubicBezTo>
                  <a:close/>
                  <a:moveTo>
                    <a:pt x="3086" y="0"/>
                  </a:moveTo>
                  <a:cubicBezTo>
                    <a:pt x="1383" y="0"/>
                    <a:pt x="0" y="1382"/>
                    <a:pt x="0" y="3086"/>
                  </a:cubicBezTo>
                  <a:cubicBezTo>
                    <a:pt x="0" y="4758"/>
                    <a:pt x="1383" y="6140"/>
                    <a:pt x="3086" y="6140"/>
                  </a:cubicBezTo>
                  <a:cubicBezTo>
                    <a:pt x="4758" y="6140"/>
                    <a:pt x="6140" y="4758"/>
                    <a:pt x="6140" y="3086"/>
                  </a:cubicBezTo>
                  <a:cubicBezTo>
                    <a:pt x="6140" y="1382"/>
                    <a:pt x="4758" y="0"/>
                    <a:pt x="3086"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3549;p62">
              <a:extLst>
                <a:ext uri="{FF2B5EF4-FFF2-40B4-BE49-F238E27FC236}">
                  <a16:creationId xmlns:a16="http://schemas.microsoft.com/office/drawing/2014/main" id="{BB71A8BB-D3B6-D464-529B-1687D72E8601}"/>
                </a:ext>
              </a:extLst>
            </p:cNvPr>
            <p:cNvSpPr/>
            <p:nvPr/>
          </p:nvSpPr>
          <p:spPr>
            <a:xfrm>
              <a:off x="3413000" y="4570400"/>
              <a:ext cx="1215075" cy="57075"/>
            </a:xfrm>
            <a:custGeom>
              <a:avLst/>
              <a:gdLst/>
              <a:ahLst/>
              <a:cxnLst/>
              <a:rect l="l" t="t" r="r" b="b"/>
              <a:pathLst>
                <a:path w="48603" h="2283" extrusionOk="0">
                  <a:moveTo>
                    <a:pt x="0" y="0"/>
                  </a:moveTo>
                  <a:lnTo>
                    <a:pt x="0" y="2282"/>
                  </a:lnTo>
                  <a:lnTo>
                    <a:pt x="48602" y="2282"/>
                  </a:lnTo>
                  <a:lnTo>
                    <a:pt x="48602"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3550;p62">
              <a:extLst>
                <a:ext uri="{FF2B5EF4-FFF2-40B4-BE49-F238E27FC236}">
                  <a16:creationId xmlns:a16="http://schemas.microsoft.com/office/drawing/2014/main" id="{E144AC3F-EDEA-8262-FBB2-0E07E5779B7F}"/>
                </a:ext>
              </a:extLst>
            </p:cNvPr>
            <p:cNvSpPr/>
            <p:nvPr/>
          </p:nvSpPr>
          <p:spPr>
            <a:xfrm>
              <a:off x="3404950" y="4563150"/>
              <a:ext cx="1230350" cy="71550"/>
            </a:xfrm>
            <a:custGeom>
              <a:avLst/>
              <a:gdLst/>
              <a:ahLst/>
              <a:cxnLst/>
              <a:rect l="l" t="t" r="r" b="b"/>
              <a:pathLst>
                <a:path w="49214" h="2862" extrusionOk="0">
                  <a:moveTo>
                    <a:pt x="48635" y="579"/>
                  </a:moveTo>
                  <a:lnTo>
                    <a:pt x="48635" y="2251"/>
                  </a:lnTo>
                  <a:lnTo>
                    <a:pt x="611" y="2251"/>
                  </a:lnTo>
                  <a:lnTo>
                    <a:pt x="611" y="579"/>
                  </a:lnTo>
                  <a:close/>
                  <a:moveTo>
                    <a:pt x="322" y="1"/>
                  </a:moveTo>
                  <a:cubicBezTo>
                    <a:pt x="226" y="1"/>
                    <a:pt x="161" y="33"/>
                    <a:pt x="97" y="97"/>
                  </a:cubicBezTo>
                  <a:cubicBezTo>
                    <a:pt x="33" y="129"/>
                    <a:pt x="1" y="226"/>
                    <a:pt x="1" y="290"/>
                  </a:cubicBezTo>
                  <a:lnTo>
                    <a:pt x="1" y="2572"/>
                  </a:lnTo>
                  <a:cubicBezTo>
                    <a:pt x="1" y="2637"/>
                    <a:pt x="33" y="2701"/>
                    <a:pt x="97" y="2765"/>
                  </a:cubicBezTo>
                  <a:cubicBezTo>
                    <a:pt x="161" y="2829"/>
                    <a:pt x="226" y="2862"/>
                    <a:pt x="322" y="2862"/>
                  </a:cubicBezTo>
                  <a:lnTo>
                    <a:pt x="48924" y="2862"/>
                  </a:lnTo>
                  <a:cubicBezTo>
                    <a:pt x="49021" y="2862"/>
                    <a:pt x="49085" y="2829"/>
                    <a:pt x="49149" y="2765"/>
                  </a:cubicBezTo>
                  <a:cubicBezTo>
                    <a:pt x="49214" y="2701"/>
                    <a:pt x="49214" y="2637"/>
                    <a:pt x="49214" y="2572"/>
                  </a:cubicBezTo>
                  <a:lnTo>
                    <a:pt x="49214" y="290"/>
                  </a:lnTo>
                  <a:cubicBezTo>
                    <a:pt x="49214" y="226"/>
                    <a:pt x="49214" y="129"/>
                    <a:pt x="49149" y="97"/>
                  </a:cubicBezTo>
                  <a:cubicBezTo>
                    <a:pt x="49085" y="33"/>
                    <a:pt x="49021" y="1"/>
                    <a:pt x="48924"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3551;p62">
              <a:extLst>
                <a:ext uri="{FF2B5EF4-FFF2-40B4-BE49-F238E27FC236}">
                  <a16:creationId xmlns:a16="http://schemas.microsoft.com/office/drawing/2014/main" id="{284535EA-B994-35C8-5364-E9A9047F2DEB}"/>
                </a:ext>
              </a:extLst>
            </p:cNvPr>
            <p:cNvSpPr/>
            <p:nvPr/>
          </p:nvSpPr>
          <p:spPr>
            <a:xfrm>
              <a:off x="2180250" y="2902900"/>
              <a:ext cx="162350" cy="178425"/>
            </a:xfrm>
            <a:custGeom>
              <a:avLst/>
              <a:gdLst/>
              <a:ahLst/>
              <a:cxnLst/>
              <a:rect l="l" t="t" r="r" b="b"/>
              <a:pathLst>
                <a:path w="6494" h="7137" extrusionOk="0">
                  <a:moveTo>
                    <a:pt x="2122" y="0"/>
                  </a:moveTo>
                  <a:lnTo>
                    <a:pt x="129" y="1897"/>
                  </a:lnTo>
                  <a:cubicBezTo>
                    <a:pt x="129" y="1897"/>
                    <a:pt x="1" y="3279"/>
                    <a:pt x="1286" y="5047"/>
                  </a:cubicBezTo>
                  <a:cubicBezTo>
                    <a:pt x="2540" y="6815"/>
                    <a:pt x="2797" y="7136"/>
                    <a:pt x="2797" y="7136"/>
                  </a:cubicBezTo>
                  <a:cubicBezTo>
                    <a:pt x="2797" y="7136"/>
                    <a:pt x="3247" y="6236"/>
                    <a:pt x="4244" y="5047"/>
                  </a:cubicBezTo>
                  <a:cubicBezTo>
                    <a:pt x="5272" y="3858"/>
                    <a:pt x="6494" y="2732"/>
                    <a:pt x="6494" y="2732"/>
                  </a:cubicBezTo>
                  <a:cubicBezTo>
                    <a:pt x="5980" y="547"/>
                    <a:pt x="2122" y="0"/>
                    <a:pt x="212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3552;p62">
              <a:extLst>
                <a:ext uri="{FF2B5EF4-FFF2-40B4-BE49-F238E27FC236}">
                  <a16:creationId xmlns:a16="http://schemas.microsoft.com/office/drawing/2014/main" id="{5FB3FBBC-D6A4-EE77-5B3B-8D83698CE6B9}"/>
                </a:ext>
              </a:extLst>
            </p:cNvPr>
            <p:cNvSpPr/>
            <p:nvPr/>
          </p:nvSpPr>
          <p:spPr>
            <a:xfrm>
              <a:off x="2177050" y="2895650"/>
              <a:ext cx="172800" cy="192900"/>
            </a:xfrm>
            <a:custGeom>
              <a:avLst/>
              <a:gdLst/>
              <a:ahLst/>
              <a:cxnLst/>
              <a:rect l="l" t="t" r="r" b="b"/>
              <a:pathLst>
                <a:path w="6912" h="7716" extrusionOk="0">
                  <a:moveTo>
                    <a:pt x="2356" y="566"/>
                  </a:moveTo>
                  <a:cubicBezTo>
                    <a:pt x="2682" y="623"/>
                    <a:pt x="3523" y="792"/>
                    <a:pt x="4340" y="1158"/>
                  </a:cubicBezTo>
                  <a:cubicBezTo>
                    <a:pt x="4790" y="1351"/>
                    <a:pt x="5272" y="1608"/>
                    <a:pt x="5625" y="1930"/>
                  </a:cubicBezTo>
                  <a:cubicBezTo>
                    <a:pt x="5971" y="2218"/>
                    <a:pt x="6214" y="2558"/>
                    <a:pt x="6330" y="2950"/>
                  </a:cubicBezTo>
                  <a:lnTo>
                    <a:pt x="6330" y="2950"/>
                  </a:lnTo>
                  <a:cubicBezTo>
                    <a:pt x="5982" y="3271"/>
                    <a:pt x="5007" y="4192"/>
                    <a:pt x="4179" y="5176"/>
                  </a:cubicBezTo>
                  <a:cubicBezTo>
                    <a:pt x="3544" y="5910"/>
                    <a:pt x="3130" y="6546"/>
                    <a:pt x="2898" y="6933"/>
                  </a:cubicBezTo>
                  <a:lnTo>
                    <a:pt x="2898" y="6933"/>
                  </a:lnTo>
                  <a:cubicBezTo>
                    <a:pt x="2886" y="6916"/>
                    <a:pt x="2874" y="6898"/>
                    <a:pt x="2861" y="6880"/>
                  </a:cubicBezTo>
                  <a:cubicBezTo>
                    <a:pt x="2636" y="6590"/>
                    <a:pt x="2250" y="6076"/>
                    <a:pt x="1607" y="5176"/>
                  </a:cubicBezTo>
                  <a:cubicBezTo>
                    <a:pt x="614" y="3798"/>
                    <a:pt x="515" y="2644"/>
                    <a:pt x="514" y="2318"/>
                  </a:cubicBezTo>
                  <a:lnTo>
                    <a:pt x="514" y="2318"/>
                  </a:lnTo>
                  <a:lnTo>
                    <a:pt x="2356" y="566"/>
                  </a:lnTo>
                  <a:close/>
                  <a:moveTo>
                    <a:pt x="2282" y="1"/>
                  </a:moveTo>
                  <a:cubicBezTo>
                    <a:pt x="2218" y="1"/>
                    <a:pt x="2122" y="33"/>
                    <a:pt x="2057" y="97"/>
                  </a:cubicBezTo>
                  <a:lnTo>
                    <a:pt x="64" y="1994"/>
                  </a:lnTo>
                  <a:cubicBezTo>
                    <a:pt x="32" y="2058"/>
                    <a:pt x="0" y="2090"/>
                    <a:pt x="0" y="2155"/>
                  </a:cubicBezTo>
                  <a:cubicBezTo>
                    <a:pt x="0" y="2187"/>
                    <a:pt x="0" y="2219"/>
                    <a:pt x="0" y="2315"/>
                  </a:cubicBezTo>
                  <a:cubicBezTo>
                    <a:pt x="0" y="2733"/>
                    <a:pt x="97" y="3987"/>
                    <a:pt x="1189" y="5498"/>
                  </a:cubicBezTo>
                  <a:cubicBezTo>
                    <a:pt x="2475" y="7266"/>
                    <a:pt x="2700" y="7587"/>
                    <a:pt x="2700" y="7587"/>
                  </a:cubicBezTo>
                  <a:cubicBezTo>
                    <a:pt x="2765" y="7683"/>
                    <a:pt x="2861" y="7716"/>
                    <a:pt x="2957" y="7716"/>
                  </a:cubicBezTo>
                  <a:cubicBezTo>
                    <a:pt x="3054" y="7683"/>
                    <a:pt x="3118" y="7651"/>
                    <a:pt x="3150" y="7555"/>
                  </a:cubicBezTo>
                  <a:lnTo>
                    <a:pt x="3182" y="7523"/>
                  </a:lnTo>
                  <a:cubicBezTo>
                    <a:pt x="3279" y="7330"/>
                    <a:pt x="3729" y="6526"/>
                    <a:pt x="4597" y="5498"/>
                  </a:cubicBezTo>
                  <a:cubicBezTo>
                    <a:pt x="5079" y="4919"/>
                    <a:pt x="5658" y="4340"/>
                    <a:pt x="6075" y="3922"/>
                  </a:cubicBezTo>
                  <a:cubicBezTo>
                    <a:pt x="6300" y="3730"/>
                    <a:pt x="6493" y="3537"/>
                    <a:pt x="6622" y="3408"/>
                  </a:cubicBezTo>
                  <a:cubicBezTo>
                    <a:pt x="6750" y="3312"/>
                    <a:pt x="6815" y="3247"/>
                    <a:pt x="6815" y="3247"/>
                  </a:cubicBezTo>
                  <a:cubicBezTo>
                    <a:pt x="6879" y="3183"/>
                    <a:pt x="6911" y="3055"/>
                    <a:pt x="6911" y="2958"/>
                  </a:cubicBezTo>
                  <a:cubicBezTo>
                    <a:pt x="6750" y="2347"/>
                    <a:pt x="6365" y="1865"/>
                    <a:pt x="5915" y="1480"/>
                  </a:cubicBezTo>
                  <a:cubicBezTo>
                    <a:pt x="5208" y="901"/>
                    <a:pt x="4307" y="547"/>
                    <a:pt x="3568" y="322"/>
                  </a:cubicBezTo>
                  <a:cubicBezTo>
                    <a:pt x="2861" y="97"/>
                    <a:pt x="2282" y="33"/>
                    <a:pt x="2282"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3553;p62">
              <a:extLst>
                <a:ext uri="{FF2B5EF4-FFF2-40B4-BE49-F238E27FC236}">
                  <a16:creationId xmlns:a16="http://schemas.microsoft.com/office/drawing/2014/main" id="{7645DC2E-8820-E6F4-43A0-7356C1BE9F49}"/>
                </a:ext>
              </a:extLst>
            </p:cNvPr>
            <p:cNvSpPr/>
            <p:nvPr/>
          </p:nvSpPr>
          <p:spPr>
            <a:xfrm>
              <a:off x="2210000" y="2764900"/>
              <a:ext cx="282075" cy="242375"/>
            </a:xfrm>
            <a:custGeom>
              <a:avLst/>
              <a:gdLst/>
              <a:ahLst/>
              <a:cxnLst/>
              <a:rect l="l" t="t" r="r" b="b"/>
              <a:pathLst>
                <a:path w="11283" h="9695" extrusionOk="0">
                  <a:moveTo>
                    <a:pt x="5918" y="0"/>
                  </a:moveTo>
                  <a:cubicBezTo>
                    <a:pt x="4911" y="0"/>
                    <a:pt x="3878" y="114"/>
                    <a:pt x="3311" y="506"/>
                  </a:cubicBezTo>
                  <a:cubicBezTo>
                    <a:pt x="1929" y="1438"/>
                    <a:pt x="1382" y="2627"/>
                    <a:pt x="707" y="4588"/>
                  </a:cubicBezTo>
                  <a:cubicBezTo>
                    <a:pt x="0" y="6517"/>
                    <a:pt x="868" y="5584"/>
                    <a:pt x="1639" y="7031"/>
                  </a:cubicBezTo>
                  <a:cubicBezTo>
                    <a:pt x="2411" y="8445"/>
                    <a:pt x="2411" y="8381"/>
                    <a:pt x="3022" y="8477"/>
                  </a:cubicBezTo>
                  <a:cubicBezTo>
                    <a:pt x="3632" y="8574"/>
                    <a:pt x="4018" y="8574"/>
                    <a:pt x="4018" y="8574"/>
                  </a:cubicBezTo>
                  <a:cubicBezTo>
                    <a:pt x="4018" y="8574"/>
                    <a:pt x="5143" y="8960"/>
                    <a:pt x="6525" y="9474"/>
                  </a:cubicBezTo>
                  <a:cubicBezTo>
                    <a:pt x="6960" y="9629"/>
                    <a:pt x="7295" y="9694"/>
                    <a:pt x="7559" y="9694"/>
                  </a:cubicBezTo>
                  <a:cubicBezTo>
                    <a:pt x="8117" y="9694"/>
                    <a:pt x="8365" y="9405"/>
                    <a:pt x="8583" y="9056"/>
                  </a:cubicBezTo>
                  <a:cubicBezTo>
                    <a:pt x="8904" y="8510"/>
                    <a:pt x="9386" y="4588"/>
                    <a:pt x="9386" y="4588"/>
                  </a:cubicBezTo>
                  <a:cubicBezTo>
                    <a:pt x="9386" y="4588"/>
                    <a:pt x="10479" y="4074"/>
                    <a:pt x="10865" y="2949"/>
                  </a:cubicBezTo>
                  <a:cubicBezTo>
                    <a:pt x="11283" y="1824"/>
                    <a:pt x="9740" y="2145"/>
                    <a:pt x="9290" y="1984"/>
                  </a:cubicBezTo>
                  <a:cubicBezTo>
                    <a:pt x="8840" y="1824"/>
                    <a:pt x="8647" y="216"/>
                    <a:pt x="8647" y="216"/>
                  </a:cubicBezTo>
                  <a:cubicBezTo>
                    <a:pt x="8647" y="216"/>
                    <a:pt x="7307" y="0"/>
                    <a:pt x="5918"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3554;p62">
              <a:extLst>
                <a:ext uri="{FF2B5EF4-FFF2-40B4-BE49-F238E27FC236}">
                  <a16:creationId xmlns:a16="http://schemas.microsoft.com/office/drawing/2014/main" id="{968963E1-D500-750E-DE32-BD5DA0A25001}"/>
                </a:ext>
              </a:extLst>
            </p:cNvPr>
            <p:cNvSpPr/>
            <p:nvPr/>
          </p:nvSpPr>
          <p:spPr>
            <a:xfrm>
              <a:off x="2214000" y="2758250"/>
              <a:ext cx="276475" cy="255575"/>
            </a:xfrm>
            <a:custGeom>
              <a:avLst/>
              <a:gdLst/>
              <a:ahLst/>
              <a:cxnLst/>
              <a:rect l="l" t="t" r="r" b="b"/>
              <a:pathLst>
                <a:path w="11059" h="10223" extrusionOk="0">
                  <a:moveTo>
                    <a:pt x="5722" y="547"/>
                  </a:moveTo>
                  <a:cubicBezTo>
                    <a:pt x="6397" y="547"/>
                    <a:pt x="7073" y="611"/>
                    <a:pt x="7587" y="643"/>
                  </a:cubicBezTo>
                  <a:cubicBezTo>
                    <a:pt x="7844" y="675"/>
                    <a:pt x="8069" y="707"/>
                    <a:pt x="8198" y="739"/>
                  </a:cubicBezTo>
                  <a:cubicBezTo>
                    <a:pt x="8218" y="739"/>
                    <a:pt x="8236" y="740"/>
                    <a:pt x="8254" y="741"/>
                  </a:cubicBezTo>
                  <a:lnTo>
                    <a:pt x="8254" y="741"/>
                  </a:lnTo>
                  <a:cubicBezTo>
                    <a:pt x="8277" y="902"/>
                    <a:pt x="8319" y="1132"/>
                    <a:pt x="8390" y="1382"/>
                  </a:cubicBezTo>
                  <a:cubicBezTo>
                    <a:pt x="8423" y="1607"/>
                    <a:pt x="8519" y="1832"/>
                    <a:pt x="8615" y="2025"/>
                  </a:cubicBezTo>
                  <a:cubicBezTo>
                    <a:pt x="8648" y="2122"/>
                    <a:pt x="8712" y="2218"/>
                    <a:pt x="8776" y="2315"/>
                  </a:cubicBezTo>
                  <a:cubicBezTo>
                    <a:pt x="8840" y="2411"/>
                    <a:pt x="8937" y="2475"/>
                    <a:pt x="9033" y="2507"/>
                  </a:cubicBezTo>
                  <a:cubicBezTo>
                    <a:pt x="9194" y="2572"/>
                    <a:pt x="9387" y="2572"/>
                    <a:pt x="9548" y="2572"/>
                  </a:cubicBezTo>
                  <a:cubicBezTo>
                    <a:pt x="9805" y="2604"/>
                    <a:pt x="10094" y="2604"/>
                    <a:pt x="10287" y="2668"/>
                  </a:cubicBezTo>
                  <a:cubicBezTo>
                    <a:pt x="10383" y="2700"/>
                    <a:pt x="10448" y="2732"/>
                    <a:pt x="10480" y="2765"/>
                  </a:cubicBezTo>
                  <a:cubicBezTo>
                    <a:pt x="10512" y="2765"/>
                    <a:pt x="10512" y="2797"/>
                    <a:pt x="10512" y="2861"/>
                  </a:cubicBezTo>
                  <a:cubicBezTo>
                    <a:pt x="10512" y="2925"/>
                    <a:pt x="10512" y="3022"/>
                    <a:pt x="10480" y="3118"/>
                  </a:cubicBezTo>
                  <a:cubicBezTo>
                    <a:pt x="10287" y="3632"/>
                    <a:pt x="9933" y="4018"/>
                    <a:pt x="9644" y="4243"/>
                  </a:cubicBezTo>
                  <a:cubicBezTo>
                    <a:pt x="9516" y="4372"/>
                    <a:pt x="9355" y="4468"/>
                    <a:pt x="9258" y="4533"/>
                  </a:cubicBezTo>
                  <a:cubicBezTo>
                    <a:pt x="9226" y="4565"/>
                    <a:pt x="9194" y="4597"/>
                    <a:pt x="9162" y="4597"/>
                  </a:cubicBezTo>
                  <a:lnTo>
                    <a:pt x="9130" y="4629"/>
                  </a:lnTo>
                  <a:cubicBezTo>
                    <a:pt x="9033" y="4661"/>
                    <a:pt x="8969" y="4725"/>
                    <a:pt x="8969" y="4822"/>
                  </a:cubicBezTo>
                  <a:cubicBezTo>
                    <a:pt x="8969" y="4822"/>
                    <a:pt x="8937" y="5079"/>
                    <a:pt x="8873" y="5433"/>
                  </a:cubicBezTo>
                  <a:cubicBezTo>
                    <a:pt x="8808" y="6011"/>
                    <a:pt x="8680" y="6847"/>
                    <a:pt x="8551" y="7618"/>
                  </a:cubicBezTo>
                  <a:cubicBezTo>
                    <a:pt x="8487" y="8004"/>
                    <a:pt x="8423" y="8358"/>
                    <a:pt x="8358" y="8647"/>
                  </a:cubicBezTo>
                  <a:cubicBezTo>
                    <a:pt x="8326" y="8776"/>
                    <a:pt x="8294" y="8904"/>
                    <a:pt x="8262" y="9001"/>
                  </a:cubicBezTo>
                  <a:cubicBezTo>
                    <a:pt x="8230" y="9097"/>
                    <a:pt x="8198" y="9161"/>
                    <a:pt x="8198" y="9161"/>
                  </a:cubicBezTo>
                  <a:cubicBezTo>
                    <a:pt x="8101" y="9322"/>
                    <a:pt x="8005" y="9451"/>
                    <a:pt x="7876" y="9547"/>
                  </a:cubicBezTo>
                  <a:cubicBezTo>
                    <a:pt x="7780" y="9644"/>
                    <a:pt x="7651" y="9676"/>
                    <a:pt x="7394" y="9676"/>
                  </a:cubicBezTo>
                  <a:cubicBezTo>
                    <a:pt x="7169" y="9676"/>
                    <a:pt x="6880" y="9611"/>
                    <a:pt x="6430" y="9483"/>
                  </a:cubicBezTo>
                  <a:cubicBezTo>
                    <a:pt x="5080" y="9001"/>
                    <a:pt x="3955" y="8583"/>
                    <a:pt x="3955" y="8583"/>
                  </a:cubicBezTo>
                  <a:lnTo>
                    <a:pt x="3858" y="8583"/>
                  </a:lnTo>
                  <a:lnTo>
                    <a:pt x="3794" y="8551"/>
                  </a:lnTo>
                  <a:cubicBezTo>
                    <a:pt x="3665" y="8551"/>
                    <a:pt x="3344" y="8551"/>
                    <a:pt x="2894" y="8486"/>
                  </a:cubicBezTo>
                  <a:cubicBezTo>
                    <a:pt x="2733" y="8454"/>
                    <a:pt x="2637" y="8422"/>
                    <a:pt x="2572" y="8422"/>
                  </a:cubicBezTo>
                  <a:cubicBezTo>
                    <a:pt x="2540" y="8390"/>
                    <a:pt x="2508" y="8390"/>
                    <a:pt x="2476" y="8358"/>
                  </a:cubicBezTo>
                  <a:cubicBezTo>
                    <a:pt x="2412" y="8326"/>
                    <a:pt x="2315" y="8229"/>
                    <a:pt x="2219" y="8036"/>
                  </a:cubicBezTo>
                  <a:cubicBezTo>
                    <a:pt x="2090" y="7843"/>
                    <a:pt x="1929" y="7554"/>
                    <a:pt x="1704" y="7168"/>
                  </a:cubicBezTo>
                  <a:cubicBezTo>
                    <a:pt x="1415" y="6590"/>
                    <a:pt x="1062" y="6333"/>
                    <a:pt x="804" y="6172"/>
                  </a:cubicBezTo>
                  <a:cubicBezTo>
                    <a:pt x="708" y="6108"/>
                    <a:pt x="612" y="6043"/>
                    <a:pt x="612" y="6011"/>
                  </a:cubicBezTo>
                  <a:cubicBezTo>
                    <a:pt x="579" y="5979"/>
                    <a:pt x="547" y="5947"/>
                    <a:pt x="547" y="5850"/>
                  </a:cubicBezTo>
                  <a:cubicBezTo>
                    <a:pt x="547" y="5722"/>
                    <a:pt x="612" y="5400"/>
                    <a:pt x="804" y="4918"/>
                  </a:cubicBezTo>
                  <a:cubicBezTo>
                    <a:pt x="1126" y="3954"/>
                    <a:pt x="1447" y="3182"/>
                    <a:pt x="1833" y="2572"/>
                  </a:cubicBezTo>
                  <a:cubicBezTo>
                    <a:pt x="2187" y="1929"/>
                    <a:pt x="2637" y="1447"/>
                    <a:pt x="3279" y="997"/>
                  </a:cubicBezTo>
                  <a:cubicBezTo>
                    <a:pt x="3505" y="836"/>
                    <a:pt x="3890" y="707"/>
                    <a:pt x="4308" y="643"/>
                  </a:cubicBezTo>
                  <a:cubicBezTo>
                    <a:pt x="4726" y="579"/>
                    <a:pt x="5240" y="547"/>
                    <a:pt x="5722" y="547"/>
                  </a:cubicBezTo>
                  <a:close/>
                  <a:moveTo>
                    <a:pt x="5722" y="0"/>
                  </a:moveTo>
                  <a:cubicBezTo>
                    <a:pt x="5208" y="0"/>
                    <a:pt x="4694" y="32"/>
                    <a:pt x="4212" y="129"/>
                  </a:cubicBezTo>
                  <a:cubicBezTo>
                    <a:pt x="3762" y="193"/>
                    <a:pt x="3312" y="322"/>
                    <a:pt x="2990" y="547"/>
                  </a:cubicBezTo>
                  <a:cubicBezTo>
                    <a:pt x="2283" y="1029"/>
                    <a:pt x="1769" y="1607"/>
                    <a:pt x="1351" y="2282"/>
                  </a:cubicBezTo>
                  <a:cubicBezTo>
                    <a:pt x="933" y="2990"/>
                    <a:pt x="644" y="3793"/>
                    <a:pt x="290" y="4758"/>
                  </a:cubicBezTo>
                  <a:cubicBezTo>
                    <a:pt x="97" y="5272"/>
                    <a:pt x="33" y="5593"/>
                    <a:pt x="33" y="5850"/>
                  </a:cubicBezTo>
                  <a:cubicBezTo>
                    <a:pt x="1" y="6043"/>
                    <a:pt x="65" y="6236"/>
                    <a:pt x="194" y="6365"/>
                  </a:cubicBezTo>
                  <a:cubicBezTo>
                    <a:pt x="354" y="6525"/>
                    <a:pt x="515" y="6622"/>
                    <a:pt x="676" y="6751"/>
                  </a:cubicBezTo>
                  <a:cubicBezTo>
                    <a:pt x="869" y="6879"/>
                    <a:pt x="1029" y="7040"/>
                    <a:pt x="1254" y="7426"/>
                  </a:cubicBezTo>
                  <a:cubicBezTo>
                    <a:pt x="1640" y="8133"/>
                    <a:pt x="1833" y="8486"/>
                    <a:pt x="2058" y="8711"/>
                  </a:cubicBezTo>
                  <a:cubicBezTo>
                    <a:pt x="2154" y="8808"/>
                    <a:pt x="2283" y="8904"/>
                    <a:pt x="2412" y="8936"/>
                  </a:cubicBezTo>
                  <a:cubicBezTo>
                    <a:pt x="2540" y="8968"/>
                    <a:pt x="2669" y="8968"/>
                    <a:pt x="2829" y="9001"/>
                  </a:cubicBezTo>
                  <a:cubicBezTo>
                    <a:pt x="3280" y="9072"/>
                    <a:pt x="3608" y="9090"/>
                    <a:pt x="3762" y="9095"/>
                  </a:cubicBezTo>
                  <a:lnTo>
                    <a:pt x="3762" y="9095"/>
                  </a:lnTo>
                  <a:lnTo>
                    <a:pt x="3762" y="9097"/>
                  </a:lnTo>
                  <a:cubicBezTo>
                    <a:pt x="3762" y="9097"/>
                    <a:pt x="4887" y="9483"/>
                    <a:pt x="6269" y="9965"/>
                  </a:cubicBezTo>
                  <a:cubicBezTo>
                    <a:pt x="6719" y="10126"/>
                    <a:pt x="7105" y="10222"/>
                    <a:pt x="7394" y="10222"/>
                  </a:cubicBezTo>
                  <a:cubicBezTo>
                    <a:pt x="7715" y="10222"/>
                    <a:pt x="8005" y="10126"/>
                    <a:pt x="8198" y="9965"/>
                  </a:cubicBezTo>
                  <a:cubicBezTo>
                    <a:pt x="8390" y="9836"/>
                    <a:pt x="8551" y="9644"/>
                    <a:pt x="8648" y="9451"/>
                  </a:cubicBezTo>
                  <a:cubicBezTo>
                    <a:pt x="8712" y="9322"/>
                    <a:pt x="8744" y="9193"/>
                    <a:pt x="8808" y="9033"/>
                  </a:cubicBezTo>
                  <a:cubicBezTo>
                    <a:pt x="8969" y="8454"/>
                    <a:pt x="9130" y="7426"/>
                    <a:pt x="9258" y="6525"/>
                  </a:cubicBezTo>
                  <a:cubicBezTo>
                    <a:pt x="9378" y="5881"/>
                    <a:pt x="9461" y="5291"/>
                    <a:pt x="9497" y="5029"/>
                  </a:cubicBezTo>
                  <a:lnTo>
                    <a:pt x="9497" y="5029"/>
                  </a:lnTo>
                  <a:cubicBezTo>
                    <a:pt x="9819" y="4837"/>
                    <a:pt x="10604" y="4308"/>
                    <a:pt x="10962" y="3311"/>
                  </a:cubicBezTo>
                  <a:cubicBezTo>
                    <a:pt x="11026" y="3150"/>
                    <a:pt x="11058" y="3022"/>
                    <a:pt x="11058" y="2861"/>
                  </a:cubicBezTo>
                  <a:cubicBezTo>
                    <a:pt x="11058" y="2732"/>
                    <a:pt x="11026" y="2636"/>
                    <a:pt x="10962" y="2507"/>
                  </a:cubicBezTo>
                  <a:cubicBezTo>
                    <a:pt x="10866" y="2315"/>
                    <a:pt x="10673" y="2218"/>
                    <a:pt x="10512" y="2154"/>
                  </a:cubicBezTo>
                  <a:cubicBezTo>
                    <a:pt x="10255" y="2090"/>
                    <a:pt x="9998" y="2057"/>
                    <a:pt x="9741" y="2057"/>
                  </a:cubicBezTo>
                  <a:lnTo>
                    <a:pt x="9419" y="2057"/>
                  </a:lnTo>
                  <a:cubicBezTo>
                    <a:pt x="9323" y="2025"/>
                    <a:pt x="9258" y="2025"/>
                    <a:pt x="9226" y="2025"/>
                  </a:cubicBezTo>
                  <a:cubicBezTo>
                    <a:pt x="9226" y="2025"/>
                    <a:pt x="9130" y="1929"/>
                    <a:pt x="9065" y="1768"/>
                  </a:cubicBezTo>
                  <a:cubicBezTo>
                    <a:pt x="8969" y="1543"/>
                    <a:pt x="8873" y="1190"/>
                    <a:pt x="8840" y="932"/>
                  </a:cubicBezTo>
                  <a:cubicBezTo>
                    <a:pt x="8808" y="804"/>
                    <a:pt x="8776" y="675"/>
                    <a:pt x="8776" y="611"/>
                  </a:cubicBezTo>
                  <a:cubicBezTo>
                    <a:pt x="8744" y="514"/>
                    <a:pt x="8744" y="450"/>
                    <a:pt x="8744" y="450"/>
                  </a:cubicBezTo>
                  <a:cubicBezTo>
                    <a:pt x="8744" y="354"/>
                    <a:pt x="8648" y="257"/>
                    <a:pt x="8519" y="225"/>
                  </a:cubicBezTo>
                  <a:cubicBezTo>
                    <a:pt x="8519" y="225"/>
                    <a:pt x="7137" y="0"/>
                    <a:pt x="5722"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3555;p62">
              <a:extLst>
                <a:ext uri="{FF2B5EF4-FFF2-40B4-BE49-F238E27FC236}">
                  <a16:creationId xmlns:a16="http://schemas.microsoft.com/office/drawing/2014/main" id="{31032D13-16D3-C959-D0FD-DFB9E26FC86F}"/>
                </a:ext>
              </a:extLst>
            </p:cNvPr>
            <p:cNvSpPr/>
            <p:nvPr/>
          </p:nvSpPr>
          <p:spPr>
            <a:xfrm>
              <a:off x="2414900" y="2812075"/>
              <a:ext cx="12900" cy="42625"/>
            </a:xfrm>
            <a:custGeom>
              <a:avLst/>
              <a:gdLst/>
              <a:ahLst/>
              <a:cxnLst/>
              <a:rect l="l" t="t" r="r" b="b"/>
              <a:pathLst>
                <a:path w="516" h="1705" extrusionOk="0">
                  <a:moveTo>
                    <a:pt x="194" y="1"/>
                  </a:moveTo>
                  <a:cubicBezTo>
                    <a:pt x="65" y="33"/>
                    <a:pt x="1" y="419"/>
                    <a:pt x="33" y="869"/>
                  </a:cubicBezTo>
                  <a:cubicBezTo>
                    <a:pt x="65" y="1351"/>
                    <a:pt x="194" y="1704"/>
                    <a:pt x="322" y="1704"/>
                  </a:cubicBezTo>
                  <a:cubicBezTo>
                    <a:pt x="451" y="1672"/>
                    <a:pt x="515" y="1287"/>
                    <a:pt x="483" y="837"/>
                  </a:cubicBezTo>
                  <a:cubicBezTo>
                    <a:pt x="451" y="387"/>
                    <a:pt x="322" y="1"/>
                    <a:pt x="194"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3556;p62">
              <a:extLst>
                <a:ext uri="{FF2B5EF4-FFF2-40B4-BE49-F238E27FC236}">
                  <a16:creationId xmlns:a16="http://schemas.microsoft.com/office/drawing/2014/main" id="{497A4A20-8E67-AC21-A075-9B71770462A2}"/>
                </a:ext>
              </a:extLst>
            </p:cNvPr>
            <p:cNvSpPr/>
            <p:nvPr/>
          </p:nvSpPr>
          <p:spPr>
            <a:xfrm>
              <a:off x="2047650" y="2005300"/>
              <a:ext cx="213800" cy="665375"/>
            </a:xfrm>
            <a:custGeom>
              <a:avLst/>
              <a:gdLst/>
              <a:ahLst/>
              <a:cxnLst/>
              <a:rect l="l" t="t" r="r" b="b"/>
              <a:pathLst>
                <a:path w="8552" h="26615" extrusionOk="0">
                  <a:moveTo>
                    <a:pt x="3933" y="1"/>
                  </a:moveTo>
                  <a:cubicBezTo>
                    <a:pt x="3662" y="1"/>
                    <a:pt x="3472" y="320"/>
                    <a:pt x="3472" y="320"/>
                  </a:cubicBezTo>
                  <a:lnTo>
                    <a:pt x="3858" y="2795"/>
                  </a:lnTo>
                  <a:cubicBezTo>
                    <a:pt x="3858" y="2795"/>
                    <a:pt x="2733" y="417"/>
                    <a:pt x="2315" y="159"/>
                  </a:cubicBezTo>
                  <a:cubicBezTo>
                    <a:pt x="2178" y="85"/>
                    <a:pt x="2061" y="55"/>
                    <a:pt x="1960" y="55"/>
                  </a:cubicBezTo>
                  <a:cubicBezTo>
                    <a:pt x="1541" y="55"/>
                    <a:pt x="1415" y="577"/>
                    <a:pt x="1415" y="577"/>
                  </a:cubicBezTo>
                  <a:lnTo>
                    <a:pt x="2830" y="3824"/>
                  </a:lnTo>
                  <a:cubicBezTo>
                    <a:pt x="2830" y="3824"/>
                    <a:pt x="1640" y="1574"/>
                    <a:pt x="1126" y="1445"/>
                  </a:cubicBezTo>
                  <a:cubicBezTo>
                    <a:pt x="1081" y="1434"/>
                    <a:pt x="1041" y="1429"/>
                    <a:pt x="1004" y="1429"/>
                  </a:cubicBezTo>
                  <a:cubicBezTo>
                    <a:pt x="617" y="1429"/>
                    <a:pt x="644" y="1992"/>
                    <a:pt x="644" y="1992"/>
                  </a:cubicBezTo>
                  <a:lnTo>
                    <a:pt x="2058" y="4853"/>
                  </a:lnTo>
                  <a:cubicBezTo>
                    <a:pt x="2058" y="4853"/>
                    <a:pt x="1544" y="4081"/>
                    <a:pt x="1029" y="3695"/>
                  </a:cubicBezTo>
                  <a:cubicBezTo>
                    <a:pt x="893" y="3593"/>
                    <a:pt x="777" y="3552"/>
                    <a:pt x="684" y="3552"/>
                  </a:cubicBezTo>
                  <a:cubicBezTo>
                    <a:pt x="427" y="3552"/>
                    <a:pt x="350" y="3869"/>
                    <a:pt x="515" y="4081"/>
                  </a:cubicBezTo>
                  <a:cubicBezTo>
                    <a:pt x="708" y="4338"/>
                    <a:pt x="3215" y="7971"/>
                    <a:pt x="3215" y="7971"/>
                  </a:cubicBezTo>
                  <a:cubicBezTo>
                    <a:pt x="3215" y="7971"/>
                    <a:pt x="1" y="18450"/>
                    <a:pt x="1" y="20153"/>
                  </a:cubicBezTo>
                  <a:cubicBezTo>
                    <a:pt x="1" y="21825"/>
                    <a:pt x="901" y="26614"/>
                    <a:pt x="901" y="26614"/>
                  </a:cubicBezTo>
                  <a:lnTo>
                    <a:pt x="5433" y="26100"/>
                  </a:lnTo>
                  <a:lnTo>
                    <a:pt x="4790" y="20411"/>
                  </a:lnTo>
                  <a:lnTo>
                    <a:pt x="5433" y="7971"/>
                  </a:lnTo>
                  <a:cubicBezTo>
                    <a:pt x="5433" y="7971"/>
                    <a:pt x="6333" y="6653"/>
                    <a:pt x="6719" y="6267"/>
                  </a:cubicBezTo>
                  <a:cubicBezTo>
                    <a:pt x="6976" y="6010"/>
                    <a:pt x="7812" y="5303"/>
                    <a:pt x="8294" y="4917"/>
                  </a:cubicBezTo>
                  <a:cubicBezTo>
                    <a:pt x="8519" y="4724"/>
                    <a:pt x="8551" y="4403"/>
                    <a:pt x="8423" y="4178"/>
                  </a:cubicBezTo>
                  <a:cubicBezTo>
                    <a:pt x="8309" y="3973"/>
                    <a:pt x="8114" y="3865"/>
                    <a:pt x="7908" y="3865"/>
                  </a:cubicBezTo>
                  <a:cubicBezTo>
                    <a:pt x="7823" y="3865"/>
                    <a:pt x="7736" y="3883"/>
                    <a:pt x="7651" y="3920"/>
                  </a:cubicBezTo>
                  <a:lnTo>
                    <a:pt x="5819" y="4853"/>
                  </a:lnTo>
                  <a:cubicBezTo>
                    <a:pt x="5819" y="4853"/>
                    <a:pt x="4758" y="1092"/>
                    <a:pt x="4533" y="577"/>
                  </a:cubicBezTo>
                  <a:cubicBezTo>
                    <a:pt x="4318" y="135"/>
                    <a:pt x="4108" y="1"/>
                    <a:pt x="3933"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3557;p62">
              <a:extLst>
                <a:ext uri="{FF2B5EF4-FFF2-40B4-BE49-F238E27FC236}">
                  <a16:creationId xmlns:a16="http://schemas.microsoft.com/office/drawing/2014/main" id="{1E1FA7E2-3B81-CCC8-38DD-BF375876F1A2}"/>
                </a:ext>
              </a:extLst>
            </p:cNvPr>
            <p:cNvSpPr/>
            <p:nvPr/>
          </p:nvSpPr>
          <p:spPr>
            <a:xfrm>
              <a:off x="2047650" y="2204550"/>
              <a:ext cx="80400" cy="466125"/>
            </a:xfrm>
            <a:custGeom>
              <a:avLst/>
              <a:gdLst/>
              <a:ahLst/>
              <a:cxnLst/>
              <a:rect l="l" t="t" r="r" b="b"/>
              <a:pathLst>
                <a:path w="3216" h="18645" extrusionOk="0">
                  <a:moveTo>
                    <a:pt x="3215" y="1"/>
                  </a:moveTo>
                  <a:cubicBezTo>
                    <a:pt x="3215" y="1"/>
                    <a:pt x="1" y="10480"/>
                    <a:pt x="1" y="12183"/>
                  </a:cubicBezTo>
                  <a:cubicBezTo>
                    <a:pt x="1" y="13855"/>
                    <a:pt x="901" y="18644"/>
                    <a:pt x="901" y="18644"/>
                  </a:cubicBezTo>
                  <a:lnTo>
                    <a:pt x="2090" y="18516"/>
                  </a:lnTo>
                  <a:cubicBezTo>
                    <a:pt x="2090" y="17134"/>
                    <a:pt x="2058" y="15848"/>
                    <a:pt x="2026" y="14948"/>
                  </a:cubicBezTo>
                  <a:cubicBezTo>
                    <a:pt x="1865" y="11541"/>
                    <a:pt x="3215" y="1"/>
                    <a:pt x="3215" y="1"/>
                  </a:cubicBezTo>
                  <a:close/>
                </a:path>
              </a:pathLst>
            </a:custGeom>
            <a:solidFill>
              <a:srgbClr val="77C6F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3558;p62">
              <a:extLst>
                <a:ext uri="{FF2B5EF4-FFF2-40B4-BE49-F238E27FC236}">
                  <a16:creationId xmlns:a16="http://schemas.microsoft.com/office/drawing/2014/main" id="{5FE454CE-F059-0F28-3127-212431A07897}"/>
                </a:ext>
              </a:extLst>
            </p:cNvPr>
            <p:cNvSpPr/>
            <p:nvPr/>
          </p:nvSpPr>
          <p:spPr>
            <a:xfrm>
              <a:off x="2054100" y="2240725"/>
              <a:ext cx="69925" cy="289325"/>
            </a:xfrm>
            <a:custGeom>
              <a:avLst/>
              <a:gdLst/>
              <a:ahLst/>
              <a:cxnLst/>
              <a:rect l="l" t="t" r="r" b="b"/>
              <a:pathLst>
                <a:path w="2797" h="11573" extrusionOk="0">
                  <a:moveTo>
                    <a:pt x="2797" y="0"/>
                  </a:moveTo>
                  <a:lnTo>
                    <a:pt x="2797" y="0"/>
                  </a:lnTo>
                  <a:cubicBezTo>
                    <a:pt x="2572" y="804"/>
                    <a:pt x="2250" y="1864"/>
                    <a:pt x="1897" y="3022"/>
                  </a:cubicBezTo>
                  <a:cubicBezTo>
                    <a:pt x="1222" y="5433"/>
                    <a:pt x="450" y="8229"/>
                    <a:pt x="129" y="9772"/>
                  </a:cubicBezTo>
                  <a:cubicBezTo>
                    <a:pt x="32" y="10222"/>
                    <a:pt x="0" y="10543"/>
                    <a:pt x="0" y="10736"/>
                  </a:cubicBezTo>
                  <a:cubicBezTo>
                    <a:pt x="0" y="10961"/>
                    <a:pt x="0" y="11219"/>
                    <a:pt x="32" y="11572"/>
                  </a:cubicBezTo>
                  <a:cubicBezTo>
                    <a:pt x="257" y="11508"/>
                    <a:pt x="482" y="11476"/>
                    <a:pt x="739" y="11444"/>
                  </a:cubicBezTo>
                  <a:cubicBezTo>
                    <a:pt x="804" y="11411"/>
                    <a:pt x="868" y="11379"/>
                    <a:pt x="964" y="11347"/>
                  </a:cubicBezTo>
                  <a:cubicBezTo>
                    <a:pt x="1222" y="11283"/>
                    <a:pt x="1511" y="11186"/>
                    <a:pt x="1800" y="11154"/>
                  </a:cubicBezTo>
                  <a:cubicBezTo>
                    <a:pt x="1961" y="7747"/>
                    <a:pt x="2507" y="2540"/>
                    <a:pt x="2797" y="0"/>
                  </a:cubicBezTo>
                  <a:close/>
                </a:path>
              </a:pathLst>
            </a:custGeom>
            <a:solidFill>
              <a:srgbClr val="BBE3F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3559;p62">
              <a:extLst>
                <a:ext uri="{FF2B5EF4-FFF2-40B4-BE49-F238E27FC236}">
                  <a16:creationId xmlns:a16="http://schemas.microsoft.com/office/drawing/2014/main" id="{0DABB9EE-B1FB-77D3-EE7E-562B7B370A4F}"/>
                </a:ext>
              </a:extLst>
            </p:cNvPr>
            <p:cNvSpPr/>
            <p:nvPr/>
          </p:nvSpPr>
          <p:spPr>
            <a:xfrm>
              <a:off x="2040425" y="1998825"/>
              <a:ext cx="226650" cy="679075"/>
            </a:xfrm>
            <a:custGeom>
              <a:avLst/>
              <a:gdLst/>
              <a:ahLst/>
              <a:cxnLst/>
              <a:rect l="l" t="t" r="r" b="b"/>
              <a:pathLst>
                <a:path w="9066" h="27163" extrusionOk="0">
                  <a:moveTo>
                    <a:pt x="4211" y="515"/>
                  </a:moveTo>
                  <a:cubicBezTo>
                    <a:pt x="4244" y="515"/>
                    <a:pt x="4276" y="515"/>
                    <a:pt x="4340" y="579"/>
                  </a:cubicBezTo>
                  <a:cubicBezTo>
                    <a:pt x="4372" y="643"/>
                    <a:pt x="4469" y="740"/>
                    <a:pt x="4565" y="965"/>
                  </a:cubicBezTo>
                  <a:cubicBezTo>
                    <a:pt x="4597" y="997"/>
                    <a:pt x="4629" y="1094"/>
                    <a:pt x="4694" y="1254"/>
                  </a:cubicBezTo>
                  <a:cubicBezTo>
                    <a:pt x="4854" y="1769"/>
                    <a:pt x="5144" y="2765"/>
                    <a:pt x="5401" y="3601"/>
                  </a:cubicBezTo>
                  <a:cubicBezTo>
                    <a:pt x="5658" y="4469"/>
                    <a:pt x="5851" y="5176"/>
                    <a:pt x="5851" y="5176"/>
                  </a:cubicBezTo>
                  <a:cubicBezTo>
                    <a:pt x="5883" y="5272"/>
                    <a:pt x="5915" y="5337"/>
                    <a:pt x="6012" y="5369"/>
                  </a:cubicBezTo>
                  <a:cubicBezTo>
                    <a:pt x="6038" y="5382"/>
                    <a:pt x="6065" y="5390"/>
                    <a:pt x="6094" y="5390"/>
                  </a:cubicBezTo>
                  <a:cubicBezTo>
                    <a:pt x="6135" y="5390"/>
                    <a:pt x="6180" y="5374"/>
                    <a:pt x="6237" y="5337"/>
                  </a:cubicBezTo>
                  <a:lnTo>
                    <a:pt x="8069" y="4437"/>
                  </a:lnTo>
                  <a:lnTo>
                    <a:pt x="8197" y="4404"/>
                  </a:lnTo>
                  <a:cubicBezTo>
                    <a:pt x="8326" y="4404"/>
                    <a:pt x="8422" y="4469"/>
                    <a:pt x="8487" y="4565"/>
                  </a:cubicBezTo>
                  <a:cubicBezTo>
                    <a:pt x="8519" y="4597"/>
                    <a:pt x="8519" y="4662"/>
                    <a:pt x="8519" y="4726"/>
                  </a:cubicBezTo>
                  <a:cubicBezTo>
                    <a:pt x="8519" y="4822"/>
                    <a:pt x="8487" y="4887"/>
                    <a:pt x="8422" y="4951"/>
                  </a:cubicBezTo>
                  <a:cubicBezTo>
                    <a:pt x="8165" y="5176"/>
                    <a:pt x="7844" y="5433"/>
                    <a:pt x="7555" y="5690"/>
                  </a:cubicBezTo>
                  <a:cubicBezTo>
                    <a:pt x="7233" y="5947"/>
                    <a:pt x="6976" y="6204"/>
                    <a:pt x="6815" y="6333"/>
                  </a:cubicBezTo>
                  <a:cubicBezTo>
                    <a:pt x="6590" y="6558"/>
                    <a:pt x="6269" y="6976"/>
                    <a:pt x="6012" y="7362"/>
                  </a:cubicBezTo>
                  <a:cubicBezTo>
                    <a:pt x="5722" y="7747"/>
                    <a:pt x="5497" y="8069"/>
                    <a:pt x="5497" y="8069"/>
                  </a:cubicBezTo>
                  <a:cubicBezTo>
                    <a:pt x="5465" y="8101"/>
                    <a:pt x="5465" y="8165"/>
                    <a:pt x="5465" y="8197"/>
                  </a:cubicBezTo>
                  <a:lnTo>
                    <a:pt x="4790" y="20670"/>
                  </a:lnTo>
                  <a:lnTo>
                    <a:pt x="4790" y="20702"/>
                  </a:lnTo>
                  <a:lnTo>
                    <a:pt x="5433" y="26134"/>
                  </a:lnTo>
                  <a:lnTo>
                    <a:pt x="1401" y="26589"/>
                  </a:lnTo>
                  <a:lnTo>
                    <a:pt x="1401" y="26589"/>
                  </a:lnTo>
                  <a:cubicBezTo>
                    <a:pt x="1377" y="26455"/>
                    <a:pt x="1348" y="26276"/>
                    <a:pt x="1318" y="26070"/>
                  </a:cubicBezTo>
                  <a:cubicBezTo>
                    <a:pt x="1190" y="25363"/>
                    <a:pt x="997" y="24238"/>
                    <a:pt x="836" y="23145"/>
                  </a:cubicBezTo>
                  <a:cubicBezTo>
                    <a:pt x="676" y="22084"/>
                    <a:pt x="547" y="20991"/>
                    <a:pt x="547" y="20412"/>
                  </a:cubicBezTo>
                  <a:cubicBezTo>
                    <a:pt x="547" y="20219"/>
                    <a:pt x="579" y="19898"/>
                    <a:pt x="676" y="19448"/>
                  </a:cubicBezTo>
                  <a:cubicBezTo>
                    <a:pt x="997" y="17905"/>
                    <a:pt x="1769" y="15109"/>
                    <a:pt x="2444" y="12698"/>
                  </a:cubicBezTo>
                  <a:cubicBezTo>
                    <a:pt x="2797" y="11508"/>
                    <a:pt x="3119" y="10415"/>
                    <a:pt x="3376" y="9612"/>
                  </a:cubicBezTo>
                  <a:cubicBezTo>
                    <a:pt x="3601" y="8808"/>
                    <a:pt x="3761" y="8294"/>
                    <a:pt x="3761" y="8294"/>
                  </a:cubicBezTo>
                  <a:cubicBezTo>
                    <a:pt x="3794" y="8230"/>
                    <a:pt x="3794" y="8133"/>
                    <a:pt x="3729" y="8069"/>
                  </a:cubicBezTo>
                  <a:cubicBezTo>
                    <a:pt x="3729" y="8069"/>
                    <a:pt x="3119" y="7169"/>
                    <a:pt x="2444" y="6237"/>
                  </a:cubicBezTo>
                  <a:cubicBezTo>
                    <a:pt x="2122" y="5754"/>
                    <a:pt x="1801" y="5272"/>
                    <a:pt x="1511" y="4887"/>
                  </a:cubicBezTo>
                  <a:cubicBezTo>
                    <a:pt x="1383" y="4726"/>
                    <a:pt x="1286" y="4533"/>
                    <a:pt x="1190" y="4437"/>
                  </a:cubicBezTo>
                  <a:cubicBezTo>
                    <a:pt x="1093" y="4308"/>
                    <a:pt x="1029" y="4212"/>
                    <a:pt x="997" y="4179"/>
                  </a:cubicBezTo>
                  <a:lnTo>
                    <a:pt x="965" y="4083"/>
                  </a:lnTo>
                  <a:cubicBezTo>
                    <a:pt x="997" y="4083"/>
                    <a:pt x="1061" y="4083"/>
                    <a:pt x="1158" y="4147"/>
                  </a:cubicBezTo>
                  <a:cubicBezTo>
                    <a:pt x="1383" y="4340"/>
                    <a:pt x="1640" y="4597"/>
                    <a:pt x="1801" y="4854"/>
                  </a:cubicBezTo>
                  <a:cubicBezTo>
                    <a:pt x="1897" y="4951"/>
                    <a:pt x="1994" y="5079"/>
                    <a:pt x="2026" y="5144"/>
                  </a:cubicBezTo>
                  <a:lnTo>
                    <a:pt x="2090" y="5240"/>
                  </a:lnTo>
                  <a:lnTo>
                    <a:pt x="2122" y="5272"/>
                  </a:lnTo>
                  <a:cubicBezTo>
                    <a:pt x="2184" y="5335"/>
                    <a:pt x="2260" y="5370"/>
                    <a:pt x="2340" y="5370"/>
                  </a:cubicBezTo>
                  <a:cubicBezTo>
                    <a:pt x="2385" y="5370"/>
                    <a:pt x="2430" y="5359"/>
                    <a:pt x="2476" y="5337"/>
                  </a:cubicBezTo>
                  <a:cubicBezTo>
                    <a:pt x="2604" y="5272"/>
                    <a:pt x="2636" y="5112"/>
                    <a:pt x="2572" y="4983"/>
                  </a:cubicBezTo>
                  <a:lnTo>
                    <a:pt x="2560" y="4959"/>
                  </a:lnTo>
                  <a:lnTo>
                    <a:pt x="2560" y="4959"/>
                  </a:lnTo>
                  <a:lnTo>
                    <a:pt x="2572" y="4951"/>
                  </a:lnTo>
                  <a:cubicBezTo>
                    <a:pt x="2572" y="4951"/>
                    <a:pt x="2553" y="4922"/>
                    <a:pt x="2517" y="4873"/>
                  </a:cubicBezTo>
                  <a:lnTo>
                    <a:pt x="2517" y="4873"/>
                  </a:lnTo>
                  <a:lnTo>
                    <a:pt x="1190" y="2219"/>
                  </a:lnTo>
                  <a:lnTo>
                    <a:pt x="1190" y="2219"/>
                  </a:lnTo>
                  <a:cubicBezTo>
                    <a:pt x="1191" y="2167"/>
                    <a:pt x="1197" y="2076"/>
                    <a:pt x="1222" y="2026"/>
                  </a:cubicBezTo>
                  <a:lnTo>
                    <a:pt x="1254" y="1961"/>
                  </a:lnTo>
                  <a:lnTo>
                    <a:pt x="1351" y="1961"/>
                  </a:lnTo>
                  <a:cubicBezTo>
                    <a:pt x="1351" y="1961"/>
                    <a:pt x="1415" y="1994"/>
                    <a:pt x="1479" y="2058"/>
                  </a:cubicBezTo>
                  <a:cubicBezTo>
                    <a:pt x="1736" y="2283"/>
                    <a:pt x="2090" y="2829"/>
                    <a:pt x="2379" y="3311"/>
                  </a:cubicBezTo>
                  <a:cubicBezTo>
                    <a:pt x="2540" y="3536"/>
                    <a:pt x="2669" y="3762"/>
                    <a:pt x="2733" y="3922"/>
                  </a:cubicBezTo>
                  <a:cubicBezTo>
                    <a:pt x="2829" y="4083"/>
                    <a:pt x="2894" y="4212"/>
                    <a:pt x="2894" y="4212"/>
                  </a:cubicBezTo>
                  <a:cubicBezTo>
                    <a:pt x="2936" y="4297"/>
                    <a:pt x="3022" y="4340"/>
                    <a:pt x="3113" y="4340"/>
                  </a:cubicBezTo>
                  <a:cubicBezTo>
                    <a:pt x="3158" y="4340"/>
                    <a:pt x="3204" y="4329"/>
                    <a:pt x="3247" y="4308"/>
                  </a:cubicBezTo>
                  <a:cubicBezTo>
                    <a:pt x="3376" y="4244"/>
                    <a:pt x="3440" y="4083"/>
                    <a:pt x="3376" y="3954"/>
                  </a:cubicBezTo>
                  <a:lnTo>
                    <a:pt x="1993" y="811"/>
                  </a:lnTo>
                  <a:lnTo>
                    <a:pt x="1993" y="811"/>
                  </a:lnTo>
                  <a:cubicBezTo>
                    <a:pt x="2008" y="775"/>
                    <a:pt x="2030" y="735"/>
                    <a:pt x="2058" y="708"/>
                  </a:cubicBezTo>
                  <a:lnTo>
                    <a:pt x="2122" y="611"/>
                  </a:lnTo>
                  <a:lnTo>
                    <a:pt x="2251" y="579"/>
                  </a:lnTo>
                  <a:cubicBezTo>
                    <a:pt x="2283" y="579"/>
                    <a:pt x="2347" y="611"/>
                    <a:pt x="2476" y="676"/>
                  </a:cubicBezTo>
                  <a:cubicBezTo>
                    <a:pt x="2476" y="676"/>
                    <a:pt x="2540" y="740"/>
                    <a:pt x="2604" y="804"/>
                  </a:cubicBezTo>
                  <a:cubicBezTo>
                    <a:pt x="2829" y="1094"/>
                    <a:pt x="3151" y="1704"/>
                    <a:pt x="3440" y="2186"/>
                  </a:cubicBezTo>
                  <a:cubicBezTo>
                    <a:pt x="3569" y="2476"/>
                    <a:pt x="3697" y="2701"/>
                    <a:pt x="3794" y="2861"/>
                  </a:cubicBezTo>
                  <a:cubicBezTo>
                    <a:pt x="3858" y="3054"/>
                    <a:pt x="3922" y="3151"/>
                    <a:pt x="3922" y="3151"/>
                  </a:cubicBezTo>
                  <a:cubicBezTo>
                    <a:pt x="3969" y="3245"/>
                    <a:pt x="4051" y="3305"/>
                    <a:pt x="4142" y="3305"/>
                  </a:cubicBezTo>
                  <a:cubicBezTo>
                    <a:pt x="4175" y="3305"/>
                    <a:pt x="4209" y="3297"/>
                    <a:pt x="4244" y="3279"/>
                  </a:cubicBezTo>
                  <a:cubicBezTo>
                    <a:pt x="4372" y="3247"/>
                    <a:pt x="4437" y="3119"/>
                    <a:pt x="4437" y="2990"/>
                  </a:cubicBezTo>
                  <a:lnTo>
                    <a:pt x="4064" y="633"/>
                  </a:lnTo>
                  <a:lnTo>
                    <a:pt x="4064" y="633"/>
                  </a:lnTo>
                  <a:cubicBezTo>
                    <a:pt x="4070" y="625"/>
                    <a:pt x="4077" y="618"/>
                    <a:pt x="4083" y="611"/>
                  </a:cubicBezTo>
                  <a:cubicBezTo>
                    <a:pt x="4147" y="547"/>
                    <a:pt x="4211" y="515"/>
                    <a:pt x="4211" y="515"/>
                  </a:cubicBezTo>
                  <a:close/>
                  <a:moveTo>
                    <a:pt x="4211" y="1"/>
                  </a:moveTo>
                  <a:cubicBezTo>
                    <a:pt x="3986" y="1"/>
                    <a:pt x="3826" y="129"/>
                    <a:pt x="3697" y="226"/>
                  </a:cubicBezTo>
                  <a:cubicBezTo>
                    <a:pt x="3601" y="322"/>
                    <a:pt x="3536" y="418"/>
                    <a:pt x="3536" y="451"/>
                  </a:cubicBezTo>
                  <a:cubicBezTo>
                    <a:pt x="3504" y="483"/>
                    <a:pt x="3504" y="547"/>
                    <a:pt x="3504" y="611"/>
                  </a:cubicBezTo>
                  <a:lnTo>
                    <a:pt x="3638" y="1468"/>
                  </a:lnTo>
                  <a:lnTo>
                    <a:pt x="3638" y="1468"/>
                  </a:lnTo>
                  <a:cubicBezTo>
                    <a:pt x="3508" y="1228"/>
                    <a:pt x="3368" y="998"/>
                    <a:pt x="3247" y="804"/>
                  </a:cubicBezTo>
                  <a:cubicBezTo>
                    <a:pt x="3151" y="643"/>
                    <a:pt x="3086" y="547"/>
                    <a:pt x="2990" y="451"/>
                  </a:cubicBezTo>
                  <a:cubicBezTo>
                    <a:pt x="2926" y="354"/>
                    <a:pt x="2829" y="258"/>
                    <a:pt x="2733" y="193"/>
                  </a:cubicBezTo>
                  <a:cubicBezTo>
                    <a:pt x="2572" y="97"/>
                    <a:pt x="2411" y="65"/>
                    <a:pt x="2251" y="65"/>
                  </a:cubicBezTo>
                  <a:cubicBezTo>
                    <a:pt x="2090" y="65"/>
                    <a:pt x="1929" y="97"/>
                    <a:pt x="1833" y="193"/>
                  </a:cubicBezTo>
                  <a:cubicBezTo>
                    <a:pt x="1672" y="290"/>
                    <a:pt x="1576" y="451"/>
                    <a:pt x="1511" y="547"/>
                  </a:cubicBezTo>
                  <a:cubicBezTo>
                    <a:pt x="1479" y="676"/>
                    <a:pt x="1447" y="772"/>
                    <a:pt x="1447" y="772"/>
                  </a:cubicBezTo>
                  <a:cubicBezTo>
                    <a:pt x="1415" y="836"/>
                    <a:pt x="1447" y="901"/>
                    <a:pt x="1447" y="933"/>
                  </a:cubicBezTo>
                  <a:lnTo>
                    <a:pt x="1729" y="1565"/>
                  </a:lnTo>
                  <a:lnTo>
                    <a:pt x="1729" y="1565"/>
                  </a:lnTo>
                  <a:cubicBezTo>
                    <a:pt x="1646" y="1509"/>
                    <a:pt x="1571" y="1470"/>
                    <a:pt x="1479" y="1447"/>
                  </a:cubicBezTo>
                  <a:cubicBezTo>
                    <a:pt x="1415" y="1415"/>
                    <a:pt x="1351" y="1415"/>
                    <a:pt x="1286" y="1415"/>
                  </a:cubicBezTo>
                  <a:cubicBezTo>
                    <a:pt x="1158" y="1415"/>
                    <a:pt x="997" y="1479"/>
                    <a:pt x="901" y="1544"/>
                  </a:cubicBezTo>
                  <a:cubicBezTo>
                    <a:pt x="772" y="1704"/>
                    <a:pt x="708" y="1833"/>
                    <a:pt x="676" y="1961"/>
                  </a:cubicBezTo>
                  <a:cubicBezTo>
                    <a:pt x="643" y="2090"/>
                    <a:pt x="643" y="2219"/>
                    <a:pt x="643" y="2251"/>
                  </a:cubicBezTo>
                  <a:lnTo>
                    <a:pt x="643" y="2283"/>
                  </a:lnTo>
                  <a:lnTo>
                    <a:pt x="676" y="2379"/>
                  </a:lnTo>
                  <a:lnTo>
                    <a:pt x="1299" y="3613"/>
                  </a:lnTo>
                  <a:lnTo>
                    <a:pt x="1299" y="3613"/>
                  </a:lnTo>
                  <a:cubicBezTo>
                    <a:pt x="1195" y="3562"/>
                    <a:pt x="1087" y="3536"/>
                    <a:pt x="965" y="3536"/>
                  </a:cubicBezTo>
                  <a:cubicBezTo>
                    <a:pt x="804" y="3536"/>
                    <a:pt x="643" y="3601"/>
                    <a:pt x="579" y="3729"/>
                  </a:cubicBezTo>
                  <a:cubicBezTo>
                    <a:pt x="483" y="3826"/>
                    <a:pt x="451" y="3954"/>
                    <a:pt x="451" y="4083"/>
                  </a:cubicBezTo>
                  <a:cubicBezTo>
                    <a:pt x="451" y="4244"/>
                    <a:pt x="483" y="4372"/>
                    <a:pt x="579" y="4501"/>
                  </a:cubicBezTo>
                  <a:cubicBezTo>
                    <a:pt x="611" y="4533"/>
                    <a:pt x="676" y="4597"/>
                    <a:pt x="740" y="4726"/>
                  </a:cubicBezTo>
                  <a:cubicBezTo>
                    <a:pt x="1061" y="5176"/>
                    <a:pt x="1704" y="6076"/>
                    <a:pt x="2251" y="6880"/>
                  </a:cubicBezTo>
                  <a:cubicBezTo>
                    <a:pt x="2694" y="7496"/>
                    <a:pt x="3063" y="8037"/>
                    <a:pt x="3210" y="8255"/>
                  </a:cubicBezTo>
                  <a:lnTo>
                    <a:pt x="3210" y="8255"/>
                  </a:lnTo>
                  <a:cubicBezTo>
                    <a:pt x="3044" y="8804"/>
                    <a:pt x="2342" y="11127"/>
                    <a:pt x="1640" y="13598"/>
                  </a:cubicBezTo>
                  <a:cubicBezTo>
                    <a:pt x="1222" y="15012"/>
                    <a:pt x="836" y="16491"/>
                    <a:pt x="515" y="17712"/>
                  </a:cubicBezTo>
                  <a:cubicBezTo>
                    <a:pt x="354" y="18323"/>
                    <a:pt x="226" y="18902"/>
                    <a:pt x="161" y="19352"/>
                  </a:cubicBezTo>
                  <a:cubicBezTo>
                    <a:pt x="65" y="19802"/>
                    <a:pt x="1" y="20155"/>
                    <a:pt x="1" y="20412"/>
                  </a:cubicBezTo>
                  <a:cubicBezTo>
                    <a:pt x="1" y="21280"/>
                    <a:pt x="226" y="22887"/>
                    <a:pt x="451" y="24302"/>
                  </a:cubicBezTo>
                  <a:cubicBezTo>
                    <a:pt x="676" y="25716"/>
                    <a:pt x="933" y="26938"/>
                    <a:pt x="933" y="26938"/>
                  </a:cubicBezTo>
                  <a:cubicBezTo>
                    <a:pt x="933" y="27066"/>
                    <a:pt x="1061" y="27163"/>
                    <a:pt x="1222" y="27163"/>
                  </a:cubicBezTo>
                  <a:lnTo>
                    <a:pt x="5754" y="26616"/>
                  </a:lnTo>
                  <a:cubicBezTo>
                    <a:pt x="5819" y="26616"/>
                    <a:pt x="5883" y="26584"/>
                    <a:pt x="5915" y="26520"/>
                  </a:cubicBezTo>
                  <a:cubicBezTo>
                    <a:pt x="5979" y="26488"/>
                    <a:pt x="5979" y="26391"/>
                    <a:pt x="5979" y="26327"/>
                  </a:cubicBezTo>
                  <a:lnTo>
                    <a:pt x="5337" y="20670"/>
                  </a:lnTo>
                  <a:lnTo>
                    <a:pt x="5973" y="8353"/>
                  </a:lnTo>
                  <a:lnTo>
                    <a:pt x="5973" y="8353"/>
                  </a:lnTo>
                  <a:cubicBezTo>
                    <a:pt x="6039" y="8258"/>
                    <a:pt x="6224" y="7991"/>
                    <a:pt x="6429" y="7683"/>
                  </a:cubicBezTo>
                  <a:cubicBezTo>
                    <a:pt x="6719" y="7330"/>
                    <a:pt x="7040" y="6880"/>
                    <a:pt x="7201" y="6719"/>
                  </a:cubicBezTo>
                  <a:cubicBezTo>
                    <a:pt x="7329" y="6590"/>
                    <a:pt x="7587" y="6365"/>
                    <a:pt x="7876" y="6108"/>
                  </a:cubicBezTo>
                  <a:cubicBezTo>
                    <a:pt x="8197" y="5851"/>
                    <a:pt x="8519" y="5562"/>
                    <a:pt x="8744" y="5369"/>
                  </a:cubicBezTo>
                  <a:cubicBezTo>
                    <a:pt x="8969" y="5208"/>
                    <a:pt x="9065" y="4951"/>
                    <a:pt x="9065" y="4726"/>
                  </a:cubicBezTo>
                  <a:cubicBezTo>
                    <a:pt x="9065" y="4565"/>
                    <a:pt x="9033" y="4437"/>
                    <a:pt x="8937" y="4308"/>
                  </a:cubicBezTo>
                  <a:cubicBezTo>
                    <a:pt x="8776" y="4019"/>
                    <a:pt x="8487" y="3858"/>
                    <a:pt x="8197" y="3858"/>
                  </a:cubicBezTo>
                  <a:cubicBezTo>
                    <a:pt x="8069" y="3858"/>
                    <a:pt x="7940" y="3890"/>
                    <a:pt x="7812" y="3954"/>
                  </a:cubicBezTo>
                  <a:lnTo>
                    <a:pt x="6279" y="4734"/>
                  </a:lnTo>
                  <a:lnTo>
                    <a:pt x="6279" y="4734"/>
                  </a:lnTo>
                  <a:cubicBezTo>
                    <a:pt x="6179" y="4376"/>
                    <a:pt x="6006" y="3751"/>
                    <a:pt x="5819" y="3086"/>
                  </a:cubicBezTo>
                  <a:cubicBezTo>
                    <a:pt x="5658" y="2604"/>
                    <a:pt x="5497" y="2058"/>
                    <a:pt x="5369" y="1640"/>
                  </a:cubicBezTo>
                  <a:cubicBezTo>
                    <a:pt x="5304" y="1415"/>
                    <a:pt x="5240" y="1254"/>
                    <a:pt x="5176" y="1094"/>
                  </a:cubicBezTo>
                  <a:cubicBezTo>
                    <a:pt x="5144" y="933"/>
                    <a:pt x="5079" y="804"/>
                    <a:pt x="5047" y="708"/>
                  </a:cubicBezTo>
                  <a:cubicBezTo>
                    <a:pt x="4951" y="483"/>
                    <a:pt x="4822" y="322"/>
                    <a:pt x="4694" y="193"/>
                  </a:cubicBezTo>
                  <a:cubicBezTo>
                    <a:pt x="4533" y="65"/>
                    <a:pt x="4372" y="1"/>
                    <a:pt x="4211"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3560;p62">
              <a:extLst>
                <a:ext uri="{FF2B5EF4-FFF2-40B4-BE49-F238E27FC236}">
                  <a16:creationId xmlns:a16="http://schemas.microsoft.com/office/drawing/2014/main" id="{5B0720E6-775B-0643-0EED-BA026EF0FF75}"/>
                </a:ext>
              </a:extLst>
            </p:cNvPr>
            <p:cNvSpPr/>
            <p:nvPr/>
          </p:nvSpPr>
          <p:spPr>
            <a:xfrm>
              <a:off x="2352225" y="3549925"/>
              <a:ext cx="682300" cy="202825"/>
            </a:xfrm>
            <a:custGeom>
              <a:avLst/>
              <a:gdLst/>
              <a:ahLst/>
              <a:cxnLst/>
              <a:rect l="l" t="t" r="r" b="b"/>
              <a:pathLst>
                <a:path w="27292" h="8113" extrusionOk="0">
                  <a:moveTo>
                    <a:pt x="22580" y="1"/>
                  </a:moveTo>
                  <a:cubicBezTo>
                    <a:pt x="22419" y="1"/>
                    <a:pt x="22266" y="71"/>
                    <a:pt x="22148" y="188"/>
                  </a:cubicBezTo>
                  <a:cubicBezTo>
                    <a:pt x="21698" y="638"/>
                    <a:pt x="20959" y="1410"/>
                    <a:pt x="20669" y="1667"/>
                  </a:cubicBezTo>
                  <a:cubicBezTo>
                    <a:pt x="20252" y="2021"/>
                    <a:pt x="18901" y="2856"/>
                    <a:pt x="18901" y="2856"/>
                  </a:cubicBezTo>
                  <a:lnTo>
                    <a:pt x="3536" y="2278"/>
                  </a:lnTo>
                  <a:lnTo>
                    <a:pt x="804" y="1667"/>
                  </a:lnTo>
                  <a:lnTo>
                    <a:pt x="1" y="6167"/>
                  </a:lnTo>
                  <a:cubicBezTo>
                    <a:pt x="1" y="6167"/>
                    <a:pt x="1061" y="7421"/>
                    <a:pt x="2733" y="7549"/>
                  </a:cubicBezTo>
                  <a:cubicBezTo>
                    <a:pt x="2763" y="7551"/>
                    <a:pt x="2798" y="7552"/>
                    <a:pt x="2836" y="7552"/>
                  </a:cubicBezTo>
                  <a:cubicBezTo>
                    <a:pt x="4921" y="7552"/>
                    <a:pt x="18741" y="5042"/>
                    <a:pt x="18741" y="5042"/>
                  </a:cubicBezTo>
                  <a:cubicBezTo>
                    <a:pt x="18741" y="5042"/>
                    <a:pt x="22212" y="7774"/>
                    <a:pt x="22470" y="7999"/>
                  </a:cubicBezTo>
                  <a:cubicBezTo>
                    <a:pt x="22545" y="8075"/>
                    <a:pt x="22644" y="8112"/>
                    <a:pt x="22735" y="8112"/>
                  </a:cubicBezTo>
                  <a:cubicBezTo>
                    <a:pt x="22955" y="8112"/>
                    <a:pt x="23137" y="7903"/>
                    <a:pt x="22887" y="7517"/>
                  </a:cubicBezTo>
                  <a:cubicBezTo>
                    <a:pt x="22534" y="6971"/>
                    <a:pt x="21795" y="6425"/>
                    <a:pt x="21794" y="6424"/>
                  </a:cubicBezTo>
                  <a:lnTo>
                    <a:pt x="21794" y="6424"/>
                  </a:lnTo>
                  <a:lnTo>
                    <a:pt x="24527" y="8032"/>
                  </a:lnTo>
                  <a:cubicBezTo>
                    <a:pt x="24527" y="8032"/>
                    <a:pt x="24552" y="8034"/>
                    <a:pt x="24593" y="8034"/>
                  </a:cubicBezTo>
                  <a:cubicBezTo>
                    <a:pt x="24767" y="8034"/>
                    <a:pt x="25216" y="7992"/>
                    <a:pt x="25138" y="7549"/>
                  </a:cubicBezTo>
                  <a:cubicBezTo>
                    <a:pt x="25041" y="7035"/>
                    <a:pt x="22856" y="5717"/>
                    <a:pt x="22855" y="5717"/>
                  </a:cubicBezTo>
                  <a:lnTo>
                    <a:pt x="22855" y="5717"/>
                  </a:lnTo>
                  <a:lnTo>
                    <a:pt x="26005" y="7324"/>
                  </a:lnTo>
                  <a:cubicBezTo>
                    <a:pt x="26005" y="7324"/>
                    <a:pt x="26809" y="7196"/>
                    <a:pt x="26455" y="6457"/>
                  </a:cubicBezTo>
                  <a:cubicBezTo>
                    <a:pt x="26263" y="6039"/>
                    <a:pt x="23980" y="4721"/>
                    <a:pt x="23980" y="4721"/>
                  </a:cubicBezTo>
                  <a:lnTo>
                    <a:pt x="23980" y="4721"/>
                  </a:lnTo>
                  <a:lnTo>
                    <a:pt x="26391" y="5267"/>
                  </a:lnTo>
                  <a:cubicBezTo>
                    <a:pt x="26391" y="5267"/>
                    <a:pt x="27291" y="4817"/>
                    <a:pt x="26198" y="4239"/>
                  </a:cubicBezTo>
                  <a:cubicBezTo>
                    <a:pt x="25716" y="3949"/>
                    <a:pt x="22019" y="2663"/>
                    <a:pt x="22019" y="2663"/>
                  </a:cubicBezTo>
                  <a:lnTo>
                    <a:pt x="23048" y="896"/>
                  </a:lnTo>
                  <a:cubicBezTo>
                    <a:pt x="23209" y="606"/>
                    <a:pt x="23145" y="285"/>
                    <a:pt x="22887" y="92"/>
                  </a:cubicBezTo>
                  <a:cubicBezTo>
                    <a:pt x="22787" y="29"/>
                    <a:pt x="22682" y="1"/>
                    <a:pt x="22580"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3561;p62">
              <a:extLst>
                <a:ext uri="{FF2B5EF4-FFF2-40B4-BE49-F238E27FC236}">
                  <a16:creationId xmlns:a16="http://schemas.microsoft.com/office/drawing/2014/main" id="{98E0D695-BF55-0436-57F1-FFB63190BE4E}"/>
                </a:ext>
              </a:extLst>
            </p:cNvPr>
            <p:cNvSpPr/>
            <p:nvPr/>
          </p:nvSpPr>
          <p:spPr>
            <a:xfrm>
              <a:off x="2345000" y="3543375"/>
              <a:ext cx="682275" cy="216200"/>
            </a:xfrm>
            <a:custGeom>
              <a:avLst/>
              <a:gdLst/>
              <a:ahLst/>
              <a:cxnLst/>
              <a:rect l="l" t="t" r="r" b="b"/>
              <a:pathLst>
                <a:path w="27291" h="8648" extrusionOk="0">
                  <a:moveTo>
                    <a:pt x="22855" y="547"/>
                  </a:moveTo>
                  <a:cubicBezTo>
                    <a:pt x="22919" y="547"/>
                    <a:pt x="22951" y="547"/>
                    <a:pt x="23016" y="579"/>
                  </a:cubicBezTo>
                  <a:cubicBezTo>
                    <a:pt x="23112" y="643"/>
                    <a:pt x="23176" y="740"/>
                    <a:pt x="23176" y="868"/>
                  </a:cubicBezTo>
                  <a:cubicBezTo>
                    <a:pt x="23176" y="900"/>
                    <a:pt x="23144" y="965"/>
                    <a:pt x="23112" y="1029"/>
                  </a:cubicBezTo>
                  <a:lnTo>
                    <a:pt x="22083" y="2797"/>
                  </a:lnTo>
                  <a:cubicBezTo>
                    <a:pt x="22051" y="2861"/>
                    <a:pt x="22051" y="2925"/>
                    <a:pt x="22051" y="3022"/>
                  </a:cubicBezTo>
                  <a:cubicBezTo>
                    <a:pt x="22083" y="3086"/>
                    <a:pt x="22148" y="3151"/>
                    <a:pt x="22212" y="3183"/>
                  </a:cubicBezTo>
                  <a:cubicBezTo>
                    <a:pt x="22244" y="3183"/>
                    <a:pt x="23144" y="3504"/>
                    <a:pt x="24141" y="3858"/>
                  </a:cubicBezTo>
                  <a:cubicBezTo>
                    <a:pt x="24623" y="4018"/>
                    <a:pt x="25137" y="4211"/>
                    <a:pt x="25523" y="4372"/>
                  </a:cubicBezTo>
                  <a:cubicBezTo>
                    <a:pt x="25748" y="4468"/>
                    <a:pt x="25941" y="4533"/>
                    <a:pt x="26069" y="4597"/>
                  </a:cubicBezTo>
                  <a:cubicBezTo>
                    <a:pt x="26230" y="4661"/>
                    <a:pt x="26327" y="4693"/>
                    <a:pt x="26359" y="4726"/>
                  </a:cubicBezTo>
                  <a:cubicBezTo>
                    <a:pt x="26552" y="4822"/>
                    <a:pt x="26648" y="4918"/>
                    <a:pt x="26712" y="4983"/>
                  </a:cubicBezTo>
                  <a:cubicBezTo>
                    <a:pt x="26777" y="5047"/>
                    <a:pt x="26777" y="5079"/>
                    <a:pt x="26777" y="5079"/>
                  </a:cubicBezTo>
                  <a:lnTo>
                    <a:pt x="26744" y="5143"/>
                  </a:lnTo>
                  <a:lnTo>
                    <a:pt x="26662" y="5253"/>
                  </a:lnTo>
                  <a:lnTo>
                    <a:pt x="26662" y="5253"/>
                  </a:lnTo>
                  <a:lnTo>
                    <a:pt x="24334" y="4726"/>
                  </a:lnTo>
                  <a:cubicBezTo>
                    <a:pt x="24316" y="4721"/>
                    <a:pt x="24299" y="4719"/>
                    <a:pt x="24281" y="4719"/>
                  </a:cubicBezTo>
                  <a:cubicBezTo>
                    <a:pt x="24164" y="4719"/>
                    <a:pt x="24040" y="4803"/>
                    <a:pt x="24012" y="4886"/>
                  </a:cubicBezTo>
                  <a:cubicBezTo>
                    <a:pt x="23948" y="5015"/>
                    <a:pt x="24012" y="5176"/>
                    <a:pt x="24141" y="5240"/>
                  </a:cubicBezTo>
                  <a:cubicBezTo>
                    <a:pt x="24141" y="5240"/>
                    <a:pt x="24269" y="5304"/>
                    <a:pt x="24494" y="5433"/>
                  </a:cubicBezTo>
                  <a:cubicBezTo>
                    <a:pt x="24816" y="5626"/>
                    <a:pt x="25298" y="5915"/>
                    <a:pt x="25716" y="6204"/>
                  </a:cubicBezTo>
                  <a:cubicBezTo>
                    <a:pt x="25941" y="6365"/>
                    <a:pt x="26134" y="6494"/>
                    <a:pt x="26294" y="6622"/>
                  </a:cubicBezTo>
                  <a:cubicBezTo>
                    <a:pt x="26359" y="6686"/>
                    <a:pt x="26423" y="6719"/>
                    <a:pt x="26455" y="6783"/>
                  </a:cubicBezTo>
                  <a:lnTo>
                    <a:pt x="26519" y="6815"/>
                  </a:lnTo>
                  <a:lnTo>
                    <a:pt x="26519" y="6847"/>
                  </a:lnTo>
                  <a:cubicBezTo>
                    <a:pt x="26552" y="6944"/>
                    <a:pt x="26584" y="7008"/>
                    <a:pt x="26584" y="7072"/>
                  </a:cubicBezTo>
                  <a:cubicBezTo>
                    <a:pt x="26584" y="7104"/>
                    <a:pt x="26552" y="7136"/>
                    <a:pt x="26552" y="7169"/>
                  </a:cubicBezTo>
                  <a:cubicBezTo>
                    <a:pt x="26519" y="7233"/>
                    <a:pt x="26455" y="7265"/>
                    <a:pt x="26359" y="7297"/>
                  </a:cubicBezTo>
                  <a:lnTo>
                    <a:pt x="26328" y="7312"/>
                  </a:lnTo>
                  <a:lnTo>
                    <a:pt x="26328" y="7312"/>
                  </a:lnTo>
                  <a:lnTo>
                    <a:pt x="23363" y="5769"/>
                  </a:lnTo>
                  <a:lnTo>
                    <a:pt x="23363" y="5769"/>
                  </a:lnTo>
                  <a:cubicBezTo>
                    <a:pt x="23326" y="5743"/>
                    <a:pt x="23305" y="5727"/>
                    <a:pt x="23305" y="5722"/>
                  </a:cubicBezTo>
                  <a:lnTo>
                    <a:pt x="23297" y="5735"/>
                  </a:lnTo>
                  <a:lnTo>
                    <a:pt x="23297" y="5735"/>
                  </a:lnTo>
                  <a:lnTo>
                    <a:pt x="23273" y="5722"/>
                  </a:lnTo>
                  <a:cubicBezTo>
                    <a:pt x="23237" y="5704"/>
                    <a:pt x="23199" y="5696"/>
                    <a:pt x="23160" y="5696"/>
                  </a:cubicBezTo>
                  <a:cubicBezTo>
                    <a:pt x="23062" y="5696"/>
                    <a:pt x="22966" y="5749"/>
                    <a:pt x="22919" y="5818"/>
                  </a:cubicBezTo>
                  <a:cubicBezTo>
                    <a:pt x="22855" y="5947"/>
                    <a:pt x="22887" y="6108"/>
                    <a:pt x="23016" y="6204"/>
                  </a:cubicBezTo>
                  <a:cubicBezTo>
                    <a:pt x="23016" y="6204"/>
                    <a:pt x="23144" y="6269"/>
                    <a:pt x="23337" y="6397"/>
                  </a:cubicBezTo>
                  <a:cubicBezTo>
                    <a:pt x="23659" y="6590"/>
                    <a:pt x="24109" y="6911"/>
                    <a:pt x="24494" y="7201"/>
                  </a:cubicBezTo>
                  <a:cubicBezTo>
                    <a:pt x="24687" y="7361"/>
                    <a:pt x="24848" y="7522"/>
                    <a:pt x="24976" y="7651"/>
                  </a:cubicBezTo>
                  <a:cubicBezTo>
                    <a:pt x="25041" y="7715"/>
                    <a:pt x="25105" y="7747"/>
                    <a:pt x="25137" y="7811"/>
                  </a:cubicBezTo>
                  <a:lnTo>
                    <a:pt x="25169" y="7844"/>
                  </a:lnTo>
                  <a:lnTo>
                    <a:pt x="25169" y="7876"/>
                  </a:lnTo>
                  <a:lnTo>
                    <a:pt x="25169" y="7908"/>
                  </a:lnTo>
                  <a:lnTo>
                    <a:pt x="25169" y="7940"/>
                  </a:lnTo>
                  <a:cubicBezTo>
                    <a:pt x="25169" y="7972"/>
                    <a:pt x="25137" y="7972"/>
                    <a:pt x="25073" y="8004"/>
                  </a:cubicBezTo>
                  <a:lnTo>
                    <a:pt x="24921" y="8004"/>
                  </a:lnTo>
                  <a:lnTo>
                    <a:pt x="22212" y="6429"/>
                  </a:lnTo>
                  <a:cubicBezTo>
                    <a:pt x="22169" y="6408"/>
                    <a:pt x="22123" y="6397"/>
                    <a:pt x="22078" y="6397"/>
                  </a:cubicBezTo>
                  <a:cubicBezTo>
                    <a:pt x="21987" y="6397"/>
                    <a:pt x="21901" y="6440"/>
                    <a:pt x="21858" y="6526"/>
                  </a:cubicBezTo>
                  <a:cubicBezTo>
                    <a:pt x="21762" y="6654"/>
                    <a:pt x="21794" y="6815"/>
                    <a:pt x="21923" y="6879"/>
                  </a:cubicBezTo>
                  <a:lnTo>
                    <a:pt x="21955" y="6911"/>
                  </a:lnTo>
                  <a:lnTo>
                    <a:pt x="21955" y="6911"/>
                  </a:lnTo>
                  <a:lnTo>
                    <a:pt x="21955" y="6911"/>
                  </a:lnTo>
                  <a:cubicBezTo>
                    <a:pt x="22083" y="7008"/>
                    <a:pt x="22662" y="7522"/>
                    <a:pt x="22951" y="7940"/>
                  </a:cubicBezTo>
                  <a:cubicBezTo>
                    <a:pt x="23016" y="8036"/>
                    <a:pt x="23016" y="8101"/>
                    <a:pt x="23016" y="8101"/>
                  </a:cubicBezTo>
                  <a:lnTo>
                    <a:pt x="22919" y="8069"/>
                  </a:lnTo>
                  <a:cubicBezTo>
                    <a:pt x="22887" y="8036"/>
                    <a:pt x="22823" y="7972"/>
                    <a:pt x="22694" y="7876"/>
                  </a:cubicBezTo>
                  <a:cubicBezTo>
                    <a:pt x="21858" y="7201"/>
                    <a:pt x="19223" y="5111"/>
                    <a:pt x="19223" y="5111"/>
                  </a:cubicBezTo>
                  <a:cubicBezTo>
                    <a:pt x="19158" y="5047"/>
                    <a:pt x="19062" y="5047"/>
                    <a:pt x="18998" y="5047"/>
                  </a:cubicBezTo>
                  <a:cubicBezTo>
                    <a:pt x="18998" y="5047"/>
                    <a:pt x="18130" y="5208"/>
                    <a:pt x="16812" y="5433"/>
                  </a:cubicBezTo>
                  <a:cubicBezTo>
                    <a:pt x="14819" y="5786"/>
                    <a:pt x="11797" y="6301"/>
                    <a:pt x="9065" y="6751"/>
                  </a:cubicBezTo>
                  <a:cubicBezTo>
                    <a:pt x="7715" y="6976"/>
                    <a:pt x="6429" y="7169"/>
                    <a:pt x="5368" y="7297"/>
                  </a:cubicBezTo>
                  <a:cubicBezTo>
                    <a:pt x="4340" y="7458"/>
                    <a:pt x="3504" y="7554"/>
                    <a:pt x="3150" y="7554"/>
                  </a:cubicBezTo>
                  <a:lnTo>
                    <a:pt x="3054" y="7522"/>
                  </a:lnTo>
                  <a:cubicBezTo>
                    <a:pt x="2250" y="7490"/>
                    <a:pt x="1608" y="7169"/>
                    <a:pt x="1157" y="6847"/>
                  </a:cubicBezTo>
                  <a:cubicBezTo>
                    <a:pt x="932" y="6719"/>
                    <a:pt x="772" y="6558"/>
                    <a:pt x="643" y="6429"/>
                  </a:cubicBezTo>
                  <a:cubicBezTo>
                    <a:pt x="612" y="6414"/>
                    <a:pt x="588" y="6391"/>
                    <a:pt x="569" y="6367"/>
                  </a:cubicBezTo>
                  <a:lnTo>
                    <a:pt x="569" y="6367"/>
                  </a:lnTo>
                  <a:lnTo>
                    <a:pt x="1286" y="2250"/>
                  </a:lnTo>
                  <a:lnTo>
                    <a:pt x="3793" y="2829"/>
                  </a:lnTo>
                  <a:lnTo>
                    <a:pt x="3825" y="2829"/>
                  </a:lnTo>
                  <a:lnTo>
                    <a:pt x="19190" y="3376"/>
                  </a:lnTo>
                  <a:cubicBezTo>
                    <a:pt x="19223" y="3376"/>
                    <a:pt x="19287" y="3376"/>
                    <a:pt x="19319" y="3343"/>
                  </a:cubicBezTo>
                  <a:cubicBezTo>
                    <a:pt x="19319" y="3343"/>
                    <a:pt x="19673" y="3118"/>
                    <a:pt x="20058" y="2893"/>
                  </a:cubicBezTo>
                  <a:cubicBezTo>
                    <a:pt x="20444" y="2636"/>
                    <a:pt x="20894" y="2347"/>
                    <a:pt x="21119" y="2122"/>
                  </a:cubicBezTo>
                  <a:cubicBezTo>
                    <a:pt x="21280" y="1993"/>
                    <a:pt x="21537" y="1736"/>
                    <a:pt x="21826" y="1447"/>
                  </a:cubicBezTo>
                  <a:cubicBezTo>
                    <a:pt x="22083" y="1158"/>
                    <a:pt x="22405" y="868"/>
                    <a:pt x="22630" y="643"/>
                  </a:cubicBezTo>
                  <a:cubicBezTo>
                    <a:pt x="22662" y="579"/>
                    <a:pt x="22759" y="547"/>
                    <a:pt x="22855" y="547"/>
                  </a:cubicBezTo>
                  <a:close/>
                  <a:moveTo>
                    <a:pt x="22855" y="0"/>
                  </a:moveTo>
                  <a:cubicBezTo>
                    <a:pt x="22630" y="0"/>
                    <a:pt x="22405" y="97"/>
                    <a:pt x="22212" y="257"/>
                  </a:cubicBezTo>
                  <a:cubicBezTo>
                    <a:pt x="22019" y="483"/>
                    <a:pt x="21698" y="804"/>
                    <a:pt x="21441" y="1093"/>
                  </a:cubicBezTo>
                  <a:cubicBezTo>
                    <a:pt x="21151" y="1350"/>
                    <a:pt x="20894" y="1608"/>
                    <a:pt x="20766" y="1736"/>
                  </a:cubicBezTo>
                  <a:cubicBezTo>
                    <a:pt x="20605" y="1897"/>
                    <a:pt x="20155" y="2186"/>
                    <a:pt x="19769" y="2443"/>
                  </a:cubicBezTo>
                  <a:cubicBezTo>
                    <a:pt x="19511" y="2594"/>
                    <a:pt x="19281" y="2745"/>
                    <a:pt x="19158" y="2828"/>
                  </a:cubicBezTo>
                  <a:lnTo>
                    <a:pt x="19158" y="2828"/>
                  </a:lnTo>
                  <a:lnTo>
                    <a:pt x="3858" y="2283"/>
                  </a:lnTo>
                  <a:lnTo>
                    <a:pt x="1157" y="1672"/>
                  </a:lnTo>
                  <a:cubicBezTo>
                    <a:pt x="1061" y="1672"/>
                    <a:pt x="997" y="1672"/>
                    <a:pt x="932" y="1704"/>
                  </a:cubicBezTo>
                  <a:cubicBezTo>
                    <a:pt x="868" y="1768"/>
                    <a:pt x="836" y="1833"/>
                    <a:pt x="836" y="1897"/>
                  </a:cubicBezTo>
                  <a:lnTo>
                    <a:pt x="0" y="6397"/>
                  </a:lnTo>
                  <a:cubicBezTo>
                    <a:pt x="0" y="6461"/>
                    <a:pt x="32" y="6558"/>
                    <a:pt x="65" y="6622"/>
                  </a:cubicBezTo>
                  <a:cubicBezTo>
                    <a:pt x="97" y="6622"/>
                    <a:pt x="354" y="6944"/>
                    <a:pt x="868" y="7297"/>
                  </a:cubicBezTo>
                  <a:cubicBezTo>
                    <a:pt x="1383" y="7651"/>
                    <a:pt x="2090" y="8004"/>
                    <a:pt x="3022" y="8069"/>
                  </a:cubicBezTo>
                  <a:lnTo>
                    <a:pt x="3150" y="8069"/>
                  </a:lnTo>
                  <a:cubicBezTo>
                    <a:pt x="3729" y="8069"/>
                    <a:pt x="4983" y="7908"/>
                    <a:pt x="6558" y="7683"/>
                  </a:cubicBezTo>
                  <a:cubicBezTo>
                    <a:pt x="10956" y="7033"/>
                    <a:pt x="17850" y="5787"/>
                    <a:pt x="18945" y="5588"/>
                  </a:cubicBezTo>
                  <a:lnTo>
                    <a:pt x="18945" y="5588"/>
                  </a:lnTo>
                  <a:cubicBezTo>
                    <a:pt x="19176" y="5768"/>
                    <a:pt x="19895" y="6329"/>
                    <a:pt x="20637" y="6911"/>
                  </a:cubicBezTo>
                  <a:cubicBezTo>
                    <a:pt x="21087" y="7265"/>
                    <a:pt x="21537" y="7651"/>
                    <a:pt x="21891" y="7908"/>
                  </a:cubicBezTo>
                  <a:cubicBezTo>
                    <a:pt x="22083" y="8069"/>
                    <a:pt x="22244" y="8197"/>
                    <a:pt x="22341" y="8294"/>
                  </a:cubicBezTo>
                  <a:cubicBezTo>
                    <a:pt x="22469" y="8390"/>
                    <a:pt x="22534" y="8454"/>
                    <a:pt x="22566" y="8486"/>
                  </a:cubicBezTo>
                  <a:cubicBezTo>
                    <a:pt x="22694" y="8583"/>
                    <a:pt x="22855" y="8647"/>
                    <a:pt x="23016" y="8647"/>
                  </a:cubicBezTo>
                  <a:cubicBezTo>
                    <a:pt x="23144" y="8647"/>
                    <a:pt x="23273" y="8615"/>
                    <a:pt x="23369" y="8519"/>
                  </a:cubicBezTo>
                  <a:cubicBezTo>
                    <a:pt x="23498" y="8422"/>
                    <a:pt x="23562" y="8261"/>
                    <a:pt x="23562" y="8101"/>
                  </a:cubicBezTo>
                  <a:cubicBezTo>
                    <a:pt x="23562" y="7998"/>
                    <a:pt x="23536" y="7909"/>
                    <a:pt x="23492" y="7816"/>
                  </a:cubicBezTo>
                  <a:lnTo>
                    <a:pt x="23492" y="7816"/>
                  </a:lnTo>
                  <a:lnTo>
                    <a:pt x="24687" y="8519"/>
                  </a:lnTo>
                  <a:lnTo>
                    <a:pt x="24816" y="8551"/>
                  </a:lnTo>
                  <a:lnTo>
                    <a:pt x="24912" y="8551"/>
                  </a:lnTo>
                  <a:cubicBezTo>
                    <a:pt x="25009" y="8551"/>
                    <a:pt x="25169" y="8551"/>
                    <a:pt x="25330" y="8454"/>
                  </a:cubicBezTo>
                  <a:cubicBezTo>
                    <a:pt x="25427" y="8422"/>
                    <a:pt x="25523" y="8358"/>
                    <a:pt x="25587" y="8261"/>
                  </a:cubicBezTo>
                  <a:cubicBezTo>
                    <a:pt x="25652" y="8165"/>
                    <a:pt x="25716" y="8036"/>
                    <a:pt x="25684" y="7908"/>
                  </a:cubicBezTo>
                  <a:cubicBezTo>
                    <a:pt x="25684" y="7876"/>
                    <a:pt x="25684" y="7811"/>
                    <a:pt x="25684" y="7779"/>
                  </a:cubicBezTo>
                  <a:cubicBezTo>
                    <a:pt x="25664" y="7683"/>
                    <a:pt x="25633" y="7609"/>
                    <a:pt x="25598" y="7545"/>
                  </a:cubicBezTo>
                  <a:lnTo>
                    <a:pt x="25598" y="7545"/>
                  </a:lnTo>
                  <a:lnTo>
                    <a:pt x="26166" y="7844"/>
                  </a:lnTo>
                  <a:cubicBezTo>
                    <a:pt x="26198" y="7860"/>
                    <a:pt x="26230" y="7868"/>
                    <a:pt x="26262" y="7868"/>
                  </a:cubicBezTo>
                  <a:cubicBezTo>
                    <a:pt x="26294" y="7868"/>
                    <a:pt x="26327" y="7860"/>
                    <a:pt x="26359" y="7844"/>
                  </a:cubicBezTo>
                  <a:cubicBezTo>
                    <a:pt x="26359" y="7844"/>
                    <a:pt x="26519" y="7844"/>
                    <a:pt x="26712" y="7715"/>
                  </a:cubicBezTo>
                  <a:cubicBezTo>
                    <a:pt x="26809" y="7683"/>
                    <a:pt x="26905" y="7586"/>
                    <a:pt x="26969" y="7490"/>
                  </a:cubicBezTo>
                  <a:cubicBezTo>
                    <a:pt x="27066" y="7361"/>
                    <a:pt x="27130" y="7233"/>
                    <a:pt x="27098" y="7072"/>
                  </a:cubicBezTo>
                  <a:cubicBezTo>
                    <a:pt x="27098" y="6911"/>
                    <a:pt x="27066" y="6751"/>
                    <a:pt x="27002" y="6622"/>
                  </a:cubicBezTo>
                  <a:cubicBezTo>
                    <a:pt x="26937" y="6494"/>
                    <a:pt x="26873" y="6429"/>
                    <a:pt x="26777" y="6333"/>
                  </a:cubicBezTo>
                  <a:cubicBezTo>
                    <a:pt x="26550" y="6129"/>
                    <a:pt x="26197" y="5878"/>
                    <a:pt x="25829" y="5635"/>
                  </a:cubicBezTo>
                  <a:lnTo>
                    <a:pt x="25829" y="5635"/>
                  </a:lnTo>
                  <a:lnTo>
                    <a:pt x="26648" y="5818"/>
                  </a:lnTo>
                  <a:cubicBezTo>
                    <a:pt x="26680" y="5818"/>
                    <a:pt x="26744" y="5818"/>
                    <a:pt x="26809" y="5786"/>
                  </a:cubicBezTo>
                  <a:cubicBezTo>
                    <a:pt x="26841" y="5786"/>
                    <a:pt x="26937" y="5722"/>
                    <a:pt x="27034" y="5626"/>
                  </a:cubicBezTo>
                  <a:cubicBezTo>
                    <a:pt x="27098" y="5561"/>
                    <a:pt x="27162" y="5497"/>
                    <a:pt x="27227" y="5401"/>
                  </a:cubicBezTo>
                  <a:cubicBezTo>
                    <a:pt x="27259" y="5336"/>
                    <a:pt x="27291" y="5208"/>
                    <a:pt x="27291" y="5079"/>
                  </a:cubicBezTo>
                  <a:cubicBezTo>
                    <a:pt x="27291" y="4951"/>
                    <a:pt x="27227" y="4790"/>
                    <a:pt x="27130" y="4629"/>
                  </a:cubicBezTo>
                  <a:cubicBezTo>
                    <a:pt x="27002" y="4501"/>
                    <a:pt x="26841" y="4372"/>
                    <a:pt x="26616" y="4243"/>
                  </a:cubicBezTo>
                  <a:cubicBezTo>
                    <a:pt x="26552" y="4211"/>
                    <a:pt x="26423" y="4147"/>
                    <a:pt x="26262" y="4083"/>
                  </a:cubicBezTo>
                  <a:cubicBezTo>
                    <a:pt x="25413" y="3748"/>
                    <a:pt x="23449" y="3042"/>
                    <a:pt x="22701" y="2774"/>
                  </a:cubicBezTo>
                  <a:lnTo>
                    <a:pt x="22701" y="2774"/>
                  </a:lnTo>
                  <a:lnTo>
                    <a:pt x="23594" y="1286"/>
                  </a:lnTo>
                  <a:cubicBezTo>
                    <a:pt x="23659" y="1158"/>
                    <a:pt x="23691" y="997"/>
                    <a:pt x="23691" y="868"/>
                  </a:cubicBezTo>
                  <a:cubicBezTo>
                    <a:pt x="23691" y="579"/>
                    <a:pt x="23562" y="290"/>
                    <a:pt x="23305" y="129"/>
                  </a:cubicBezTo>
                  <a:cubicBezTo>
                    <a:pt x="23176" y="32"/>
                    <a:pt x="23016" y="0"/>
                    <a:pt x="22855"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3562;p62">
              <a:extLst>
                <a:ext uri="{FF2B5EF4-FFF2-40B4-BE49-F238E27FC236}">
                  <a16:creationId xmlns:a16="http://schemas.microsoft.com/office/drawing/2014/main" id="{0FA3EC18-957D-3B7D-9B48-95F5EDA98DD4}"/>
                </a:ext>
              </a:extLst>
            </p:cNvPr>
            <p:cNvSpPr/>
            <p:nvPr/>
          </p:nvSpPr>
          <p:spPr>
            <a:xfrm>
              <a:off x="1661925" y="2524225"/>
              <a:ext cx="708000" cy="1228100"/>
            </a:xfrm>
            <a:custGeom>
              <a:avLst/>
              <a:gdLst/>
              <a:ahLst/>
              <a:cxnLst/>
              <a:rect l="l" t="t" r="r" b="b"/>
              <a:pathLst>
                <a:path w="28320" h="49124" extrusionOk="0">
                  <a:moveTo>
                    <a:pt x="18530" y="1"/>
                  </a:moveTo>
                  <a:cubicBezTo>
                    <a:pt x="17262" y="1"/>
                    <a:pt x="15934" y="417"/>
                    <a:pt x="15751" y="939"/>
                  </a:cubicBezTo>
                  <a:cubicBezTo>
                    <a:pt x="15526" y="1550"/>
                    <a:pt x="15108" y="3447"/>
                    <a:pt x="15366" y="7722"/>
                  </a:cubicBezTo>
                  <a:cubicBezTo>
                    <a:pt x="15623" y="11965"/>
                    <a:pt x="15591" y="17429"/>
                    <a:pt x="15591" y="17429"/>
                  </a:cubicBezTo>
                  <a:cubicBezTo>
                    <a:pt x="15591" y="17429"/>
                    <a:pt x="13598" y="21737"/>
                    <a:pt x="12923" y="23280"/>
                  </a:cubicBezTo>
                  <a:cubicBezTo>
                    <a:pt x="12248" y="24823"/>
                    <a:pt x="1" y="43499"/>
                    <a:pt x="1" y="43499"/>
                  </a:cubicBezTo>
                  <a:lnTo>
                    <a:pt x="10158" y="49124"/>
                  </a:lnTo>
                  <a:cubicBezTo>
                    <a:pt x="10158" y="49124"/>
                    <a:pt x="13694" y="45620"/>
                    <a:pt x="15366" y="44206"/>
                  </a:cubicBezTo>
                  <a:cubicBezTo>
                    <a:pt x="17069" y="42759"/>
                    <a:pt x="28320" y="28294"/>
                    <a:pt x="28159" y="27394"/>
                  </a:cubicBezTo>
                  <a:cubicBezTo>
                    <a:pt x="27998" y="26494"/>
                    <a:pt x="23305" y="21608"/>
                    <a:pt x="23305" y="21608"/>
                  </a:cubicBezTo>
                  <a:cubicBezTo>
                    <a:pt x="23305" y="21608"/>
                    <a:pt x="22437" y="9265"/>
                    <a:pt x="22341" y="8879"/>
                  </a:cubicBezTo>
                  <a:cubicBezTo>
                    <a:pt x="22244" y="8493"/>
                    <a:pt x="20669" y="521"/>
                    <a:pt x="20669" y="521"/>
                  </a:cubicBezTo>
                  <a:cubicBezTo>
                    <a:pt x="20669" y="521"/>
                    <a:pt x="20830" y="361"/>
                    <a:pt x="19384" y="71"/>
                  </a:cubicBezTo>
                  <a:cubicBezTo>
                    <a:pt x="19112" y="23"/>
                    <a:pt x="18823" y="1"/>
                    <a:pt x="18530"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3563;p62">
              <a:extLst>
                <a:ext uri="{FF2B5EF4-FFF2-40B4-BE49-F238E27FC236}">
                  <a16:creationId xmlns:a16="http://schemas.microsoft.com/office/drawing/2014/main" id="{F8A40951-6FF5-5E9C-4B0F-A6368A132D62}"/>
                </a:ext>
              </a:extLst>
            </p:cNvPr>
            <p:cNvSpPr/>
            <p:nvPr/>
          </p:nvSpPr>
          <p:spPr>
            <a:xfrm>
              <a:off x="1745500" y="2526000"/>
              <a:ext cx="524775" cy="1109800"/>
            </a:xfrm>
            <a:custGeom>
              <a:avLst/>
              <a:gdLst/>
              <a:ahLst/>
              <a:cxnLst/>
              <a:rect l="l" t="t" r="r" b="b"/>
              <a:pathLst>
                <a:path w="20991" h="44392" extrusionOk="0">
                  <a:moveTo>
                    <a:pt x="14144" y="0"/>
                  </a:moveTo>
                  <a:lnTo>
                    <a:pt x="14144" y="0"/>
                  </a:lnTo>
                  <a:cubicBezTo>
                    <a:pt x="13276" y="161"/>
                    <a:pt x="12537" y="483"/>
                    <a:pt x="12408" y="868"/>
                  </a:cubicBezTo>
                  <a:cubicBezTo>
                    <a:pt x="12183" y="1479"/>
                    <a:pt x="11765" y="3376"/>
                    <a:pt x="12023" y="7651"/>
                  </a:cubicBezTo>
                  <a:cubicBezTo>
                    <a:pt x="12280" y="11894"/>
                    <a:pt x="12248" y="17358"/>
                    <a:pt x="12248" y="17358"/>
                  </a:cubicBezTo>
                  <a:cubicBezTo>
                    <a:pt x="12248" y="17358"/>
                    <a:pt x="12119" y="17712"/>
                    <a:pt x="11862" y="18194"/>
                  </a:cubicBezTo>
                  <a:lnTo>
                    <a:pt x="12087" y="20219"/>
                  </a:lnTo>
                  <a:lnTo>
                    <a:pt x="1" y="39892"/>
                  </a:lnTo>
                  <a:lnTo>
                    <a:pt x="7137" y="44392"/>
                  </a:lnTo>
                  <a:lnTo>
                    <a:pt x="17359" y="34009"/>
                  </a:lnTo>
                  <a:lnTo>
                    <a:pt x="18580" y="36227"/>
                  </a:lnTo>
                  <a:cubicBezTo>
                    <a:pt x="19416" y="35166"/>
                    <a:pt x="20219" y="34074"/>
                    <a:pt x="20991" y="33045"/>
                  </a:cubicBezTo>
                  <a:cubicBezTo>
                    <a:pt x="20444" y="28995"/>
                    <a:pt x="20027" y="25234"/>
                    <a:pt x="20316" y="24559"/>
                  </a:cubicBezTo>
                  <a:cubicBezTo>
                    <a:pt x="20927" y="22984"/>
                    <a:pt x="19544" y="21762"/>
                    <a:pt x="17680" y="20219"/>
                  </a:cubicBezTo>
                  <a:cubicBezTo>
                    <a:pt x="15816" y="18644"/>
                    <a:pt x="16555" y="16651"/>
                    <a:pt x="16555" y="16651"/>
                  </a:cubicBezTo>
                  <a:lnTo>
                    <a:pt x="14112" y="14015"/>
                  </a:lnTo>
                  <a:cubicBezTo>
                    <a:pt x="14112" y="14015"/>
                    <a:pt x="14273" y="5497"/>
                    <a:pt x="14112" y="2090"/>
                  </a:cubicBezTo>
                  <a:cubicBezTo>
                    <a:pt x="14080" y="1543"/>
                    <a:pt x="14112" y="836"/>
                    <a:pt x="14144" y="0"/>
                  </a:cubicBezTo>
                  <a:close/>
                </a:path>
              </a:pathLst>
            </a:custGeom>
            <a:solidFill>
              <a:srgbClr val="77C6F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3564;p62">
              <a:extLst>
                <a:ext uri="{FF2B5EF4-FFF2-40B4-BE49-F238E27FC236}">
                  <a16:creationId xmlns:a16="http://schemas.microsoft.com/office/drawing/2014/main" id="{205EDD41-411D-6D6B-DF52-81B906236291}"/>
                </a:ext>
              </a:extLst>
            </p:cNvPr>
            <p:cNvSpPr/>
            <p:nvPr/>
          </p:nvSpPr>
          <p:spPr>
            <a:xfrm>
              <a:off x="1745500" y="2598325"/>
              <a:ext cx="511925" cy="1037475"/>
            </a:xfrm>
            <a:custGeom>
              <a:avLst/>
              <a:gdLst/>
              <a:ahLst/>
              <a:cxnLst/>
              <a:rect l="l" t="t" r="r" b="b"/>
              <a:pathLst>
                <a:path w="20477" h="41499" extrusionOk="0">
                  <a:moveTo>
                    <a:pt x="14144" y="0"/>
                  </a:moveTo>
                  <a:cubicBezTo>
                    <a:pt x="13566" y="129"/>
                    <a:pt x="13083" y="290"/>
                    <a:pt x="12633" y="483"/>
                  </a:cubicBezTo>
                  <a:lnTo>
                    <a:pt x="12601" y="483"/>
                  </a:lnTo>
                  <a:cubicBezTo>
                    <a:pt x="12473" y="515"/>
                    <a:pt x="12376" y="579"/>
                    <a:pt x="12248" y="643"/>
                  </a:cubicBezTo>
                  <a:cubicBezTo>
                    <a:pt x="12215" y="1093"/>
                    <a:pt x="12215" y="1608"/>
                    <a:pt x="12215" y="2186"/>
                  </a:cubicBezTo>
                  <a:cubicBezTo>
                    <a:pt x="12215" y="2926"/>
                    <a:pt x="12215" y="3761"/>
                    <a:pt x="12280" y="4726"/>
                  </a:cubicBezTo>
                  <a:cubicBezTo>
                    <a:pt x="12505" y="8037"/>
                    <a:pt x="12537" y="12087"/>
                    <a:pt x="12537" y="13726"/>
                  </a:cubicBezTo>
                  <a:cubicBezTo>
                    <a:pt x="12537" y="14208"/>
                    <a:pt x="12537" y="14498"/>
                    <a:pt x="12537" y="14498"/>
                  </a:cubicBezTo>
                  <a:lnTo>
                    <a:pt x="12505" y="14594"/>
                  </a:lnTo>
                  <a:cubicBezTo>
                    <a:pt x="12505" y="14594"/>
                    <a:pt x="12376" y="14851"/>
                    <a:pt x="12183" y="15301"/>
                  </a:cubicBezTo>
                  <a:cubicBezTo>
                    <a:pt x="12087" y="15430"/>
                    <a:pt x="12023" y="15623"/>
                    <a:pt x="11926" y="15815"/>
                  </a:cubicBezTo>
                  <a:lnTo>
                    <a:pt x="12087" y="17326"/>
                  </a:lnTo>
                  <a:lnTo>
                    <a:pt x="1" y="36999"/>
                  </a:lnTo>
                  <a:lnTo>
                    <a:pt x="7137" y="41499"/>
                  </a:lnTo>
                  <a:lnTo>
                    <a:pt x="16973" y="31534"/>
                  </a:lnTo>
                  <a:cubicBezTo>
                    <a:pt x="16941" y="31502"/>
                    <a:pt x="16941" y="31502"/>
                    <a:pt x="16941" y="31502"/>
                  </a:cubicBezTo>
                  <a:cubicBezTo>
                    <a:pt x="16362" y="30538"/>
                    <a:pt x="15976" y="29895"/>
                    <a:pt x="15944" y="29863"/>
                  </a:cubicBezTo>
                  <a:lnTo>
                    <a:pt x="20477" y="25877"/>
                  </a:lnTo>
                  <a:cubicBezTo>
                    <a:pt x="20316" y="24462"/>
                    <a:pt x="20219" y="23273"/>
                    <a:pt x="20219" y="22502"/>
                  </a:cubicBezTo>
                  <a:cubicBezTo>
                    <a:pt x="20219" y="22084"/>
                    <a:pt x="20252" y="21794"/>
                    <a:pt x="20316" y="21666"/>
                  </a:cubicBezTo>
                  <a:cubicBezTo>
                    <a:pt x="20412" y="21409"/>
                    <a:pt x="20444" y="21151"/>
                    <a:pt x="20444" y="20926"/>
                  </a:cubicBezTo>
                  <a:cubicBezTo>
                    <a:pt x="20477" y="19673"/>
                    <a:pt x="19223" y="18612"/>
                    <a:pt x="17680" y="17326"/>
                  </a:cubicBezTo>
                  <a:cubicBezTo>
                    <a:pt x="16651" y="16458"/>
                    <a:pt x="16426" y="15462"/>
                    <a:pt x="16426" y="14723"/>
                  </a:cubicBezTo>
                  <a:cubicBezTo>
                    <a:pt x="16426" y="14144"/>
                    <a:pt x="16555" y="13758"/>
                    <a:pt x="16555" y="13758"/>
                  </a:cubicBezTo>
                  <a:lnTo>
                    <a:pt x="14112" y="11122"/>
                  </a:lnTo>
                  <a:cubicBezTo>
                    <a:pt x="14112" y="11122"/>
                    <a:pt x="14176" y="7329"/>
                    <a:pt x="14176" y="3793"/>
                  </a:cubicBezTo>
                  <a:cubicBezTo>
                    <a:pt x="14176" y="2411"/>
                    <a:pt x="14176" y="1061"/>
                    <a:pt x="14144" y="0"/>
                  </a:cubicBezTo>
                  <a:close/>
                </a:path>
              </a:pathLst>
            </a:custGeom>
            <a:solidFill>
              <a:srgbClr val="BBE3F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3565;p62">
              <a:extLst>
                <a:ext uri="{FF2B5EF4-FFF2-40B4-BE49-F238E27FC236}">
                  <a16:creationId xmlns:a16="http://schemas.microsoft.com/office/drawing/2014/main" id="{FBF68AF3-7DDA-C6A5-D57A-1C33CC04091C}"/>
                </a:ext>
              </a:extLst>
            </p:cNvPr>
            <p:cNvSpPr/>
            <p:nvPr/>
          </p:nvSpPr>
          <p:spPr>
            <a:xfrm>
              <a:off x="1655500" y="2517150"/>
              <a:ext cx="716850" cy="1242100"/>
            </a:xfrm>
            <a:custGeom>
              <a:avLst/>
              <a:gdLst/>
              <a:ahLst/>
              <a:cxnLst/>
              <a:rect l="l" t="t" r="r" b="b"/>
              <a:pathLst>
                <a:path w="28674" h="49684" extrusionOk="0">
                  <a:moveTo>
                    <a:pt x="18741" y="547"/>
                  </a:moveTo>
                  <a:cubicBezTo>
                    <a:pt x="19062" y="547"/>
                    <a:pt x="19319" y="579"/>
                    <a:pt x="19608" y="612"/>
                  </a:cubicBezTo>
                  <a:cubicBezTo>
                    <a:pt x="20155" y="740"/>
                    <a:pt x="20476" y="837"/>
                    <a:pt x="20605" y="901"/>
                  </a:cubicBezTo>
                  <a:lnTo>
                    <a:pt x="20680" y="926"/>
                  </a:lnTo>
                  <a:lnTo>
                    <a:pt x="20680" y="926"/>
                  </a:lnTo>
                  <a:cubicBezTo>
                    <a:pt x="20746" y="1266"/>
                    <a:pt x="21097" y="3063"/>
                    <a:pt x="21473" y="4887"/>
                  </a:cubicBezTo>
                  <a:cubicBezTo>
                    <a:pt x="21666" y="5915"/>
                    <a:pt x="21859" y="6944"/>
                    <a:pt x="22019" y="7748"/>
                  </a:cubicBezTo>
                  <a:cubicBezTo>
                    <a:pt x="22116" y="8133"/>
                    <a:pt x="22180" y="8487"/>
                    <a:pt x="22244" y="8744"/>
                  </a:cubicBezTo>
                  <a:cubicBezTo>
                    <a:pt x="22276" y="9001"/>
                    <a:pt x="22309" y="9162"/>
                    <a:pt x="22341" y="9226"/>
                  </a:cubicBezTo>
                  <a:cubicBezTo>
                    <a:pt x="22341" y="9226"/>
                    <a:pt x="22341" y="9323"/>
                    <a:pt x="22373" y="9419"/>
                  </a:cubicBezTo>
                  <a:cubicBezTo>
                    <a:pt x="22469" y="10319"/>
                    <a:pt x="22694" y="13469"/>
                    <a:pt x="22887" y="16362"/>
                  </a:cubicBezTo>
                  <a:cubicBezTo>
                    <a:pt x="22984" y="17809"/>
                    <a:pt x="23080" y="19191"/>
                    <a:pt x="23177" y="20220"/>
                  </a:cubicBezTo>
                  <a:cubicBezTo>
                    <a:pt x="23241" y="21248"/>
                    <a:pt x="23273" y="21923"/>
                    <a:pt x="23273" y="21923"/>
                  </a:cubicBezTo>
                  <a:cubicBezTo>
                    <a:pt x="23273" y="21988"/>
                    <a:pt x="23305" y="22052"/>
                    <a:pt x="23369" y="22084"/>
                  </a:cubicBezTo>
                  <a:cubicBezTo>
                    <a:pt x="23369" y="22084"/>
                    <a:pt x="23659" y="22373"/>
                    <a:pt x="24077" y="22856"/>
                  </a:cubicBezTo>
                  <a:cubicBezTo>
                    <a:pt x="24752" y="23563"/>
                    <a:pt x="25748" y="24656"/>
                    <a:pt x="26584" y="25620"/>
                  </a:cubicBezTo>
                  <a:cubicBezTo>
                    <a:pt x="27034" y="26134"/>
                    <a:pt x="27387" y="26584"/>
                    <a:pt x="27677" y="26970"/>
                  </a:cubicBezTo>
                  <a:cubicBezTo>
                    <a:pt x="27837" y="27163"/>
                    <a:pt x="27934" y="27324"/>
                    <a:pt x="28030" y="27452"/>
                  </a:cubicBezTo>
                  <a:cubicBezTo>
                    <a:pt x="28080" y="27576"/>
                    <a:pt x="28129" y="27662"/>
                    <a:pt x="28150" y="27709"/>
                  </a:cubicBezTo>
                  <a:lnTo>
                    <a:pt x="28127" y="27709"/>
                  </a:lnTo>
                  <a:cubicBezTo>
                    <a:pt x="28127" y="27742"/>
                    <a:pt x="28062" y="27870"/>
                    <a:pt x="27998" y="28031"/>
                  </a:cubicBezTo>
                  <a:cubicBezTo>
                    <a:pt x="27645" y="28706"/>
                    <a:pt x="26777" y="29992"/>
                    <a:pt x="25652" y="31535"/>
                  </a:cubicBezTo>
                  <a:cubicBezTo>
                    <a:pt x="23948" y="33849"/>
                    <a:pt x="21698" y="36806"/>
                    <a:pt x="19705" y="39281"/>
                  </a:cubicBezTo>
                  <a:cubicBezTo>
                    <a:pt x="18708" y="40535"/>
                    <a:pt x="17776" y="41660"/>
                    <a:pt x="17037" y="42560"/>
                  </a:cubicBezTo>
                  <a:cubicBezTo>
                    <a:pt x="16298" y="43428"/>
                    <a:pt x="15719" y="44039"/>
                    <a:pt x="15462" y="44264"/>
                  </a:cubicBezTo>
                  <a:cubicBezTo>
                    <a:pt x="13957" y="45541"/>
                    <a:pt x="11024" y="48423"/>
                    <a:pt x="10359" y="49079"/>
                  </a:cubicBezTo>
                  <a:lnTo>
                    <a:pt x="10359" y="49079"/>
                  </a:lnTo>
                  <a:lnTo>
                    <a:pt x="627" y="43690"/>
                  </a:lnTo>
                  <a:lnTo>
                    <a:pt x="627" y="43690"/>
                  </a:lnTo>
                  <a:cubicBezTo>
                    <a:pt x="1267" y="42712"/>
                    <a:pt x="3940" y="38627"/>
                    <a:pt x="6686" y="34395"/>
                  </a:cubicBezTo>
                  <a:cubicBezTo>
                    <a:pt x="8262" y="31985"/>
                    <a:pt x="9869" y="29509"/>
                    <a:pt x="11090" y="27517"/>
                  </a:cubicBezTo>
                  <a:cubicBezTo>
                    <a:pt x="11733" y="26552"/>
                    <a:pt x="12247" y="25684"/>
                    <a:pt x="12665" y="25009"/>
                  </a:cubicBezTo>
                  <a:cubicBezTo>
                    <a:pt x="13051" y="24366"/>
                    <a:pt x="13308" y="23916"/>
                    <a:pt x="13437" y="23691"/>
                  </a:cubicBezTo>
                  <a:cubicBezTo>
                    <a:pt x="13758" y="22920"/>
                    <a:pt x="14433" y="21441"/>
                    <a:pt x="15012" y="20188"/>
                  </a:cubicBezTo>
                  <a:cubicBezTo>
                    <a:pt x="15301" y="19545"/>
                    <a:pt x="15590" y="18966"/>
                    <a:pt x="15783" y="18548"/>
                  </a:cubicBezTo>
                  <a:cubicBezTo>
                    <a:pt x="15976" y="18098"/>
                    <a:pt x="16105" y="17841"/>
                    <a:pt x="16105" y="17841"/>
                  </a:cubicBezTo>
                  <a:lnTo>
                    <a:pt x="16137" y="17745"/>
                  </a:lnTo>
                  <a:cubicBezTo>
                    <a:pt x="16137" y="17745"/>
                    <a:pt x="16137" y="17455"/>
                    <a:pt x="16137" y="16973"/>
                  </a:cubicBezTo>
                  <a:cubicBezTo>
                    <a:pt x="16137" y="15334"/>
                    <a:pt x="16105" y="11284"/>
                    <a:pt x="15880" y="7973"/>
                  </a:cubicBezTo>
                  <a:cubicBezTo>
                    <a:pt x="15815" y="7008"/>
                    <a:pt x="15815" y="6173"/>
                    <a:pt x="15815" y="5433"/>
                  </a:cubicBezTo>
                  <a:cubicBezTo>
                    <a:pt x="15815" y="2958"/>
                    <a:pt x="16105" y="1737"/>
                    <a:pt x="16265" y="1287"/>
                  </a:cubicBezTo>
                  <a:cubicBezTo>
                    <a:pt x="16265" y="1254"/>
                    <a:pt x="16330" y="1158"/>
                    <a:pt x="16490" y="1062"/>
                  </a:cubicBezTo>
                  <a:cubicBezTo>
                    <a:pt x="16683" y="933"/>
                    <a:pt x="17037" y="804"/>
                    <a:pt x="17455" y="708"/>
                  </a:cubicBezTo>
                  <a:cubicBezTo>
                    <a:pt x="17841" y="612"/>
                    <a:pt x="18291" y="547"/>
                    <a:pt x="18741" y="547"/>
                  </a:cubicBezTo>
                  <a:close/>
                  <a:moveTo>
                    <a:pt x="18741" y="1"/>
                  </a:moveTo>
                  <a:cubicBezTo>
                    <a:pt x="18098" y="1"/>
                    <a:pt x="17423" y="129"/>
                    <a:pt x="16908" y="290"/>
                  </a:cubicBezTo>
                  <a:cubicBezTo>
                    <a:pt x="16619" y="387"/>
                    <a:pt x="16394" y="483"/>
                    <a:pt x="16201" y="612"/>
                  </a:cubicBezTo>
                  <a:cubicBezTo>
                    <a:pt x="16008" y="772"/>
                    <a:pt x="15848" y="901"/>
                    <a:pt x="15751" y="1126"/>
                  </a:cubicBezTo>
                  <a:cubicBezTo>
                    <a:pt x="15558" y="1640"/>
                    <a:pt x="15269" y="2926"/>
                    <a:pt x="15269" y="5433"/>
                  </a:cubicBezTo>
                  <a:cubicBezTo>
                    <a:pt x="15269" y="6173"/>
                    <a:pt x="15301" y="7040"/>
                    <a:pt x="15365" y="8005"/>
                  </a:cubicBezTo>
                  <a:cubicBezTo>
                    <a:pt x="15558" y="11316"/>
                    <a:pt x="15590" y="15334"/>
                    <a:pt x="15590" y="16973"/>
                  </a:cubicBezTo>
                  <a:cubicBezTo>
                    <a:pt x="15590" y="17362"/>
                    <a:pt x="15590" y="17605"/>
                    <a:pt x="15590" y="17684"/>
                  </a:cubicBezTo>
                  <a:lnTo>
                    <a:pt x="15590" y="17684"/>
                  </a:lnTo>
                  <a:cubicBezTo>
                    <a:pt x="15329" y="18236"/>
                    <a:pt x="13547" y="22008"/>
                    <a:pt x="12922" y="23466"/>
                  </a:cubicBezTo>
                  <a:cubicBezTo>
                    <a:pt x="12858" y="23627"/>
                    <a:pt x="12601" y="24109"/>
                    <a:pt x="12215" y="24752"/>
                  </a:cubicBezTo>
                  <a:cubicBezTo>
                    <a:pt x="10801" y="27034"/>
                    <a:pt x="7779" y="31760"/>
                    <a:pt x="5079" y="35906"/>
                  </a:cubicBezTo>
                  <a:cubicBezTo>
                    <a:pt x="3729" y="37996"/>
                    <a:pt x="2476" y="39924"/>
                    <a:pt x="1543" y="41339"/>
                  </a:cubicBezTo>
                  <a:cubicBezTo>
                    <a:pt x="1093" y="42046"/>
                    <a:pt x="708" y="42624"/>
                    <a:pt x="450" y="43010"/>
                  </a:cubicBezTo>
                  <a:cubicBezTo>
                    <a:pt x="193" y="43396"/>
                    <a:pt x="33" y="43621"/>
                    <a:pt x="33" y="43621"/>
                  </a:cubicBezTo>
                  <a:cubicBezTo>
                    <a:pt x="0" y="43685"/>
                    <a:pt x="0" y="43782"/>
                    <a:pt x="0" y="43846"/>
                  </a:cubicBezTo>
                  <a:cubicBezTo>
                    <a:pt x="33" y="43910"/>
                    <a:pt x="65" y="43974"/>
                    <a:pt x="129" y="44007"/>
                  </a:cubicBezTo>
                  <a:lnTo>
                    <a:pt x="10287" y="49664"/>
                  </a:lnTo>
                  <a:cubicBezTo>
                    <a:pt x="10322" y="49676"/>
                    <a:pt x="10362" y="49683"/>
                    <a:pt x="10402" y="49683"/>
                  </a:cubicBezTo>
                  <a:cubicBezTo>
                    <a:pt x="10473" y="49683"/>
                    <a:pt x="10547" y="49661"/>
                    <a:pt x="10608" y="49600"/>
                  </a:cubicBezTo>
                  <a:cubicBezTo>
                    <a:pt x="10608" y="49600"/>
                    <a:pt x="10833" y="49375"/>
                    <a:pt x="11187" y="49021"/>
                  </a:cubicBezTo>
                  <a:cubicBezTo>
                    <a:pt x="12247" y="47993"/>
                    <a:pt x="14562" y="45742"/>
                    <a:pt x="15815" y="44682"/>
                  </a:cubicBezTo>
                  <a:cubicBezTo>
                    <a:pt x="16040" y="44489"/>
                    <a:pt x="16394" y="44103"/>
                    <a:pt x="16876" y="43557"/>
                  </a:cubicBezTo>
                  <a:cubicBezTo>
                    <a:pt x="18516" y="41724"/>
                    <a:pt x="21441" y="38028"/>
                    <a:pt x="23980" y="34685"/>
                  </a:cubicBezTo>
                  <a:cubicBezTo>
                    <a:pt x="25234" y="33013"/>
                    <a:pt x="26391" y="31406"/>
                    <a:pt x="27259" y="30184"/>
                  </a:cubicBezTo>
                  <a:cubicBezTo>
                    <a:pt x="27677" y="29574"/>
                    <a:pt x="28030" y="29027"/>
                    <a:pt x="28255" y="28642"/>
                  </a:cubicBezTo>
                  <a:cubicBezTo>
                    <a:pt x="28384" y="28417"/>
                    <a:pt x="28480" y="28256"/>
                    <a:pt x="28545" y="28095"/>
                  </a:cubicBezTo>
                  <a:cubicBezTo>
                    <a:pt x="28577" y="28031"/>
                    <a:pt x="28609" y="27967"/>
                    <a:pt x="28641" y="27902"/>
                  </a:cubicBezTo>
                  <a:cubicBezTo>
                    <a:pt x="28673" y="27838"/>
                    <a:pt x="28673" y="27774"/>
                    <a:pt x="28673" y="27709"/>
                  </a:cubicBezTo>
                  <a:lnTo>
                    <a:pt x="28673" y="27645"/>
                  </a:lnTo>
                  <a:cubicBezTo>
                    <a:pt x="28641" y="27452"/>
                    <a:pt x="28512" y="27259"/>
                    <a:pt x="28384" y="27034"/>
                  </a:cubicBezTo>
                  <a:cubicBezTo>
                    <a:pt x="27837" y="26231"/>
                    <a:pt x="26712" y="24913"/>
                    <a:pt x="25684" y="23788"/>
                  </a:cubicBezTo>
                  <a:cubicBezTo>
                    <a:pt x="24804" y="22826"/>
                    <a:pt x="24019" y="21982"/>
                    <a:pt x="23810" y="21757"/>
                  </a:cubicBezTo>
                  <a:lnTo>
                    <a:pt x="23810" y="21757"/>
                  </a:lnTo>
                  <a:cubicBezTo>
                    <a:pt x="23764" y="21131"/>
                    <a:pt x="23567" y="18418"/>
                    <a:pt x="23369" y="15655"/>
                  </a:cubicBezTo>
                  <a:cubicBezTo>
                    <a:pt x="23273" y="14080"/>
                    <a:pt x="23144" y="12505"/>
                    <a:pt x="23048" y="11284"/>
                  </a:cubicBezTo>
                  <a:cubicBezTo>
                    <a:pt x="23016" y="10673"/>
                    <a:pt x="22984" y="10158"/>
                    <a:pt x="22919" y="9805"/>
                  </a:cubicBezTo>
                  <a:cubicBezTo>
                    <a:pt x="22919" y="9612"/>
                    <a:pt x="22919" y="9451"/>
                    <a:pt x="22887" y="9355"/>
                  </a:cubicBezTo>
                  <a:cubicBezTo>
                    <a:pt x="22887" y="9291"/>
                    <a:pt x="22887" y="9226"/>
                    <a:pt x="22887" y="9194"/>
                  </a:cubicBezTo>
                  <a:lnTo>
                    <a:pt x="22855" y="9098"/>
                  </a:lnTo>
                  <a:cubicBezTo>
                    <a:pt x="22855" y="9066"/>
                    <a:pt x="22823" y="8873"/>
                    <a:pt x="22759" y="8648"/>
                  </a:cubicBezTo>
                  <a:cubicBezTo>
                    <a:pt x="22566" y="7748"/>
                    <a:pt x="22180" y="5787"/>
                    <a:pt x="21826" y="4019"/>
                  </a:cubicBezTo>
                  <a:cubicBezTo>
                    <a:pt x="21666" y="3151"/>
                    <a:pt x="21505" y="2347"/>
                    <a:pt x="21376" y="1737"/>
                  </a:cubicBezTo>
                  <a:cubicBezTo>
                    <a:pt x="21248" y="1126"/>
                    <a:pt x="21184" y="772"/>
                    <a:pt x="21184" y="772"/>
                  </a:cubicBezTo>
                  <a:lnTo>
                    <a:pt x="21182" y="772"/>
                  </a:lnTo>
                  <a:lnTo>
                    <a:pt x="21182" y="772"/>
                  </a:lnTo>
                  <a:cubicBezTo>
                    <a:pt x="21173" y="660"/>
                    <a:pt x="21114" y="577"/>
                    <a:pt x="21055" y="547"/>
                  </a:cubicBezTo>
                  <a:cubicBezTo>
                    <a:pt x="20959" y="451"/>
                    <a:pt x="20862" y="387"/>
                    <a:pt x="20637" y="322"/>
                  </a:cubicBezTo>
                  <a:cubicBezTo>
                    <a:pt x="20444" y="258"/>
                    <a:pt x="20155" y="194"/>
                    <a:pt x="19705" y="97"/>
                  </a:cubicBezTo>
                  <a:cubicBezTo>
                    <a:pt x="19383" y="33"/>
                    <a:pt x="19062" y="1"/>
                    <a:pt x="18741"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3566;p62">
              <a:extLst>
                <a:ext uri="{FF2B5EF4-FFF2-40B4-BE49-F238E27FC236}">
                  <a16:creationId xmlns:a16="http://schemas.microsoft.com/office/drawing/2014/main" id="{A0C91AA4-DC2D-39A7-BDAF-9058D77F6F2F}"/>
                </a:ext>
              </a:extLst>
            </p:cNvPr>
            <p:cNvSpPr/>
            <p:nvPr/>
          </p:nvSpPr>
          <p:spPr>
            <a:xfrm>
              <a:off x="2159350" y="2939125"/>
              <a:ext cx="140675" cy="185600"/>
            </a:xfrm>
            <a:custGeom>
              <a:avLst/>
              <a:gdLst/>
              <a:ahLst/>
              <a:cxnLst/>
              <a:rect l="l" t="t" r="r" b="b"/>
              <a:pathLst>
                <a:path w="5627" h="7424" extrusionOk="0">
                  <a:moveTo>
                    <a:pt x="934" y="0"/>
                  </a:moveTo>
                  <a:cubicBezTo>
                    <a:pt x="442" y="0"/>
                    <a:pt x="1" y="126"/>
                    <a:pt x="1" y="126"/>
                  </a:cubicBezTo>
                  <a:cubicBezTo>
                    <a:pt x="1" y="126"/>
                    <a:pt x="1" y="2859"/>
                    <a:pt x="1319" y="4530"/>
                  </a:cubicBezTo>
                  <a:cubicBezTo>
                    <a:pt x="2637" y="6169"/>
                    <a:pt x="5626" y="7423"/>
                    <a:pt x="5626" y="7423"/>
                  </a:cubicBezTo>
                  <a:cubicBezTo>
                    <a:pt x="5626" y="7423"/>
                    <a:pt x="4726" y="5269"/>
                    <a:pt x="4598" y="4626"/>
                  </a:cubicBezTo>
                  <a:cubicBezTo>
                    <a:pt x="4469" y="3984"/>
                    <a:pt x="3569" y="3534"/>
                    <a:pt x="3055" y="2634"/>
                  </a:cubicBezTo>
                  <a:cubicBezTo>
                    <a:pt x="2540" y="1733"/>
                    <a:pt x="1962" y="319"/>
                    <a:pt x="1962" y="319"/>
                  </a:cubicBezTo>
                  <a:cubicBezTo>
                    <a:pt x="1700" y="71"/>
                    <a:pt x="1302" y="0"/>
                    <a:pt x="934"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3567;p62">
              <a:extLst>
                <a:ext uri="{FF2B5EF4-FFF2-40B4-BE49-F238E27FC236}">
                  <a16:creationId xmlns:a16="http://schemas.microsoft.com/office/drawing/2014/main" id="{15B03961-F5D6-8F8B-1D89-F9FC4D169BDB}"/>
                </a:ext>
              </a:extLst>
            </p:cNvPr>
            <p:cNvSpPr/>
            <p:nvPr/>
          </p:nvSpPr>
          <p:spPr>
            <a:xfrm>
              <a:off x="2152925" y="2932625"/>
              <a:ext cx="154325" cy="199000"/>
            </a:xfrm>
            <a:custGeom>
              <a:avLst/>
              <a:gdLst/>
              <a:ahLst/>
              <a:cxnLst/>
              <a:rect l="l" t="t" r="r" b="b"/>
              <a:pathLst>
                <a:path w="6173" h="7960" extrusionOk="0">
                  <a:moveTo>
                    <a:pt x="1158" y="547"/>
                  </a:moveTo>
                  <a:cubicBezTo>
                    <a:pt x="1459" y="547"/>
                    <a:pt x="1789" y="603"/>
                    <a:pt x="1988" y="769"/>
                  </a:cubicBezTo>
                  <a:lnTo>
                    <a:pt x="1988" y="769"/>
                  </a:lnTo>
                  <a:cubicBezTo>
                    <a:pt x="2106" y="1047"/>
                    <a:pt x="2609" y="2207"/>
                    <a:pt x="3087" y="3022"/>
                  </a:cubicBezTo>
                  <a:cubicBezTo>
                    <a:pt x="3376" y="3504"/>
                    <a:pt x="3730" y="3858"/>
                    <a:pt x="4051" y="4179"/>
                  </a:cubicBezTo>
                  <a:cubicBezTo>
                    <a:pt x="4212" y="4308"/>
                    <a:pt x="4340" y="4469"/>
                    <a:pt x="4437" y="4597"/>
                  </a:cubicBezTo>
                  <a:cubicBezTo>
                    <a:pt x="4533" y="4726"/>
                    <a:pt x="4597" y="4822"/>
                    <a:pt x="4597" y="4919"/>
                  </a:cubicBezTo>
                  <a:cubicBezTo>
                    <a:pt x="4630" y="5111"/>
                    <a:pt x="4726" y="5369"/>
                    <a:pt x="4822" y="5690"/>
                  </a:cubicBezTo>
                  <a:cubicBezTo>
                    <a:pt x="4999" y="6166"/>
                    <a:pt x="5223" y="6747"/>
                    <a:pt x="5390" y="7176"/>
                  </a:cubicBezTo>
                  <a:lnTo>
                    <a:pt x="5390" y="7176"/>
                  </a:lnTo>
                  <a:cubicBezTo>
                    <a:pt x="5028" y="6998"/>
                    <a:pt x="4537" y="6740"/>
                    <a:pt x="4019" y="6429"/>
                  </a:cubicBezTo>
                  <a:cubicBezTo>
                    <a:pt x="3183" y="5947"/>
                    <a:pt x="2315" y="5304"/>
                    <a:pt x="1769" y="4597"/>
                  </a:cubicBezTo>
                  <a:cubicBezTo>
                    <a:pt x="1190" y="3858"/>
                    <a:pt x="869" y="2829"/>
                    <a:pt x="708" y="1993"/>
                  </a:cubicBezTo>
                  <a:cubicBezTo>
                    <a:pt x="595" y="1385"/>
                    <a:pt x="562" y="871"/>
                    <a:pt x="552" y="596"/>
                  </a:cubicBezTo>
                  <a:lnTo>
                    <a:pt x="552" y="596"/>
                  </a:lnTo>
                  <a:cubicBezTo>
                    <a:pt x="704" y="570"/>
                    <a:pt x="925" y="547"/>
                    <a:pt x="1158" y="547"/>
                  </a:cubicBezTo>
                  <a:close/>
                  <a:moveTo>
                    <a:pt x="1158" y="1"/>
                  </a:moveTo>
                  <a:cubicBezTo>
                    <a:pt x="644" y="1"/>
                    <a:pt x="226" y="129"/>
                    <a:pt x="194" y="129"/>
                  </a:cubicBezTo>
                  <a:cubicBezTo>
                    <a:pt x="97" y="161"/>
                    <a:pt x="33" y="226"/>
                    <a:pt x="1" y="322"/>
                  </a:cubicBezTo>
                  <a:lnTo>
                    <a:pt x="1" y="386"/>
                  </a:lnTo>
                  <a:cubicBezTo>
                    <a:pt x="1" y="483"/>
                    <a:pt x="1" y="1190"/>
                    <a:pt x="162" y="2090"/>
                  </a:cubicBezTo>
                  <a:cubicBezTo>
                    <a:pt x="354" y="2990"/>
                    <a:pt x="676" y="4083"/>
                    <a:pt x="1351" y="4951"/>
                  </a:cubicBezTo>
                  <a:cubicBezTo>
                    <a:pt x="2058" y="5819"/>
                    <a:pt x="3151" y="6558"/>
                    <a:pt x="4083" y="7104"/>
                  </a:cubicBezTo>
                  <a:cubicBezTo>
                    <a:pt x="5015" y="7619"/>
                    <a:pt x="5787" y="7940"/>
                    <a:pt x="5787" y="7940"/>
                  </a:cubicBezTo>
                  <a:cubicBezTo>
                    <a:pt x="5822" y="7952"/>
                    <a:pt x="5857" y="7959"/>
                    <a:pt x="5893" y="7959"/>
                  </a:cubicBezTo>
                  <a:cubicBezTo>
                    <a:pt x="5954" y="7959"/>
                    <a:pt x="6015" y="7937"/>
                    <a:pt x="6076" y="7876"/>
                  </a:cubicBezTo>
                  <a:cubicBezTo>
                    <a:pt x="6140" y="7812"/>
                    <a:pt x="6173" y="7683"/>
                    <a:pt x="6140" y="7587"/>
                  </a:cubicBezTo>
                  <a:cubicBezTo>
                    <a:pt x="6140" y="7587"/>
                    <a:pt x="5915" y="7040"/>
                    <a:pt x="5690" y="6429"/>
                  </a:cubicBezTo>
                  <a:cubicBezTo>
                    <a:pt x="5562" y="6108"/>
                    <a:pt x="5433" y="5787"/>
                    <a:pt x="5337" y="5497"/>
                  </a:cubicBezTo>
                  <a:cubicBezTo>
                    <a:pt x="5240" y="5208"/>
                    <a:pt x="5144" y="4951"/>
                    <a:pt x="5144" y="4822"/>
                  </a:cubicBezTo>
                  <a:cubicBezTo>
                    <a:pt x="5080" y="4597"/>
                    <a:pt x="4983" y="4436"/>
                    <a:pt x="4855" y="4244"/>
                  </a:cubicBezTo>
                  <a:cubicBezTo>
                    <a:pt x="4469" y="3761"/>
                    <a:pt x="3890" y="3376"/>
                    <a:pt x="3537" y="2765"/>
                  </a:cubicBezTo>
                  <a:cubicBezTo>
                    <a:pt x="3280" y="2315"/>
                    <a:pt x="3022" y="1768"/>
                    <a:pt x="2829" y="1286"/>
                  </a:cubicBezTo>
                  <a:cubicBezTo>
                    <a:pt x="2701" y="1061"/>
                    <a:pt x="2637" y="868"/>
                    <a:pt x="2572" y="708"/>
                  </a:cubicBezTo>
                  <a:cubicBezTo>
                    <a:pt x="2508" y="579"/>
                    <a:pt x="2476" y="483"/>
                    <a:pt x="2476" y="483"/>
                  </a:cubicBezTo>
                  <a:lnTo>
                    <a:pt x="2412" y="386"/>
                  </a:lnTo>
                  <a:cubicBezTo>
                    <a:pt x="2026" y="65"/>
                    <a:pt x="1544" y="1"/>
                    <a:pt x="1158"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3568;p62">
              <a:extLst>
                <a:ext uri="{FF2B5EF4-FFF2-40B4-BE49-F238E27FC236}">
                  <a16:creationId xmlns:a16="http://schemas.microsoft.com/office/drawing/2014/main" id="{E7D2DA17-2837-E568-CE5A-CFC35D8656D6}"/>
                </a:ext>
              </a:extLst>
            </p:cNvPr>
            <p:cNvSpPr/>
            <p:nvPr/>
          </p:nvSpPr>
          <p:spPr>
            <a:xfrm>
              <a:off x="2144100" y="3174525"/>
              <a:ext cx="314225" cy="554975"/>
            </a:xfrm>
            <a:custGeom>
              <a:avLst/>
              <a:gdLst/>
              <a:ahLst/>
              <a:cxnLst/>
              <a:rect l="l" t="t" r="r" b="b"/>
              <a:pathLst>
                <a:path w="12569" h="22199" extrusionOk="0">
                  <a:moveTo>
                    <a:pt x="7683" y="0"/>
                  </a:moveTo>
                  <a:lnTo>
                    <a:pt x="0" y="6815"/>
                  </a:lnTo>
                  <a:cubicBezTo>
                    <a:pt x="0" y="6815"/>
                    <a:pt x="3118" y="11861"/>
                    <a:pt x="4565" y="14754"/>
                  </a:cubicBezTo>
                  <a:cubicBezTo>
                    <a:pt x="6043" y="17679"/>
                    <a:pt x="8004" y="21923"/>
                    <a:pt x="9676" y="22180"/>
                  </a:cubicBezTo>
                  <a:cubicBezTo>
                    <a:pt x="9758" y="22192"/>
                    <a:pt x="9839" y="22198"/>
                    <a:pt x="9918" y="22198"/>
                  </a:cubicBezTo>
                  <a:cubicBezTo>
                    <a:pt x="11474" y="22198"/>
                    <a:pt x="12380" y="19885"/>
                    <a:pt x="12472" y="18997"/>
                  </a:cubicBezTo>
                  <a:cubicBezTo>
                    <a:pt x="12569" y="18065"/>
                    <a:pt x="11186" y="16297"/>
                    <a:pt x="10640" y="12504"/>
                  </a:cubicBezTo>
                  <a:cubicBezTo>
                    <a:pt x="10061" y="8711"/>
                    <a:pt x="8872" y="1382"/>
                    <a:pt x="8872" y="1382"/>
                  </a:cubicBezTo>
                  <a:lnTo>
                    <a:pt x="7683"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3569;p62">
              <a:extLst>
                <a:ext uri="{FF2B5EF4-FFF2-40B4-BE49-F238E27FC236}">
                  <a16:creationId xmlns:a16="http://schemas.microsoft.com/office/drawing/2014/main" id="{5A52B3DF-62FC-03F5-8909-899BA907997A}"/>
                </a:ext>
              </a:extLst>
            </p:cNvPr>
            <p:cNvSpPr/>
            <p:nvPr/>
          </p:nvSpPr>
          <p:spPr>
            <a:xfrm>
              <a:off x="2144100" y="3245225"/>
              <a:ext cx="167175" cy="374525"/>
            </a:xfrm>
            <a:custGeom>
              <a:avLst/>
              <a:gdLst/>
              <a:ahLst/>
              <a:cxnLst/>
              <a:rect l="l" t="t" r="r" b="b"/>
              <a:pathLst>
                <a:path w="6687" h="14981" extrusionOk="0">
                  <a:moveTo>
                    <a:pt x="4533" y="1"/>
                  </a:moveTo>
                  <a:lnTo>
                    <a:pt x="0" y="3987"/>
                  </a:lnTo>
                  <a:cubicBezTo>
                    <a:pt x="0" y="3987"/>
                    <a:pt x="418" y="4662"/>
                    <a:pt x="1029" y="5658"/>
                  </a:cubicBezTo>
                  <a:lnTo>
                    <a:pt x="1415" y="5240"/>
                  </a:lnTo>
                  <a:lnTo>
                    <a:pt x="6686" y="14980"/>
                  </a:lnTo>
                  <a:cubicBezTo>
                    <a:pt x="6686" y="14980"/>
                    <a:pt x="5143" y="5690"/>
                    <a:pt x="4533" y="1"/>
                  </a:cubicBezTo>
                  <a:close/>
                </a:path>
              </a:pathLst>
            </a:custGeom>
            <a:solidFill>
              <a:srgbClr val="77C6F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3570;p62">
              <a:extLst>
                <a:ext uri="{FF2B5EF4-FFF2-40B4-BE49-F238E27FC236}">
                  <a16:creationId xmlns:a16="http://schemas.microsoft.com/office/drawing/2014/main" id="{61355627-1912-4191-6352-480C232A64C9}"/>
                </a:ext>
              </a:extLst>
            </p:cNvPr>
            <p:cNvSpPr/>
            <p:nvPr/>
          </p:nvSpPr>
          <p:spPr>
            <a:xfrm>
              <a:off x="2169800" y="3376225"/>
              <a:ext cx="141475" cy="243525"/>
            </a:xfrm>
            <a:custGeom>
              <a:avLst/>
              <a:gdLst/>
              <a:ahLst/>
              <a:cxnLst/>
              <a:rect l="l" t="t" r="r" b="b"/>
              <a:pathLst>
                <a:path w="5659" h="9741" extrusionOk="0">
                  <a:moveTo>
                    <a:pt x="5658" y="9740"/>
                  </a:moveTo>
                  <a:lnTo>
                    <a:pt x="387" y="0"/>
                  </a:lnTo>
                  <a:lnTo>
                    <a:pt x="1" y="418"/>
                  </a:lnTo>
                  <a:lnTo>
                    <a:pt x="1" y="418"/>
                  </a:lnTo>
                  <a:lnTo>
                    <a:pt x="387" y="0"/>
                  </a:lnTo>
                  <a:lnTo>
                    <a:pt x="5658" y="9740"/>
                  </a:lnTo>
                  <a:lnTo>
                    <a:pt x="5658" y="974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3571;p62">
              <a:extLst>
                <a:ext uri="{FF2B5EF4-FFF2-40B4-BE49-F238E27FC236}">
                  <a16:creationId xmlns:a16="http://schemas.microsoft.com/office/drawing/2014/main" id="{484DCA86-9D1B-2E31-47D8-842C151BA9BF}"/>
                </a:ext>
              </a:extLst>
            </p:cNvPr>
            <p:cNvSpPr/>
            <p:nvPr/>
          </p:nvSpPr>
          <p:spPr>
            <a:xfrm>
              <a:off x="2144100" y="3245225"/>
              <a:ext cx="167175" cy="374525"/>
            </a:xfrm>
            <a:custGeom>
              <a:avLst/>
              <a:gdLst/>
              <a:ahLst/>
              <a:cxnLst/>
              <a:rect l="l" t="t" r="r" b="b"/>
              <a:pathLst>
                <a:path w="6687" h="14981" extrusionOk="0">
                  <a:moveTo>
                    <a:pt x="4533" y="1"/>
                  </a:moveTo>
                  <a:lnTo>
                    <a:pt x="0" y="3987"/>
                  </a:lnTo>
                  <a:cubicBezTo>
                    <a:pt x="32" y="4019"/>
                    <a:pt x="418" y="4662"/>
                    <a:pt x="997" y="5626"/>
                  </a:cubicBezTo>
                  <a:cubicBezTo>
                    <a:pt x="997" y="5626"/>
                    <a:pt x="997" y="5626"/>
                    <a:pt x="1029" y="5658"/>
                  </a:cubicBezTo>
                  <a:lnTo>
                    <a:pt x="1415" y="5240"/>
                  </a:lnTo>
                  <a:lnTo>
                    <a:pt x="6686" y="14980"/>
                  </a:lnTo>
                  <a:cubicBezTo>
                    <a:pt x="6686" y="14980"/>
                    <a:pt x="5143" y="5690"/>
                    <a:pt x="4533" y="1"/>
                  </a:cubicBezTo>
                  <a:close/>
                </a:path>
              </a:pathLst>
            </a:custGeom>
            <a:solidFill>
              <a:srgbClr val="BBE3F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3572;p62">
              <a:extLst>
                <a:ext uri="{FF2B5EF4-FFF2-40B4-BE49-F238E27FC236}">
                  <a16:creationId xmlns:a16="http://schemas.microsoft.com/office/drawing/2014/main" id="{3CC98444-6E2B-27B6-AFB1-1F99F43E8D51}"/>
                </a:ext>
              </a:extLst>
            </p:cNvPr>
            <p:cNvSpPr/>
            <p:nvPr/>
          </p:nvSpPr>
          <p:spPr>
            <a:xfrm>
              <a:off x="2136850" y="3167975"/>
              <a:ext cx="325500" cy="568300"/>
            </a:xfrm>
            <a:custGeom>
              <a:avLst/>
              <a:gdLst/>
              <a:ahLst/>
              <a:cxnLst/>
              <a:rect l="l" t="t" r="r" b="b"/>
              <a:pathLst>
                <a:path w="13020" h="22732" extrusionOk="0">
                  <a:moveTo>
                    <a:pt x="7975" y="0"/>
                  </a:moveTo>
                  <a:cubicBezTo>
                    <a:pt x="7915" y="0"/>
                    <a:pt x="7857" y="24"/>
                    <a:pt x="7812" y="69"/>
                  </a:cubicBezTo>
                  <a:cubicBezTo>
                    <a:pt x="7683" y="166"/>
                    <a:pt x="7683" y="326"/>
                    <a:pt x="7780" y="455"/>
                  </a:cubicBezTo>
                  <a:lnTo>
                    <a:pt x="8920" y="1785"/>
                  </a:lnTo>
                  <a:lnTo>
                    <a:pt x="8920" y="1785"/>
                  </a:lnTo>
                  <a:cubicBezTo>
                    <a:pt x="8946" y="1967"/>
                    <a:pt x="9005" y="2366"/>
                    <a:pt x="9098" y="2898"/>
                  </a:cubicBezTo>
                  <a:cubicBezTo>
                    <a:pt x="9451" y="5148"/>
                    <a:pt x="10223" y="9970"/>
                    <a:pt x="10641" y="12798"/>
                  </a:cubicBezTo>
                  <a:cubicBezTo>
                    <a:pt x="10930" y="14663"/>
                    <a:pt x="11412" y="16045"/>
                    <a:pt x="11798" y="17074"/>
                  </a:cubicBezTo>
                  <a:cubicBezTo>
                    <a:pt x="11991" y="17588"/>
                    <a:pt x="12184" y="18038"/>
                    <a:pt x="12280" y="18359"/>
                  </a:cubicBezTo>
                  <a:cubicBezTo>
                    <a:pt x="12409" y="18713"/>
                    <a:pt x="12505" y="19002"/>
                    <a:pt x="12505" y="19163"/>
                  </a:cubicBezTo>
                  <a:lnTo>
                    <a:pt x="12473" y="19227"/>
                  </a:lnTo>
                  <a:cubicBezTo>
                    <a:pt x="12441" y="19613"/>
                    <a:pt x="12216" y="20384"/>
                    <a:pt x="11798" y="21060"/>
                  </a:cubicBezTo>
                  <a:cubicBezTo>
                    <a:pt x="11605" y="21381"/>
                    <a:pt x="11348" y="21670"/>
                    <a:pt x="11091" y="21863"/>
                  </a:cubicBezTo>
                  <a:cubicBezTo>
                    <a:pt x="10834" y="22088"/>
                    <a:pt x="10544" y="22185"/>
                    <a:pt x="10223" y="22185"/>
                  </a:cubicBezTo>
                  <a:lnTo>
                    <a:pt x="10030" y="22185"/>
                  </a:lnTo>
                  <a:cubicBezTo>
                    <a:pt x="9709" y="22152"/>
                    <a:pt x="9291" y="21863"/>
                    <a:pt x="8873" y="21413"/>
                  </a:cubicBezTo>
                  <a:cubicBezTo>
                    <a:pt x="8230" y="20706"/>
                    <a:pt x="7555" y="19645"/>
                    <a:pt x="6912" y="18456"/>
                  </a:cubicBezTo>
                  <a:cubicBezTo>
                    <a:pt x="6269" y="17266"/>
                    <a:pt x="5658" y="16013"/>
                    <a:pt x="5112" y="14920"/>
                  </a:cubicBezTo>
                  <a:cubicBezTo>
                    <a:pt x="3633" y="11963"/>
                    <a:pt x="547" y="6948"/>
                    <a:pt x="547" y="6948"/>
                  </a:cubicBezTo>
                  <a:cubicBezTo>
                    <a:pt x="483" y="6862"/>
                    <a:pt x="390" y="6819"/>
                    <a:pt x="297" y="6819"/>
                  </a:cubicBezTo>
                  <a:cubicBezTo>
                    <a:pt x="251" y="6819"/>
                    <a:pt x="204" y="6830"/>
                    <a:pt x="162" y="6852"/>
                  </a:cubicBezTo>
                  <a:cubicBezTo>
                    <a:pt x="33" y="6916"/>
                    <a:pt x="1" y="7109"/>
                    <a:pt x="65" y="7237"/>
                  </a:cubicBezTo>
                  <a:cubicBezTo>
                    <a:pt x="65" y="7237"/>
                    <a:pt x="258" y="7527"/>
                    <a:pt x="580" y="8041"/>
                  </a:cubicBezTo>
                  <a:cubicBezTo>
                    <a:pt x="1512" y="9616"/>
                    <a:pt x="3537" y="12991"/>
                    <a:pt x="4630" y="15145"/>
                  </a:cubicBezTo>
                  <a:cubicBezTo>
                    <a:pt x="5369" y="16591"/>
                    <a:pt x="6205" y="18392"/>
                    <a:pt x="7105" y="19870"/>
                  </a:cubicBezTo>
                  <a:cubicBezTo>
                    <a:pt x="7555" y="20609"/>
                    <a:pt x="8005" y="21285"/>
                    <a:pt x="8487" y="21767"/>
                  </a:cubicBezTo>
                  <a:cubicBezTo>
                    <a:pt x="8937" y="22281"/>
                    <a:pt x="9419" y="22635"/>
                    <a:pt x="9934" y="22699"/>
                  </a:cubicBezTo>
                  <a:cubicBezTo>
                    <a:pt x="10030" y="22731"/>
                    <a:pt x="10126" y="22731"/>
                    <a:pt x="10223" y="22731"/>
                  </a:cubicBezTo>
                  <a:cubicBezTo>
                    <a:pt x="10673" y="22731"/>
                    <a:pt x="11091" y="22570"/>
                    <a:pt x="11412" y="22313"/>
                  </a:cubicBezTo>
                  <a:cubicBezTo>
                    <a:pt x="11926" y="21895"/>
                    <a:pt x="12312" y="21349"/>
                    <a:pt x="12569" y="20770"/>
                  </a:cubicBezTo>
                  <a:cubicBezTo>
                    <a:pt x="12827" y="20192"/>
                    <a:pt x="12987" y="19645"/>
                    <a:pt x="13019" y="19292"/>
                  </a:cubicBezTo>
                  <a:lnTo>
                    <a:pt x="13019" y="19163"/>
                  </a:lnTo>
                  <a:cubicBezTo>
                    <a:pt x="13019" y="18874"/>
                    <a:pt x="12923" y="18552"/>
                    <a:pt x="12794" y="18199"/>
                  </a:cubicBezTo>
                  <a:cubicBezTo>
                    <a:pt x="12409" y="17074"/>
                    <a:pt x="11605" y="15434"/>
                    <a:pt x="11187" y="12734"/>
                  </a:cubicBezTo>
                  <a:cubicBezTo>
                    <a:pt x="10609" y="8941"/>
                    <a:pt x="9419" y="1612"/>
                    <a:pt x="9419" y="1612"/>
                  </a:cubicBezTo>
                  <a:cubicBezTo>
                    <a:pt x="9419" y="1548"/>
                    <a:pt x="9387" y="1516"/>
                    <a:pt x="9355" y="1484"/>
                  </a:cubicBezTo>
                  <a:lnTo>
                    <a:pt x="8166" y="101"/>
                  </a:lnTo>
                  <a:cubicBezTo>
                    <a:pt x="8114" y="32"/>
                    <a:pt x="8044" y="0"/>
                    <a:pt x="7975"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3573;p62">
              <a:extLst>
                <a:ext uri="{FF2B5EF4-FFF2-40B4-BE49-F238E27FC236}">
                  <a16:creationId xmlns:a16="http://schemas.microsoft.com/office/drawing/2014/main" id="{A98F7993-6E7E-9FB2-4EFD-88DD4D3672C3}"/>
                </a:ext>
              </a:extLst>
            </p:cNvPr>
            <p:cNvSpPr/>
            <p:nvPr/>
          </p:nvSpPr>
          <p:spPr>
            <a:xfrm>
              <a:off x="2314450" y="3589175"/>
              <a:ext cx="147900" cy="140325"/>
            </a:xfrm>
            <a:custGeom>
              <a:avLst/>
              <a:gdLst/>
              <a:ahLst/>
              <a:cxnLst/>
              <a:rect l="l" t="t" r="r" b="b"/>
              <a:pathLst>
                <a:path w="5916" h="5613" extrusionOk="0">
                  <a:moveTo>
                    <a:pt x="4983" y="1"/>
                  </a:moveTo>
                  <a:cubicBezTo>
                    <a:pt x="4501" y="547"/>
                    <a:pt x="3762" y="1158"/>
                    <a:pt x="2605" y="1672"/>
                  </a:cubicBezTo>
                  <a:cubicBezTo>
                    <a:pt x="1544" y="2154"/>
                    <a:pt x="644" y="2379"/>
                    <a:pt x="1" y="2476"/>
                  </a:cubicBezTo>
                  <a:cubicBezTo>
                    <a:pt x="965" y="4147"/>
                    <a:pt x="1962" y="5465"/>
                    <a:pt x="2862" y="5594"/>
                  </a:cubicBezTo>
                  <a:cubicBezTo>
                    <a:pt x="2944" y="5606"/>
                    <a:pt x="3025" y="5612"/>
                    <a:pt x="3104" y="5612"/>
                  </a:cubicBezTo>
                  <a:cubicBezTo>
                    <a:pt x="4660" y="5612"/>
                    <a:pt x="5566" y="3299"/>
                    <a:pt x="5658" y="2411"/>
                  </a:cubicBezTo>
                  <a:cubicBezTo>
                    <a:pt x="5690" y="1865"/>
                    <a:pt x="5915" y="290"/>
                    <a:pt x="4983"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3574;p62">
              <a:extLst>
                <a:ext uri="{FF2B5EF4-FFF2-40B4-BE49-F238E27FC236}">
                  <a16:creationId xmlns:a16="http://schemas.microsoft.com/office/drawing/2014/main" id="{696E62A0-A002-3D78-134A-789B503F5B6E}"/>
                </a:ext>
              </a:extLst>
            </p:cNvPr>
            <p:cNvSpPr/>
            <p:nvPr/>
          </p:nvSpPr>
          <p:spPr>
            <a:xfrm>
              <a:off x="2307225" y="3582450"/>
              <a:ext cx="156725" cy="153825"/>
            </a:xfrm>
            <a:custGeom>
              <a:avLst/>
              <a:gdLst/>
              <a:ahLst/>
              <a:cxnLst/>
              <a:rect l="l" t="t" r="r" b="b"/>
              <a:pathLst>
                <a:path w="6269" h="6153" extrusionOk="0">
                  <a:moveTo>
                    <a:pt x="5359" y="606"/>
                  </a:moveTo>
                  <a:cubicBezTo>
                    <a:pt x="5470" y="689"/>
                    <a:pt x="5548" y="817"/>
                    <a:pt x="5594" y="977"/>
                  </a:cubicBezTo>
                  <a:cubicBezTo>
                    <a:pt x="5690" y="1202"/>
                    <a:pt x="5722" y="1523"/>
                    <a:pt x="5722" y="1813"/>
                  </a:cubicBezTo>
                  <a:cubicBezTo>
                    <a:pt x="5722" y="2166"/>
                    <a:pt x="5690" y="2455"/>
                    <a:pt x="5658" y="2648"/>
                  </a:cubicBezTo>
                  <a:cubicBezTo>
                    <a:pt x="5626" y="3034"/>
                    <a:pt x="5401" y="3805"/>
                    <a:pt x="4983" y="4481"/>
                  </a:cubicBezTo>
                  <a:cubicBezTo>
                    <a:pt x="4790" y="4802"/>
                    <a:pt x="4533" y="5091"/>
                    <a:pt x="4276" y="5284"/>
                  </a:cubicBezTo>
                  <a:cubicBezTo>
                    <a:pt x="4019" y="5509"/>
                    <a:pt x="3729" y="5606"/>
                    <a:pt x="3408" y="5606"/>
                  </a:cubicBezTo>
                  <a:lnTo>
                    <a:pt x="3215" y="5606"/>
                  </a:lnTo>
                  <a:cubicBezTo>
                    <a:pt x="2861" y="5541"/>
                    <a:pt x="2411" y="5252"/>
                    <a:pt x="1929" y="4706"/>
                  </a:cubicBezTo>
                  <a:cubicBezTo>
                    <a:pt x="1540" y="4233"/>
                    <a:pt x="1126" y="3615"/>
                    <a:pt x="709" y="2936"/>
                  </a:cubicBezTo>
                  <a:lnTo>
                    <a:pt x="709" y="2936"/>
                  </a:lnTo>
                  <a:cubicBezTo>
                    <a:pt x="1328" y="2816"/>
                    <a:pt x="2094" y="2593"/>
                    <a:pt x="2990" y="2198"/>
                  </a:cubicBezTo>
                  <a:cubicBezTo>
                    <a:pt x="4077" y="1728"/>
                    <a:pt x="4842" y="1123"/>
                    <a:pt x="5359" y="606"/>
                  </a:cubicBezTo>
                  <a:close/>
                  <a:moveTo>
                    <a:pt x="5292" y="0"/>
                  </a:moveTo>
                  <a:cubicBezTo>
                    <a:pt x="5212" y="0"/>
                    <a:pt x="5128" y="37"/>
                    <a:pt x="5079" y="109"/>
                  </a:cubicBezTo>
                  <a:cubicBezTo>
                    <a:pt x="4629" y="591"/>
                    <a:pt x="3922" y="1202"/>
                    <a:pt x="2765" y="1716"/>
                  </a:cubicBezTo>
                  <a:cubicBezTo>
                    <a:pt x="1736" y="2166"/>
                    <a:pt x="868" y="2391"/>
                    <a:pt x="258" y="2488"/>
                  </a:cubicBezTo>
                  <a:cubicBezTo>
                    <a:pt x="161" y="2488"/>
                    <a:pt x="97" y="2552"/>
                    <a:pt x="33" y="2648"/>
                  </a:cubicBezTo>
                  <a:cubicBezTo>
                    <a:pt x="1" y="2713"/>
                    <a:pt x="1" y="2809"/>
                    <a:pt x="65" y="2873"/>
                  </a:cubicBezTo>
                  <a:cubicBezTo>
                    <a:pt x="547" y="3709"/>
                    <a:pt x="1029" y="4481"/>
                    <a:pt x="1543" y="5059"/>
                  </a:cubicBezTo>
                  <a:cubicBezTo>
                    <a:pt x="2026" y="5638"/>
                    <a:pt x="2540" y="6056"/>
                    <a:pt x="3119" y="6120"/>
                  </a:cubicBezTo>
                  <a:cubicBezTo>
                    <a:pt x="3215" y="6152"/>
                    <a:pt x="3311" y="6152"/>
                    <a:pt x="3408" y="6152"/>
                  </a:cubicBezTo>
                  <a:cubicBezTo>
                    <a:pt x="3858" y="6152"/>
                    <a:pt x="4276" y="5991"/>
                    <a:pt x="4597" y="5734"/>
                  </a:cubicBezTo>
                  <a:cubicBezTo>
                    <a:pt x="5111" y="5316"/>
                    <a:pt x="5497" y="4770"/>
                    <a:pt x="5754" y="4191"/>
                  </a:cubicBezTo>
                  <a:cubicBezTo>
                    <a:pt x="6012" y="3613"/>
                    <a:pt x="6172" y="3066"/>
                    <a:pt x="6204" y="2713"/>
                  </a:cubicBezTo>
                  <a:cubicBezTo>
                    <a:pt x="6237" y="2520"/>
                    <a:pt x="6269" y="2198"/>
                    <a:pt x="6269" y="1813"/>
                  </a:cubicBezTo>
                  <a:cubicBezTo>
                    <a:pt x="6269" y="1491"/>
                    <a:pt x="6237" y="1137"/>
                    <a:pt x="6108" y="784"/>
                  </a:cubicBezTo>
                  <a:cubicBezTo>
                    <a:pt x="5979" y="462"/>
                    <a:pt x="5754" y="141"/>
                    <a:pt x="5369" y="12"/>
                  </a:cubicBezTo>
                  <a:cubicBezTo>
                    <a:pt x="5345" y="4"/>
                    <a:pt x="5318" y="0"/>
                    <a:pt x="5292"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3575;p62">
              <a:extLst>
                <a:ext uri="{FF2B5EF4-FFF2-40B4-BE49-F238E27FC236}">
                  <a16:creationId xmlns:a16="http://schemas.microsoft.com/office/drawing/2014/main" id="{48CAF0AA-8580-F160-B52F-D17F4FB60EDD}"/>
                </a:ext>
              </a:extLst>
            </p:cNvPr>
            <p:cNvSpPr/>
            <p:nvPr/>
          </p:nvSpPr>
          <p:spPr>
            <a:xfrm>
              <a:off x="2013100" y="2523650"/>
              <a:ext cx="178425" cy="93975"/>
            </a:xfrm>
            <a:custGeom>
              <a:avLst/>
              <a:gdLst/>
              <a:ahLst/>
              <a:cxnLst/>
              <a:rect l="l" t="t" r="r" b="b"/>
              <a:pathLst>
                <a:path w="7137" h="3759" extrusionOk="0">
                  <a:moveTo>
                    <a:pt x="4044" y="1"/>
                  </a:moveTo>
                  <a:cubicBezTo>
                    <a:pt x="2559" y="1"/>
                    <a:pt x="781" y="285"/>
                    <a:pt x="611" y="769"/>
                  </a:cubicBezTo>
                  <a:cubicBezTo>
                    <a:pt x="483" y="1155"/>
                    <a:pt x="1" y="2312"/>
                    <a:pt x="1254" y="3759"/>
                  </a:cubicBezTo>
                  <a:cubicBezTo>
                    <a:pt x="2144" y="3303"/>
                    <a:pt x="3430" y="2832"/>
                    <a:pt x="4904" y="2832"/>
                  </a:cubicBezTo>
                  <a:cubicBezTo>
                    <a:pt x="5613" y="2832"/>
                    <a:pt x="6365" y="2941"/>
                    <a:pt x="7137" y="3212"/>
                  </a:cubicBezTo>
                  <a:cubicBezTo>
                    <a:pt x="6847" y="1734"/>
                    <a:pt x="6622" y="544"/>
                    <a:pt x="6622" y="544"/>
                  </a:cubicBezTo>
                  <a:cubicBezTo>
                    <a:pt x="6622" y="544"/>
                    <a:pt x="6783" y="384"/>
                    <a:pt x="5337" y="94"/>
                  </a:cubicBezTo>
                  <a:cubicBezTo>
                    <a:pt x="4981" y="31"/>
                    <a:pt x="4528" y="1"/>
                    <a:pt x="404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4" name="Google Shape;3576;p62">
              <a:extLst>
                <a:ext uri="{FF2B5EF4-FFF2-40B4-BE49-F238E27FC236}">
                  <a16:creationId xmlns:a16="http://schemas.microsoft.com/office/drawing/2014/main" id="{14519E38-9C0E-96E7-6CB2-5DDF5D81797E}"/>
                </a:ext>
              </a:extLst>
            </p:cNvPr>
            <p:cNvSpPr/>
            <p:nvPr/>
          </p:nvSpPr>
          <p:spPr>
            <a:xfrm>
              <a:off x="2013100" y="2524400"/>
              <a:ext cx="86025" cy="93225"/>
            </a:xfrm>
            <a:custGeom>
              <a:avLst/>
              <a:gdLst/>
              <a:ahLst/>
              <a:cxnLst/>
              <a:rect l="l" t="t" r="r" b="b"/>
              <a:pathLst>
                <a:path w="3441" h="3729" extrusionOk="0">
                  <a:moveTo>
                    <a:pt x="3440" y="0"/>
                  </a:moveTo>
                  <a:lnTo>
                    <a:pt x="3440" y="0"/>
                  </a:lnTo>
                  <a:cubicBezTo>
                    <a:pt x="2122" y="64"/>
                    <a:pt x="772" y="322"/>
                    <a:pt x="611" y="739"/>
                  </a:cubicBezTo>
                  <a:cubicBezTo>
                    <a:pt x="483" y="1125"/>
                    <a:pt x="1" y="2282"/>
                    <a:pt x="1254" y="3729"/>
                  </a:cubicBezTo>
                  <a:cubicBezTo>
                    <a:pt x="1833" y="3440"/>
                    <a:pt x="2572" y="3118"/>
                    <a:pt x="3440" y="2957"/>
                  </a:cubicBezTo>
                  <a:cubicBezTo>
                    <a:pt x="3440" y="2668"/>
                    <a:pt x="3408" y="2379"/>
                    <a:pt x="3408" y="2154"/>
                  </a:cubicBezTo>
                  <a:cubicBezTo>
                    <a:pt x="3376" y="1607"/>
                    <a:pt x="3408" y="868"/>
                    <a:pt x="3440" y="0"/>
                  </a:cubicBezTo>
                  <a:close/>
                </a:path>
              </a:pathLst>
            </a:custGeom>
            <a:solidFill>
              <a:srgbClr val="77C6FC"/>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5" name="Google Shape;3577;p62">
              <a:extLst>
                <a:ext uri="{FF2B5EF4-FFF2-40B4-BE49-F238E27FC236}">
                  <a16:creationId xmlns:a16="http://schemas.microsoft.com/office/drawing/2014/main" id="{FB74C39A-C434-3715-29A3-A5E3AE579104}"/>
                </a:ext>
              </a:extLst>
            </p:cNvPr>
            <p:cNvSpPr/>
            <p:nvPr/>
          </p:nvSpPr>
          <p:spPr>
            <a:xfrm>
              <a:off x="2023550" y="2524400"/>
              <a:ext cx="75575" cy="93225"/>
            </a:xfrm>
            <a:custGeom>
              <a:avLst/>
              <a:gdLst/>
              <a:ahLst/>
              <a:cxnLst/>
              <a:rect l="l" t="t" r="r" b="b"/>
              <a:pathLst>
                <a:path w="3023" h="3729" extrusionOk="0">
                  <a:moveTo>
                    <a:pt x="3022" y="0"/>
                  </a:moveTo>
                  <a:lnTo>
                    <a:pt x="3022" y="0"/>
                  </a:lnTo>
                  <a:cubicBezTo>
                    <a:pt x="1704" y="64"/>
                    <a:pt x="386" y="322"/>
                    <a:pt x="193" y="739"/>
                  </a:cubicBezTo>
                  <a:cubicBezTo>
                    <a:pt x="129" y="932"/>
                    <a:pt x="1" y="1286"/>
                    <a:pt x="1" y="1736"/>
                  </a:cubicBezTo>
                  <a:cubicBezTo>
                    <a:pt x="1" y="2218"/>
                    <a:pt x="129" y="2797"/>
                    <a:pt x="611" y="3407"/>
                  </a:cubicBezTo>
                  <a:cubicBezTo>
                    <a:pt x="676" y="3504"/>
                    <a:pt x="772" y="3632"/>
                    <a:pt x="836" y="3729"/>
                  </a:cubicBezTo>
                  <a:cubicBezTo>
                    <a:pt x="1061" y="3632"/>
                    <a:pt x="1254" y="3536"/>
                    <a:pt x="1479" y="3440"/>
                  </a:cubicBezTo>
                  <a:lnTo>
                    <a:pt x="1511" y="3440"/>
                  </a:lnTo>
                  <a:cubicBezTo>
                    <a:pt x="1961" y="3247"/>
                    <a:pt x="2444" y="3086"/>
                    <a:pt x="3022" y="2957"/>
                  </a:cubicBezTo>
                  <a:cubicBezTo>
                    <a:pt x="3022" y="2668"/>
                    <a:pt x="2990" y="2379"/>
                    <a:pt x="2990" y="2154"/>
                  </a:cubicBezTo>
                  <a:cubicBezTo>
                    <a:pt x="2990" y="1961"/>
                    <a:pt x="2990" y="1736"/>
                    <a:pt x="2990" y="1511"/>
                  </a:cubicBezTo>
                  <a:cubicBezTo>
                    <a:pt x="2990" y="1093"/>
                    <a:pt x="2990" y="547"/>
                    <a:pt x="3022" y="0"/>
                  </a:cubicBezTo>
                  <a:close/>
                </a:path>
              </a:pathLst>
            </a:custGeom>
            <a:solidFill>
              <a:srgbClr val="BBE3FE"/>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6" name="Google Shape;3578;p62">
              <a:extLst>
                <a:ext uri="{FF2B5EF4-FFF2-40B4-BE49-F238E27FC236}">
                  <a16:creationId xmlns:a16="http://schemas.microsoft.com/office/drawing/2014/main" id="{0B02DE20-D001-6D15-10CB-7AFC06847282}"/>
                </a:ext>
              </a:extLst>
            </p:cNvPr>
            <p:cNvSpPr/>
            <p:nvPr/>
          </p:nvSpPr>
          <p:spPr>
            <a:xfrm>
              <a:off x="2016325" y="2517150"/>
              <a:ext cx="182450" cy="106975"/>
            </a:xfrm>
            <a:custGeom>
              <a:avLst/>
              <a:gdLst/>
              <a:ahLst/>
              <a:cxnLst/>
              <a:rect l="l" t="t" r="r" b="b"/>
              <a:pathLst>
                <a:path w="7298" h="4279" extrusionOk="0">
                  <a:moveTo>
                    <a:pt x="3922" y="515"/>
                  </a:moveTo>
                  <a:cubicBezTo>
                    <a:pt x="4404" y="515"/>
                    <a:pt x="4822" y="547"/>
                    <a:pt x="5175" y="612"/>
                  </a:cubicBezTo>
                  <a:cubicBezTo>
                    <a:pt x="5722" y="740"/>
                    <a:pt x="6043" y="837"/>
                    <a:pt x="6172" y="901"/>
                  </a:cubicBezTo>
                  <a:lnTo>
                    <a:pt x="6247" y="926"/>
                  </a:lnTo>
                  <a:lnTo>
                    <a:pt x="6247" y="926"/>
                  </a:lnTo>
                  <a:cubicBezTo>
                    <a:pt x="6289" y="1149"/>
                    <a:pt x="6451" y="1999"/>
                    <a:pt x="6660" y="3074"/>
                  </a:cubicBezTo>
                  <a:lnTo>
                    <a:pt x="6660" y="3074"/>
                  </a:lnTo>
                  <a:cubicBezTo>
                    <a:pt x="6008" y="2894"/>
                    <a:pt x="5367" y="2830"/>
                    <a:pt x="4790" y="2830"/>
                  </a:cubicBezTo>
                  <a:cubicBezTo>
                    <a:pt x="3359" y="2830"/>
                    <a:pt x="2121" y="3244"/>
                    <a:pt x="1231" y="3689"/>
                  </a:cubicBezTo>
                  <a:lnTo>
                    <a:pt x="1231" y="3689"/>
                  </a:lnTo>
                  <a:cubicBezTo>
                    <a:pt x="687" y="3040"/>
                    <a:pt x="547" y="2477"/>
                    <a:pt x="547" y="2026"/>
                  </a:cubicBezTo>
                  <a:cubicBezTo>
                    <a:pt x="547" y="1608"/>
                    <a:pt x="675" y="1319"/>
                    <a:pt x="740" y="1126"/>
                  </a:cubicBezTo>
                  <a:cubicBezTo>
                    <a:pt x="740" y="1094"/>
                    <a:pt x="868" y="997"/>
                    <a:pt x="1061" y="933"/>
                  </a:cubicBezTo>
                  <a:cubicBezTo>
                    <a:pt x="1350" y="804"/>
                    <a:pt x="1800" y="708"/>
                    <a:pt x="2315" y="644"/>
                  </a:cubicBezTo>
                  <a:cubicBezTo>
                    <a:pt x="2829" y="579"/>
                    <a:pt x="3375" y="515"/>
                    <a:pt x="3922" y="515"/>
                  </a:cubicBezTo>
                  <a:close/>
                  <a:moveTo>
                    <a:pt x="3922" y="1"/>
                  </a:moveTo>
                  <a:cubicBezTo>
                    <a:pt x="3150" y="1"/>
                    <a:pt x="2315" y="65"/>
                    <a:pt x="1640" y="194"/>
                  </a:cubicBezTo>
                  <a:cubicBezTo>
                    <a:pt x="1318" y="290"/>
                    <a:pt x="1029" y="354"/>
                    <a:pt x="772" y="483"/>
                  </a:cubicBezTo>
                  <a:cubicBezTo>
                    <a:pt x="643" y="515"/>
                    <a:pt x="547" y="579"/>
                    <a:pt x="450" y="644"/>
                  </a:cubicBezTo>
                  <a:cubicBezTo>
                    <a:pt x="354" y="740"/>
                    <a:pt x="290" y="837"/>
                    <a:pt x="225" y="933"/>
                  </a:cubicBezTo>
                  <a:cubicBezTo>
                    <a:pt x="161" y="1126"/>
                    <a:pt x="32" y="1512"/>
                    <a:pt x="32" y="2026"/>
                  </a:cubicBezTo>
                  <a:cubicBezTo>
                    <a:pt x="0" y="2637"/>
                    <a:pt x="225" y="3408"/>
                    <a:pt x="932" y="4212"/>
                  </a:cubicBezTo>
                  <a:cubicBezTo>
                    <a:pt x="992" y="4251"/>
                    <a:pt x="1064" y="4279"/>
                    <a:pt x="1133" y="4279"/>
                  </a:cubicBezTo>
                  <a:cubicBezTo>
                    <a:pt x="1176" y="4279"/>
                    <a:pt x="1217" y="4268"/>
                    <a:pt x="1254" y="4244"/>
                  </a:cubicBezTo>
                  <a:cubicBezTo>
                    <a:pt x="2122" y="3826"/>
                    <a:pt x="3343" y="3376"/>
                    <a:pt x="4790" y="3376"/>
                  </a:cubicBezTo>
                  <a:cubicBezTo>
                    <a:pt x="5465" y="3376"/>
                    <a:pt x="6172" y="3472"/>
                    <a:pt x="6943" y="3730"/>
                  </a:cubicBezTo>
                  <a:cubicBezTo>
                    <a:pt x="6961" y="3738"/>
                    <a:pt x="6983" y="3742"/>
                    <a:pt x="7006" y="3742"/>
                  </a:cubicBezTo>
                  <a:cubicBezTo>
                    <a:pt x="7072" y="3742"/>
                    <a:pt x="7154" y="3712"/>
                    <a:pt x="7201" y="3665"/>
                  </a:cubicBezTo>
                  <a:cubicBezTo>
                    <a:pt x="7265" y="3601"/>
                    <a:pt x="7297" y="3505"/>
                    <a:pt x="7265" y="3408"/>
                  </a:cubicBezTo>
                  <a:cubicBezTo>
                    <a:pt x="6976" y="1929"/>
                    <a:pt x="6751" y="772"/>
                    <a:pt x="6751" y="772"/>
                  </a:cubicBezTo>
                  <a:lnTo>
                    <a:pt x="6749" y="772"/>
                  </a:lnTo>
                  <a:lnTo>
                    <a:pt x="6749" y="772"/>
                  </a:lnTo>
                  <a:cubicBezTo>
                    <a:pt x="6740" y="660"/>
                    <a:pt x="6681" y="577"/>
                    <a:pt x="6622" y="547"/>
                  </a:cubicBezTo>
                  <a:cubicBezTo>
                    <a:pt x="6526" y="451"/>
                    <a:pt x="6429" y="387"/>
                    <a:pt x="6204" y="322"/>
                  </a:cubicBezTo>
                  <a:cubicBezTo>
                    <a:pt x="6011" y="258"/>
                    <a:pt x="5722" y="194"/>
                    <a:pt x="5272" y="97"/>
                  </a:cubicBezTo>
                  <a:cubicBezTo>
                    <a:pt x="4886" y="33"/>
                    <a:pt x="4404" y="1"/>
                    <a:pt x="3922"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7" name="Google Shape;3579;p62">
              <a:extLst>
                <a:ext uri="{FF2B5EF4-FFF2-40B4-BE49-F238E27FC236}">
                  <a16:creationId xmlns:a16="http://schemas.microsoft.com/office/drawing/2014/main" id="{9D1227A3-DF04-3791-6A49-A4FC79986BDA}"/>
                </a:ext>
              </a:extLst>
            </p:cNvPr>
            <p:cNvSpPr/>
            <p:nvPr/>
          </p:nvSpPr>
          <p:spPr>
            <a:xfrm>
              <a:off x="2067750" y="3353725"/>
              <a:ext cx="137450" cy="96575"/>
            </a:xfrm>
            <a:custGeom>
              <a:avLst/>
              <a:gdLst/>
              <a:ahLst/>
              <a:cxnLst/>
              <a:rect l="l" t="t" r="r" b="b"/>
              <a:pathLst>
                <a:path w="5498" h="3863" extrusionOk="0">
                  <a:moveTo>
                    <a:pt x="315" y="0"/>
                  </a:moveTo>
                  <a:cubicBezTo>
                    <a:pt x="222" y="0"/>
                    <a:pt x="129" y="43"/>
                    <a:pt x="65" y="129"/>
                  </a:cubicBezTo>
                  <a:cubicBezTo>
                    <a:pt x="0" y="257"/>
                    <a:pt x="65" y="418"/>
                    <a:pt x="193" y="515"/>
                  </a:cubicBezTo>
                  <a:cubicBezTo>
                    <a:pt x="1640" y="1318"/>
                    <a:pt x="2829" y="2122"/>
                    <a:pt x="3697" y="2765"/>
                  </a:cubicBezTo>
                  <a:cubicBezTo>
                    <a:pt x="4115" y="3054"/>
                    <a:pt x="4436" y="3311"/>
                    <a:pt x="4661" y="3504"/>
                  </a:cubicBezTo>
                  <a:cubicBezTo>
                    <a:pt x="4790" y="3600"/>
                    <a:pt x="4854" y="3665"/>
                    <a:pt x="4919" y="3729"/>
                  </a:cubicBezTo>
                  <a:cubicBezTo>
                    <a:pt x="4983" y="3761"/>
                    <a:pt x="5015" y="3793"/>
                    <a:pt x="5015" y="3793"/>
                  </a:cubicBezTo>
                  <a:cubicBezTo>
                    <a:pt x="5060" y="3838"/>
                    <a:pt x="5125" y="3862"/>
                    <a:pt x="5192" y="3862"/>
                  </a:cubicBezTo>
                  <a:cubicBezTo>
                    <a:pt x="5270" y="3862"/>
                    <a:pt x="5349" y="3830"/>
                    <a:pt x="5401" y="3761"/>
                  </a:cubicBezTo>
                  <a:cubicBezTo>
                    <a:pt x="5497" y="3665"/>
                    <a:pt x="5465" y="3472"/>
                    <a:pt x="5369" y="3375"/>
                  </a:cubicBezTo>
                  <a:cubicBezTo>
                    <a:pt x="5369" y="3375"/>
                    <a:pt x="3376" y="1672"/>
                    <a:pt x="451" y="32"/>
                  </a:cubicBezTo>
                  <a:cubicBezTo>
                    <a:pt x="408" y="11"/>
                    <a:pt x="361" y="0"/>
                    <a:pt x="315"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8" name="Google Shape;3580;p62">
              <a:extLst>
                <a:ext uri="{FF2B5EF4-FFF2-40B4-BE49-F238E27FC236}">
                  <a16:creationId xmlns:a16="http://schemas.microsoft.com/office/drawing/2014/main" id="{60FA8967-37B4-F6FF-E204-32CC0A316F63}"/>
                </a:ext>
              </a:extLst>
            </p:cNvPr>
            <p:cNvSpPr/>
            <p:nvPr/>
          </p:nvSpPr>
          <p:spPr>
            <a:xfrm>
              <a:off x="2120800" y="2560950"/>
              <a:ext cx="365650" cy="417475"/>
            </a:xfrm>
            <a:custGeom>
              <a:avLst/>
              <a:gdLst/>
              <a:ahLst/>
              <a:cxnLst/>
              <a:rect l="l" t="t" r="r" b="b"/>
              <a:pathLst>
                <a:path w="14626" h="16699" extrusionOk="0">
                  <a:moveTo>
                    <a:pt x="9268" y="1"/>
                  </a:moveTo>
                  <a:cubicBezTo>
                    <a:pt x="8970" y="1"/>
                    <a:pt x="8666" y="38"/>
                    <a:pt x="8358" y="113"/>
                  </a:cubicBezTo>
                  <a:cubicBezTo>
                    <a:pt x="6011" y="660"/>
                    <a:pt x="6429" y="1978"/>
                    <a:pt x="6429" y="1978"/>
                  </a:cubicBezTo>
                  <a:cubicBezTo>
                    <a:pt x="6429" y="1978"/>
                    <a:pt x="6018" y="1876"/>
                    <a:pt x="5450" y="1876"/>
                  </a:cubicBezTo>
                  <a:cubicBezTo>
                    <a:pt x="4661" y="1876"/>
                    <a:pt x="3571" y="2072"/>
                    <a:pt x="2861" y="3006"/>
                  </a:cubicBezTo>
                  <a:cubicBezTo>
                    <a:pt x="1639" y="4613"/>
                    <a:pt x="2475" y="6221"/>
                    <a:pt x="2475" y="6221"/>
                  </a:cubicBezTo>
                  <a:cubicBezTo>
                    <a:pt x="2475" y="6221"/>
                    <a:pt x="868" y="7539"/>
                    <a:pt x="418" y="9821"/>
                  </a:cubicBezTo>
                  <a:cubicBezTo>
                    <a:pt x="0" y="12103"/>
                    <a:pt x="3279" y="16218"/>
                    <a:pt x="4050" y="16603"/>
                  </a:cubicBezTo>
                  <a:cubicBezTo>
                    <a:pt x="4169" y="16670"/>
                    <a:pt x="4292" y="16699"/>
                    <a:pt x="4414" y="16699"/>
                  </a:cubicBezTo>
                  <a:cubicBezTo>
                    <a:pt x="5055" y="16699"/>
                    <a:pt x="5690" y="15928"/>
                    <a:pt x="5690" y="15928"/>
                  </a:cubicBezTo>
                  <a:cubicBezTo>
                    <a:pt x="5690" y="15928"/>
                    <a:pt x="4982" y="13614"/>
                    <a:pt x="5561" y="13453"/>
                  </a:cubicBezTo>
                  <a:cubicBezTo>
                    <a:pt x="5599" y="13441"/>
                    <a:pt x="5638" y="13435"/>
                    <a:pt x="5680" y="13435"/>
                  </a:cubicBezTo>
                  <a:cubicBezTo>
                    <a:pt x="6269" y="13435"/>
                    <a:pt x="7168" y="14643"/>
                    <a:pt x="7168" y="14643"/>
                  </a:cubicBezTo>
                  <a:cubicBezTo>
                    <a:pt x="7168" y="14643"/>
                    <a:pt x="7303" y="14828"/>
                    <a:pt x="7499" y="14828"/>
                  </a:cubicBezTo>
                  <a:cubicBezTo>
                    <a:pt x="7686" y="14828"/>
                    <a:pt x="7929" y="14659"/>
                    <a:pt x="8165" y="14000"/>
                  </a:cubicBezTo>
                  <a:cubicBezTo>
                    <a:pt x="8647" y="12617"/>
                    <a:pt x="8679" y="11107"/>
                    <a:pt x="8679" y="11107"/>
                  </a:cubicBezTo>
                  <a:cubicBezTo>
                    <a:pt x="8679" y="11107"/>
                    <a:pt x="14626" y="8471"/>
                    <a:pt x="13726" y="4838"/>
                  </a:cubicBezTo>
                  <a:cubicBezTo>
                    <a:pt x="12970" y="1677"/>
                    <a:pt x="11265" y="1"/>
                    <a:pt x="9268"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9" name="Google Shape;3581;p62">
              <a:extLst>
                <a:ext uri="{FF2B5EF4-FFF2-40B4-BE49-F238E27FC236}">
                  <a16:creationId xmlns:a16="http://schemas.microsoft.com/office/drawing/2014/main" id="{597ED775-2C0E-2C34-B38A-E0FC4CC080AC}"/>
                </a:ext>
              </a:extLst>
            </p:cNvPr>
            <p:cNvSpPr/>
            <p:nvPr/>
          </p:nvSpPr>
          <p:spPr>
            <a:xfrm>
              <a:off x="2124000" y="2554125"/>
              <a:ext cx="348800" cy="430975"/>
            </a:xfrm>
            <a:custGeom>
              <a:avLst/>
              <a:gdLst/>
              <a:ahLst/>
              <a:cxnLst/>
              <a:rect l="l" t="t" r="r" b="b"/>
              <a:pathLst>
                <a:path w="13952" h="17239" extrusionOk="0">
                  <a:moveTo>
                    <a:pt x="9130" y="547"/>
                  </a:moveTo>
                  <a:cubicBezTo>
                    <a:pt x="10062" y="547"/>
                    <a:pt x="10898" y="933"/>
                    <a:pt x="11637" y="1672"/>
                  </a:cubicBezTo>
                  <a:cubicBezTo>
                    <a:pt x="12376" y="2443"/>
                    <a:pt x="12955" y="3601"/>
                    <a:pt x="13341" y="5176"/>
                  </a:cubicBezTo>
                  <a:cubicBezTo>
                    <a:pt x="13405" y="5401"/>
                    <a:pt x="13437" y="5626"/>
                    <a:pt x="13437" y="5851"/>
                  </a:cubicBezTo>
                  <a:cubicBezTo>
                    <a:pt x="13437" y="6590"/>
                    <a:pt x="13148" y="7297"/>
                    <a:pt x="12665" y="7940"/>
                  </a:cubicBezTo>
                  <a:cubicBezTo>
                    <a:pt x="11990" y="8872"/>
                    <a:pt x="10930" y="9708"/>
                    <a:pt x="10030" y="10255"/>
                  </a:cubicBezTo>
                  <a:cubicBezTo>
                    <a:pt x="9612" y="10544"/>
                    <a:pt x="9194" y="10769"/>
                    <a:pt x="8905" y="10897"/>
                  </a:cubicBezTo>
                  <a:cubicBezTo>
                    <a:pt x="8776" y="10994"/>
                    <a:pt x="8647" y="11026"/>
                    <a:pt x="8583" y="11090"/>
                  </a:cubicBezTo>
                  <a:cubicBezTo>
                    <a:pt x="8487" y="11122"/>
                    <a:pt x="8455" y="11122"/>
                    <a:pt x="8455" y="11122"/>
                  </a:cubicBezTo>
                  <a:cubicBezTo>
                    <a:pt x="8358" y="11187"/>
                    <a:pt x="8294" y="11251"/>
                    <a:pt x="8294" y="11380"/>
                  </a:cubicBezTo>
                  <a:lnTo>
                    <a:pt x="8294" y="11444"/>
                  </a:lnTo>
                  <a:cubicBezTo>
                    <a:pt x="8262" y="11733"/>
                    <a:pt x="8197" y="13019"/>
                    <a:pt x="7780" y="14176"/>
                  </a:cubicBezTo>
                  <a:cubicBezTo>
                    <a:pt x="7683" y="14498"/>
                    <a:pt x="7555" y="14658"/>
                    <a:pt x="7490" y="14755"/>
                  </a:cubicBezTo>
                  <a:cubicBezTo>
                    <a:pt x="7394" y="14851"/>
                    <a:pt x="7362" y="14851"/>
                    <a:pt x="7362" y="14851"/>
                  </a:cubicBezTo>
                  <a:lnTo>
                    <a:pt x="7297" y="14819"/>
                  </a:lnTo>
                  <a:lnTo>
                    <a:pt x="7265" y="14787"/>
                  </a:lnTo>
                  <a:cubicBezTo>
                    <a:pt x="7233" y="14755"/>
                    <a:pt x="7008" y="14465"/>
                    <a:pt x="6687" y="14112"/>
                  </a:cubicBezTo>
                  <a:cubicBezTo>
                    <a:pt x="6526" y="13951"/>
                    <a:pt x="6365" y="13790"/>
                    <a:pt x="6172" y="13662"/>
                  </a:cubicBezTo>
                  <a:cubicBezTo>
                    <a:pt x="5979" y="13533"/>
                    <a:pt x="5754" y="13437"/>
                    <a:pt x="5529" y="13437"/>
                  </a:cubicBezTo>
                  <a:cubicBezTo>
                    <a:pt x="5465" y="13437"/>
                    <a:pt x="5401" y="13437"/>
                    <a:pt x="5337" y="13469"/>
                  </a:cubicBezTo>
                  <a:cubicBezTo>
                    <a:pt x="5240" y="13501"/>
                    <a:pt x="5176" y="13533"/>
                    <a:pt x="5112" y="13598"/>
                  </a:cubicBezTo>
                  <a:cubicBezTo>
                    <a:pt x="5015" y="13694"/>
                    <a:pt x="4983" y="13823"/>
                    <a:pt x="4951" y="13919"/>
                  </a:cubicBezTo>
                  <a:cubicBezTo>
                    <a:pt x="4951" y="14048"/>
                    <a:pt x="4919" y="14176"/>
                    <a:pt x="4919" y="14305"/>
                  </a:cubicBezTo>
                  <a:cubicBezTo>
                    <a:pt x="4919" y="14690"/>
                    <a:pt x="5015" y="15173"/>
                    <a:pt x="5112" y="15591"/>
                  </a:cubicBezTo>
                  <a:cubicBezTo>
                    <a:pt x="5169" y="15821"/>
                    <a:pt x="5227" y="16016"/>
                    <a:pt x="5264" y="16137"/>
                  </a:cubicBezTo>
                  <a:lnTo>
                    <a:pt x="5264" y="16137"/>
                  </a:lnTo>
                  <a:cubicBezTo>
                    <a:pt x="5196" y="16208"/>
                    <a:pt x="5085" y="16312"/>
                    <a:pt x="4951" y="16426"/>
                  </a:cubicBezTo>
                  <a:cubicBezTo>
                    <a:pt x="4726" y="16587"/>
                    <a:pt x="4469" y="16716"/>
                    <a:pt x="4276" y="16716"/>
                  </a:cubicBezTo>
                  <a:cubicBezTo>
                    <a:pt x="4179" y="16716"/>
                    <a:pt x="4115" y="16683"/>
                    <a:pt x="4019" y="16651"/>
                  </a:cubicBezTo>
                  <a:cubicBezTo>
                    <a:pt x="3986" y="16619"/>
                    <a:pt x="3858" y="16555"/>
                    <a:pt x="3729" y="16426"/>
                  </a:cubicBezTo>
                  <a:cubicBezTo>
                    <a:pt x="3247" y="15944"/>
                    <a:pt x="2411" y="14948"/>
                    <a:pt x="1736" y="13823"/>
                  </a:cubicBezTo>
                  <a:cubicBezTo>
                    <a:pt x="1061" y="12730"/>
                    <a:pt x="515" y="11476"/>
                    <a:pt x="547" y="10544"/>
                  </a:cubicBezTo>
                  <a:cubicBezTo>
                    <a:pt x="547" y="10415"/>
                    <a:pt x="547" y="10287"/>
                    <a:pt x="579" y="10158"/>
                  </a:cubicBezTo>
                  <a:cubicBezTo>
                    <a:pt x="772" y="9065"/>
                    <a:pt x="1254" y="8197"/>
                    <a:pt x="1704" y="7587"/>
                  </a:cubicBezTo>
                  <a:cubicBezTo>
                    <a:pt x="1929" y="7297"/>
                    <a:pt x="2122" y="7072"/>
                    <a:pt x="2283" y="6912"/>
                  </a:cubicBezTo>
                  <a:cubicBezTo>
                    <a:pt x="2379" y="6847"/>
                    <a:pt x="2444" y="6783"/>
                    <a:pt x="2476" y="6751"/>
                  </a:cubicBezTo>
                  <a:lnTo>
                    <a:pt x="2508" y="6687"/>
                  </a:lnTo>
                  <a:lnTo>
                    <a:pt x="2540" y="6687"/>
                  </a:lnTo>
                  <a:cubicBezTo>
                    <a:pt x="2636" y="6622"/>
                    <a:pt x="2669" y="6461"/>
                    <a:pt x="2604" y="6365"/>
                  </a:cubicBezTo>
                  <a:cubicBezTo>
                    <a:pt x="2572" y="6301"/>
                    <a:pt x="2347" y="5851"/>
                    <a:pt x="2347" y="5176"/>
                  </a:cubicBezTo>
                  <a:cubicBezTo>
                    <a:pt x="2347" y="4661"/>
                    <a:pt x="2476" y="4083"/>
                    <a:pt x="2958" y="3440"/>
                  </a:cubicBezTo>
                  <a:cubicBezTo>
                    <a:pt x="3247" y="3022"/>
                    <a:pt x="3665" y="2765"/>
                    <a:pt x="4083" y="2604"/>
                  </a:cubicBezTo>
                  <a:cubicBezTo>
                    <a:pt x="4501" y="2476"/>
                    <a:pt x="4951" y="2411"/>
                    <a:pt x="5304" y="2411"/>
                  </a:cubicBezTo>
                  <a:cubicBezTo>
                    <a:pt x="5594" y="2411"/>
                    <a:pt x="5819" y="2443"/>
                    <a:pt x="5979" y="2476"/>
                  </a:cubicBezTo>
                  <a:cubicBezTo>
                    <a:pt x="6076" y="2476"/>
                    <a:pt x="6140" y="2476"/>
                    <a:pt x="6172" y="2508"/>
                  </a:cubicBezTo>
                  <a:lnTo>
                    <a:pt x="6237" y="2508"/>
                  </a:lnTo>
                  <a:cubicBezTo>
                    <a:pt x="6262" y="2516"/>
                    <a:pt x="6288" y="2520"/>
                    <a:pt x="6314" y="2520"/>
                  </a:cubicBezTo>
                  <a:cubicBezTo>
                    <a:pt x="6382" y="2520"/>
                    <a:pt x="6447" y="2490"/>
                    <a:pt x="6494" y="2443"/>
                  </a:cubicBezTo>
                  <a:cubicBezTo>
                    <a:pt x="6558" y="2347"/>
                    <a:pt x="6590" y="2251"/>
                    <a:pt x="6558" y="2154"/>
                  </a:cubicBezTo>
                  <a:cubicBezTo>
                    <a:pt x="6558" y="2154"/>
                    <a:pt x="6526" y="2090"/>
                    <a:pt x="6526" y="2026"/>
                  </a:cubicBezTo>
                  <a:cubicBezTo>
                    <a:pt x="6526" y="1865"/>
                    <a:pt x="6590" y="1640"/>
                    <a:pt x="6815" y="1383"/>
                  </a:cubicBezTo>
                  <a:cubicBezTo>
                    <a:pt x="7040" y="1126"/>
                    <a:pt x="7458" y="836"/>
                    <a:pt x="8294" y="643"/>
                  </a:cubicBezTo>
                  <a:cubicBezTo>
                    <a:pt x="8583" y="579"/>
                    <a:pt x="8872" y="547"/>
                    <a:pt x="9130" y="547"/>
                  </a:cubicBezTo>
                  <a:close/>
                  <a:moveTo>
                    <a:pt x="9130" y="0"/>
                  </a:moveTo>
                  <a:cubicBezTo>
                    <a:pt x="8840" y="0"/>
                    <a:pt x="8519" y="33"/>
                    <a:pt x="8197" y="129"/>
                  </a:cubicBezTo>
                  <a:cubicBezTo>
                    <a:pt x="7265" y="322"/>
                    <a:pt x="6719" y="675"/>
                    <a:pt x="6397" y="1029"/>
                  </a:cubicBezTo>
                  <a:cubicBezTo>
                    <a:pt x="6117" y="1338"/>
                    <a:pt x="6032" y="1670"/>
                    <a:pt x="6015" y="1921"/>
                  </a:cubicBezTo>
                  <a:lnTo>
                    <a:pt x="6015" y="1921"/>
                  </a:lnTo>
                  <a:cubicBezTo>
                    <a:pt x="5831" y="1892"/>
                    <a:pt x="5584" y="1865"/>
                    <a:pt x="5304" y="1865"/>
                  </a:cubicBezTo>
                  <a:cubicBezTo>
                    <a:pt x="4887" y="1865"/>
                    <a:pt x="4404" y="1929"/>
                    <a:pt x="3890" y="2122"/>
                  </a:cubicBezTo>
                  <a:cubicBezTo>
                    <a:pt x="3408" y="2283"/>
                    <a:pt x="2894" y="2604"/>
                    <a:pt x="2508" y="3118"/>
                  </a:cubicBezTo>
                  <a:cubicBezTo>
                    <a:pt x="1961" y="3858"/>
                    <a:pt x="1801" y="4597"/>
                    <a:pt x="1801" y="5176"/>
                  </a:cubicBezTo>
                  <a:cubicBezTo>
                    <a:pt x="1801" y="5724"/>
                    <a:pt x="1939" y="6162"/>
                    <a:pt x="2034" y="6407"/>
                  </a:cubicBezTo>
                  <a:lnTo>
                    <a:pt x="2034" y="6407"/>
                  </a:lnTo>
                  <a:cubicBezTo>
                    <a:pt x="1607" y="6815"/>
                    <a:pt x="404" y="8099"/>
                    <a:pt x="33" y="10062"/>
                  </a:cubicBezTo>
                  <a:cubicBezTo>
                    <a:pt x="1" y="10222"/>
                    <a:pt x="1" y="10383"/>
                    <a:pt x="1" y="10544"/>
                  </a:cubicBezTo>
                  <a:cubicBezTo>
                    <a:pt x="1" y="11187"/>
                    <a:pt x="193" y="11862"/>
                    <a:pt x="483" y="12569"/>
                  </a:cubicBezTo>
                  <a:cubicBezTo>
                    <a:pt x="933" y="13598"/>
                    <a:pt x="1608" y="14658"/>
                    <a:pt x="2219" y="15494"/>
                  </a:cubicBezTo>
                  <a:cubicBezTo>
                    <a:pt x="2540" y="15912"/>
                    <a:pt x="2861" y="16266"/>
                    <a:pt x="3119" y="16555"/>
                  </a:cubicBezTo>
                  <a:cubicBezTo>
                    <a:pt x="3376" y="16844"/>
                    <a:pt x="3601" y="17037"/>
                    <a:pt x="3794" y="17133"/>
                  </a:cubicBezTo>
                  <a:cubicBezTo>
                    <a:pt x="3899" y="17186"/>
                    <a:pt x="4046" y="17238"/>
                    <a:pt x="4185" y="17238"/>
                  </a:cubicBezTo>
                  <a:cubicBezTo>
                    <a:pt x="4216" y="17238"/>
                    <a:pt x="4246" y="17236"/>
                    <a:pt x="4276" y="17230"/>
                  </a:cubicBezTo>
                  <a:cubicBezTo>
                    <a:pt x="4694" y="17230"/>
                    <a:pt x="5047" y="17005"/>
                    <a:pt x="5337" y="16812"/>
                  </a:cubicBezTo>
                  <a:cubicBezTo>
                    <a:pt x="5594" y="16587"/>
                    <a:pt x="5754" y="16394"/>
                    <a:pt x="5754" y="16362"/>
                  </a:cubicBezTo>
                  <a:cubicBezTo>
                    <a:pt x="5819" y="16298"/>
                    <a:pt x="5851" y="16201"/>
                    <a:pt x="5819" y="16105"/>
                  </a:cubicBezTo>
                  <a:cubicBezTo>
                    <a:pt x="5819" y="16105"/>
                    <a:pt x="5787" y="16041"/>
                    <a:pt x="5754" y="15944"/>
                  </a:cubicBezTo>
                  <a:cubicBezTo>
                    <a:pt x="5658" y="15591"/>
                    <a:pt x="5465" y="14787"/>
                    <a:pt x="5465" y="14305"/>
                  </a:cubicBezTo>
                  <a:cubicBezTo>
                    <a:pt x="5465" y="14144"/>
                    <a:pt x="5465" y="14048"/>
                    <a:pt x="5497" y="14015"/>
                  </a:cubicBezTo>
                  <a:lnTo>
                    <a:pt x="5513" y="13983"/>
                  </a:lnTo>
                  <a:lnTo>
                    <a:pt x="5529" y="13983"/>
                  </a:lnTo>
                  <a:cubicBezTo>
                    <a:pt x="5541" y="13978"/>
                    <a:pt x="5554" y="13975"/>
                    <a:pt x="5569" y="13975"/>
                  </a:cubicBezTo>
                  <a:cubicBezTo>
                    <a:pt x="5639" y="13975"/>
                    <a:pt x="5745" y="14033"/>
                    <a:pt x="5851" y="14112"/>
                  </a:cubicBezTo>
                  <a:cubicBezTo>
                    <a:pt x="6076" y="14273"/>
                    <a:pt x="6333" y="14498"/>
                    <a:pt x="6526" y="14723"/>
                  </a:cubicBezTo>
                  <a:cubicBezTo>
                    <a:pt x="6622" y="14819"/>
                    <a:pt x="6687" y="14916"/>
                    <a:pt x="6751" y="14980"/>
                  </a:cubicBezTo>
                  <a:lnTo>
                    <a:pt x="6815" y="15076"/>
                  </a:lnTo>
                  <a:cubicBezTo>
                    <a:pt x="6815" y="15108"/>
                    <a:pt x="6879" y="15173"/>
                    <a:pt x="6976" y="15237"/>
                  </a:cubicBezTo>
                  <a:cubicBezTo>
                    <a:pt x="7040" y="15301"/>
                    <a:pt x="7169" y="15366"/>
                    <a:pt x="7362" y="15366"/>
                  </a:cubicBezTo>
                  <a:cubicBezTo>
                    <a:pt x="7555" y="15366"/>
                    <a:pt x="7747" y="15301"/>
                    <a:pt x="7876" y="15108"/>
                  </a:cubicBezTo>
                  <a:cubicBezTo>
                    <a:pt x="8037" y="14948"/>
                    <a:pt x="8165" y="14723"/>
                    <a:pt x="8294" y="14369"/>
                  </a:cubicBezTo>
                  <a:cubicBezTo>
                    <a:pt x="8714" y="13188"/>
                    <a:pt x="8791" y="11964"/>
                    <a:pt x="8822" y="11537"/>
                  </a:cubicBezTo>
                  <a:lnTo>
                    <a:pt x="8822" y="11537"/>
                  </a:lnTo>
                  <a:cubicBezTo>
                    <a:pt x="9193" y="11358"/>
                    <a:pt x="10228" y="10828"/>
                    <a:pt x="11283" y="10030"/>
                  </a:cubicBezTo>
                  <a:cubicBezTo>
                    <a:pt x="11958" y="9547"/>
                    <a:pt x="12601" y="8937"/>
                    <a:pt x="13116" y="8229"/>
                  </a:cubicBezTo>
                  <a:cubicBezTo>
                    <a:pt x="13598" y="7522"/>
                    <a:pt x="13951" y="6719"/>
                    <a:pt x="13951" y="5851"/>
                  </a:cubicBezTo>
                  <a:cubicBezTo>
                    <a:pt x="13951" y="5594"/>
                    <a:pt x="13919" y="5304"/>
                    <a:pt x="13855" y="5047"/>
                  </a:cubicBezTo>
                  <a:cubicBezTo>
                    <a:pt x="13469" y="3408"/>
                    <a:pt x="12826" y="2186"/>
                    <a:pt x="12023" y="1318"/>
                  </a:cubicBezTo>
                  <a:cubicBezTo>
                    <a:pt x="11219" y="450"/>
                    <a:pt x="10223" y="0"/>
                    <a:pt x="9130"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0" name="Google Shape;3582;p62">
              <a:extLst>
                <a:ext uri="{FF2B5EF4-FFF2-40B4-BE49-F238E27FC236}">
                  <a16:creationId xmlns:a16="http://schemas.microsoft.com/office/drawing/2014/main" id="{04F44859-FF4D-2670-C445-FEC0D96D6FED}"/>
                </a:ext>
              </a:extLst>
            </p:cNvPr>
            <p:cNvSpPr/>
            <p:nvPr/>
          </p:nvSpPr>
          <p:spPr>
            <a:xfrm>
              <a:off x="2203550" y="2655875"/>
              <a:ext cx="254775" cy="296875"/>
            </a:xfrm>
            <a:custGeom>
              <a:avLst/>
              <a:gdLst/>
              <a:ahLst/>
              <a:cxnLst/>
              <a:rect l="l" t="t" r="r" b="b"/>
              <a:pathLst>
                <a:path w="10191" h="11875" extrusionOk="0">
                  <a:moveTo>
                    <a:pt x="9689" y="0"/>
                  </a:moveTo>
                  <a:cubicBezTo>
                    <a:pt x="9641" y="0"/>
                    <a:pt x="9591" y="16"/>
                    <a:pt x="9548" y="45"/>
                  </a:cubicBezTo>
                  <a:cubicBezTo>
                    <a:pt x="9451" y="109"/>
                    <a:pt x="9451" y="238"/>
                    <a:pt x="9516" y="334"/>
                  </a:cubicBezTo>
                  <a:cubicBezTo>
                    <a:pt x="9548" y="366"/>
                    <a:pt x="9805" y="752"/>
                    <a:pt x="9805" y="1363"/>
                  </a:cubicBezTo>
                  <a:cubicBezTo>
                    <a:pt x="9805" y="1909"/>
                    <a:pt x="9580" y="2649"/>
                    <a:pt x="8712" y="3549"/>
                  </a:cubicBezTo>
                  <a:cubicBezTo>
                    <a:pt x="7780" y="4481"/>
                    <a:pt x="6173" y="5188"/>
                    <a:pt x="4662" y="5799"/>
                  </a:cubicBezTo>
                  <a:cubicBezTo>
                    <a:pt x="3923" y="6120"/>
                    <a:pt x="3183" y="6410"/>
                    <a:pt x="2572" y="6667"/>
                  </a:cubicBezTo>
                  <a:cubicBezTo>
                    <a:pt x="1962" y="6956"/>
                    <a:pt x="1447" y="7245"/>
                    <a:pt x="1126" y="7567"/>
                  </a:cubicBezTo>
                  <a:cubicBezTo>
                    <a:pt x="547" y="8178"/>
                    <a:pt x="290" y="9110"/>
                    <a:pt x="129" y="9945"/>
                  </a:cubicBezTo>
                  <a:cubicBezTo>
                    <a:pt x="1" y="10813"/>
                    <a:pt x="1" y="11521"/>
                    <a:pt x="1" y="11649"/>
                  </a:cubicBezTo>
                  <a:lnTo>
                    <a:pt x="1" y="11681"/>
                  </a:lnTo>
                  <a:cubicBezTo>
                    <a:pt x="1" y="11778"/>
                    <a:pt x="97" y="11874"/>
                    <a:pt x="226" y="11874"/>
                  </a:cubicBezTo>
                  <a:cubicBezTo>
                    <a:pt x="322" y="11842"/>
                    <a:pt x="419" y="11746"/>
                    <a:pt x="387" y="11649"/>
                  </a:cubicBezTo>
                  <a:cubicBezTo>
                    <a:pt x="387" y="11521"/>
                    <a:pt x="387" y="10813"/>
                    <a:pt x="547" y="10010"/>
                  </a:cubicBezTo>
                  <a:cubicBezTo>
                    <a:pt x="676" y="9206"/>
                    <a:pt x="933" y="8338"/>
                    <a:pt x="1415" y="7824"/>
                  </a:cubicBezTo>
                  <a:cubicBezTo>
                    <a:pt x="1672" y="7599"/>
                    <a:pt x="2122" y="7310"/>
                    <a:pt x="2733" y="7052"/>
                  </a:cubicBezTo>
                  <a:cubicBezTo>
                    <a:pt x="3633" y="6635"/>
                    <a:pt x="4823" y="6217"/>
                    <a:pt x="5980" y="5702"/>
                  </a:cubicBezTo>
                  <a:cubicBezTo>
                    <a:pt x="7105" y="5188"/>
                    <a:pt x="8230" y="4577"/>
                    <a:pt x="9001" y="3838"/>
                  </a:cubicBezTo>
                  <a:cubicBezTo>
                    <a:pt x="9934" y="2906"/>
                    <a:pt x="10191" y="2006"/>
                    <a:pt x="10191" y="1363"/>
                  </a:cubicBezTo>
                  <a:cubicBezTo>
                    <a:pt x="10191" y="591"/>
                    <a:pt x="9837" y="109"/>
                    <a:pt x="9837" y="77"/>
                  </a:cubicBezTo>
                  <a:cubicBezTo>
                    <a:pt x="9802" y="24"/>
                    <a:pt x="9747" y="0"/>
                    <a:pt x="968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1" name="Google Shape;3583;p62">
              <a:extLst>
                <a:ext uri="{FF2B5EF4-FFF2-40B4-BE49-F238E27FC236}">
                  <a16:creationId xmlns:a16="http://schemas.microsoft.com/office/drawing/2014/main" id="{DA06D650-F3C6-7A70-B43E-735EA3D61DC5}"/>
                </a:ext>
              </a:extLst>
            </p:cNvPr>
            <p:cNvSpPr/>
            <p:nvPr/>
          </p:nvSpPr>
          <p:spPr>
            <a:xfrm>
              <a:off x="2254175" y="2833475"/>
              <a:ext cx="89250" cy="68800"/>
            </a:xfrm>
            <a:custGeom>
              <a:avLst/>
              <a:gdLst/>
              <a:ahLst/>
              <a:cxnLst/>
              <a:rect l="l" t="t" r="r" b="b"/>
              <a:pathLst>
                <a:path w="3570" h="2752" extrusionOk="0">
                  <a:moveTo>
                    <a:pt x="3356" y="1"/>
                  </a:moveTo>
                  <a:cubicBezTo>
                    <a:pt x="3330" y="1"/>
                    <a:pt x="3304" y="5"/>
                    <a:pt x="3280" y="13"/>
                  </a:cubicBezTo>
                  <a:cubicBezTo>
                    <a:pt x="3280" y="13"/>
                    <a:pt x="2540" y="334"/>
                    <a:pt x="1769" y="784"/>
                  </a:cubicBezTo>
                  <a:cubicBezTo>
                    <a:pt x="1383" y="1009"/>
                    <a:pt x="997" y="1266"/>
                    <a:pt x="676" y="1556"/>
                  </a:cubicBezTo>
                  <a:cubicBezTo>
                    <a:pt x="355" y="1845"/>
                    <a:pt x="97" y="2134"/>
                    <a:pt x="1" y="2488"/>
                  </a:cubicBezTo>
                  <a:cubicBezTo>
                    <a:pt x="1" y="2616"/>
                    <a:pt x="65" y="2713"/>
                    <a:pt x="162" y="2745"/>
                  </a:cubicBezTo>
                  <a:cubicBezTo>
                    <a:pt x="179" y="2749"/>
                    <a:pt x="196" y="2751"/>
                    <a:pt x="212" y="2751"/>
                  </a:cubicBezTo>
                  <a:cubicBezTo>
                    <a:pt x="315" y="2751"/>
                    <a:pt x="391" y="2668"/>
                    <a:pt x="419" y="2584"/>
                  </a:cubicBezTo>
                  <a:cubicBezTo>
                    <a:pt x="451" y="2391"/>
                    <a:pt x="644" y="2102"/>
                    <a:pt x="933" y="1845"/>
                  </a:cubicBezTo>
                  <a:cubicBezTo>
                    <a:pt x="1383" y="1459"/>
                    <a:pt x="1994" y="1106"/>
                    <a:pt x="2508" y="816"/>
                  </a:cubicBezTo>
                  <a:cubicBezTo>
                    <a:pt x="2765" y="688"/>
                    <a:pt x="2990" y="591"/>
                    <a:pt x="3151" y="495"/>
                  </a:cubicBezTo>
                  <a:cubicBezTo>
                    <a:pt x="3344" y="431"/>
                    <a:pt x="3440" y="398"/>
                    <a:pt x="3440" y="398"/>
                  </a:cubicBezTo>
                  <a:cubicBezTo>
                    <a:pt x="3537" y="334"/>
                    <a:pt x="3569" y="238"/>
                    <a:pt x="3537" y="109"/>
                  </a:cubicBezTo>
                  <a:cubicBezTo>
                    <a:pt x="3513" y="37"/>
                    <a:pt x="3434" y="1"/>
                    <a:pt x="335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2" name="Google Shape;3584;p62">
              <a:extLst>
                <a:ext uri="{FF2B5EF4-FFF2-40B4-BE49-F238E27FC236}">
                  <a16:creationId xmlns:a16="http://schemas.microsoft.com/office/drawing/2014/main" id="{13D2AB74-BB32-B5F5-2358-EA4338883CB8}"/>
                </a:ext>
              </a:extLst>
            </p:cNvPr>
            <p:cNvSpPr/>
            <p:nvPr/>
          </p:nvSpPr>
          <p:spPr>
            <a:xfrm>
              <a:off x="1974675" y="4962550"/>
              <a:ext cx="249000" cy="116775"/>
            </a:xfrm>
            <a:custGeom>
              <a:avLst/>
              <a:gdLst/>
              <a:ahLst/>
              <a:cxnLst/>
              <a:rect l="l" t="t" r="r" b="b"/>
              <a:pathLst>
                <a:path w="9960" h="4671" extrusionOk="0">
                  <a:moveTo>
                    <a:pt x="3691" y="1"/>
                  </a:moveTo>
                  <a:lnTo>
                    <a:pt x="413" y="804"/>
                  </a:lnTo>
                  <a:lnTo>
                    <a:pt x="91" y="3311"/>
                  </a:lnTo>
                  <a:cubicBezTo>
                    <a:pt x="1" y="4033"/>
                    <a:pt x="558" y="4671"/>
                    <a:pt x="1288" y="4671"/>
                  </a:cubicBezTo>
                  <a:cubicBezTo>
                    <a:pt x="1339" y="4671"/>
                    <a:pt x="1390" y="4668"/>
                    <a:pt x="1441" y="4661"/>
                  </a:cubicBezTo>
                  <a:lnTo>
                    <a:pt x="9509" y="3890"/>
                  </a:lnTo>
                  <a:cubicBezTo>
                    <a:pt x="9863" y="3858"/>
                    <a:pt x="9959" y="3344"/>
                    <a:pt x="9638" y="3183"/>
                  </a:cubicBezTo>
                  <a:lnTo>
                    <a:pt x="3691" y="1"/>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3" name="Google Shape;3585;p62">
              <a:extLst>
                <a:ext uri="{FF2B5EF4-FFF2-40B4-BE49-F238E27FC236}">
                  <a16:creationId xmlns:a16="http://schemas.microsoft.com/office/drawing/2014/main" id="{184706B9-1964-7CA3-4485-7ABF86E833A7}"/>
                </a:ext>
              </a:extLst>
            </p:cNvPr>
            <p:cNvSpPr/>
            <p:nvPr/>
          </p:nvSpPr>
          <p:spPr>
            <a:xfrm>
              <a:off x="1969700" y="4955525"/>
              <a:ext cx="258000" cy="130800"/>
            </a:xfrm>
            <a:custGeom>
              <a:avLst/>
              <a:gdLst/>
              <a:ahLst/>
              <a:cxnLst/>
              <a:rect l="l" t="t" r="r" b="b"/>
              <a:pathLst>
                <a:path w="10320" h="5232" extrusionOk="0">
                  <a:moveTo>
                    <a:pt x="3864" y="561"/>
                  </a:moveTo>
                  <a:lnTo>
                    <a:pt x="9708" y="3689"/>
                  </a:lnTo>
                  <a:lnTo>
                    <a:pt x="9773" y="3785"/>
                  </a:lnTo>
                  <a:lnTo>
                    <a:pt x="9741" y="3882"/>
                  </a:lnTo>
                  <a:lnTo>
                    <a:pt x="9676" y="3914"/>
                  </a:lnTo>
                  <a:lnTo>
                    <a:pt x="1608" y="4685"/>
                  </a:lnTo>
                  <a:lnTo>
                    <a:pt x="1512" y="4685"/>
                  </a:lnTo>
                  <a:cubicBezTo>
                    <a:pt x="1255" y="4685"/>
                    <a:pt x="997" y="4589"/>
                    <a:pt x="837" y="4396"/>
                  </a:cubicBezTo>
                  <a:cubicBezTo>
                    <a:pt x="644" y="4235"/>
                    <a:pt x="547" y="4010"/>
                    <a:pt x="547" y="3753"/>
                  </a:cubicBezTo>
                  <a:lnTo>
                    <a:pt x="547" y="3625"/>
                  </a:lnTo>
                  <a:lnTo>
                    <a:pt x="869" y="1310"/>
                  </a:lnTo>
                  <a:lnTo>
                    <a:pt x="3864" y="561"/>
                  </a:lnTo>
                  <a:close/>
                  <a:moveTo>
                    <a:pt x="3922" y="0"/>
                  </a:moveTo>
                  <a:cubicBezTo>
                    <a:pt x="3890" y="0"/>
                    <a:pt x="3858" y="8"/>
                    <a:pt x="3826" y="24"/>
                  </a:cubicBezTo>
                  <a:lnTo>
                    <a:pt x="547" y="828"/>
                  </a:lnTo>
                  <a:cubicBezTo>
                    <a:pt x="451" y="860"/>
                    <a:pt x="354" y="924"/>
                    <a:pt x="354" y="1053"/>
                  </a:cubicBezTo>
                  <a:lnTo>
                    <a:pt x="33" y="3528"/>
                  </a:lnTo>
                  <a:cubicBezTo>
                    <a:pt x="33" y="3592"/>
                    <a:pt x="1" y="3689"/>
                    <a:pt x="1" y="3753"/>
                  </a:cubicBezTo>
                  <a:cubicBezTo>
                    <a:pt x="1" y="4557"/>
                    <a:pt x="676" y="5232"/>
                    <a:pt x="1512" y="5232"/>
                  </a:cubicBezTo>
                  <a:lnTo>
                    <a:pt x="1640" y="5232"/>
                  </a:lnTo>
                  <a:lnTo>
                    <a:pt x="9708" y="4428"/>
                  </a:lnTo>
                  <a:cubicBezTo>
                    <a:pt x="9901" y="4428"/>
                    <a:pt x="10062" y="4332"/>
                    <a:pt x="10158" y="4203"/>
                  </a:cubicBezTo>
                  <a:cubicBezTo>
                    <a:pt x="10255" y="4107"/>
                    <a:pt x="10319" y="3946"/>
                    <a:pt x="10319" y="3785"/>
                  </a:cubicBezTo>
                  <a:cubicBezTo>
                    <a:pt x="10319" y="3592"/>
                    <a:pt x="10191" y="3335"/>
                    <a:pt x="9966" y="3239"/>
                  </a:cubicBezTo>
                  <a:lnTo>
                    <a:pt x="4019" y="24"/>
                  </a:lnTo>
                  <a:cubicBezTo>
                    <a:pt x="3987" y="8"/>
                    <a:pt x="3955" y="0"/>
                    <a:pt x="3922"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4" name="Google Shape;3586;p62">
              <a:extLst>
                <a:ext uri="{FF2B5EF4-FFF2-40B4-BE49-F238E27FC236}">
                  <a16:creationId xmlns:a16="http://schemas.microsoft.com/office/drawing/2014/main" id="{42692EB2-9407-CC14-27C9-5E272E4AD3EF}"/>
                </a:ext>
              </a:extLst>
            </p:cNvPr>
            <p:cNvSpPr/>
            <p:nvPr/>
          </p:nvSpPr>
          <p:spPr>
            <a:xfrm>
              <a:off x="1977750" y="5042900"/>
              <a:ext cx="245925" cy="36350"/>
            </a:xfrm>
            <a:custGeom>
              <a:avLst/>
              <a:gdLst/>
              <a:ahLst/>
              <a:cxnLst/>
              <a:rect l="l" t="t" r="r" b="b"/>
              <a:pathLst>
                <a:path w="9837" h="1454" extrusionOk="0">
                  <a:moveTo>
                    <a:pt x="9579" y="1"/>
                  </a:moveTo>
                  <a:lnTo>
                    <a:pt x="9579" y="1"/>
                  </a:lnTo>
                  <a:cubicBezTo>
                    <a:pt x="7683" y="226"/>
                    <a:pt x="4758" y="33"/>
                    <a:pt x="2733" y="355"/>
                  </a:cubicBezTo>
                  <a:cubicBezTo>
                    <a:pt x="1924" y="502"/>
                    <a:pt x="1305" y="554"/>
                    <a:pt x="833" y="554"/>
                  </a:cubicBezTo>
                  <a:cubicBezTo>
                    <a:pt x="479" y="554"/>
                    <a:pt x="207" y="524"/>
                    <a:pt x="0" y="483"/>
                  </a:cubicBezTo>
                  <a:lnTo>
                    <a:pt x="0" y="483"/>
                  </a:lnTo>
                  <a:cubicBezTo>
                    <a:pt x="120" y="1052"/>
                    <a:pt x="603" y="1454"/>
                    <a:pt x="1188" y="1454"/>
                  </a:cubicBezTo>
                  <a:cubicBezTo>
                    <a:pt x="1231" y="1454"/>
                    <a:pt x="1274" y="1452"/>
                    <a:pt x="1318" y="1447"/>
                  </a:cubicBezTo>
                  <a:lnTo>
                    <a:pt x="9386" y="676"/>
                  </a:lnTo>
                  <a:cubicBezTo>
                    <a:pt x="9740" y="644"/>
                    <a:pt x="9836" y="194"/>
                    <a:pt x="957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5" name="Google Shape;3587;p62">
              <a:extLst>
                <a:ext uri="{FF2B5EF4-FFF2-40B4-BE49-F238E27FC236}">
                  <a16:creationId xmlns:a16="http://schemas.microsoft.com/office/drawing/2014/main" id="{16D97914-012B-D020-D24A-3F3480DC2DA9}"/>
                </a:ext>
              </a:extLst>
            </p:cNvPr>
            <p:cNvSpPr/>
            <p:nvPr/>
          </p:nvSpPr>
          <p:spPr>
            <a:xfrm>
              <a:off x="1970525" y="5036475"/>
              <a:ext cx="257175" cy="49850"/>
            </a:xfrm>
            <a:custGeom>
              <a:avLst/>
              <a:gdLst/>
              <a:ahLst/>
              <a:cxnLst/>
              <a:rect l="l" t="t" r="r" b="b"/>
              <a:pathLst>
                <a:path w="10287" h="1994" extrusionOk="0">
                  <a:moveTo>
                    <a:pt x="9732" y="532"/>
                  </a:moveTo>
                  <a:lnTo>
                    <a:pt x="9740" y="547"/>
                  </a:lnTo>
                  <a:lnTo>
                    <a:pt x="9708" y="644"/>
                  </a:lnTo>
                  <a:lnTo>
                    <a:pt x="9643" y="676"/>
                  </a:lnTo>
                  <a:lnTo>
                    <a:pt x="1575" y="1447"/>
                  </a:lnTo>
                  <a:lnTo>
                    <a:pt x="1479" y="1447"/>
                  </a:lnTo>
                  <a:cubicBezTo>
                    <a:pt x="1176" y="1447"/>
                    <a:pt x="903" y="1302"/>
                    <a:pt x="727" y="1081"/>
                  </a:cubicBezTo>
                  <a:lnTo>
                    <a:pt x="727" y="1081"/>
                  </a:lnTo>
                  <a:cubicBezTo>
                    <a:pt x="840" y="1089"/>
                    <a:pt x="962" y="1094"/>
                    <a:pt x="1093" y="1094"/>
                  </a:cubicBezTo>
                  <a:cubicBezTo>
                    <a:pt x="1607" y="1094"/>
                    <a:pt x="2250" y="1029"/>
                    <a:pt x="3086" y="901"/>
                  </a:cubicBezTo>
                  <a:cubicBezTo>
                    <a:pt x="4050" y="740"/>
                    <a:pt x="5272" y="676"/>
                    <a:pt x="6493" y="676"/>
                  </a:cubicBezTo>
                  <a:cubicBezTo>
                    <a:pt x="7658" y="645"/>
                    <a:pt x="8793" y="644"/>
                    <a:pt x="9732" y="532"/>
                  </a:cubicBezTo>
                  <a:close/>
                  <a:moveTo>
                    <a:pt x="9836" y="1"/>
                  </a:moveTo>
                  <a:cubicBezTo>
                    <a:pt x="8904" y="97"/>
                    <a:pt x="7715" y="97"/>
                    <a:pt x="6493" y="129"/>
                  </a:cubicBezTo>
                  <a:cubicBezTo>
                    <a:pt x="5272" y="162"/>
                    <a:pt x="4018" y="194"/>
                    <a:pt x="2989" y="354"/>
                  </a:cubicBezTo>
                  <a:cubicBezTo>
                    <a:pt x="2186" y="483"/>
                    <a:pt x="1543" y="547"/>
                    <a:pt x="1093" y="547"/>
                  </a:cubicBezTo>
                  <a:cubicBezTo>
                    <a:pt x="771" y="547"/>
                    <a:pt x="514" y="515"/>
                    <a:pt x="321" y="483"/>
                  </a:cubicBezTo>
                  <a:cubicBezTo>
                    <a:pt x="257" y="483"/>
                    <a:pt x="161" y="483"/>
                    <a:pt x="96" y="547"/>
                  </a:cubicBezTo>
                  <a:cubicBezTo>
                    <a:pt x="32" y="612"/>
                    <a:pt x="0" y="708"/>
                    <a:pt x="32" y="804"/>
                  </a:cubicBezTo>
                  <a:cubicBezTo>
                    <a:pt x="161" y="1479"/>
                    <a:pt x="739" y="1994"/>
                    <a:pt x="1479" y="1994"/>
                  </a:cubicBezTo>
                  <a:lnTo>
                    <a:pt x="1607" y="1994"/>
                  </a:lnTo>
                  <a:lnTo>
                    <a:pt x="9675" y="1190"/>
                  </a:lnTo>
                  <a:cubicBezTo>
                    <a:pt x="9868" y="1190"/>
                    <a:pt x="10029" y="1094"/>
                    <a:pt x="10125" y="965"/>
                  </a:cubicBezTo>
                  <a:cubicBezTo>
                    <a:pt x="10222" y="869"/>
                    <a:pt x="10286" y="708"/>
                    <a:pt x="10286" y="547"/>
                  </a:cubicBezTo>
                  <a:cubicBezTo>
                    <a:pt x="10286" y="387"/>
                    <a:pt x="10190" y="162"/>
                    <a:pt x="10029" y="33"/>
                  </a:cubicBezTo>
                  <a:cubicBezTo>
                    <a:pt x="9965" y="1"/>
                    <a:pt x="9900" y="1"/>
                    <a:pt x="9836"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6" name="Google Shape;3588;p62">
              <a:extLst>
                <a:ext uri="{FF2B5EF4-FFF2-40B4-BE49-F238E27FC236}">
                  <a16:creationId xmlns:a16="http://schemas.microsoft.com/office/drawing/2014/main" id="{E9046A11-C9D5-D99C-F92A-947E812F29F4}"/>
                </a:ext>
              </a:extLst>
            </p:cNvPr>
            <p:cNvSpPr/>
            <p:nvPr/>
          </p:nvSpPr>
          <p:spPr>
            <a:xfrm>
              <a:off x="1259325" y="4948900"/>
              <a:ext cx="232650" cy="183350"/>
            </a:xfrm>
            <a:custGeom>
              <a:avLst/>
              <a:gdLst/>
              <a:ahLst/>
              <a:cxnLst/>
              <a:rect l="l" t="t" r="r" b="b"/>
              <a:pathLst>
                <a:path w="9306" h="7334" extrusionOk="0">
                  <a:moveTo>
                    <a:pt x="2379" y="0"/>
                  </a:moveTo>
                  <a:lnTo>
                    <a:pt x="450" y="1929"/>
                  </a:lnTo>
                  <a:cubicBezTo>
                    <a:pt x="0" y="2379"/>
                    <a:pt x="0" y="3086"/>
                    <a:pt x="450" y="3536"/>
                  </a:cubicBezTo>
                  <a:lnTo>
                    <a:pt x="4018" y="6943"/>
                  </a:lnTo>
                  <a:lnTo>
                    <a:pt x="8390" y="7329"/>
                  </a:lnTo>
                  <a:cubicBezTo>
                    <a:pt x="8415" y="7332"/>
                    <a:pt x="8439" y="7333"/>
                    <a:pt x="8463" y="7333"/>
                  </a:cubicBezTo>
                  <a:cubicBezTo>
                    <a:pt x="8997" y="7333"/>
                    <a:pt x="9306" y="6667"/>
                    <a:pt x="8936" y="6236"/>
                  </a:cubicBezTo>
                  <a:lnTo>
                    <a:pt x="6461" y="3279"/>
                  </a:lnTo>
                  <a:lnTo>
                    <a:pt x="5465" y="1157"/>
                  </a:lnTo>
                  <a:lnTo>
                    <a:pt x="2379" y="0"/>
                  </a:ln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7" name="Google Shape;3589;p62">
              <a:extLst>
                <a:ext uri="{FF2B5EF4-FFF2-40B4-BE49-F238E27FC236}">
                  <a16:creationId xmlns:a16="http://schemas.microsoft.com/office/drawing/2014/main" id="{34F658CA-D3AC-9777-650E-8576D041DEB0}"/>
                </a:ext>
              </a:extLst>
            </p:cNvPr>
            <p:cNvSpPr/>
            <p:nvPr/>
          </p:nvSpPr>
          <p:spPr>
            <a:xfrm>
              <a:off x="1255300" y="4942425"/>
              <a:ext cx="238700" cy="196150"/>
            </a:xfrm>
            <a:custGeom>
              <a:avLst/>
              <a:gdLst/>
              <a:ahLst/>
              <a:cxnLst/>
              <a:rect l="l" t="t" r="r" b="b"/>
              <a:pathLst>
                <a:path w="9548" h="7846" extrusionOk="0">
                  <a:moveTo>
                    <a:pt x="2607" y="578"/>
                  </a:moveTo>
                  <a:lnTo>
                    <a:pt x="5433" y="1641"/>
                  </a:lnTo>
                  <a:lnTo>
                    <a:pt x="6397" y="3634"/>
                  </a:lnTo>
                  <a:lnTo>
                    <a:pt x="6429" y="3699"/>
                  </a:lnTo>
                  <a:lnTo>
                    <a:pt x="8905" y="6688"/>
                  </a:lnTo>
                  <a:cubicBezTo>
                    <a:pt x="8969" y="6752"/>
                    <a:pt x="9001" y="6849"/>
                    <a:pt x="9001" y="6913"/>
                  </a:cubicBezTo>
                  <a:cubicBezTo>
                    <a:pt x="9001" y="7009"/>
                    <a:pt x="8969" y="7138"/>
                    <a:pt x="8872" y="7202"/>
                  </a:cubicBezTo>
                  <a:cubicBezTo>
                    <a:pt x="8808" y="7267"/>
                    <a:pt x="8712" y="7331"/>
                    <a:pt x="8615" y="7331"/>
                  </a:cubicBezTo>
                  <a:lnTo>
                    <a:pt x="8583" y="7331"/>
                  </a:lnTo>
                  <a:lnTo>
                    <a:pt x="4308" y="6945"/>
                  </a:lnTo>
                  <a:lnTo>
                    <a:pt x="804" y="3602"/>
                  </a:lnTo>
                  <a:cubicBezTo>
                    <a:pt x="643" y="3409"/>
                    <a:pt x="547" y="3216"/>
                    <a:pt x="547" y="2991"/>
                  </a:cubicBezTo>
                  <a:cubicBezTo>
                    <a:pt x="547" y="2766"/>
                    <a:pt x="643" y="2573"/>
                    <a:pt x="804" y="2381"/>
                  </a:cubicBezTo>
                  <a:lnTo>
                    <a:pt x="2607" y="578"/>
                  </a:lnTo>
                  <a:close/>
                  <a:moveTo>
                    <a:pt x="2526" y="1"/>
                  </a:moveTo>
                  <a:cubicBezTo>
                    <a:pt x="2457" y="1"/>
                    <a:pt x="2389" y="36"/>
                    <a:pt x="2347" y="98"/>
                  </a:cubicBezTo>
                  <a:lnTo>
                    <a:pt x="418" y="2027"/>
                  </a:lnTo>
                  <a:cubicBezTo>
                    <a:pt x="161" y="2284"/>
                    <a:pt x="1" y="2638"/>
                    <a:pt x="1" y="2991"/>
                  </a:cubicBezTo>
                  <a:cubicBezTo>
                    <a:pt x="1" y="3345"/>
                    <a:pt x="161" y="3699"/>
                    <a:pt x="451" y="3988"/>
                  </a:cubicBezTo>
                  <a:lnTo>
                    <a:pt x="3986" y="7395"/>
                  </a:lnTo>
                  <a:cubicBezTo>
                    <a:pt x="4051" y="7427"/>
                    <a:pt x="4083" y="7459"/>
                    <a:pt x="4147" y="7459"/>
                  </a:cubicBezTo>
                  <a:lnTo>
                    <a:pt x="8519" y="7845"/>
                  </a:lnTo>
                  <a:lnTo>
                    <a:pt x="8615" y="7845"/>
                  </a:lnTo>
                  <a:cubicBezTo>
                    <a:pt x="8872" y="7845"/>
                    <a:pt x="9130" y="7749"/>
                    <a:pt x="9290" y="7556"/>
                  </a:cubicBezTo>
                  <a:cubicBezTo>
                    <a:pt x="9451" y="7395"/>
                    <a:pt x="9547" y="7170"/>
                    <a:pt x="9547" y="6913"/>
                  </a:cubicBezTo>
                  <a:cubicBezTo>
                    <a:pt x="9547" y="6720"/>
                    <a:pt x="9451" y="6495"/>
                    <a:pt x="9322" y="6334"/>
                  </a:cubicBezTo>
                  <a:lnTo>
                    <a:pt x="6847" y="3377"/>
                  </a:lnTo>
                  <a:lnTo>
                    <a:pt x="5851" y="1320"/>
                  </a:lnTo>
                  <a:cubicBezTo>
                    <a:pt x="5819" y="1256"/>
                    <a:pt x="5787" y="1191"/>
                    <a:pt x="5722" y="1191"/>
                  </a:cubicBezTo>
                  <a:lnTo>
                    <a:pt x="2636" y="34"/>
                  </a:lnTo>
                  <a:cubicBezTo>
                    <a:pt x="2602" y="11"/>
                    <a:pt x="2564" y="1"/>
                    <a:pt x="2526"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 name="Google Shape;3590;p62">
              <a:extLst>
                <a:ext uri="{FF2B5EF4-FFF2-40B4-BE49-F238E27FC236}">
                  <a16:creationId xmlns:a16="http://schemas.microsoft.com/office/drawing/2014/main" id="{3021B8BE-A168-EC4E-3058-682F3AF4A341}"/>
                </a:ext>
              </a:extLst>
            </p:cNvPr>
            <p:cNvSpPr/>
            <p:nvPr/>
          </p:nvSpPr>
          <p:spPr>
            <a:xfrm>
              <a:off x="1259325" y="4995500"/>
              <a:ext cx="227450" cy="136700"/>
            </a:xfrm>
            <a:custGeom>
              <a:avLst/>
              <a:gdLst/>
              <a:ahLst/>
              <a:cxnLst/>
              <a:rect l="l" t="t" r="r" b="b"/>
              <a:pathLst>
                <a:path w="9098" h="5468" extrusionOk="0">
                  <a:moveTo>
                    <a:pt x="515" y="0"/>
                  </a:moveTo>
                  <a:lnTo>
                    <a:pt x="450" y="65"/>
                  </a:lnTo>
                  <a:cubicBezTo>
                    <a:pt x="0" y="515"/>
                    <a:pt x="0" y="1222"/>
                    <a:pt x="450" y="1672"/>
                  </a:cubicBezTo>
                  <a:lnTo>
                    <a:pt x="4018" y="5079"/>
                  </a:lnTo>
                  <a:lnTo>
                    <a:pt x="8390" y="5465"/>
                  </a:lnTo>
                  <a:cubicBezTo>
                    <a:pt x="8410" y="5467"/>
                    <a:pt x="8430" y="5468"/>
                    <a:pt x="8450" y="5468"/>
                  </a:cubicBezTo>
                  <a:cubicBezTo>
                    <a:pt x="8776" y="5468"/>
                    <a:pt x="9036" y="5224"/>
                    <a:pt x="9097" y="4951"/>
                  </a:cubicBezTo>
                  <a:cubicBezTo>
                    <a:pt x="7554" y="4565"/>
                    <a:pt x="5175" y="4019"/>
                    <a:pt x="4533" y="3954"/>
                  </a:cubicBezTo>
                  <a:cubicBezTo>
                    <a:pt x="3761" y="3858"/>
                    <a:pt x="1382" y="1029"/>
                    <a:pt x="51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 name="Google Shape;3591;p62">
              <a:extLst>
                <a:ext uri="{FF2B5EF4-FFF2-40B4-BE49-F238E27FC236}">
                  <a16:creationId xmlns:a16="http://schemas.microsoft.com/office/drawing/2014/main" id="{489DB29D-660E-9102-4290-4818C70A3488}"/>
                </a:ext>
              </a:extLst>
            </p:cNvPr>
            <p:cNvSpPr/>
            <p:nvPr/>
          </p:nvSpPr>
          <p:spPr>
            <a:xfrm>
              <a:off x="1255300" y="4989075"/>
              <a:ext cx="238700" cy="149500"/>
            </a:xfrm>
            <a:custGeom>
              <a:avLst/>
              <a:gdLst/>
              <a:ahLst/>
              <a:cxnLst/>
              <a:rect l="l" t="t" r="r" b="b"/>
              <a:pathLst>
                <a:path w="9548" h="5980" extrusionOk="0">
                  <a:moveTo>
                    <a:pt x="689" y="671"/>
                  </a:moveTo>
                  <a:cubicBezTo>
                    <a:pt x="1135" y="1219"/>
                    <a:pt x="1826" y="2051"/>
                    <a:pt x="2540" y="2765"/>
                  </a:cubicBezTo>
                  <a:cubicBezTo>
                    <a:pt x="2926" y="3183"/>
                    <a:pt x="3344" y="3600"/>
                    <a:pt x="3697" y="3890"/>
                  </a:cubicBezTo>
                  <a:cubicBezTo>
                    <a:pt x="3858" y="4051"/>
                    <a:pt x="4051" y="4179"/>
                    <a:pt x="4211" y="4276"/>
                  </a:cubicBezTo>
                  <a:cubicBezTo>
                    <a:pt x="4372" y="4372"/>
                    <a:pt x="4501" y="4436"/>
                    <a:pt x="4661" y="4468"/>
                  </a:cubicBezTo>
                  <a:cubicBezTo>
                    <a:pt x="4951" y="4501"/>
                    <a:pt x="5722" y="4661"/>
                    <a:pt x="6590" y="4854"/>
                  </a:cubicBezTo>
                  <a:cubicBezTo>
                    <a:pt x="7330" y="5019"/>
                    <a:pt x="8140" y="5206"/>
                    <a:pt x="8841" y="5378"/>
                  </a:cubicBezTo>
                  <a:lnTo>
                    <a:pt x="8841" y="5378"/>
                  </a:lnTo>
                  <a:cubicBezTo>
                    <a:pt x="8780" y="5431"/>
                    <a:pt x="8704" y="5465"/>
                    <a:pt x="8615" y="5465"/>
                  </a:cubicBezTo>
                  <a:lnTo>
                    <a:pt x="8583" y="5465"/>
                  </a:lnTo>
                  <a:lnTo>
                    <a:pt x="4308" y="5079"/>
                  </a:lnTo>
                  <a:lnTo>
                    <a:pt x="804" y="1736"/>
                  </a:lnTo>
                  <a:cubicBezTo>
                    <a:pt x="643" y="1543"/>
                    <a:pt x="547" y="1350"/>
                    <a:pt x="547" y="1125"/>
                  </a:cubicBezTo>
                  <a:cubicBezTo>
                    <a:pt x="547" y="961"/>
                    <a:pt x="598" y="814"/>
                    <a:pt x="689" y="671"/>
                  </a:cubicBezTo>
                  <a:close/>
                  <a:moveTo>
                    <a:pt x="708" y="0"/>
                  </a:moveTo>
                  <a:cubicBezTo>
                    <a:pt x="611" y="0"/>
                    <a:pt x="547" y="0"/>
                    <a:pt x="483" y="65"/>
                  </a:cubicBezTo>
                  <a:lnTo>
                    <a:pt x="418" y="161"/>
                  </a:lnTo>
                  <a:cubicBezTo>
                    <a:pt x="161" y="418"/>
                    <a:pt x="1" y="772"/>
                    <a:pt x="1" y="1125"/>
                  </a:cubicBezTo>
                  <a:cubicBezTo>
                    <a:pt x="1" y="1479"/>
                    <a:pt x="161" y="1833"/>
                    <a:pt x="451" y="2122"/>
                  </a:cubicBezTo>
                  <a:lnTo>
                    <a:pt x="3986" y="5529"/>
                  </a:lnTo>
                  <a:cubicBezTo>
                    <a:pt x="4051" y="5561"/>
                    <a:pt x="4083" y="5593"/>
                    <a:pt x="4147" y="5593"/>
                  </a:cubicBezTo>
                  <a:lnTo>
                    <a:pt x="8519" y="5979"/>
                  </a:lnTo>
                  <a:lnTo>
                    <a:pt x="8615" y="5979"/>
                  </a:lnTo>
                  <a:cubicBezTo>
                    <a:pt x="9065" y="5979"/>
                    <a:pt x="9419" y="5658"/>
                    <a:pt x="9515" y="5272"/>
                  </a:cubicBezTo>
                  <a:cubicBezTo>
                    <a:pt x="9547" y="5111"/>
                    <a:pt x="9451" y="4983"/>
                    <a:pt x="9322" y="4951"/>
                  </a:cubicBezTo>
                  <a:cubicBezTo>
                    <a:pt x="8551" y="4758"/>
                    <a:pt x="7554" y="4533"/>
                    <a:pt x="6687" y="4340"/>
                  </a:cubicBezTo>
                  <a:cubicBezTo>
                    <a:pt x="5819" y="4147"/>
                    <a:pt x="5079" y="3986"/>
                    <a:pt x="4726" y="3954"/>
                  </a:cubicBezTo>
                  <a:cubicBezTo>
                    <a:pt x="4694" y="3922"/>
                    <a:pt x="4597" y="3890"/>
                    <a:pt x="4469" y="3825"/>
                  </a:cubicBezTo>
                  <a:cubicBezTo>
                    <a:pt x="4051" y="3536"/>
                    <a:pt x="3311" y="2829"/>
                    <a:pt x="2604" y="2090"/>
                  </a:cubicBezTo>
                  <a:cubicBezTo>
                    <a:pt x="1929" y="1318"/>
                    <a:pt x="1254" y="547"/>
                    <a:pt x="901" y="97"/>
                  </a:cubicBezTo>
                  <a:cubicBezTo>
                    <a:pt x="836" y="32"/>
                    <a:pt x="772" y="0"/>
                    <a:pt x="708"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3592;p62">
              <a:extLst>
                <a:ext uri="{FF2B5EF4-FFF2-40B4-BE49-F238E27FC236}">
                  <a16:creationId xmlns:a16="http://schemas.microsoft.com/office/drawing/2014/main" id="{F080BE51-8D9D-0EA9-A3FE-F47E8B945359}"/>
                </a:ext>
              </a:extLst>
            </p:cNvPr>
            <p:cNvSpPr/>
            <p:nvPr/>
          </p:nvSpPr>
          <p:spPr>
            <a:xfrm>
              <a:off x="1608075" y="3506400"/>
              <a:ext cx="458900" cy="1476275"/>
            </a:xfrm>
            <a:custGeom>
              <a:avLst/>
              <a:gdLst/>
              <a:ahLst/>
              <a:cxnLst/>
              <a:rect l="l" t="t" r="r" b="b"/>
              <a:pathLst>
                <a:path w="18356" h="59051" extrusionOk="0">
                  <a:moveTo>
                    <a:pt x="4983" y="1"/>
                  </a:moveTo>
                  <a:cubicBezTo>
                    <a:pt x="4983" y="1"/>
                    <a:pt x="740" y="4822"/>
                    <a:pt x="354" y="7490"/>
                  </a:cubicBezTo>
                  <a:cubicBezTo>
                    <a:pt x="322" y="7812"/>
                    <a:pt x="290" y="8133"/>
                    <a:pt x="258" y="8455"/>
                  </a:cubicBezTo>
                  <a:cubicBezTo>
                    <a:pt x="1" y="11637"/>
                    <a:pt x="644" y="14851"/>
                    <a:pt x="1994" y="17777"/>
                  </a:cubicBezTo>
                  <a:lnTo>
                    <a:pt x="9966" y="35006"/>
                  </a:lnTo>
                  <a:lnTo>
                    <a:pt x="15077" y="59050"/>
                  </a:lnTo>
                  <a:lnTo>
                    <a:pt x="18355" y="58247"/>
                  </a:lnTo>
                  <a:lnTo>
                    <a:pt x="17295" y="32692"/>
                  </a:lnTo>
                  <a:lnTo>
                    <a:pt x="11123" y="13084"/>
                  </a:lnTo>
                  <a:lnTo>
                    <a:pt x="14787" y="6912"/>
                  </a:lnTo>
                  <a:lnTo>
                    <a:pt x="4983" y="1"/>
                  </a:ln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3593;p62">
              <a:extLst>
                <a:ext uri="{FF2B5EF4-FFF2-40B4-BE49-F238E27FC236}">
                  <a16:creationId xmlns:a16="http://schemas.microsoft.com/office/drawing/2014/main" id="{98D7A7B1-BD4C-FB9C-E9A2-AAFEC8E70085}"/>
                </a:ext>
              </a:extLst>
            </p:cNvPr>
            <p:cNvSpPr/>
            <p:nvPr/>
          </p:nvSpPr>
          <p:spPr>
            <a:xfrm>
              <a:off x="1606475" y="3499650"/>
              <a:ext cx="466925" cy="1489450"/>
            </a:xfrm>
            <a:custGeom>
              <a:avLst/>
              <a:gdLst/>
              <a:ahLst/>
              <a:cxnLst/>
              <a:rect l="l" t="t" r="r" b="b"/>
              <a:pathLst>
                <a:path w="18677" h="59578" extrusionOk="0">
                  <a:moveTo>
                    <a:pt x="5084" y="635"/>
                  </a:moveTo>
                  <a:lnTo>
                    <a:pt x="14497" y="7270"/>
                  </a:lnTo>
                  <a:lnTo>
                    <a:pt x="14497" y="7270"/>
                  </a:lnTo>
                  <a:lnTo>
                    <a:pt x="10962" y="13225"/>
                  </a:lnTo>
                  <a:cubicBezTo>
                    <a:pt x="10930" y="13289"/>
                    <a:pt x="10898" y="13354"/>
                    <a:pt x="10930" y="13418"/>
                  </a:cubicBezTo>
                  <a:lnTo>
                    <a:pt x="17069" y="33026"/>
                  </a:lnTo>
                  <a:lnTo>
                    <a:pt x="18130" y="58292"/>
                  </a:lnTo>
                  <a:lnTo>
                    <a:pt x="15366" y="58999"/>
                  </a:lnTo>
                  <a:lnTo>
                    <a:pt x="10287" y="35212"/>
                  </a:lnTo>
                  <a:lnTo>
                    <a:pt x="10287" y="35180"/>
                  </a:lnTo>
                  <a:lnTo>
                    <a:pt x="2283" y="17918"/>
                  </a:lnTo>
                  <a:cubicBezTo>
                    <a:pt x="1158" y="15475"/>
                    <a:pt x="515" y="12775"/>
                    <a:pt x="515" y="10075"/>
                  </a:cubicBezTo>
                  <a:cubicBezTo>
                    <a:pt x="515" y="9625"/>
                    <a:pt x="547" y="9175"/>
                    <a:pt x="579" y="8725"/>
                  </a:cubicBezTo>
                  <a:cubicBezTo>
                    <a:pt x="611" y="8403"/>
                    <a:pt x="644" y="8114"/>
                    <a:pt x="676" y="7825"/>
                  </a:cubicBezTo>
                  <a:cubicBezTo>
                    <a:pt x="772" y="7182"/>
                    <a:pt x="1094" y="6410"/>
                    <a:pt x="1544" y="5607"/>
                  </a:cubicBezTo>
                  <a:cubicBezTo>
                    <a:pt x="2186" y="4353"/>
                    <a:pt x="3119" y="3067"/>
                    <a:pt x="3890" y="2103"/>
                  </a:cubicBezTo>
                  <a:cubicBezTo>
                    <a:pt x="4276" y="1621"/>
                    <a:pt x="4597" y="1203"/>
                    <a:pt x="4854" y="914"/>
                  </a:cubicBezTo>
                  <a:cubicBezTo>
                    <a:pt x="4926" y="794"/>
                    <a:pt x="5016" y="710"/>
                    <a:pt x="5084" y="635"/>
                  </a:cubicBezTo>
                  <a:close/>
                  <a:moveTo>
                    <a:pt x="5019" y="1"/>
                  </a:moveTo>
                  <a:cubicBezTo>
                    <a:pt x="4948" y="1"/>
                    <a:pt x="4875" y="25"/>
                    <a:pt x="4822" y="78"/>
                  </a:cubicBezTo>
                  <a:cubicBezTo>
                    <a:pt x="4822" y="110"/>
                    <a:pt x="3762" y="1299"/>
                    <a:pt x="2636" y="2842"/>
                  </a:cubicBezTo>
                  <a:cubicBezTo>
                    <a:pt x="2090" y="3646"/>
                    <a:pt x="1511" y="4482"/>
                    <a:pt x="1061" y="5350"/>
                  </a:cubicBezTo>
                  <a:cubicBezTo>
                    <a:pt x="611" y="6185"/>
                    <a:pt x="258" y="7021"/>
                    <a:pt x="161" y="7728"/>
                  </a:cubicBezTo>
                  <a:cubicBezTo>
                    <a:pt x="97" y="8050"/>
                    <a:pt x="65" y="8371"/>
                    <a:pt x="33" y="8693"/>
                  </a:cubicBezTo>
                  <a:cubicBezTo>
                    <a:pt x="1" y="9143"/>
                    <a:pt x="1" y="9625"/>
                    <a:pt x="1" y="10075"/>
                  </a:cubicBezTo>
                  <a:cubicBezTo>
                    <a:pt x="1" y="12871"/>
                    <a:pt x="644" y="15604"/>
                    <a:pt x="1801" y="18143"/>
                  </a:cubicBezTo>
                  <a:lnTo>
                    <a:pt x="9773" y="35372"/>
                  </a:lnTo>
                  <a:lnTo>
                    <a:pt x="14883" y="59384"/>
                  </a:lnTo>
                  <a:cubicBezTo>
                    <a:pt x="14916" y="59449"/>
                    <a:pt x="14948" y="59513"/>
                    <a:pt x="15012" y="59545"/>
                  </a:cubicBezTo>
                  <a:cubicBezTo>
                    <a:pt x="15076" y="59577"/>
                    <a:pt x="15141" y="59577"/>
                    <a:pt x="15205" y="59577"/>
                  </a:cubicBezTo>
                  <a:lnTo>
                    <a:pt x="18484" y="58774"/>
                  </a:lnTo>
                  <a:cubicBezTo>
                    <a:pt x="18612" y="58742"/>
                    <a:pt x="18676" y="58613"/>
                    <a:pt x="18676" y="58484"/>
                  </a:cubicBezTo>
                  <a:lnTo>
                    <a:pt x="17616" y="32962"/>
                  </a:lnTo>
                  <a:lnTo>
                    <a:pt x="17616" y="32897"/>
                  </a:lnTo>
                  <a:lnTo>
                    <a:pt x="11476" y="13386"/>
                  </a:lnTo>
                  <a:lnTo>
                    <a:pt x="15076" y="7342"/>
                  </a:lnTo>
                  <a:cubicBezTo>
                    <a:pt x="15141" y="7214"/>
                    <a:pt x="15108" y="7053"/>
                    <a:pt x="15012" y="6989"/>
                  </a:cubicBezTo>
                  <a:lnTo>
                    <a:pt x="5176" y="46"/>
                  </a:lnTo>
                  <a:cubicBezTo>
                    <a:pt x="5133" y="17"/>
                    <a:pt x="5076" y="1"/>
                    <a:pt x="5019" y="1"/>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3594;p62">
              <a:extLst>
                <a:ext uri="{FF2B5EF4-FFF2-40B4-BE49-F238E27FC236}">
                  <a16:creationId xmlns:a16="http://schemas.microsoft.com/office/drawing/2014/main" id="{A7788761-E953-109B-E10A-6C520C040579}"/>
                </a:ext>
              </a:extLst>
            </p:cNvPr>
            <p:cNvSpPr/>
            <p:nvPr/>
          </p:nvSpPr>
          <p:spPr>
            <a:xfrm>
              <a:off x="1318775" y="3717750"/>
              <a:ext cx="634875" cy="1260100"/>
            </a:xfrm>
            <a:custGeom>
              <a:avLst/>
              <a:gdLst/>
              <a:ahLst/>
              <a:cxnLst/>
              <a:rect l="l" t="t" r="r" b="b"/>
              <a:pathLst>
                <a:path w="25395" h="50404" extrusionOk="0">
                  <a:moveTo>
                    <a:pt x="25395" y="1"/>
                  </a:moveTo>
                  <a:lnTo>
                    <a:pt x="14048" y="4822"/>
                  </a:lnTo>
                  <a:lnTo>
                    <a:pt x="15398" y="7330"/>
                  </a:lnTo>
                  <a:lnTo>
                    <a:pt x="12505" y="26938"/>
                  </a:lnTo>
                  <a:lnTo>
                    <a:pt x="1" y="49246"/>
                  </a:lnTo>
                  <a:lnTo>
                    <a:pt x="3087" y="50403"/>
                  </a:lnTo>
                  <a:lnTo>
                    <a:pt x="19995" y="29252"/>
                  </a:lnTo>
                  <a:lnTo>
                    <a:pt x="24045" y="5787"/>
                  </a:lnTo>
                  <a:lnTo>
                    <a:pt x="25395" y="1"/>
                  </a:ln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3595;p62">
              <a:extLst>
                <a:ext uri="{FF2B5EF4-FFF2-40B4-BE49-F238E27FC236}">
                  <a16:creationId xmlns:a16="http://schemas.microsoft.com/office/drawing/2014/main" id="{FF6E600A-B30F-E451-9F9E-BCD2C9CD297D}"/>
                </a:ext>
              </a:extLst>
            </p:cNvPr>
            <p:cNvSpPr/>
            <p:nvPr/>
          </p:nvSpPr>
          <p:spPr>
            <a:xfrm>
              <a:off x="1311550" y="3711175"/>
              <a:ext cx="649350" cy="1273425"/>
            </a:xfrm>
            <a:custGeom>
              <a:avLst/>
              <a:gdLst/>
              <a:ahLst/>
              <a:cxnLst/>
              <a:rect l="l" t="t" r="r" b="b"/>
              <a:pathLst>
                <a:path w="25974" h="50937" extrusionOk="0">
                  <a:moveTo>
                    <a:pt x="25687" y="0"/>
                  </a:moveTo>
                  <a:cubicBezTo>
                    <a:pt x="25555" y="0"/>
                    <a:pt x="25455" y="88"/>
                    <a:pt x="25427" y="199"/>
                  </a:cubicBezTo>
                  <a:lnTo>
                    <a:pt x="24077" y="5985"/>
                  </a:lnTo>
                  <a:lnTo>
                    <a:pt x="20027" y="29387"/>
                  </a:lnTo>
                  <a:lnTo>
                    <a:pt x="3279" y="50345"/>
                  </a:lnTo>
                  <a:lnTo>
                    <a:pt x="676" y="49380"/>
                  </a:lnTo>
                  <a:lnTo>
                    <a:pt x="13019" y="27329"/>
                  </a:lnTo>
                  <a:lnTo>
                    <a:pt x="13051" y="27233"/>
                  </a:lnTo>
                  <a:lnTo>
                    <a:pt x="15944" y="7625"/>
                  </a:lnTo>
                  <a:cubicBezTo>
                    <a:pt x="15944" y="7560"/>
                    <a:pt x="15944" y="7496"/>
                    <a:pt x="15912" y="7464"/>
                  </a:cubicBezTo>
                  <a:lnTo>
                    <a:pt x="14562" y="4957"/>
                  </a:lnTo>
                  <a:cubicBezTo>
                    <a:pt x="14519" y="4871"/>
                    <a:pt x="14433" y="4814"/>
                    <a:pt x="14343" y="4814"/>
                  </a:cubicBezTo>
                  <a:cubicBezTo>
                    <a:pt x="14298" y="4814"/>
                    <a:pt x="14251" y="4828"/>
                    <a:pt x="14208" y="4860"/>
                  </a:cubicBezTo>
                  <a:cubicBezTo>
                    <a:pt x="14080" y="4925"/>
                    <a:pt x="14016" y="5085"/>
                    <a:pt x="14080" y="5214"/>
                  </a:cubicBezTo>
                  <a:lnTo>
                    <a:pt x="15398" y="7625"/>
                  </a:lnTo>
                  <a:lnTo>
                    <a:pt x="12537" y="27104"/>
                  </a:lnTo>
                  <a:lnTo>
                    <a:pt x="65" y="49380"/>
                  </a:lnTo>
                  <a:cubicBezTo>
                    <a:pt x="1" y="49445"/>
                    <a:pt x="1" y="49541"/>
                    <a:pt x="33" y="49606"/>
                  </a:cubicBezTo>
                  <a:cubicBezTo>
                    <a:pt x="65" y="49702"/>
                    <a:pt x="129" y="49734"/>
                    <a:pt x="193" y="49766"/>
                  </a:cubicBezTo>
                  <a:lnTo>
                    <a:pt x="3279" y="50923"/>
                  </a:lnTo>
                  <a:cubicBezTo>
                    <a:pt x="3305" y="50932"/>
                    <a:pt x="3333" y="50936"/>
                    <a:pt x="3362" y="50936"/>
                  </a:cubicBezTo>
                  <a:cubicBezTo>
                    <a:pt x="3440" y="50936"/>
                    <a:pt x="3522" y="50906"/>
                    <a:pt x="3569" y="50859"/>
                  </a:cubicBezTo>
                  <a:lnTo>
                    <a:pt x="20509" y="29676"/>
                  </a:lnTo>
                  <a:lnTo>
                    <a:pt x="20541" y="29547"/>
                  </a:lnTo>
                  <a:lnTo>
                    <a:pt x="24591" y="6082"/>
                  </a:lnTo>
                  <a:lnTo>
                    <a:pt x="25941" y="328"/>
                  </a:lnTo>
                  <a:cubicBezTo>
                    <a:pt x="25973" y="199"/>
                    <a:pt x="25877" y="39"/>
                    <a:pt x="25748" y="7"/>
                  </a:cubicBezTo>
                  <a:cubicBezTo>
                    <a:pt x="25727" y="2"/>
                    <a:pt x="25707" y="0"/>
                    <a:pt x="25687" y="0"/>
                  </a:cubicBezTo>
                  <a:close/>
                </a:path>
              </a:pathLst>
            </a:custGeom>
            <a:solidFill>
              <a:srgbClr val="3D3D3D"/>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3596;p62">
              <a:extLst>
                <a:ext uri="{FF2B5EF4-FFF2-40B4-BE49-F238E27FC236}">
                  <a16:creationId xmlns:a16="http://schemas.microsoft.com/office/drawing/2014/main" id="{7E2C0DA4-9ED7-A82E-E102-93E2A7C4DDBD}"/>
                </a:ext>
              </a:extLst>
            </p:cNvPr>
            <p:cNvSpPr/>
            <p:nvPr/>
          </p:nvSpPr>
          <p:spPr>
            <a:xfrm>
              <a:off x="1848375" y="3941000"/>
              <a:ext cx="67525" cy="394925"/>
            </a:xfrm>
            <a:custGeom>
              <a:avLst/>
              <a:gdLst/>
              <a:ahLst/>
              <a:cxnLst/>
              <a:rect l="l" t="t" r="r" b="b"/>
              <a:pathLst>
                <a:path w="2701" h="15797" extrusionOk="0">
                  <a:moveTo>
                    <a:pt x="2490" y="1"/>
                  </a:moveTo>
                  <a:cubicBezTo>
                    <a:pt x="2387" y="1"/>
                    <a:pt x="2314" y="84"/>
                    <a:pt x="2314" y="168"/>
                  </a:cubicBezTo>
                  <a:lnTo>
                    <a:pt x="32" y="15565"/>
                  </a:lnTo>
                  <a:cubicBezTo>
                    <a:pt x="0" y="15661"/>
                    <a:pt x="97" y="15790"/>
                    <a:pt x="193" y="15790"/>
                  </a:cubicBezTo>
                  <a:cubicBezTo>
                    <a:pt x="206" y="15794"/>
                    <a:pt x="219" y="15796"/>
                    <a:pt x="233" y="15796"/>
                  </a:cubicBezTo>
                  <a:cubicBezTo>
                    <a:pt x="322" y="15796"/>
                    <a:pt x="418" y="15713"/>
                    <a:pt x="418" y="15629"/>
                  </a:cubicBezTo>
                  <a:lnTo>
                    <a:pt x="2700" y="232"/>
                  </a:lnTo>
                  <a:cubicBezTo>
                    <a:pt x="2700" y="135"/>
                    <a:pt x="2636" y="7"/>
                    <a:pt x="2539" y="7"/>
                  </a:cubicBezTo>
                  <a:cubicBezTo>
                    <a:pt x="2522" y="3"/>
                    <a:pt x="2506" y="1"/>
                    <a:pt x="2490"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 name="Google Shape;3597;p62">
              <a:extLst>
                <a:ext uri="{FF2B5EF4-FFF2-40B4-BE49-F238E27FC236}">
                  <a16:creationId xmlns:a16="http://schemas.microsoft.com/office/drawing/2014/main" id="{1E2DA40E-2D92-57E6-DE32-42E18B0FBF4C}"/>
                </a:ext>
              </a:extLst>
            </p:cNvPr>
            <p:cNvSpPr/>
            <p:nvPr/>
          </p:nvSpPr>
          <p:spPr>
            <a:xfrm>
              <a:off x="1633800" y="3761650"/>
              <a:ext cx="54675" cy="233375"/>
            </a:xfrm>
            <a:custGeom>
              <a:avLst/>
              <a:gdLst/>
              <a:ahLst/>
              <a:cxnLst/>
              <a:rect l="l" t="t" r="r" b="b"/>
              <a:pathLst>
                <a:path w="2187" h="9335" extrusionOk="0">
                  <a:moveTo>
                    <a:pt x="238" y="1"/>
                  </a:moveTo>
                  <a:cubicBezTo>
                    <a:pt x="211" y="1"/>
                    <a:pt x="185" y="5"/>
                    <a:pt x="161" y="13"/>
                  </a:cubicBezTo>
                  <a:cubicBezTo>
                    <a:pt x="65" y="77"/>
                    <a:pt x="1" y="173"/>
                    <a:pt x="65" y="270"/>
                  </a:cubicBezTo>
                  <a:lnTo>
                    <a:pt x="1768" y="4095"/>
                  </a:lnTo>
                  <a:lnTo>
                    <a:pt x="1608" y="9110"/>
                  </a:lnTo>
                  <a:cubicBezTo>
                    <a:pt x="1608" y="9238"/>
                    <a:pt x="1704" y="9335"/>
                    <a:pt x="1801" y="9335"/>
                  </a:cubicBezTo>
                  <a:cubicBezTo>
                    <a:pt x="1929" y="9335"/>
                    <a:pt x="1993" y="9238"/>
                    <a:pt x="2026" y="9142"/>
                  </a:cubicBezTo>
                  <a:lnTo>
                    <a:pt x="2186" y="4063"/>
                  </a:lnTo>
                  <a:lnTo>
                    <a:pt x="2154" y="3966"/>
                  </a:lnTo>
                  <a:lnTo>
                    <a:pt x="418" y="109"/>
                  </a:lnTo>
                  <a:cubicBezTo>
                    <a:pt x="394" y="37"/>
                    <a:pt x="316" y="1"/>
                    <a:pt x="23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 name="Google Shape;3598;p62">
              <a:extLst>
                <a:ext uri="{FF2B5EF4-FFF2-40B4-BE49-F238E27FC236}">
                  <a16:creationId xmlns:a16="http://schemas.microsoft.com/office/drawing/2014/main" id="{A50DC677-B9FB-9B2C-F9C4-927898C7AA14}"/>
                </a:ext>
              </a:extLst>
            </p:cNvPr>
            <p:cNvSpPr/>
            <p:nvPr/>
          </p:nvSpPr>
          <p:spPr>
            <a:xfrm>
              <a:off x="1827475" y="3665300"/>
              <a:ext cx="123775" cy="93475"/>
            </a:xfrm>
            <a:custGeom>
              <a:avLst/>
              <a:gdLst/>
              <a:ahLst/>
              <a:cxnLst/>
              <a:rect l="l" t="t" r="r" b="b"/>
              <a:pathLst>
                <a:path w="4951" h="3739" extrusionOk="0">
                  <a:moveTo>
                    <a:pt x="4757" y="1"/>
                  </a:moveTo>
                  <a:cubicBezTo>
                    <a:pt x="4660" y="1"/>
                    <a:pt x="4586" y="59"/>
                    <a:pt x="4533" y="138"/>
                  </a:cubicBezTo>
                  <a:lnTo>
                    <a:pt x="4533" y="170"/>
                  </a:lnTo>
                  <a:cubicBezTo>
                    <a:pt x="4468" y="331"/>
                    <a:pt x="4083" y="1134"/>
                    <a:pt x="3343" y="1874"/>
                  </a:cubicBezTo>
                  <a:cubicBezTo>
                    <a:pt x="2636" y="2645"/>
                    <a:pt x="1575" y="3320"/>
                    <a:pt x="193" y="3320"/>
                  </a:cubicBezTo>
                  <a:cubicBezTo>
                    <a:pt x="65" y="3320"/>
                    <a:pt x="0" y="3417"/>
                    <a:pt x="0" y="3545"/>
                  </a:cubicBezTo>
                  <a:cubicBezTo>
                    <a:pt x="0" y="3642"/>
                    <a:pt x="65" y="3738"/>
                    <a:pt x="193" y="3738"/>
                  </a:cubicBezTo>
                  <a:cubicBezTo>
                    <a:pt x="1833" y="3738"/>
                    <a:pt x="3022" y="2870"/>
                    <a:pt x="3793" y="2002"/>
                  </a:cubicBezTo>
                  <a:cubicBezTo>
                    <a:pt x="4565" y="1134"/>
                    <a:pt x="4918" y="299"/>
                    <a:pt x="4918" y="299"/>
                  </a:cubicBezTo>
                  <a:cubicBezTo>
                    <a:pt x="4951" y="170"/>
                    <a:pt x="4918" y="74"/>
                    <a:pt x="4822" y="9"/>
                  </a:cubicBezTo>
                  <a:cubicBezTo>
                    <a:pt x="4799" y="4"/>
                    <a:pt x="4777" y="1"/>
                    <a:pt x="4757"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 name="Google Shape;3599;p62">
              <a:extLst>
                <a:ext uri="{FF2B5EF4-FFF2-40B4-BE49-F238E27FC236}">
                  <a16:creationId xmlns:a16="http://schemas.microsoft.com/office/drawing/2014/main" id="{871FDC38-9B64-A68D-815A-95569DE201F4}"/>
                </a:ext>
              </a:extLst>
            </p:cNvPr>
            <p:cNvSpPr/>
            <p:nvPr/>
          </p:nvSpPr>
          <p:spPr>
            <a:xfrm>
              <a:off x="1726225" y="3634675"/>
              <a:ext cx="181625" cy="758150"/>
            </a:xfrm>
            <a:custGeom>
              <a:avLst/>
              <a:gdLst/>
              <a:ahLst/>
              <a:cxnLst/>
              <a:rect l="l" t="t" r="r" b="b"/>
              <a:pathLst>
                <a:path w="7265" h="30326" extrusionOk="0">
                  <a:moveTo>
                    <a:pt x="7025" y="0"/>
                  </a:moveTo>
                  <a:cubicBezTo>
                    <a:pt x="6982" y="0"/>
                    <a:pt x="6940" y="16"/>
                    <a:pt x="6911" y="45"/>
                  </a:cubicBezTo>
                  <a:lnTo>
                    <a:pt x="5143" y="1620"/>
                  </a:lnTo>
                  <a:cubicBezTo>
                    <a:pt x="5111" y="1684"/>
                    <a:pt x="5079" y="1716"/>
                    <a:pt x="5079" y="1781"/>
                  </a:cubicBezTo>
                  <a:lnTo>
                    <a:pt x="5079" y="2938"/>
                  </a:lnTo>
                  <a:lnTo>
                    <a:pt x="2893" y="2456"/>
                  </a:lnTo>
                  <a:cubicBezTo>
                    <a:pt x="2797" y="2456"/>
                    <a:pt x="2732" y="2456"/>
                    <a:pt x="2700" y="2520"/>
                  </a:cubicBezTo>
                  <a:cubicBezTo>
                    <a:pt x="2636" y="2584"/>
                    <a:pt x="2636" y="2649"/>
                    <a:pt x="2636" y="2713"/>
                  </a:cubicBezTo>
                  <a:lnTo>
                    <a:pt x="3857" y="6185"/>
                  </a:lnTo>
                  <a:lnTo>
                    <a:pt x="0" y="30100"/>
                  </a:lnTo>
                  <a:cubicBezTo>
                    <a:pt x="0" y="30196"/>
                    <a:pt x="64" y="30293"/>
                    <a:pt x="193" y="30325"/>
                  </a:cubicBezTo>
                  <a:cubicBezTo>
                    <a:pt x="289" y="30325"/>
                    <a:pt x="386" y="30261"/>
                    <a:pt x="418" y="30164"/>
                  </a:cubicBezTo>
                  <a:lnTo>
                    <a:pt x="4243" y="6185"/>
                  </a:lnTo>
                  <a:lnTo>
                    <a:pt x="4243" y="6088"/>
                  </a:lnTo>
                  <a:lnTo>
                    <a:pt x="3150" y="2938"/>
                  </a:lnTo>
                  <a:lnTo>
                    <a:pt x="5240" y="3388"/>
                  </a:lnTo>
                  <a:cubicBezTo>
                    <a:pt x="5304" y="3388"/>
                    <a:pt x="5368" y="3388"/>
                    <a:pt x="5400" y="3324"/>
                  </a:cubicBezTo>
                  <a:cubicBezTo>
                    <a:pt x="5465" y="3292"/>
                    <a:pt x="5497" y="3259"/>
                    <a:pt x="5497" y="3195"/>
                  </a:cubicBezTo>
                  <a:lnTo>
                    <a:pt x="5497" y="1877"/>
                  </a:lnTo>
                  <a:lnTo>
                    <a:pt x="7168" y="366"/>
                  </a:lnTo>
                  <a:cubicBezTo>
                    <a:pt x="7265" y="270"/>
                    <a:pt x="7265" y="141"/>
                    <a:pt x="7168" y="77"/>
                  </a:cubicBezTo>
                  <a:cubicBezTo>
                    <a:pt x="7133" y="24"/>
                    <a:pt x="7078" y="0"/>
                    <a:pt x="702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 name="Google Shape;3600;p62">
              <a:extLst>
                <a:ext uri="{FF2B5EF4-FFF2-40B4-BE49-F238E27FC236}">
                  <a16:creationId xmlns:a16="http://schemas.microsoft.com/office/drawing/2014/main" id="{5460F0DD-98C6-3E90-05E8-72A741953D49}"/>
                </a:ext>
              </a:extLst>
            </p:cNvPr>
            <p:cNvSpPr/>
            <p:nvPr/>
          </p:nvSpPr>
          <p:spPr>
            <a:xfrm>
              <a:off x="1690850" y="4417675"/>
              <a:ext cx="32975" cy="40550"/>
            </a:xfrm>
            <a:custGeom>
              <a:avLst/>
              <a:gdLst/>
              <a:ahLst/>
              <a:cxnLst/>
              <a:rect l="l" t="t" r="r" b="b"/>
              <a:pathLst>
                <a:path w="1319" h="1622" extrusionOk="0">
                  <a:moveTo>
                    <a:pt x="1112" y="0"/>
                  </a:moveTo>
                  <a:cubicBezTo>
                    <a:pt x="1043" y="0"/>
                    <a:pt x="974" y="36"/>
                    <a:pt x="933" y="98"/>
                  </a:cubicBezTo>
                  <a:lnTo>
                    <a:pt x="65" y="1319"/>
                  </a:lnTo>
                  <a:cubicBezTo>
                    <a:pt x="1" y="1384"/>
                    <a:pt x="33" y="1512"/>
                    <a:pt x="97" y="1577"/>
                  </a:cubicBezTo>
                  <a:cubicBezTo>
                    <a:pt x="141" y="1606"/>
                    <a:pt x="190" y="1621"/>
                    <a:pt x="238" y="1621"/>
                  </a:cubicBezTo>
                  <a:cubicBezTo>
                    <a:pt x="296" y="1621"/>
                    <a:pt x="351" y="1598"/>
                    <a:pt x="387" y="1544"/>
                  </a:cubicBezTo>
                  <a:lnTo>
                    <a:pt x="1254" y="323"/>
                  </a:lnTo>
                  <a:cubicBezTo>
                    <a:pt x="1319" y="227"/>
                    <a:pt x="1319" y="98"/>
                    <a:pt x="1222" y="34"/>
                  </a:cubicBezTo>
                  <a:cubicBezTo>
                    <a:pt x="1188" y="11"/>
                    <a:pt x="1150" y="0"/>
                    <a:pt x="111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918919385"/>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857</TotalTime>
  <Words>1110</Words>
  <Application>Microsoft Office PowerPoint</Application>
  <PresentationFormat>Widescreen</PresentationFormat>
  <Paragraphs>107</Paragraphs>
  <Slides>21</Slides>
  <Notes>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21</vt:i4>
      </vt:variant>
    </vt:vector>
  </HeadingPairs>
  <TitlesOfParts>
    <vt:vector size="34" baseType="lpstr">
      <vt:lpstr>Albert Sans</vt:lpstr>
      <vt:lpstr>-apple-system</vt:lpstr>
      <vt:lpstr>Arial</vt:lpstr>
      <vt:lpstr>Barlow Semi Condensed</vt:lpstr>
      <vt:lpstr>Barlow Semi Condensed Medium</vt:lpstr>
      <vt:lpstr>Calibri</vt:lpstr>
      <vt:lpstr>Calibri Light</vt:lpstr>
      <vt:lpstr>Fjalla One</vt:lpstr>
      <vt:lpstr>Roboto Condensed Light</vt:lpstr>
      <vt:lpstr>Söhne</vt:lpstr>
      <vt:lpstr>Times New Roman</vt:lpstr>
      <vt:lpstr>Work Sans</vt:lpstr>
      <vt:lpstr>Office Theme</vt:lpstr>
      <vt:lpstr>PowerPoint Presentation</vt:lpstr>
      <vt:lpstr>In The Name of Allah</vt:lpstr>
      <vt:lpstr>Table of Contents</vt:lpstr>
      <vt:lpstr>Introduction</vt:lpstr>
      <vt:lpstr>Advantages of AI Sites for Students</vt:lpstr>
      <vt:lpstr>Making studying more efficient and effective</vt:lpstr>
      <vt:lpstr>Helpful AI tools for Students</vt:lpstr>
      <vt:lpstr>Text-to-Image Conversion Bots</vt:lpstr>
      <vt:lpstr>Deep Dream Generator Transforming Descriptions into Visual Masterpieces</vt:lpstr>
      <vt:lpstr>Imagine.art</vt:lpstr>
      <vt:lpstr>AI tools for captioning YouTube videos</vt:lpstr>
      <vt:lpstr>Top Auto-Subtitle Generators</vt:lpstr>
      <vt:lpstr>PowerPoint Presentation</vt:lpstr>
      <vt:lpstr>PowerPoint Presentation</vt:lpstr>
      <vt:lpstr>PowerPoint Presentation</vt:lpstr>
      <vt:lpstr>PowerPoint Presentation</vt:lpstr>
      <vt:lpstr>PowerPoint Presentation</vt:lpstr>
      <vt:lpstr>Future of AI in Education</vt:lpstr>
      <vt:lpstr>conclusion</vt:lpstr>
      <vt:lpstr>References</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AI Helped Students with Their Work</dc:title>
  <dc:creator>hasti</dc:creator>
  <cp:lastModifiedBy>narges s.haeri</cp:lastModifiedBy>
  <cp:revision>233</cp:revision>
  <dcterms:created xsi:type="dcterms:W3CDTF">2023-12-27T11:26:02Z</dcterms:created>
  <dcterms:modified xsi:type="dcterms:W3CDTF">2023-12-28T20:41:31Z</dcterms:modified>
</cp:coreProperties>
</file>