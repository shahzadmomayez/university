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05" r:id="rId2"/>
    <p:sldId id="314" r:id="rId3"/>
    <p:sldId id="258" r:id="rId4"/>
    <p:sldId id="337" r:id="rId5"/>
    <p:sldId id="309" r:id="rId6"/>
    <p:sldId id="338" r:id="rId7"/>
    <p:sldId id="259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51" r:id="rId18"/>
    <p:sldId id="348" r:id="rId19"/>
    <p:sldId id="352" r:id="rId20"/>
    <p:sldId id="349" r:id="rId21"/>
    <p:sldId id="350" r:id="rId22"/>
    <p:sldId id="336" r:id="rId23"/>
    <p:sldId id="331" r:id="rId24"/>
    <p:sldId id="32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4B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330" autoAdjust="0"/>
    <p:restoredTop sz="94660"/>
  </p:normalViewPr>
  <p:slideViewPr>
    <p:cSldViewPr snapToGrid="0">
      <p:cViewPr>
        <p:scale>
          <a:sx n="75" d="100"/>
          <a:sy n="75" d="100"/>
        </p:scale>
        <p:origin x="780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B527D8-2F3C-4102-B477-7073917547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0BE2F-9931-49C4-9364-94DA9EEEC4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0C11D-338E-493D-9C7B-803F68D3383E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3FA323-B754-453E-8DF7-75A9572812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C5882-42D9-4F3C-BE4B-48469FB409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DF43B-E80A-4A99-B00E-677263353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192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6D67E-45A1-4C36-89FE-CDF8778A7BB0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E3CDF-0CC2-4D38-8EA3-6F407DF6A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93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1E131-8BC7-4F03-8AD7-0B3B8E06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57B18-91F5-44EC-9A80-977ED94AC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A37C0-41D6-41C1-A7BB-C465573C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73DD1-0F7F-4DED-9CBF-C0AD71410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7F211-79E6-462A-9CF2-3C8D47C1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1717-B093-4081-9ED3-A54948C7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8ACFE-426C-4129-AB76-CF0D21534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1CFF8-FA16-4C26-A47A-44A3DAD4F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762D9-613D-43DE-A2C4-69A5D513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7A4FD-F116-497C-9A41-0E741B747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7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097E-C0B9-41F7-9217-6C93B599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A1FC9-AAD4-4B23-9117-670A0E2AB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5B140-55C3-432C-BADE-348B9C8D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9DF1F-5772-4621-9550-B72440F8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82FEB-303B-44D7-8896-A805B2D4E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4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095E-A42D-4672-80A0-360896A92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C7B1C-FBC8-4CAF-B8BD-8E1F4370D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33987-AFA0-4316-862E-906D83FF0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67DBA-3241-4727-8B17-23FA857D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69CD2-7F8B-4074-B4AA-2666EAC4C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96887-23DF-480B-AC69-8CBFF810E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6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4797-DA3C-4590-9CD9-FD349FBED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F4E17-7E8A-4B49-A103-A48CA5BC0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E6FB5-B8CD-4628-BC86-10D618617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331194-3ED7-4C44-B619-3DD1DF8C3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9082A-63D3-412A-9A07-17EEB11FD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D8A25-0A2B-4D3D-A844-CC4643A13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16BB1A-BB45-471C-89A6-5AC35D4C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DAC4ED-1F6A-4CB5-ADD2-4EA1B86F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0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45254-4F41-4A7A-BF41-8D282C983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1719D2-E5CB-4EB5-A5E5-1454DF6C9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93E45-CA89-4520-9BCE-F000CEEF5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BCF15-7640-4D11-B332-ABA0FE0C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4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828DDE-B7C5-478E-BBD5-EAB00996C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498C7-3303-4A2C-A738-E37A9885C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58D15-2DFD-4332-8A2D-662F9816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6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F0E8-56DA-45C3-BB2A-3317719B1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D6EA4-4A00-4B41-AD20-5D241080F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9CAF9-6C98-4C0D-BEF4-66AA12B8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FA8B3-90C2-44DC-84CC-7AE95178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F33BC-B830-41F1-86A8-3A057979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2C294-5AC0-401F-A93F-09B2BC88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5A4B-1152-48A6-8A4C-D8835C84A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4D037F-37EF-4BA5-96FB-A269664C3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61795-5853-4A2C-95DD-3EAC9965C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31748-B067-4372-A18C-253ADA6B6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06817-1168-48A6-8256-86BF5566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2F246-41B5-480B-A5A9-EC31A48BB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0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9DF-93EC-4EF4-8EED-6F0CAD58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01539-3037-43F5-9F75-740D38990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3E07A-7275-4D95-A009-F5265EF7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E7E8D-B583-4E20-AEF8-DB0BDC40D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3C07C-52D1-454E-81B6-56DB362C5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8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0CEB6-542F-4FA6-B97E-94821A474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D335F-ECE7-469D-93F7-442AD0B83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5651E-B3B4-4E27-AC05-D042922D4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3CD2F-42CA-4804-AC2E-9DECF3195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57D8A-ADD4-4B82-878F-BC60E883F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16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 and body 3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3377184" y="451104"/>
            <a:ext cx="5450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952867" y="1536200"/>
            <a:ext cx="10274000" cy="47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404000" y="4479167"/>
            <a:ext cx="202400" cy="127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5776733"/>
            <a:ext cx="595600" cy="88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400985" y="5557067"/>
            <a:ext cx="389367" cy="390100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98386" y="4299067"/>
            <a:ext cx="390815" cy="391184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9595967" y="393467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11138767" y="-88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10752367" y="702567"/>
            <a:ext cx="775733" cy="776467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9378501" y="227834"/>
            <a:ext cx="389367" cy="390100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11677267" y="306200"/>
            <a:ext cx="233333" cy="233333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10555134" y="1499467"/>
            <a:ext cx="233351" cy="36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917621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889504" y="4072128"/>
            <a:ext cx="6412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5979326" y="5910667"/>
            <a:ext cx="233351" cy="36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889504" y="3304032"/>
            <a:ext cx="64128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452777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7876032" y="475488"/>
            <a:ext cx="34868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2218944" y="573024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2218944" y="950976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2218944" y="2011680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2218944" y="2389632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2218944" y="3450336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2218944" y="3828288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2218944" y="4888992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2218944" y="5266944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1085088" y="963168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1085088" y="2401824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1085088" y="3840480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1085088" y="5279136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193476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Highlighted numbers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3767328" y="938784"/>
            <a:ext cx="46452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3767328" y="1633728"/>
            <a:ext cx="4645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3767328" y="2913888"/>
            <a:ext cx="46452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3767328" y="3596640"/>
            <a:ext cx="4645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3767328" y="4864608"/>
            <a:ext cx="46452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3779520" y="5559552"/>
            <a:ext cx="4645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9692944" y="44327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9575211" y="2776533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9643244" y="9818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10891244" y="-88800"/>
            <a:ext cx="365200" cy="5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9876444" y="1713233"/>
            <a:ext cx="775733" cy="776467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10492961" y="3672267"/>
            <a:ext cx="389367" cy="390100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10683278" y="237567"/>
            <a:ext cx="233333" cy="233333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10068911" y="5173235"/>
            <a:ext cx="390815" cy="391184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11012070" y="430859"/>
            <a:ext cx="233351" cy="36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987800" y="3464433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1129467" y="47386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474367" y="5535000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828634" y="5416033"/>
            <a:ext cx="775733" cy="776467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977101" y="4467734"/>
            <a:ext cx="389367" cy="390100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2126834" y="6387100"/>
            <a:ext cx="233333" cy="233333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836156" y="2251658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833168" y="2248281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884814" y="230031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881817" y="2296952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937786" y="2352910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934595" y="235010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2268159" y="2020508"/>
            <a:ext cx="233351" cy="36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2426026" y="6082775"/>
            <a:ext cx="233351" cy="36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544793" y="5521041"/>
            <a:ext cx="233351" cy="36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50487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843532" y="951004"/>
            <a:ext cx="6504936" cy="4956005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3962400" y="2974848"/>
            <a:ext cx="4267200" cy="10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3962400" y="1548384"/>
            <a:ext cx="3956800" cy="142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3964300" y="3998976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2807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D522E-241C-4CD6-8BDD-4C6B28FC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98265-F369-4CA8-BBD9-FBCB81FAB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5EA6F-7DBF-48CB-AB31-A5758645C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88ADD-DE1D-45F0-BD22-117C7DEB7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16BE9-D479-4145-8D92-527BE392D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1035F-0EC6-443A-970D-AA78E91C5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8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5" r:id="rId15"/>
    <p:sldLayoutId id="2147483668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spectrum.ieee.org/" TargetMode="Externa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A3A121-D979-457A-9504-6A481E4C3BA4}"/>
              </a:ext>
            </a:extLst>
          </p:cNvPr>
          <p:cNvSpPr txBox="1">
            <a:spLocks/>
          </p:cNvSpPr>
          <p:nvPr/>
        </p:nvSpPr>
        <p:spPr>
          <a:xfrm>
            <a:off x="1847112" y="2074653"/>
            <a:ext cx="8954977" cy="167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sz="4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Revealing Ways AIs FAIL</a:t>
            </a:r>
            <a:endParaRPr lang="en-US" sz="4800" b="1" i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8F852DF-9CDA-4DC5-BDA6-70F6E96A269E}"/>
              </a:ext>
            </a:extLst>
          </p:cNvPr>
          <p:cNvSpPr txBox="1">
            <a:spLocks/>
          </p:cNvSpPr>
          <p:nvPr/>
        </p:nvSpPr>
        <p:spPr>
          <a:xfrm>
            <a:off x="1628137" y="3745488"/>
            <a:ext cx="8954977" cy="167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203195" indent="0" algn="ctr">
              <a:buNone/>
            </a:pPr>
            <a:endParaRPr lang="en-US" sz="2800" i="1" dirty="0">
              <a:solidFill>
                <a:srgbClr val="292D34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03195" indent="0" algn="ctr">
              <a:buNone/>
            </a:pPr>
            <a:r>
              <a:rPr lang="en" sz="2800" i="1" dirty="0" smtClean="0">
                <a:solidFill>
                  <a:srgbClr val="292D3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Presenter: </a:t>
            </a:r>
            <a:r>
              <a:rPr lang="en" sz="2800" i="1" dirty="0">
                <a:solidFill>
                  <a:srgbClr val="292D3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Shahzad </a:t>
            </a:r>
            <a:r>
              <a:rPr lang="en" sz="2800" i="1" dirty="0" smtClean="0">
                <a:solidFill>
                  <a:srgbClr val="292D3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Momayez</a:t>
            </a:r>
            <a:endParaRPr lang="en" sz="2800" i="1" dirty="0">
              <a:solidFill>
                <a:srgbClr val="292D34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03195" indent="0" algn="ctr">
              <a:buNone/>
            </a:pPr>
            <a:r>
              <a:rPr lang="en-US" sz="2800" i="1" dirty="0" smtClean="0">
                <a:solidFill>
                  <a:srgbClr val="292D3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Winter 1403</a:t>
            </a:r>
            <a:endParaRPr lang="en-US" sz="2800" i="1" dirty="0">
              <a:solidFill>
                <a:srgbClr val="292D34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endParaRPr lang="en-US" sz="1600" dirty="0"/>
          </a:p>
          <a:p>
            <a:endParaRPr lang="en-US" sz="1600" dirty="0">
              <a:latin typeface="Work Sans" panose="020B06040202020202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F6842B-39EC-45C3-8DA9-50B5163CD0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38"/>
          <a:stretch/>
        </p:blipFill>
        <p:spPr>
          <a:xfrm>
            <a:off x="163644" y="196173"/>
            <a:ext cx="1844098" cy="14692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812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88396A-2740-4F88-9919-74846ACB5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781" y="2884282"/>
            <a:ext cx="7218437" cy="1089435"/>
          </a:xfrm>
        </p:spPr>
        <p:txBody>
          <a:bodyPr/>
          <a:lstStyle/>
          <a:p>
            <a:r>
              <a:rPr lang="en-US" b="1" i="1" dirty="0">
                <a:solidFill>
                  <a:srgbClr val="292D3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The Name of </a:t>
            </a:r>
            <a:r>
              <a:rPr lang="en-US" b="1" i="1" dirty="0" smtClean="0">
                <a:solidFill>
                  <a:srgbClr val="292D3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God</a:t>
            </a:r>
            <a:endParaRPr lang="en-US" b="1" i="1" dirty="0">
              <a:solidFill>
                <a:srgbClr val="292D34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6968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6507775" y="475488"/>
            <a:ext cx="4855057" cy="76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2218944" y="929514"/>
            <a:ext cx="3486800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2268269" y="2488597"/>
            <a:ext cx="4409132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Brittleness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2313059" y="4047680"/>
            <a:ext cx="3486800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Bias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2178117" y="5423116"/>
            <a:ext cx="4689337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Catastrophic Forgetting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43" name="Google Shape;1690;p35">
            <a:extLst>
              <a:ext uri="{FF2B5EF4-FFF2-40B4-BE49-F238E27FC236}">
                <a16:creationId xmlns:a16="http://schemas.microsoft.com/office/drawing/2014/main" id="{7EC929AF-36A2-2D88-B3B8-0973B233911C}"/>
              </a:ext>
            </a:extLst>
          </p:cNvPr>
          <p:cNvGrpSpPr/>
          <p:nvPr/>
        </p:nvGrpSpPr>
        <p:grpSpPr>
          <a:xfrm>
            <a:off x="6539561" y="2569596"/>
            <a:ext cx="5343540" cy="4183680"/>
            <a:chOff x="469775" y="238125"/>
            <a:chExt cx="6679425" cy="5229600"/>
          </a:xfrm>
        </p:grpSpPr>
        <p:sp>
          <p:nvSpPr>
            <p:cNvPr id="2244" name="Google Shape;1691;p35">
              <a:extLst>
                <a:ext uri="{FF2B5EF4-FFF2-40B4-BE49-F238E27FC236}">
                  <a16:creationId xmlns:a16="http://schemas.microsoft.com/office/drawing/2014/main" id="{A04147A6-FE90-70A8-C894-C41D8490D470}"/>
                </a:ext>
              </a:extLst>
            </p:cNvPr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45" name="Google Shape;1692;p35">
              <a:extLst>
                <a:ext uri="{FF2B5EF4-FFF2-40B4-BE49-F238E27FC236}">
                  <a16:creationId xmlns:a16="http://schemas.microsoft.com/office/drawing/2014/main" id="{6CC98699-A915-72B2-BDD9-430541CB732E}"/>
                </a:ext>
              </a:extLst>
            </p:cNvPr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46" name="Google Shape;1693;p35">
              <a:extLst>
                <a:ext uri="{FF2B5EF4-FFF2-40B4-BE49-F238E27FC236}">
                  <a16:creationId xmlns:a16="http://schemas.microsoft.com/office/drawing/2014/main" id="{C86AEE94-F7BD-09EF-E691-5E3437BAEEA1}"/>
                </a:ext>
              </a:extLst>
            </p:cNvPr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47" name="Google Shape;1694;p35">
              <a:extLst>
                <a:ext uri="{FF2B5EF4-FFF2-40B4-BE49-F238E27FC236}">
                  <a16:creationId xmlns:a16="http://schemas.microsoft.com/office/drawing/2014/main" id="{7D397E7E-E5AD-15EF-B33F-56F5A36C297A}"/>
                </a:ext>
              </a:extLst>
            </p:cNvPr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48" name="Google Shape;1695;p35">
              <a:extLst>
                <a:ext uri="{FF2B5EF4-FFF2-40B4-BE49-F238E27FC236}">
                  <a16:creationId xmlns:a16="http://schemas.microsoft.com/office/drawing/2014/main" id="{56434D42-D3A2-8B7A-A025-86722514829D}"/>
                </a:ext>
              </a:extLst>
            </p:cNvPr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49" name="Google Shape;1696;p35">
              <a:extLst>
                <a:ext uri="{FF2B5EF4-FFF2-40B4-BE49-F238E27FC236}">
                  <a16:creationId xmlns:a16="http://schemas.microsoft.com/office/drawing/2014/main" id="{71642E53-3016-6BD3-4D4B-7065B64592C3}"/>
                </a:ext>
              </a:extLst>
            </p:cNvPr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50" name="Google Shape;1697;p35">
              <a:extLst>
                <a:ext uri="{FF2B5EF4-FFF2-40B4-BE49-F238E27FC236}">
                  <a16:creationId xmlns:a16="http://schemas.microsoft.com/office/drawing/2014/main" id="{117312CE-C1B3-B736-79F1-465CB2E43439}"/>
                </a:ext>
              </a:extLst>
            </p:cNvPr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51" name="Google Shape;1698;p35">
              <a:extLst>
                <a:ext uri="{FF2B5EF4-FFF2-40B4-BE49-F238E27FC236}">
                  <a16:creationId xmlns:a16="http://schemas.microsoft.com/office/drawing/2014/main" id="{734D8B76-1B98-31C3-DCE9-B614E344BF74}"/>
                </a:ext>
              </a:extLst>
            </p:cNvPr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52" name="Google Shape;1699;p35">
              <a:extLst>
                <a:ext uri="{FF2B5EF4-FFF2-40B4-BE49-F238E27FC236}">
                  <a16:creationId xmlns:a16="http://schemas.microsoft.com/office/drawing/2014/main" id="{6232B79C-C2CF-F5B3-637B-6574C3385982}"/>
                </a:ext>
              </a:extLst>
            </p:cNvPr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53" name="Google Shape;1700;p35">
              <a:extLst>
                <a:ext uri="{FF2B5EF4-FFF2-40B4-BE49-F238E27FC236}">
                  <a16:creationId xmlns:a16="http://schemas.microsoft.com/office/drawing/2014/main" id="{883CCE2F-9F55-E093-7835-DFA5D53273C6}"/>
                </a:ext>
              </a:extLst>
            </p:cNvPr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54" name="Google Shape;1701;p35">
              <a:extLst>
                <a:ext uri="{FF2B5EF4-FFF2-40B4-BE49-F238E27FC236}">
                  <a16:creationId xmlns:a16="http://schemas.microsoft.com/office/drawing/2014/main" id="{6CB967D3-2139-38D9-6EAE-C6B63AD0DE45}"/>
                </a:ext>
              </a:extLst>
            </p:cNvPr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55" name="Google Shape;1702;p35">
              <a:extLst>
                <a:ext uri="{FF2B5EF4-FFF2-40B4-BE49-F238E27FC236}">
                  <a16:creationId xmlns:a16="http://schemas.microsoft.com/office/drawing/2014/main" id="{B08D5375-3B6D-6A0B-61D7-B00D55BB445A}"/>
                </a:ext>
              </a:extLst>
            </p:cNvPr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56" name="Google Shape;1703;p35">
              <a:extLst>
                <a:ext uri="{FF2B5EF4-FFF2-40B4-BE49-F238E27FC236}">
                  <a16:creationId xmlns:a16="http://schemas.microsoft.com/office/drawing/2014/main" id="{133110E2-CB1F-BE2E-6E89-6584A8AD84C7}"/>
                </a:ext>
              </a:extLst>
            </p:cNvPr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57" name="Google Shape;1704;p35">
              <a:extLst>
                <a:ext uri="{FF2B5EF4-FFF2-40B4-BE49-F238E27FC236}">
                  <a16:creationId xmlns:a16="http://schemas.microsoft.com/office/drawing/2014/main" id="{9CDCC0D8-4FFA-3E70-2807-AA8CCD15CC30}"/>
                </a:ext>
              </a:extLst>
            </p:cNvPr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58" name="Google Shape;1705;p35">
              <a:extLst>
                <a:ext uri="{FF2B5EF4-FFF2-40B4-BE49-F238E27FC236}">
                  <a16:creationId xmlns:a16="http://schemas.microsoft.com/office/drawing/2014/main" id="{B6EC7A50-B19F-4F15-DC49-6159041DD8EE}"/>
                </a:ext>
              </a:extLst>
            </p:cNvPr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59" name="Google Shape;1706;p35">
              <a:extLst>
                <a:ext uri="{FF2B5EF4-FFF2-40B4-BE49-F238E27FC236}">
                  <a16:creationId xmlns:a16="http://schemas.microsoft.com/office/drawing/2014/main" id="{44A606CC-AA0C-231A-F1B5-DCEAD5F77DC2}"/>
                </a:ext>
              </a:extLst>
            </p:cNvPr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60" name="Google Shape;1707;p35">
              <a:extLst>
                <a:ext uri="{FF2B5EF4-FFF2-40B4-BE49-F238E27FC236}">
                  <a16:creationId xmlns:a16="http://schemas.microsoft.com/office/drawing/2014/main" id="{698E0461-9187-A5C9-A083-12925C6B20EB}"/>
                </a:ext>
              </a:extLst>
            </p:cNvPr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61" name="Google Shape;1708;p35">
              <a:extLst>
                <a:ext uri="{FF2B5EF4-FFF2-40B4-BE49-F238E27FC236}">
                  <a16:creationId xmlns:a16="http://schemas.microsoft.com/office/drawing/2014/main" id="{F8E2E0DD-322B-F888-5565-0240FA80B70C}"/>
                </a:ext>
              </a:extLst>
            </p:cNvPr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62" name="Google Shape;1709;p35">
              <a:extLst>
                <a:ext uri="{FF2B5EF4-FFF2-40B4-BE49-F238E27FC236}">
                  <a16:creationId xmlns:a16="http://schemas.microsoft.com/office/drawing/2014/main" id="{2649B306-5258-0469-D42C-C81666610CAE}"/>
                </a:ext>
              </a:extLst>
            </p:cNvPr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63" name="Google Shape;1710;p35">
              <a:extLst>
                <a:ext uri="{FF2B5EF4-FFF2-40B4-BE49-F238E27FC236}">
                  <a16:creationId xmlns:a16="http://schemas.microsoft.com/office/drawing/2014/main" id="{3BD21C49-2693-1C04-F818-D586BD20C8E4}"/>
                </a:ext>
              </a:extLst>
            </p:cNvPr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64" name="Google Shape;1711;p35">
              <a:extLst>
                <a:ext uri="{FF2B5EF4-FFF2-40B4-BE49-F238E27FC236}">
                  <a16:creationId xmlns:a16="http://schemas.microsoft.com/office/drawing/2014/main" id="{0B669A71-0164-8D8D-3B10-6CB17DC45115}"/>
                </a:ext>
              </a:extLst>
            </p:cNvPr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65" name="Google Shape;1712;p35">
              <a:extLst>
                <a:ext uri="{FF2B5EF4-FFF2-40B4-BE49-F238E27FC236}">
                  <a16:creationId xmlns:a16="http://schemas.microsoft.com/office/drawing/2014/main" id="{71E65033-4456-6BB4-71A1-5AD49B92B690}"/>
                </a:ext>
              </a:extLst>
            </p:cNvPr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66" name="Google Shape;1713;p35">
              <a:extLst>
                <a:ext uri="{FF2B5EF4-FFF2-40B4-BE49-F238E27FC236}">
                  <a16:creationId xmlns:a16="http://schemas.microsoft.com/office/drawing/2014/main" id="{6BB975C2-4C86-5835-E945-CE1E240F62D6}"/>
                </a:ext>
              </a:extLst>
            </p:cNvPr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67" name="Google Shape;1714;p35">
              <a:extLst>
                <a:ext uri="{FF2B5EF4-FFF2-40B4-BE49-F238E27FC236}">
                  <a16:creationId xmlns:a16="http://schemas.microsoft.com/office/drawing/2014/main" id="{6E8E3207-A38F-701E-DDEF-B16666E5B1D8}"/>
                </a:ext>
              </a:extLst>
            </p:cNvPr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68" name="Google Shape;1715;p35">
              <a:extLst>
                <a:ext uri="{FF2B5EF4-FFF2-40B4-BE49-F238E27FC236}">
                  <a16:creationId xmlns:a16="http://schemas.microsoft.com/office/drawing/2014/main" id="{5C68125B-69B7-4351-A6F3-295420D52D4F}"/>
                </a:ext>
              </a:extLst>
            </p:cNvPr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69" name="Google Shape;1716;p35">
              <a:extLst>
                <a:ext uri="{FF2B5EF4-FFF2-40B4-BE49-F238E27FC236}">
                  <a16:creationId xmlns:a16="http://schemas.microsoft.com/office/drawing/2014/main" id="{560879E9-BE4D-EA51-B96B-409DFA943E18}"/>
                </a:ext>
              </a:extLst>
            </p:cNvPr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70" name="Google Shape;1717;p35">
              <a:extLst>
                <a:ext uri="{FF2B5EF4-FFF2-40B4-BE49-F238E27FC236}">
                  <a16:creationId xmlns:a16="http://schemas.microsoft.com/office/drawing/2014/main" id="{68759F31-3401-0D2A-0152-64A6CD9BB6D5}"/>
                </a:ext>
              </a:extLst>
            </p:cNvPr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71" name="Google Shape;1718;p35">
              <a:extLst>
                <a:ext uri="{FF2B5EF4-FFF2-40B4-BE49-F238E27FC236}">
                  <a16:creationId xmlns:a16="http://schemas.microsoft.com/office/drawing/2014/main" id="{DE41DD84-672A-A9B3-D048-A7D80B6AF0B6}"/>
                </a:ext>
              </a:extLst>
            </p:cNvPr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72" name="Google Shape;1719;p35">
              <a:extLst>
                <a:ext uri="{FF2B5EF4-FFF2-40B4-BE49-F238E27FC236}">
                  <a16:creationId xmlns:a16="http://schemas.microsoft.com/office/drawing/2014/main" id="{358F696C-539E-D3A6-31DA-2A8E47E11793}"/>
                </a:ext>
              </a:extLst>
            </p:cNvPr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73" name="Google Shape;1720;p35">
              <a:extLst>
                <a:ext uri="{FF2B5EF4-FFF2-40B4-BE49-F238E27FC236}">
                  <a16:creationId xmlns:a16="http://schemas.microsoft.com/office/drawing/2014/main" id="{A1C1826C-D326-B404-6BA7-5CC2E7E8FAAA}"/>
                </a:ext>
              </a:extLst>
            </p:cNvPr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74" name="Google Shape;1721;p35">
              <a:extLst>
                <a:ext uri="{FF2B5EF4-FFF2-40B4-BE49-F238E27FC236}">
                  <a16:creationId xmlns:a16="http://schemas.microsoft.com/office/drawing/2014/main" id="{C2ACF5C3-A97B-9DE7-7A7C-94FD64A5BF7F}"/>
                </a:ext>
              </a:extLst>
            </p:cNvPr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75" name="Google Shape;1722;p35">
              <a:extLst>
                <a:ext uri="{FF2B5EF4-FFF2-40B4-BE49-F238E27FC236}">
                  <a16:creationId xmlns:a16="http://schemas.microsoft.com/office/drawing/2014/main" id="{60362726-EAE3-4455-638A-18F8547F5FD7}"/>
                </a:ext>
              </a:extLst>
            </p:cNvPr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76" name="Google Shape;1723;p35">
              <a:extLst>
                <a:ext uri="{FF2B5EF4-FFF2-40B4-BE49-F238E27FC236}">
                  <a16:creationId xmlns:a16="http://schemas.microsoft.com/office/drawing/2014/main" id="{942E3CB3-38AC-DFA7-E81C-F3A1B5E1E8FC}"/>
                </a:ext>
              </a:extLst>
            </p:cNvPr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77" name="Google Shape;1724;p35">
              <a:extLst>
                <a:ext uri="{FF2B5EF4-FFF2-40B4-BE49-F238E27FC236}">
                  <a16:creationId xmlns:a16="http://schemas.microsoft.com/office/drawing/2014/main" id="{11D70662-01D4-F44A-F91E-4AF6BF475241}"/>
                </a:ext>
              </a:extLst>
            </p:cNvPr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78" name="Google Shape;1725;p35">
              <a:extLst>
                <a:ext uri="{FF2B5EF4-FFF2-40B4-BE49-F238E27FC236}">
                  <a16:creationId xmlns:a16="http://schemas.microsoft.com/office/drawing/2014/main" id="{269367EC-4735-DCD1-9C62-34E24AC10D58}"/>
                </a:ext>
              </a:extLst>
            </p:cNvPr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79" name="Google Shape;1726;p35">
              <a:extLst>
                <a:ext uri="{FF2B5EF4-FFF2-40B4-BE49-F238E27FC236}">
                  <a16:creationId xmlns:a16="http://schemas.microsoft.com/office/drawing/2014/main" id="{9183BD82-05E6-74D4-A795-02082C51132A}"/>
                </a:ext>
              </a:extLst>
            </p:cNvPr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80" name="Google Shape;1727;p35">
              <a:extLst>
                <a:ext uri="{FF2B5EF4-FFF2-40B4-BE49-F238E27FC236}">
                  <a16:creationId xmlns:a16="http://schemas.microsoft.com/office/drawing/2014/main" id="{97E6DD5A-65C7-15E6-0ADE-97DACAC3B947}"/>
                </a:ext>
              </a:extLst>
            </p:cNvPr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81" name="Google Shape;1728;p35">
              <a:extLst>
                <a:ext uri="{FF2B5EF4-FFF2-40B4-BE49-F238E27FC236}">
                  <a16:creationId xmlns:a16="http://schemas.microsoft.com/office/drawing/2014/main" id="{D3CA1600-97EF-F75F-97FA-8B742B104DAE}"/>
                </a:ext>
              </a:extLst>
            </p:cNvPr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82" name="Google Shape;1729;p35">
              <a:extLst>
                <a:ext uri="{FF2B5EF4-FFF2-40B4-BE49-F238E27FC236}">
                  <a16:creationId xmlns:a16="http://schemas.microsoft.com/office/drawing/2014/main" id="{FAB75ED1-42B6-62DF-4415-2F1D86852EDD}"/>
                </a:ext>
              </a:extLst>
            </p:cNvPr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83" name="Google Shape;1730;p35">
              <a:extLst>
                <a:ext uri="{FF2B5EF4-FFF2-40B4-BE49-F238E27FC236}">
                  <a16:creationId xmlns:a16="http://schemas.microsoft.com/office/drawing/2014/main" id="{4AECD58C-A85E-4EDD-DACD-B94CFEF7903E}"/>
                </a:ext>
              </a:extLst>
            </p:cNvPr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84" name="Google Shape;1731;p35">
              <a:extLst>
                <a:ext uri="{FF2B5EF4-FFF2-40B4-BE49-F238E27FC236}">
                  <a16:creationId xmlns:a16="http://schemas.microsoft.com/office/drawing/2014/main" id="{FA587BD6-CB7C-F48D-F65B-76256855E99A}"/>
                </a:ext>
              </a:extLst>
            </p:cNvPr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85" name="Google Shape;1732;p35">
              <a:extLst>
                <a:ext uri="{FF2B5EF4-FFF2-40B4-BE49-F238E27FC236}">
                  <a16:creationId xmlns:a16="http://schemas.microsoft.com/office/drawing/2014/main" id="{4DFAA37F-C29B-A8F9-95AC-BDDF2458F018}"/>
                </a:ext>
              </a:extLst>
            </p:cNvPr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86" name="Google Shape;1733;p35">
              <a:extLst>
                <a:ext uri="{FF2B5EF4-FFF2-40B4-BE49-F238E27FC236}">
                  <a16:creationId xmlns:a16="http://schemas.microsoft.com/office/drawing/2014/main" id="{FDCC3803-1456-AF1F-D507-66C84A67E2DE}"/>
                </a:ext>
              </a:extLst>
            </p:cNvPr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87" name="Google Shape;1734;p35">
              <a:extLst>
                <a:ext uri="{FF2B5EF4-FFF2-40B4-BE49-F238E27FC236}">
                  <a16:creationId xmlns:a16="http://schemas.microsoft.com/office/drawing/2014/main" id="{575E1A9F-AE73-8F98-D607-F3900CE1ACC0}"/>
                </a:ext>
              </a:extLst>
            </p:cNvPr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88" name="Google Shape;1735;p35">
              <a:extLst>
                <a:ext uri="{FF2B5EF4-FFF2-40B4-BE49-F238E27FC236}">
                  <a16:creationId xmlns:a16="http://schemas.microsoft.com/office/drawing/2014/main" id="{A8D3AF26-11CC-D035-5698-3225C9E87E1E}"/>
                </a:ext>
              </a:extLst>
            </p:cNvPr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89" name="Google Shape;1736;p35">
              <a:extLst>
                <a:ext uri="{FF2B5EF4-FFF2-40B4-BE49-F238E27FC236}">
                  <a16:creationId xmlns:a16="http://schemas.microsoft.com/office/drawing/2014/main" id="{E9BBFFE6-E5ED-FAB8-F5AB-75F69549D8D2}"/>
                </a:ext>
              </a:extLst>
            </p:cNvPr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90" name="Google Shape;1737;p35">
              <a:extLst>
                <a:ext uri="{FF2B5EF4-FFF2-40B4-BE49-F238E27FC236}">
                  <a16:creationId xmlns:a16="http://schemas.microsoft.com/office/drawing/2014/main" id="{4D5535CD-85E5-37EA-E302-0A9449792039}"/>
                </a:ext>
              </a:extLst>
            </p:cNvPr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91" name="Google Shape;1738;p35">
              <a:extLst>
                <a:ext uri="{FF2B5EF4-FFF2-40B4-BE49-F238E27FC236}">
                  <a16:creationId xmlns:a16="http://schemas.microsoft.com/office/drawing/2014/main" id="{3D8E8054-95F4-5635-3FD3-8C41761EC057}"/>
                </a:ext>
              </a:extLst>
            </p:cNvPr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92" name="Google Shape;1739;p35">
              <a:extLst>
                <a:ext uri="{FF2B5EF4-FFF2-40B4-BE49-F238E27FC236}">
                  <a16:creationId xmlns:a16="http://schemas.microsoft.com/office/drawing/2014/main" id="{60E5DBD2-8C36-4CC6-647E-A7184BB3C3DF}"/>
                </a:ext>
              </a:extLst>
            </p:cNvPr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93" name="Google Shape;1740;p35">
              <a:extLst>
                <a:ext uri="{FF2B5EF4-FFF2-40B4-BE49-F238E27FC236}">
                  <a16:creationId xmlns:a16="http://schemas.microsoft.com/office/drawing/2014/main" id="{C8BDB189-7407-264A-4F2F-2AE0530D94DE}"/>
                </a:ext>
              </a:extLst>
            </p:cNvPr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94" name="Google Shape;1741;p35">
              <a:extLst>
                <a:ext uri="{FF2B5EF4-FFF2-40B4-BE49-F238E27FC236}">
                  <a16:creationId xmlns:a16="http://schemas.microsoft.com/office/drawing/2014/main" id="{034FB59A-53BC-E3EC-C3A0-6797854F209E}"/>
                </a:ext>
              </a:extLst>
            </p:cNvPr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95" name="Google Shape;1742;p35">
              <a:extLst>
                <a:ext uri="{FF2B5EF4-FFF2-40B4-BE49-F238E27FC236}">
                  <a16:creationId xmlns:a16="http://schemas.microsoft.com/office/drawing/2014/main" id="{C1018213-A23E-8D13-EF6C-B0F02FB24549}"/>
                </a:ext>
              </a:extLst>
            </p:cNvPr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96" name="Google Shape;1743;p35">
              <a:extLst>
                <a:ext uri="{FF2B5EF4-FFF2-40B4-BE49-F238E27FC236}">
                  <a16:creationId xmlns:a16="http://schemas.microsoft.com/office/drawing/2014/main" id="{C7ECF8A2-D3C5-392E-25DD-4C723E8BECFE}"/>
                </a:ext>
              </a:extLst>
            </p:cNvPr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97" name="Google Shape;1744;p35">
              <a:extLst>
                <a:ext uri="{FF2B5EF4-FFF2-40B4-BE49-F238E27FC236}">
                  <a16:creationId xmlns:a16="http://schemas.microsoft.com/office/drawing/2014/main" id="{D9CE1853-91D1-A610-9A4B-6993B279C0D5}"/>
                </a:ext>
              </a:extLst>
            </p:cNvPr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98" name="Google Shape;1745;p35">
              <a:extLst>
                <a:ext uri="{FF2B5EF4-FFF2-40B4-BE49-F238E27FC236}">
                  <a16:creationId xmlns:a16="http://schemas.microsoft.com/office/drawing/2014/main" id="{E8D9B5A1-77DB-E498-D73A-0B246487C3D9}"/>
                </a:ext>
              </a:extLst>
            </p:cNvPr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299" name="Google Shape;1746;p35">
              <a:extLst>
                <a:ext uri="{FF2B5EF4-FFF2-40B4-BE49-F238E27FC236}">
                  <a16:creationId xmlns:a16="http://schemas.microsoft.com/office/drawing/2014/main" id="{18630372-AC31-65DC-F4BC-EA69BCA40A56}"/>
                </a:ext>
              </a:extLst>
            </p:cNvPr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00" name="Google Shape;1747;p35">
              <a:extLst>
                <a:ext uri="{FF2B5EF4-FFF2-40B4-BE49-F238E27FC236}">
                  <a16:creationId xmlns:a16="http://schemas.microsoft.com/office/drawing/2014/main" id="{E85A8A24-B759-2AC0-FF93-28B733CAD9AE}"/>
                </a:ext>
              </a:extLst>
            </p:cNvPr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01" name="Google Shape;1748;p35">
              <a:extLst>
                <a:ext uri="{FF2B5EF4-FFF2-40B4-BE49-F238E27FC236}">
                  <a16:creationId xmlns:a16="http://schemas.microsoft.com/office/drawing/2014/main" id="{2C0E311C-18EB-A4AC-3630-ECB441E687CF}"/>
                </a:ext>
              </a:extLst>
            </p:cNvPr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02" name="Google Shape;1749;p35">
              <a:extLst>
                <a:ext uri="{FF2B5EF4-FFF2-40B4-BE49-F238E27FC236}">
                  <a16:creationId xmlns:a16="http://schemas.microsoft.com/office/drawing/2014/main" id="{1DFA0805-2CB6-83A0-8993-7A47880E72E7}"/>
                </a:ext>
              </a:extLst>
            </p:cNvPr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03" name="Google Shape;1750;p35">
              <a:extLst>
                <a:ext uri="{FF2B5EF4-FFF2-40B4-BE49-F238E27FC236}">
                  <a16:creationId xmlns:a16="http://schemas.microsoft.com/office/drawing/2014/main" id="{E8CE0376-4178-D4BF-77DB-B566B208D716}"/>
                </a:ext>
              </a:extLst>
            </p:cNvPr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04" name="Google Shape;1751;p35">
              <a:extLst>
                <a:ext uri="{FF2B5EF4-FFF2-40B4-BE49-F238E27FC236}">
                  <a16:creationId xmlns:a16="http://schemas.microsoft.com/office/drawing/2014/main" id="{AD444690-9AF5-ACC5-4511-6881F0C6D5B1}"/>
                </a:ext>
              </a:extLst>
            </p:cNvPr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05" name="Google Shape;1752;p35">
              <a:extLst>
                <a:ext uri="{FF2B5EF4-FFF2-40B4-BE49-F238E27FC236}">
                  <a16:creationId xmlns:a16="http://schemas.microsoft.com/office/drawing/2014/main" id="{EFBFC134-3F5B-3372-EFAD-99F5F6779F0B}"/>
                </a:ext>
              </a:extLst>
            </p:cNvPr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06" name="Google Shape;1753;p35">
              <a:extLst>
                <a:ext uri="{FF2B5EF4-FFF2-40B4-BE49-F238E27FC236}">
                  <a16:creationId xmlns:a16="http://schemas.microsoft.com/office/drawing/2014/main" id="{D73AAF0E-50C8-4A87-2F2F-3D041E8FCB76}"/>
                </a:ext>
              </a:extLst>
            </p:cNvPr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07" name="Google Shape;1754;p35">
              <a:extLst>
                <a:ext uri="{FF2B5EF4-FFF2-40B4-BE49-F238E27FC236}">
                  <a16:creationId xmlns:a16="http://schemas.microsoft.com/office/drawing/2014/main" id="{709538E3-0C7C-7070-7117-CAD09F76DCD9}"/>
                </a:ext>
              </a:extLst>
            </p:cNvPr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08" name="Google Shape;1755;p35">
              <a:extLst>
                <a:ext uri="{FF2B5EF4-FFF2-40B4-BE49-F238E27FC236}">
                  <a16:creationId xmlns:a16="http://schemas.microsoft.com/office/drawing/2014/main" id="{4A574900-B55E-65B2-3E52-31DCDE4D2BF5}"/>
                </a:ext>
              </a:extLst>
            </p:cNvPr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09" name="Google Shape;1756;p35">
              <a:extLst>
                <a:ext uri="{FF2B5EF4-FFF2-40B4-BE49-F238E27FC236}">
                  <a16:creationId xmlns:a16="http://schemas.microsoft.com/office/drawing/2014/main" id="{6D9D7118-3BBB-5FAC-5164-0EFE7A4E2314}"/>
                </a:ext>
              </a:extLst>
            </p:cNvPr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10" name="Google Shape;1757;p35">
              <a:extLst>
                <a:ext uri="{FF2B5EF4-FFF2-40B4-BE49-F238E27FC236}">
                  <a16:creationId xmlns:a16="http://schemas.microsoft.com/office/drawing/2014/main" id="{2AD26DC6-7297-117A-A764-527F88AEA86E}"/>
                </a:ext>
              </a:extLst>
            </p:cNvPr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11" name="Google Shape;1758;p35">
              <a:extLst>
                <a:ext uri="{FF2B5EF4-FFF2-40B4-BE49-F238E27FC236}">
                  <a16:creationId xmlns:a16="http://schemas.microsoft.com/office/drawing/2014/main" id="{BDFF4041-65A1-E1DA-0AD7-2F361F389D66}"/>
                </a:ext>
              </a:extLst>
            </p:cNvPr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12" name="Google Shape;1759;p35">
              <a:extLst>
                <a:ext uri="{FF2B5EF4-FFF2-40B4-BE49-F238E27FC236}">
                  <a16:creationId xmlns:a16="http://schemas.microsoft.com/office/drawing/2014/main" id="{6C1DFF97-8823-9BC1-9730-D9B56C87A94F}"/>
                </a:ext>
              </a:extLst>
            </p:cNvPr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13" name="Google Shape;1760;p35">
              <a:extLst>
                <a:ext uri="{FF2B5EF4-FFF2-40B4-BE49-F238E27FC236}">
                  <a16:creationId xmlns:a16="http://schemas.microsoft.com/office/drawing/2014/main" id="{81EA0FDA-AE3E-FEB8-3B52-D26ECC0FD9C8}"/>
                </a:ext>
              </a:extLst>
            </p:cNvPr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14" name="Google Shape;1761;p35">
              <a:extLst>
                <a:ext uri="{FF2B5EF4-FFF2-40B4-BE49-F238E27FC236}">
                  <a16:creationId xmlns:a16="http://schemas.microsoft.com/office/drawing/2014/main" id="{CE6B9A9A-D8E3-D49F-4E08-C4258FF1E604}"/>
                </a:ext>
              </a:extLst>
            </p:cNvPr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15" name="Google Shape;1762;p35">
              <a:extLst>
                <a:ext uri="{FF2B5EF4-FFF2-40B4-BE49-F238E27FC236}">
                  <a16:creationId xmlns:a16="http://schemas.microsoft.com/office/drawing/2014/main" id="{E9804F52-E570-9DF2-F46D-8015C3B2870E}"/>
                </a:ext>
              </a:extLst>
            </p:cNvPr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16" name="Google Shape;1763;p35">
              <a:extLst>
                <a:ext uri="{FF2B5EF4-FFF2-40B4-BE49-F238E27FC236}">
                  <a16:creationId xmlns:a16="http://schemas.microsoft.com/office/drawing/2014/main" id="{3C6FB152-88E2-DD19-8DC9-73B1F7D7A847}"/>
                </a:ext>
              </a:extLst>
            </p:cNvPr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17" name="Google Shape;1764;p35">
              <a:extLst>
                <a:ext uri="{FF2B5EF4-FFF2-40B4-BE49-F238E27FC236}">
                  <a16:creationId xmlns:a16="http://schemas.microsoft.com/office/drawing/2014/main" id="{D03E57B5-88B6-EC07-203C-3EB8AD068E74}"/>
                </a:ext>
              </a:extLst>
            </p:cNvPr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18" name="Google Shape;1765;p35">
              <a:extLst>
                <a:ext uri="{FF2B5EF4-FFF2-40B4-BE49-F238E27FC236}">
                  <a16:creationId xmlns:a16="http://schemas.microsoft.com/office/drawing/2014/main" id="{7E513264-A309-230F-8981-16F840557F88}"/>
                </a:ext>
              </a:extLst>
            </p:cNvPr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19" name="Google Shape;1766;p35">
              <a:extLst>
                <a:ext uri="{FF2B5EF4-FFF2-40B4-BE49-F238E27FC236}">
                  <a16:creationId xmlns:a16="http://schemas.microsoft.com/office/drawing/2014/main" id="{774E404A-5C6A-72BC-E1D7-6114682E1BCF}"/>
                </a:ext>
              </a:extLst>
            </p:cNvPr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20" name="Google Shape;1767;p35">
              <a:extLst>
                <a:ext uri="{FF2B5EF4-FFF2-40B4-BE49-F238E27FC236}">
                  <a16:creationId xmlns:a16="http://schemas.microsoft.com/office/drawing/2014/main" id="{5F61EEC2-3348-7AE2-F638-138B630E92D6}"/>
                </a:ext>
              </a:extLst>
            </p:cNvPr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21" name="Google Shape;1768;p35">
              <a:extLst>
                <a:ext uri="{FF2B5EF4-FFF2-40B4-BE49-F238E27FC236}">
                  <a16:creationId xmlns:a16="http://schemas.microsoft.com/office/drawing/2014/main" id="{B5AC1D9D-C291-E24B-5CB6-95E73558205F}"/>
                </a:ext>
              </a:extLst>
            </p:cNvPr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22" name="Google Shape;1769;p35">
              <a:extLst>
                <a:ext uri="{FF2B5EF4-FFF2-40B4-BE49-F238E27FC236}">
                  <a16:creationId xmlns:a16="http://schemas.microsoft.com/office/drawing/2014/main" id="{E32E4915-69C0-CA21-F63F-900CDFBCF189}"/>
                </a:ext>
              </a:extLst>
            </p:cNvPr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23" name="Google Shape;1770;p35">
              <a:extLst>
                <a:ext uri="{FF2B5EF4-FFF2-40B4-BE49-F238E27FC236}">
                  <a16:creationId xmlns:a16="http://schemas.microsoft.com/office/drawing/2014/main" id="{723F2904-CCC5-C8C7-D0C1-BCF192736E1A}"/>
                </a:ext>
              </a:extLst>
            </p:cNvPr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24" name="Google Shape;1771;p35">
              <a:extLst>
                <a:ext uri="{FF2B5EF4-FFF2-40B4-BE49-F238E27FC236}">
                  <a16:creationId xmlns:a16="http://schemas.microsoft.com/office/drawing/2014/main" id="{2BA6017B-6935-8D2B-11B3-7D2FAA64E2D0}"/>
                </a:ext>
              </a:extLst>
            </p:cNvPr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25" name="Google Shape;1772;p35">
              <a:extLst>
                <a:ext uri="{FF2B5EF4-FFF2-40B4-BE49-F238E27FC236}">
                  <a16:creationId xmlns:a16="http://schemas.microsoft.com/office/drawing/2014/main" id="{693BE5AF-C3C0-8AF6-51CF-1D467B0971E0}"/>
                </a:ext>
              </a:extLst>
            </p:cNvPr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26" name="Google Shape;1773;p35">
              <a:extLst>
                <a:ext uri="{FF2B5EF4-FFF2-40B4-BE49-F238E27FC236}">
                  <a16:creationId xmlns:a16="http://schemas.microsoft.com/office/drawing/2014/main" id="{7EB7994A-C79D-B173-E6C8-739C80327443}"/>
                </a:ext>
              </a:extLst>
            </p:cNvPr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27" name="Google Shape;1774;p35">
              <a:extLst>
                <a:ext uri="{FF2B5EF4-FFF2-40B4-BE49-F238E27FC236}">
                  <a16:creationId xmlns:a16="http://schemas.microsoft.com/office/drawing/2014/main" id="{E168B972-6BC4-74CE-F424-4C4415D91264}"/>
                </a:ext>
              </a:extLst>
            </p:cNvPr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28" name="Google Shape;1775;p35">
              <a:extLst>
                <a:ext uri="{FF2B5EF4-FFF2-40B4-BE49-F238E27FC236}">
                  <a16:creationId xmlns:a16="http://schemas.microsoft.com/office/drawing/2014/main" id="{51816A2F-44D6-88C0-0B32-897F2607920C}"/>
                </a:ext>
              </a:extLst>
            </p:cNvPr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29" name="Google Shape;1776;p35">
              <a:extLst>
                <a:ext uri="{FF2B5EF4-FFF2-40B4-BE49-F238E27FC236}">
                  <a16:creationId xmlns:a16="http://schemas.microsoft.com/office/drawing/2014/main" id="{FFF373B4-FB5F-9BDA-99EE-76EABD39052B}"/>
                </a:ext>
              </a:extLst>
            </p:cNvPr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30" name="Google Shape;1777;p35">
              <a:extLst>
                <a:ext uri="{FF2B5EF4-FFF2-40B4-BE49-F238E27FC236}">
                  <a16:creationId xmlns:a16="http://schemas.microsoft.com/office/drawing/2014/main" id="{D6B335B5-FDCD-C65C-BB88-A95D72D5BDFF}"/>
                </a:ext>
              </a:extLst>
            </p:cNvPr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31" name="Google Shape;1778;p35">
              <a:extLst>
                <a:ext uri="{FF2B5EF4-FFF2-40B4-BE49-F238E27FC236}">
                  <a16:creationId xmlns:a16="http://schemas.microsoft.com/office/drawing/2014/main" id="{D5AAAF68-E72C-CBAF-B1D8-ECD4736B557A}"/>
                </a:ext>
              </a:extLst>
            </p:cNvPr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32" name="Google Shape;1779;p35">
              <a:extLst>
                <a:ext uri="{FF2B5EF4-FFF2-40B4-BE49-F238E27FC236}">
                  <a16:creationId xmlns:a16="http://schemas.microsoft.com/office/drawing/2014/main" id="{5397C247-FCAF-73D7-240C-3057659A9530}"/>
                </a:ext>
              </a:extLst>
            </p:cNvPr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33" name="Google Shape;1780;p35">
              <a:extLst>
                <a:ext uri="{FF2B5EF4-FFF2-40B4-BE49-F238E27FC236}">
                  <a16:creationId xmlns:a16="http://schemas.microsoft.com/office/drawing/2014/main" id="{6AC40341-0589-1EC2-A972-487AB73F091A}"/>
                </a:ext>
              </a:extLst>
            </p:cNvPr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34" name="Google Shape;1781;p35">
              <a:extLst>
                <a:ext uri="{FF2B5EF4-FFF2-40B4-BE49-F238E27FC236}">
                  <a16:creationId xmlns:a16="http://schemas.microsoft.com/office/drawing/2014/main" id="{921D78E2-7978-437F-8F48-3415655A0AA7}"/>
                </a:ext>
              </a:extLst>
            </p:cNvPr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35" name="Google Shape;1782;p35">
              <a:extLst>
                <a:ext uri="{FF2B5EF4-FFF2-40B4-BE49-F238E27FC236}">
                  <a16:creationId xmlns:a16="http://schemas.microsoft.com/office/drawing/2014/main" id="{D52DA2DF-F64C-42F2-AF1A-31A2E50D6180}"/>
                </a:ext>
              </a:extLst>
            </p:cNvPr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36" name="Google Shape;1783;p35">
              <a:extLst>
                <a:ext uri="{FF2B5EF4-FFF2-40B4-BE49-F238E27FC236}">
                  <a16:creationId xmlns:a16="http://schemas.microsoft.com/office/drawing/2014/main" id="{547C0187-919D-156A-561C-A69099DCE561}"/>
                </a:ext>
              </a:extLst>
            </p:cNvPr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37" name="Google Shape;1784;p35">
              <a:extLst>
                <a:ext uri="{FF2B5EF4-FFF2-40B4-BE49-F238E27FC236}">
                  <a16:creationId xmlns:a16="http://schemas.microsoft.com/office/drawing/2014/main" id="{5D7C67C4-BAA7-3DFB-A5CB-5F85AB61CAC5}"/>
                </a:ext>
              </a:extLst>
            </p:cNvPr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38" name="Google Shape;1785;p35">
              <a:extLst>
                <a:ext uri="{FF2B5EF4-FFF2-40B4-BE49-F238E27FC236}">
                  <a16:creationId xmlns:a16="http://schemas.microsoft.com/office/drawing/2014/main" id="{D99006C9-6BB8-B0A1-FD70-0071ABECD339}"/>
                </a:ext>
              </a:extLst>
            </p:cNvPr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39" name="Google Shape;1786;p35">
              <a:extLst>
                <a:ext uri="{FF2B5EF4-FFF2-40B4-BE49-F238E27FC236}">
                  <a16:creationId xmlns:a16="http://schemas.microsoft.com/office/drawing/2014/main" id="{7ED64F52-E725-56AD-A5BD-DBED2F55BC96}"/>
                </a:ext>
              </a:extLst>
            </p:cNvPr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40" name="Google Shape;1787;p35">
              <a:extLst>
                <a:ext uri="{FF2B5EF4-FFF2-40B4-BE49-F238E27FC236}">
                  <a16:creationId xmlns:a16="http://schemas.microsoft.com/office/drawing/2014/main" id="{6CBCD59D-8D41-D8FB-3BC2-05AC431B4F0B}"/>
                </a:ext>
              </a:extLst>
            </p:cNvPr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41" name="Google Shape;1788;p35">
              <a:extLst>
                <a:ext uri="{FF2B5EF4-FFF2-40B4-BE49-F238E27FC236}">
                  <a16:creationId xmlns:a16="http://schemas.microsoft.com/office/drawing/2014/main" id="{83DAD279-B651-93ED-17E9-3A68039EB54C}"/>
                </a:ext>
              </a:extLst>
            </p:cNvPr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42" name="Google Shape;1789;p35">
              <a:extLst>
                <a:ext uri="{FF2B5EF4-FFF2-40B4-BE49-F238E27FC236}">
                  <a16:creationId xmlns:a16="http://schemas.microsoft.com/office/drawing/2014/main" id="{CC1EAF96-4BB7-B089-ED6C-22B309E75BC6}"/>
                </a:ext>
              </a:extLst>
            </p:cNvPr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43" name="Google Shape;1790;p35">
              <a:extLst>
                <a:ext uri="{FF2B5EF4-FFF2-40B4-BE49-F238E27FC236}">
                  <a16:creationId xmlns:a16="http://schemas.microsoft.com/office/drawing/2014/main" id="{717AB7EC-50DC-B915-F2A3-7F7BDDAC3FA2}"/>
                </a:ext>
              </a:extLst>
            </p:cNvPr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44" name="Google Shape;1791;p35">
              <a:extLst>
                <a:ext uri="{FF2B5EF4-FFF2-40B4-BE49-F238E27FC236}">
                  <a16:creationId xmlns:a16="http://schemas.microsoft.com/office/drawing/2014/main" id="{D113BADD-0E0E-773B-7EBD-9C9EC33EEDBA}"/>
                </a:ext>
              </a:extLst>
            </p:cNvPr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45" name="Google Shape;1792;p35">
              <a:extLst>
                <a:ext uri="{FF2B5EF4-FFF2-40B4-BE49-F238E27FC236}">
                  <a16:creationId xmlns:a16="http://schemas.microsoft.com/office/drawing/2014/main" id="{2C6472E1-12F0-EC37-EDC4-BF9140FEFEFA}"/>
                </a:ext>
              </a:extLst>
            </p:cNvPr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46" name="Google Shape;1793;p35">
              <a:extLst>
                <a:ext uri="{FF2B5EF4-FFF2-40B4-BE49-F238E27FC236}">
                  <a16:creationId xmlns:a16="http://schemas.microsoft.com/office/drawing/2014/main" id="{06ED983C-927E-62BA-07EA-67118D7D3F0D}"/>
                </a:ext>
              </a:extLst>
            </p:cNvPr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47" name="Google Shape;1794;p35">
              <a:extLst>
                <a:ext uri="{FF2B5EF4-FFF2-40B4-BE49-F238E27FC236}">
                  <a16:creationId xmlns:a16="http://schemas.microsoft.com/office/drawing/2014/main" id="{DA0C09C3-706D-A250-7C47-1F5D554DDB19}"/>
                </a:ext>
              </a:extLst>
            </p:cNvPr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48" name="Google Shape;1795;p35">
              <a:extLst>
                <a:ext uri="{FF2B5EF4-FFF2-40B4-BE49-F238E27FC236}">
                  <a16:creationId xmlns:a16="http://schemas.microsoft.com/office/drawing/2014/main" id="{F1AB6FC0-42D2-FB00-ACBC-03ACBF683E83}"/>
                </a:ext>
              </a:extLst>
            </p:cNvPr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49" name="Google Shape;1796;p35">
              <a:extLst>
                <a:ext uri="{FF2B5EF4-FFF2-40B4-BE49-F238E27FC236}">
                  <a16:creationId xmlns:a16="http://schemas.microsoft.com/office/drawing/2014/main" id="{BF0EB351-A15C-D4CD-EE76-02369860378E}"/>
                </a:ext>
              </a:extLst>
            </p:cNvPr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50" name="Google Shape;1797;p35">
              <a:extLst>
                <a:ext uri="{FF2B5EF4-FFF2-40B4-BE49-F238E27FC236}">
                  <a16:creationId xmlns:a16="http://schemas.microsoft.com/office/drawing/2014/main" id="{40CDD854-E69A-88DE-BA74-CE607EE404A0}"/>
                </a:ext>
              </a:extLst>
            </p:cNvPr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51" name="Google Shape;1798;p35">
              <a:extLst>
                <a:ext uri="{FF2B5EF4-FFF2-40B4-BE49-F238E27FC236}">
                  <a16:creationId xmlns:a16="http://schemas.microsoft.com/office/drawing/2014/main" id="{7F7CCD2A-3202-932D-89A5-3A76892C30CA}"/>
                </a:ext>
              </a:extLst>
            </p:cNvPr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52" name="Google Shape;1799;p35">
              <a:extLst>
                <a:ext uri="{FF2B5EF4-FFF2-40B4-BE49-F238E27FC236}">
                  <a16:creationId xmlns:a16="http://schemas.microsoft.com/office/drawing/2014/main" id="{F5E8BBFD-3866-4BAE-678C-B7469EB2BDBD}"/>
                </a:ext>
              </a:extLst>
            </p:cNvPr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53" name="Google Shape;1800;p35">
              <a:extLst>
                <a:ext uri="{FF2B5EF4-FFF2-40B4-BE49-F238E27FC236}">
                  <a16:creationId xmlns:a16="http://schemas.microsoft.com/office/drawing/2014/main" id="{4D1C06F7-C88B-20A0-591E-7576055A2412}"/>
                </a:ext>
              </a:extLst>
            </p:cNvPr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54" name="Google Shape;1801;p35">
              <a:extLst>
                <a:ext uri="{FF2B5EF4-FFF2-40B4-BE49-F238E27FC236}">
                  <a16:creationId xmlns:a16="http://schemas.microsoft.com/office/drawing/2014/main" id="{1C979225-52F5-39CE-54FB-EE9380E14893}"/>
                </a:ext>
              </a:extLst>
            </p:cNvPr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55" name="Google Shape;1802;p35">
              <a:extLst>
                <a:ext uri="{FF2B5EF4-FFF2-40B4-BE49-F238E27FC236}">
                  <a16:creationId xmlns:a16="http://schemas.microsoft.com/office/drawing/2014/main" id="{E52CF22B-F7D1-5DE2-422D-F889C9CB6EF7}"/>
                </a:ext>
              </a:extLst>
            </p:cNvPr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56" name="Google Shape;1803;p35">
              <a:extLst>
                <a:ext uri="{FF2B5EF4-FFF2-40B4-BE49-F238E27FC236}">
                  <a16:creationId xmlns:a16="http://schemas.microsoft.com/office/drawing/2014/main" id="{DC373ACF-EA84-A506-637E-C47BCB865100}"/>
                </a:ext>
              </a:extLst>
            </p:cNvPr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4949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57" name="Google Shape;1804;p35">
              <a:extLst>
                <a:ext uri="{FF2B5EF4-FFF2-40B4-BE49-F238E27FC236}">
                  <a16:creationId xmlns:a16="http://schemas.microsoft.com/office/drawing/2014/main" id="{E2727169-9C24-22D9-3C40-65E09EB611AF}"/>
                </a:ext>
              </a:extLst>
            </p:cNvPr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58" name="Google Shape;1805;p35">
              <a:extLst>
                <a:ext uri="{FF2B5EF4-FFF2-40B4-BE49-F238E27FC236}">
                  <a16:creationId xmlns:a16="http://schemas.microsoft.com/office/drawing/2014/main" id="{6477AA9D-BF0B-052A-EC11-74AE63209B82}"/>
                </a:ext>
              </a:extLst>
            </p:cNvPr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59" name="Google Shape;1806;p35">
              <a:extLst>
                <a:ext uri="{FF2B5EF4-FFF2-40B4-BE49-F238E27FC236}">
                  <a16:creationId xmlns:a16="http://schemas.microsoft.com/office/drawing/2014/main" id="{CE7F4BC1-E5B6-8A49-4AAB-DAB084890390}"/>
                </a:ext>
              </a:extLst>
            </p:cNvPr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60" name="Google Shape;1807;p35">
              <a:extLst>
                <a:ext uri="{FF2B5EF4-FFF2-40B4-BE49-F238E27FC236}">
                  <a16:creationId xmlns:a16="http://schemas.microsoft.com/office/drawing/2014/main" id="{C50C8751-D3E1-CED2-718B-3C8D73CB1F9D}"/>
                </a:ext>
              </a:extLst>
            </p:cNvPr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61" name="Google Shape;1808;p35">
              <a:extLst>
                <a:ext uri="{FF2B5EF4-FFF2-40B4-BE49-F238E27FC236}">
                  <a16:creationId xmlns:a16="http://schemas.microsoft.com/office/drawing/2014/main" id="{B39B3B48-D2A0-70AB-1692-AD52CAF2BFEC}"/>
                </a:ext>
              </a:extLst>
            </p:cNvPr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62" name="Google Shape;1809;p35">
              <a:extLst>
                <a:ext uri="{FF2B5EF4-FFF2-40B4-BE49-F238E27FC236}">
                  <a16:creationId xmlns:a16="http://schemas.microsoft.com/office/drawing/2014/main" id="{DEFD2F71-4335-8545-30AC-AB4933DD77D9}"/>
                </a:ext>
              </a:extLst>
            </p:cNvPr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63" name="Google Shape;1810;p35">
              <a:extLst>
                <a:ext uri="{FF2B5EF4-FFF2-40B4-BE49-F238E27FC236}">
                  <a16:creationId xmlns:a16="http://schemas.microsoft.com/office/drawing/2014/main" id="{41CE7929-84AD-F322-DEA0-C94371CD8C90}"/>
                </a:ext>
              </a:extLst>
            </p:cNvPr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64" name="Google Shape;1811;p35">
              <a:extLst>
                <a:ext uri="{FF2B5EF4-FFF2-40B4-BE49-F238E27FC236}">
                  <a16:creationId xmlns:a16="http://schemas.microsoft.com/office/drawing/2014/main" id="{AFA050B9-7486-7168-DCD5-3EDC9B3BCE7B}"/>
                </a:ext>
              </a:extLst>
            </p:cNvPr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65" name="Google Shape;1812;p35">
              <a:extLst>
                <a:ext uri="{FF2B5EF4-FFF2-40B4-BE49-F238E27FC236}">
                  <a16:creationId xmlns:a16="http://schemas.microsoft.com/office/drawing/2014/main" id="{CEC76F4C-54D1-23E6-B497-310A1146F5FF}"/>
                </a:ext>
              </a:extLst>
            </p:cNvPr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66" name="Google Shape;1813;p35">
              <a:extLst>
                <a:ext uri="{FF2B5EF4-FFF2-40B4-BE49-F238E27FC236}">
                  <a16:creationId xmlns:a16="http://schemas.microsoft.com/office/drawing/2014/main" id="{0144DFB4-90BD-AEFB-C9C6-B22BAB3C26F9}"/>
                </a:ext>
              </a:extLst>
            </p:cNvPr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67" name="Google Shape;1814;p35">
              <a:extLst>
                <a:ext uri="{FF2B5EF4-FFF2-40B4-BE49-F238E27FC236}">
                  <a16:creationId xmlns:a16="http://schemas.microsoft.com/office/drawing/2014/main" id="{E4A2EFC5-E858-5349-DF0F-31C013C6ED77}"/>
                </a:ext>
              </a:extLst>
            </p:cNvPr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68" name="Google Shape;1815;p35">
              <a:extLst>
                <a:ext uri="{FF2B5EF4-FFF2-40B4-BE49-F238E27FC236}">
                  <a16:creationId xmlns:a16="http://schemas.microsoft.com/office/drawing/2014/main" id="{58AC5AEA-8F72-C9CE-E7E3-CE81E2E4C804}"/>
                </a:ext>
              </a:extLst>
            </p:cNvPr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69" name="Google Shape;1816;p35">
              <a:extLst>
                <a:ext uri="{FF2B5EF4-FFF2-40B4-BE49-F238E27FC236}">
                  <a16:creationId xmlns:a16="http://schemas.microsoft.com/office/drawing/2014/main" id="{CC7A8A2A-3F9E-24A4-14A3-89F0CD077356}"/>
                </a:ext>
              </a:extLst>
            </p:cNvPr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70" name="Google Shape;1817;p35">
              <a:extLst>
                <a:ext uri="{FF2B5EF4-FFF2-40B4-BE49-F238E27FC236}">
                  <a16:creationId xmlns:a16="http://schemas.microsoft.com/office/drawing/2014/main" id="{0DA93AA7-9968-5CE3-BE52-012612F9D7E1}"/>
                </a:ext>
              </a:extLst>
            </p:cNvPr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71" name="Google Shape;1818;p35">
              <a:extLst>
                <a:ext uri="{FF2B5EF4-FFF2-40B4-BE49-F238E27FC236}">
                  <a16:creationId xmlns:a16="http://schemas.microsoft.com/office/drawing/2014/main" id="{9FA7B3B9-C048-4805-6FDE-2824F3D97999}"/>
                </a:ext>
              </a:extLst>
            </p:cNvPr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72" name="Google Shape;1819;p35">
              <a:extLst>
                <a:ext uri="{FF2B5EF4-FFF2-40B4-BE49-F238E27FC236}">
                  <a16:creationId xmlns:a16="http://schemas.microsoft.com/office/drawing/2014/main" id="{3515C431-15F0-1D04-8D34-02A9A6A69AF8}"/>
                </a:ext>
              </a:extLst>
            </p:cNvPr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73" name="Google Shape;1820;p35">
              <a:extLst>
                <a:ext uri="{FF2B5EF4-FFF2-40B4-BE49-F238E27FC236}">
                  <a16:creationId xmlns:a16="http://schemas.microsoft.com/office/drawing/2014/main" id="{070ECD3F-EF02-00BD-9655-61788E275AE0}"/>
                </a:ext>
              </a:extLst>
            </p:cNvPr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74" name="Google Shape;1821;p35">
              <a:extLst>
                <a:ext uri="{FF2B5EF4-FFF2-40B4-BE49-F238E27FC236}">
                  <a16:creationId xmlns:a16="http://schemas.microsoft.com/office/drawing/2014/main" id="{7DE2D141-F3BD-BC2B-A959-D9D20DF36DBB}"/>
                </a:ext>
              </a:extLst>
            </p:cNvPr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75" name="Google Shape;1822;p35">
              <a:extLst>
                <a:ext uri="{FF2B5EF4-FFF2-40B4-BE49-F238E27FC236}">
                  <a16:creationId xmlns:a16="http://schemas.microsoft.com/office/drawing/2014/main" id="{6E2913EB-4C17-3445-16ED-1B8D187EB184}"/>
                </a:ext>
              </a:extLst>
            </p:cNvPr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76" name="Google Shape;1823;p35">
              <a:extLst>
                <a:ext uri="{FF2B5EF4-FFF2-40B4-BE49-F238E27FC236}">
                  <a16:creationId xmlns:a16="http://schemas.microsoft.com/office/drawing/2014/main" id="{80AA6CA9-BA67-8E2B-8386-854BE6D53C30}"/>
                </a:ext>
              </a:extLst>
            </p:cNvPr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77" name="Google Shape;1824;p35">
              <a:extLst>
                <a:ext uri="{FF2B5EF4-FFF2-40B4-BE49-F238E27FC236}">
                  <a16:creationId xmlns:a16="http://schemas.microsoft.com/office/drawing/2014/main" id="{FB5D97FF-6EF9-897A-3DF7-F40F8B4E8CEE}"/>
                </a:ext>
              </a:extLst>
            </p:cNvPr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78" name="Google Shape;1825;p35">
              <a:extLst>
                <a:ext uri="{FF2B5EF4-FFF2-40B4-BE49-F238E27FC236}">
                  <a16:creationId xmlns:a16="http://schemas.microsoft.com/office/drawing/2014/main" id="{5E5EE844-E725-9EE1-A3CE-F938E6949793}"/>
                </a:ext>
              </a:extLst>
            </p:cNvPr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79" name="Google Shape;1826;p35">
              <a:extLst>
                <a:ext uri="{FF2B5EF4-FFF2-40B4-BE49-F238E27FC236}">
                  <a16:creationId xmlns:a16="http://schemas.microsoft.com/office/drawing/2014/main" id="{C18239E2-CD5C-4C00-78A8-D3EB3600DFD3}"/>
                </a:ext>
              </a:extLst>
            </p:cNvPr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80" name="Google Shape;1827;p35">
              <a:extLst>
                <a:ext uri="{FF2B5EF4-FFF2-40B4-BE49-F238E27FC236}">
                  <a16:creationId xmlns:a16="http://schemas.microsoft.com/office/drawing/2014/main" id="{8BEA21E5-6E49-9843-650B-FABDD16B1AFD}"/>
                </a:ext>
              </a:extLst>
            </p:cNvPr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81" name="Google Shape;1828;p35">
              <a:extLst>
                <a:ext uri="{FF2B5EF4-FFF2-40B4-BE49-F238E27FC236}">
                  <a16:creationId xmlns:a16="http://schemas.microsoft.com/office/drawing/2014/main" id="{2B0FE510-844F-C417-1067-C9DC8B4B7F35}"/>
                </a:ext>
              </a:extLst>
            </p:cNvPr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82" name="Google Shape;1829;p35">
              <a:extLst>
                <a:ext uri="{FF2B5EF4-FFF2-40B4-BE49-F238E27FC236}">
                  <a16:creationId xmlns:a16="http://schemas.microsoft.com/office/drawing/2014/main" id="{2F9A2261-D52C-3801-32F6-2180127FC863}"/>
                </a:ext>
              </a:extLst>
            </p:cNvPr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83" name="Google Shape;1830;p35">
              <a:extLst>
                <a:ext uri="{FF2B5EF4-FFF2-40B4-BE49-F238E27FC236}">
                  <a16:creationId xmlns:a16="http://schemas.microsoft.com/office/drawing/2014/main" id="{E5605BD4-BB96-8CF6-694E-B71B3BA30FB2}"/>
                </a:ext>
              </a:extLst>
            </p:cNvPr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84" name="Google Shape;1831;p35">
              <a:extLst>
                <a:ext uri="{FF2B5EF4-FFF2-40B4-BE49-F238E27FC236}">
                  <a16:creationId xmlns:a16="http://schemas.microsoft.com/office/drawing/2014/main" id="{13C292ED-EBB2-7C8F-FC47-DB798A7D3F95}"/>
                </a:ext>
              </a:extLst>
            </p:cNvPr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85" name="Google Shape;1832;p35">
              <a:extLst>
                <a:ext uri="{FF2B5EF4-FFF2-40B4-BE49-F238E27FC236}">
                  <a16:creationId xmlns:a16="http://schemas.microsoft.com/office/drawing/2014/main" id="{D162B83B-4E1E-E687-ED7A-0C2E0DFDFDA5}"/>
                </a:ext>
              </a:extLst>
            </p:cNvPr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86" name="Google Shape;1833;p35">
              <a:extLst>
                <a:ext uri="{FF2B5EF4-FFF2-40B4-BE49-F238E27FC236}">
                  <a16:creationId xmlns:a16="http://schemas.microsoft.com/office/drawing/2014/main" id="{FB1C81E8-83FA-9523-D869-5D5BE3E15DD3}"/>
                </a:ext>
              </a:extLst>
            </p:cNvPr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87" name="Google Shape;1834;p35">
              <a:extLst>
                <a:ext uri="{FF2B5EF4-FFF2-40B4-BE49-F238E27FC236}">
                  <a16:creationId xmlns:a16="http://schemas.microsoft.com/office/drawing/2014/main" id="{B95FF87B-2C97-03B2-0E3B-1AAE8CAE328A}"/>
                </a:ext>
              </a:extLst>
            </p:cNvPr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88" name="Google Shape;1835;p35">
              <a:extLst>
                <a:ext uri="{FF2B5EF4-FFF2-40B4-BE49-F238E27FC236}">
                  <a16:creationId xmlns:a16="http://schemas.microsoft.com/office/drawing/2014/main" id="{F7F4B56C-DF66-BBDD-554F-CE61A4736284}"/>
                </a:ext>
              </a:extLst>
            </p:cNvPr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89" name="Google Shape;1836;p35">
              <a:extLst>
                <a:ext uri="{FF2B5EF4-FFF2-40B4-BE49-F238E27FC236}">
                  <a16:creationId xmlns:a16="http://schemas.microsoft.com/office/drawing/2014/main" id="{911602F0-B7A5-CAF0-01DE-08C3A9555A25}"/>
                </a:ext>
              </a:extLst>
            </p:cNvPr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90" name="Google Shape;1837;p35">
              <a:extLst>
                <a:ext uri="{FF2B5EF4-FFF2-40B4-BE49-F238E27FC236}">
                  <a16:creationId xmlns:a16="http://schemas.microsoft.com/office/drawing/2014/main" id="{F4C8281F-4548-5ADF-CE33-8110F734C2E0}"/>
                </a:ext>
              </a:extLst>
            </p:cNvPr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91" name="Google Shape;1838;p35">
              <a:extLst>
                <a:ext uri="{FF2B5EF4-FFF2-40B4-BE49-F238E27FC236}">
                  <a16:creationId xmlns:a16="http://schemas.microsoft.com/office/drawing/2014/main" id="{BE4C6790-EBE9-9B0C-8159-1AF573079802}"/>
                </a:ext>
              </a:extLst>
            </p:cNvPr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92" name="Google Shape;1839;p35">
              <a:extLst>
                <a:ext uri="{FF2B5EF4-FFF2-40B4-BE49-F238E27FC236}">
                  <a16:creationId xmlns:a16="http://schemas.microsoft.com/office/drawing/2014/main" id="{5F6F158E-B92C-6AA7-9D4A-D776C4BC2B3E}"/>
                </a:ext>
              </a:extLst>
            </p:cNvPr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93" name="Google Shape;1840;p35">
              <a:extLst>
                <a:ext uri="{FF2B5EF4-FFF2-40B4-BE49-F238E27FC236}">
                  <a16:creationId xmlns:a16="http://schemas.microsoft.com/office/drawing/2014/main" id="{A693E397-EBCD-759B-9EAE-CF372CE27CDC}"/>
                </a:ext>
              </a:extLst>
            </p:cNvPr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94" name="Google Shape;1841;p35">
              <a:extLst>
                <a:ext uri="{FF2B5EF4-FFF2-40B4-BE49-F238E27FC236}">
                  <a16:creationId xmlns:a16="http://schemas.microsoft.com/office/drawing/2014/main" id="{A3B3C231-B880-0974-369C-DE03AB776E6C}"/>
                </a:ext>
              </a:extLst>
            </p:cNvPr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95" name="Google Shape;1842;p35">
              <a:extLst>
                <a:ext uri="{FF2B5EF4-FFF2-40B4-BE49-F238E27FC236}">
                  <a16:creationId xmlns:a16="http://schemas.microsoft.com/office/drawing/2014/main" id="{977DCA2A-9887-2207-3DDA-3B0E158BAED6}"/>
                </a:ext>
              </a:extLst>
            </p:cNvPr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96" name="Google Shape;1843;p35">
              <a:extLst>
                <a:ext uri="{FF2B5EF4-FFF2-40B4-BE49-F238E27FC236}">
                  <a16:creationId xmlns:a16="http://schemas.microsoft.com/office/drawing/2014/main" id="{5792331B-CDC2-6D7F-85E4-027D455B6BEE}"/>
                </a:ext>
              </a:extLst>
            </p:cNvPr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97" name="Google Shape;1844;p35">
              <a:extLst>
                <a:ext uri="{FF2B5EF4-FFF2-40B4-BE49-F238E27FC236}">
                  <a16:creationId xmlns:a16="http://schemas.microsoft.com/office/drawing/2014/main" id="{2B9B0A5D-76E9-A5E6-C847-764D13DBBB44}"/>
                </a:ext>
              </a:extLst>
            </p:cNvPr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98" name="Google Shape;1845;p35">
              <a:extLst>
                <a:ext uri="{FF2B5EF4-FFF2-40B4-BE49-F238E27FC236}">
                  <a16:creationId xmlns:a16="http://schemas.microsoft.com/office/drawing/2014/main" id="{58B8F0CC-637E-B4EB-2F19-D98948FFBE6D}"/>
                </a:ext>
              </a:extLst>
            </p:cNvPr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399" name="Google Shape;1846;p35">
              <a:extLst>
                <a:ext uri="{FF2B5EF4-FFF2-40B4-BE49-F238E27FC236}">
                  <a16:creationId xmlns:a16="http://schemas.microsoft.com/office/drawing/2014/main" id="{ACF99F14-DF57-58F5-BC8C-D7ABF72582FF}"/>
                </a:ext>
              </a:extLst>
            </p:cNvPr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00" name="Google Shape;1847;p35">
              <a:extLst>
                <a:ext uri="{FF2B5EF4-FFF2-40B4-BE49-F238E27FC236}">
                  <a16:creationId xmlns:a16="http://schemas.microsoft.com/office/drawing/2014/main" id="{061226E6-509A-4304-3162-BEDDA17EFD96}"/>
                </a:ext>
              </a:extLst>
            </p:cNvPr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01" name="Google Shape;1848;p35">
              <a:extLst>
                <a:ext uri="{FF2B5EF4-FFF2-40B4-BE49-F238E27FC236}">
                  <a16:creationId xmlns:a16="http://schemas.microsoft.com/office/drawing/2014/main" id="{AD81E6FD-41B5-6FF5-D48C-5EDF5BE694F9}"/>
                </a:ext>
              </a:extLst>
            </p:cNvPr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02" name="Google Shape;1849;p35">
              <a:extLst>
                <a:ext uri="{FF2B5EF4-FFF2-40B4-BE49-F238E27FC236}">
                  <a16:creationId xmlns:a16="http://schemas.microsoft.com/office/drawing/2014/main" id="{55AE9B74-BA05-C31F-2FDB-D90AC4E50906}"/>
                </a:ext>
              </a:extLst>
            </p:cNvPr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03" name="Google Shape;1850;p35">
              <a:extLst>
                <a:ext uri="{FF2B5EF4-FFF2-40B4-BE49-F238E27FC236}">
                  <a16:creationId xmlns:a16="http://schemas.microsoft.com/office/drawing/2014/main" id="{03757D34-8A46-B629-14C1-7A9FC97E530C}"/>
                </a:ext>
              </a:extLst>
            </p:cNvPr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04" name="Google Shape;1851;p35">
              <a:extLst>
                <a:ext uri="{FF2B5EF4-FFF2-40B4-BE49-F238E27FC236}">
                  <a16:creationId xmlns:a16="http://schemas.microsoft.com/office/drawing/2014/main" id="{EE72A0CF-234B-4D90-DBE4-30C16E3F5EDD}"/>
                </a:ext>
              </a:extLst>
            </p:cNvPr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05" name="Google Shape;1852;p35">
              <a:extLst>
                <a:ext uri="{FF2B5EF4-FFF2-40B4-BE49-F238E27FC236}">
                  <a16:creationId xmlns:a16="http://schemas.microsoft.com/office/drawing/2014/main" id="{1A2E9A35-5F11-46DC-0085-8974D68D5CBE}"/>
                </a:ext>
              </a:extLst>
            </p:cNvPr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06" name="Google Shape;1853;p35">
              <a:extLst>
                <a:ext uri="{FF2B5EF4-FFF2-40B4-BE49-F238E27FC236}">
                  <a16:creationId xmlns:a16="http://schemas.microsoft.com/office/drawing/2014/main" id="{AF163EEF-E987-DED7-55EE-EFE464AC635F}"/>
                </a:ext>
              </a:extLst>
            </p:cNvPr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07" name="Google Shape;1854;p35">
              <a:extLst>
                <a:ext uri="{FF2B5EF4-FFF2-40B4-BE49-F238E27FC236}">
                  <a16:creationId xmlns:a16="http://schemas.microsoft.com/office/drawing/2014/main" id="{E3607A50-51AF-D431-75AB-0E9022054C44}"/>
                </a:ext>
              </a:extLst>
            </p:cNvPr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08" name="Google Shape;1855;p35">
              <a:extLst>
                <a:ext uri="{FF2B5EF4-FFF2-40B4-BE49-F238E27FC236}">
                  <a16:creationId xmlns:a16="http://schemas.microsoft.com/office/drawing/2014/main" id="{F63EB4EC-AF6C-EE12-518A-CFF1BBE5180A}"/>
                </a:ext>
              </a:extLst>
            </p:cNvPr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09" name="Google Shape;1856;p35">
              <a:extLst>
                <a:ext uri="{FF2B5EF4-FFF2-40B4-BE49-F238E27FC236}">
                  <a16:creationId xmlns:a16="http://schemas.microsoft.com/office/drawing/2014/main" id="{42D73DAE-865C-147E-079B-FE0D2A4FF4DD}"/>
                </a:ext>
              </a:extLst>
            </p:cNvPr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10" name="Google Shape;1857;p35">
              <a:extLst>
                <a:ext uri="{FF2B5EF4-FFF2-40B4-BE49-F238E27FC236}">
                  <a16:creationId xmlns:a16="http://schemas.microsoft.com/office/drawing/2014/main" id="{BEC5C270-7985-3CC4-98AD-1678DAACE22F}"/>
                </a:ext>
              </a:extLst>
            </p:cNvPr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rgbClr val="477797"/>
            </a:solidFill>
            <a:ln w="9525" cap="flat" cmpd="sng">
              <a:solidFill>
                <a:srgbClr val="4777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11" name="Google Shape;1858;p35">
              <a:extLst>
                <a:ext uri="{FF2B5EF4-FFF2-40B4-BE49-F238E27FC236}">
                  <a16:creationId xmlns:a16="http://schemas.microsoft.com/office/drawing/2014/main" id="{EF5B3594-D201-3879-6014-1F740373FE2F}"/>
                </a:ext>
              </a:extLst>
            </p:cNvPr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12" name="Google Shape;1859;p35">
              <a:extLst>
                <a:ext uri="{FF2B5EF4-FFF2-40B4-BE49-F238E27FC236}">
                  <a16:creationId xmlns:a16="http://schemas.microsoft.com/office/drawing/2014/main" id="{93747142-77FA-1E88-87ED-0D7B5B4911CF}"/>
                </a:ext>
              </a:extLst>
            </p:cNvPr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13" name="Google Shape;1860;p35">
              <a:extLst>
                <a:ext uri="{FF2B5EF4-FFF2-40B4-BE49-F238E27FC236}">
                  <a16:creationId xmlns:a16="http://schemas.microsoft.com/office/drawing/2014/main" id="{65F622E0-D633-2A08-79C0-766C414A84EA}"/>
                </a:ext>
              </a:extLst>
            </p:cNvPr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14" name="Google Shape;1861;p35">
              <a:extLst>
                <a:ext uri="{FF2B5EF4-FFF2-40B4-BE49-F238E27FC236}">
                  <a16:creationId xmlns:a16="http://schemas.microsoft.com/office/drawing/2014/main" id="{FE8DEF5E-0AA0-3383-ACB4-0D27C4BF4BBF}"/>
                </a:ext>
              </a:extLst>
            </p:cNvPr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15" name="Google Shape;1862;p35">
              <a:extLst>
                <a:ext uri="{FF2B5EF4-FFF2-40B4-BE49-F238E27FC236}">
                  <a16:creationId xmlns:a16="http://schemas.microsoft.com/office/drawing/2014/main" id="{49AE0D69-3CCF-8D4D-F3C5-580CE1793E3B}"/>
                </a:ext>
              </a:extLst>
            </p:cNvPr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16" name="Google Shape;1863;p35">
              <a:extLst>
                <a:ext uri="{FF2B5EF4-FFF2-40B4-BE49-F238E27FC236}">
                  <a16:creationId xmlns:a16="http://schemas.microsoft.com/office/drawing/2014/main" id="{B8C26A5C-A495-28DA-F7ED-D1CBDFBF5503}"/>
                </a:ext>
              </a:extLst>
            </p:cNvPr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17" name="Google Shape;1864;p35">
              <a:extLst>
                <a:ext uri="{FF2B5EF4-FFF2-40B4-BE49-F238E27FC236}">
                  <a16:creationId xmlns:a16="http://schemas.microsoft.com/office/drawing/2014/main" id="{BE3189FE-2EF6-3E95-4FCC-73239665346E}"/>
                </a:ext>
              </a:extLst>
            </p:cNvPr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rgbClr val="477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18" name="Google Shape;1865;p35">
              <a:extLst>
                <a:ext uri="{FF2B5EF4-FFF2-40B4-BE49-F238E27FC236}">
                  <a16:creationId xmlns:a16="http://schemas.microsoft.com/office/drawing/2014/main" id="{CD58DC1D-CBAA-B12E-81E0-186D92F60698}"/>
                </a:ext>
              </a:extLst>
            </p:cNvPr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19" name="Google Shape;1866;p35">
              <a:extLst>
                <a:ext uri="{FF2B5EF4-FFF2-40B4-BE49-F238E27FC236}">
                  <a16:creationId xmlns:a16="http://schemas.microsoft.com/office/drawing/2014/main" id="{49B928B9-E03E-0356-F472-C820D3430853}"/>
                </a:ext>
              </a:extLst>
            </p:cNvPr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20" name="Google Shape;1867;p35">
              <a:extLst>
                <a:ext uri="{FF2B5EF4-FFF2-40B4-BE49-F238E27FC236}">
                  <a16:creationId xmlns:a16="http://schemas.microsoft.com/office/drawing/2014/main" id="{B4D3B5A1-0DAA-FBB9-9026-F4063A364CEF}"/>
                </a:ext>
              </a:extLst>
            </p:cNvPr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21" name="Google Shape;1868;p35">
              <a:extLst>
                <a:ext uri="{FF2B5EF4-FFF2-40B4-BE49-F238E27FC236}">
                  <a16:creationId xmlns:a16="http://schemas.microsoft.com/office/drawing/2014/main" id="{460B3E33-608E-D493-A9DD-466A7F7087BB}"/>
                </a:ext>
              </a:extLst>
            </p:cNvPr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22" name="Google Shape;1869;p35">
              <a:extLst>
                <a:ext uri="{FF2B5EF4-FFF2-40B4-BE49-F238E27FC236}">
                  <a16:creationId xmlns:a16="http://schemas.microsoft.com/office/drawing/2014/main" id="{ED4AEA49-EC49-07C6-DAED-FDCB56CE932C}"/>
                </a:ext>
              </a:extLst>
            </p:cNvPr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23" name="Google Shape;1870;p35">
              <a:extLst>
                <a:ext uri="{FF2B5EF4-FFF2-40B4-BE49-F238E27FC236}">
                  <a16:creationId xmlns:a16="http://schemas.microsoft.com/office/drawing/2014/main" id="{7CC4F7D7-3E7D-5D44-7DE8-B85EA6DA55A6}"/>
                </a:ext>
              </a:extLst>
            </p:cNvPr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24" name="Google Shape;1871;p35">
              <a:extLst>
                <a:ext uri="{FF2B5EF4-FFF2-40B4-BE49-F238E27FC236}">
                  <a16:creationId xmlns:a16="http://schemas.microsoft.com/office/drawing/2014/main" id="{610BFA64-BC0C-41D6-F58C-CB6B864D972E}"/>
                </a:ext>
              </a:extLst>
            </p:cNvPr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25" name="Google Shape;1872;p35">
              <a:extLst>
                <a:ext uri="{FF2B5EF4-FFF2-40B4-BE49-F238E27FC236}">
                  <a16:creationId xmlns:a16="http://schemas.microsoft.com/office/drawing/2014/main" id="{969F9275-9CC7-EC5E-0441-E798AD1DB56C}"/>
                </a:ext>
              </a:extLst>
            </p:cNvPr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26" name="Google Shape;1873;p35">
              <a:extLst>
                <a:ext uri="{FF2B5EF4-FFF2-40B4-BE49-F238E27FC236}">
                  <a16:creationId xmlns:a16="http://schemas.microsoft.com/office/drawing/2014/main" id="{BEA627BE-4349-1DD5-97ED-5B8066B7C673}"/>
                </a:ext>
              </a:extLst>
            </p:cNvPr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27" name="Google Shape;1874;p35">
              <a:extLst>
                <a:ext uri="{FF2B5EF4-FFF2-40B4-BE49-F238E27FC236}">
                  <a16:creationId xmlns:a16="http://schemas.microsoft.com/office/drawing/2014/main" id="{A439F0F7-5DD8-C2BF-EF72-B07DC4667B26}"/>
                </a:ext>
              </a:extLst>
            </p:cNvPr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28" name="Google Shape;1875;p35">
              <a:extLst>
                <a:ext uri="{FF2B5EF4-FFF2-40B4-BE49-F238E27FC236}">
                  <a16:creationId xmlns:a16="http://schemas.microsoft.com/office/drawing/2014/main" id="{86FA65E4-1979-54A7-8CCE-408D8666DF2C}"/>
                </a:ext>
              </a:extLst>
            </p:cNvPr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rgbClr val="477797"/>
            </a:solidFill>
            <a:ln w="9525" cap="flat" cmpd="sng">
              <a:solidFill>
                <a:srgbClr val="4777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29" name="Google Shape;1876;p35">
              <a:extLst>
                <a:ext uri="{FF2B5EF4-FFF2-40B4-BE49-F238E27FC236}">
                  <a16:creationId xmlns:a16="http://schemas.microsoft.com/office/drawing/2014/main" id="{606261BD-7213-B007-8EEC-CFCCB057AB3F}"/>
                </a:ext>
              </a:extLst>
            </p:cNvPr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30" name="Google Shape;1877;p35">
              <a:extLst>
                <a:ext uri="{FF2B5EF4-FFF2-40B4-BE49-F238E27FC236}">
                  <a16:creationId xmlns:a16="http://schemas.microsoft.com/office/drawing/2014/main" id="{EB68711C-D3E9-4672-C40B-6A505D1AA939}"/>
                </a:ext>
              </a:extLst>
            </p:cNvPr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31" name="Google Shape;1878;p35">
              <a:extLst>
                <a:ext uri="{FF2B5EF4-FFF2-40B4-BE49-F238E27FC236}">
                  <a16:creationId xmlns:a16="http://schemas.microsoft.com/office/drawing/2014/main" id="{5ADE044F-7208-3B08-3C0B-7CAE6FA7C3E2}"/>
                </a:ext>
              </a:extLst>
            </p:cNvPr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32" name="Google Shape;1879;p35">
              <a:extLst>
                <a:ext uri="{FF2B5EF4-FFF2-40B4-BE49-F238E27FC236}">
                  <a16:creationId xmlns:a16="http://schemas.microsoft.com/office/drawing/2014/main" id="{44F46B78-EB9D-8FCD-5EC9-80DFC41D67BB}"/>
                </a:ext>
              </a:extLst>
            </p:cNvPr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33" name="Google Shape;1880;p35">
              <a:extLst>
                <a:ext uri="{FF2B5EF4-FFF2-40B4-BE49-F238E27FC236}">
                  <a16:creationId xmlns:a16="http://schemas.microsoft.com/office/drawing/2014/main" id="{7D31BD68-6E73-2BD2-2420-08638378575A}"/>
                </a:ext>
              </a:extLst>
            </p:cNvPr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34" name="Google Shape;1881;p35">
              <a:extLst>
                <a:ext uri="{FF2B5EF4-FFF2-40B4-BE49-F238E27FC236}">
                  <a16:creationId xmlns:a16="http://schemas.microsoft.com/office/drawing/2014/main" id="{34A441DE-5E1A-C90C-7736-FB04771DBD39}"/>
                </a:ext>
              </a:extLst>
            </p:cNvPr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35" name="Google Shape;1882;p35">
              <a:extLst>
                <a:ext uri="{FF2B5EF4-FFF2-40B4-BE49-F238E27FC236}">
                  <a16:creationId xmlns:a16="http://schemas.microsoft.com/office/drawing/2014/main" id="{B7FDB0BA-4450-AC58-37AD-2B5AB94735F1}"/>
                </a:ext>
              </a:extLst>
            </p:cNvPr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36" name="Google Shape;1883;p35">
              <a:extLst>
                <a:ext uri="{FF2B5EF4-FFF2-40B4-BE49-F238E27FC236}">
                  <a16:creationId xmlns:a16="http://schemas.microsoft.com/office/drawing/2014/main" id="{5062A4F9-A23C-10E3-BFB6-F74E00712005}"/>
                </a:ext>
              </a:extLst>
            </p:cNvPr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49" name="Google Shape;2106;p37"/>
          <p:cNvGrpSpPr/>
          <p:nvPr/>
        </p:nvGrpSpPr>
        <p:grpSpPr>
          <a:xfrm>
            <a:off x="1118888" y="915338"/>
            <a:ext cx="846800" cy="979520"/>
            <a:chOff x="731647" y="573573"/>
            <a:chExt cx="635100" cy="734640"/>
          </a:xfrm>
        </p:grpSpPr>
        <p:grpSp>
          <p:nvGrpSpPr>
            <p:cNvPr id="250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55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6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1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52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3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57" name="Google Shape;2114;p37"/>
          <p:cNvGrpSpPr/>
          <p:nvPr/>
        </p:nvGrpSpPr>
        <p:grpSpPr>
          <a:xfrm>
            <a:off x="1127929" y="2353013"/>
            <a:ext cx="846800" cy="977987"/>
            <a:chOff x="731647" y="1650460"/>
            <a:chExt cx="635100" cy="733490"/>
          </a:xfrm>
        </p:grpSpPr>
        <p:grpSp>
          <p:nvGrpSpPr>
            <p:cNvPr id="258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63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4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9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60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1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2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65" name="Google Shape;2122;p37"/>
          <p:cNvGrpSpPr/>
          <p:nvPr/>
        </p:nvGrpSpPr>
        <p:grpSpPr>
          <a:xfrm>
            <a:off x="1127929" y="3790103"/>
            <a:ext cx="846800" cy="979979"/>
            <a:chOff x="731647" y="2728277"/>
            <a:chExt cx="635100" cy="734984"/>
          </a:xfrm>
        </p:grpSpPr>
        <p:grpSp>
          <p:nvGrpSpPr>
            <p:cNvPr id="266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71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2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7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68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9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0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73" name="Google Shape;2130;p37"/>
          <p:cNvGrpSpPr/>
          <p:nvPr/>
        </p:nvGrpSpPr>
        <p:grpSpPr>
          <a:xfrm>
            <a:off x="1127929" y="5227967"/>
            <a:ext cx="846800" cy="979605"/>
            <a:chOff x="731647" y="3806675"/>
            <a:chExt cx="635100" cy="734704"/>
          </a:xfrm>
        </p:grpSpPr>
        <p:grpSp>
          <p:nvGrpSpPr>
            <p:cNvPr id="274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79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0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75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76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7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8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81" name="Google Shape;2147;p37"/>
          <p:cNvSpPr txBox="1">
            <a:spLocks/>
          </p:cNvSpPr>
          <p:nvPr/>
        </p:nvSpPr>
        <p:spPr>
          <a:xfrm>
            <a:off x="1237488" y="1115568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Google Shape;2148;p37"/>
          <p:cNvSpPr txBox="1">
            <a:spLocks/>
          </p:cNvSpPr>
          <p:nvPr/>
        </p:nvSpPr>
        <p:spPr>
          <a:xfrm>
            <a:off x="1237488" y="2554224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Google Shape;2149;p37"/>
          <p:cNvSpPr txBox="1">
            <a:spLocks/>
          </p:cNvSpPr>
          <p:nvPr/>
        </p:nvSpPr>
        <p:spPr>
          <a:xfrm>
            <a:off x="1237488" y="3992880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Google Shape;2150;p37"/>
          <p:cNvSpPr txBox="1">
            <a:spLocks/>
          </p:cNvSpPr>
          <p:nvPr/>
        </p:nvSpPr>
        <p:spPr>
          <a:xfrm>
            <a:off x="1237488" y="5431536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" grpId="0" build="p"/>
      <p:bldP spid="2141" grpId="0" build="p"/>
      <p:bldP spid="2143" grpId="0" build="p"/>
      <p:bldP spid="214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2138;p37"/>
          <p:cNvSpPr txBox="1">
            <a:spLocks noGrp="1"/>
          </p:cNvSpPr>
          <p:nvPr>
            <p:ph type="title"/>
          </p:nvPr>
        </p:nvSpPr>
        <p:spPr>
          <a:xfrm>
            <a:off x="6507775" y="475488"/>
            <a:ext cx="4855057" cy="76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838215" y="475488"/>
            <a:ext cx="3486800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805155" y="1648276"/>
            <a:ext cx="4957194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Quantifying Uncertainty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790800" y="3096100"/>
            <a:ext cx="3486800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Sense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823860" y="4306947"/>
            <a:ext cx="4689337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endParaRPr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0" name="Picture 249">
            <a:extLst>
              <a:ext uri="{FF2B5EF4-FFF2-40B4-BE49-F238E27FC236}">
                <a16:creationId xmlns:a16="http://schemas.microsoft.com/office/drawing/2014/main" id="{CAE911F9-DF51-BFF3-E5C5-15E076D31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746" y="2285797"/>
            <a:ext cx="4426080" cy="3572566"/>
          </a:xfrm>
          <a:prstGeom prst="rect">
            <a:avLst/>
          </a:prstGeom>
        </p:spPr>
      </p:pic>
      <p:sp>
        <p:nvSpPr>
          <p:cNvPr id="254" name="Rectangle 2"/>
          <p:cNvSpPr>
            <a:spLocks noChangeArrowheads="1"/>
          </p:cNvSpPr>
          <p:nvPr/>
        </p:nvSpPr>
        <p:spPr bwMode="auto">
          <a:xfrm>
            <a:off x="4349750" y="3863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6" name="Rectangle 3"/>
          <p:cNvSpPr>
            <a:spLocks noChangeArrowheads="1"/>
          </p:cNvSpPr>
          <p:nvPr/>
        </p:nvSpPr>
        <p:spPr bwMode="auto">
          <a:xfrm>
            <a:off x="4349750" y="3863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0" name="Rectangle 5"/>
          <p:cNvSpPr>
            <a:spLocks noChangeArrowheads="1"/>
          </p:cNvSpPr>
          <p:nvPr/>
        </p:nvSpPr>
        <p:spPr bwMode="auto">
          <a:xfrm>
            <a:off x="5705744" y="2449769"/>
            <a:ext cx="12192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2" name="Rectangle 6"/>
          <p:cNvSpPr>
            <a:spLocks noChangeArrowheads="1"/>
          </p:cNvSpPr>
          <p:nvPr/>
        </p:nvSpPr>
        <p:spPr bwMode="auto">
          <a:xfrm>
            <a:off x="4349750" y="3863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69" name="Google Shape;2106;p37"/>
          <p:cNvGrpSpPr/>
          <p:nvPr/>
        </p:nvGrpSpPr>
        <p:grpSpPr>
          <a:xfrm>
            <a:off x="839755" y="355263"/>
            <a:ext cx="846800" cy="979520"/>
            <a:chOff x="731647" y="573573"/>
            <a:chExt cx="635100" cy="734640"/>
          </a:xfrm>
        </p:grpSpPr>
        <p:grpSp>
          <p:nvGrpSpPr>
            <p:cNvPr id="270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75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6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71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72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3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4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77" name="Google Shape;2114;p37"/>
          <p:cNvGrpSpPr/>
          <p:nvPr/>
        </p:nvGrpSpPr>
        <p:grpSpPr>
          <a:xfrm>
            <a:off x="834441" y="1551520"/>
            <a:ext cx="846800" cy="977987"/>
            <a:chOff x="731647" y="1650460"/>
            <a:chExt cx="635100" cy="733490"/>
          </a:xfrm>
        </p:grpSpPr>
        <p:grpSp>
          <p:nvGrpSpPr>
            <p:cNvPr id="278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83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4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79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80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1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2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5" name="Google Shape;2122;p37"/>
          <p:cNvGrpSpPr/>
          <p:nvPr/>
        </p:nvGrpSpPr>
        <p:grpSpPr>
          <a:xfrm>
            <a:off x="834441" y="2893323"/>
            <a:ext cx="846800" cy="979979"/>
            <a:chOff x="731647" y="2728277"/>
            <a:chExt cx="635100" cy="734984"/>
          </a:xfrm>
        </p:grpSpPr>
        <p:grpSp>
          <p:nvGrpSpPr>
            <p:cNvPr id="286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91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7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88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9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0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93" name="Google Shape;2130;p37"/>
          <p:cNvGrpSpPr/>
          <p:nvPr/>
        </p:nvGrpSpPr>
        <p:grpSpPr>
          <a:xfrm>
            <a:off x="834441" y="4121385"/>
            <a:ext cx="846800" cy="979605"/>
            <a:chOff x="731647" y="3806675"/>
            <a:chExt cx="635100" cy="734704"/>
          </a:xfrm>
        </p:grpSpPr>
        <p:grpSp>
          <p:nvGrpSpPr>
            <p:cNvPr id="294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99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0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5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96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7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01" name="Google Shape;2147;p37"/>
          <p:cNvSpPr txBox="1">
            <a:spLocks/>
          </p:cNvSpPr>
          <p:nvPr/>
        </p:nvSpPr>
        <p:spPr>
          <a:xfrm>
            <a:off x="958355" y="555493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Google Shape;2148;p37"/>
          <p:cNvSpPr txBox="1">
            <a:spLocks/>
          </p:cNvSpPr>
          <p:nvPr/>
        </p:nvSpPr>
        <p:spPr>
          <a:xfrm>
            <a:off x="944000" y="1752731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Google Shape;2149;p37"/>
          <p:cNvSpPr txBox="1">
            <a:spLocks/>
          </p:cNvSpPr>
          <p:nvPr/>
        </p:nvSpPr>
        <p:spPr>
          <a:xfrm>
            <a:off x="944000" y="3096100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Google Shape;2150;p37"/>
          <p:cNvSpPr txBox="1">
            <a:spLocks/>
          </p:cNvSpPr>
          <p:nvPr/>
        </p:nvSpPr>
        <p:spPr>
          <a:xfrm>
            <a:off x="944000" y="4324954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818438" y="5443822"/>
            <a:ext cx="4689337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15000"/>
              </a:lnSpc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6" name="Google Shape;2130;p37"/>
          <p:cNvGrpSpPr/>
          <p:nvPr/>
        </p:nvGrpSpPr>
        <p:grpSpPr>
          <a:xfrm>
            <a:off x="829019" y="5258260"/>
            <a:ext cx="846800" cy="979605"/>
            <a:chOff x="731647" y="3806675"/>
            <a:chExt cx="635100" cy="734704"/>
          </a:xfrm>
        </p:grpSpPr>
        <p:grpSp>
          <p:nvGrpSpPr>
            <p:cNvPr id="307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31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8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309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0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14" name="Google Shape;2150;p37"/>
          <p:cNvSpPr txBox="1">
            <a:spLocks/>
          </p:cNvSpPr>
          <p:nvPr/>
        </p:nvSpPr>
        <p:spPr>
          <a:xfrm>
            <a:off x="938578" y="5461829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67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  <p:bldP spid="49" grpId="0" build="p"/>
      <p:bldP spid="50" grpId="0" build="p"/>
      <p:bldP spid="51" grpId="0" build="p"/>
      <p:bldP spid="30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1C22B9-D6A7-49F8-8EAA-B60244701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268" y="782842"/>
            <a:ext cx="8437525" cy="1157668"/>
          </a:xfrm>
        </p:spPr>
        <p:txBody>
          <a:bodyPr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5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Barlow Semi Condensed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7053799-8F9D-425B-88AD-5FC1C183DB04}"/>
              </a:ext>
            </a:extLst>
          </p:cNvPr>
          <p:cNvSpPr txBox="1">
            <a:spLocks/>
          </p:cNvSpPr>
          <p:nvPr/>
        </p:nvSpPr>
        <p:spPr>
          <a:xfrm>
            <a:off x="885020" y="866777"/>
            <a:ext cx="10288712" cy="412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article explores seven critical weaknesses of artificial intelligence (AI), emphasizing their real-world implications and potential remedies. 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oogle Shape;781;p41">
            <a:extLst>
              <a:ext uri="{FF2B5EF4-FFF2-40B4-BE49-F238E27FC236}">
                <a16:creationId xmlns:a16="http://schemas.microsoft.com/office/drawing/2014/main" id="{08F5EFD5-7FB8-426C-AF63-6E09E8457E82}"/>
              </a:ext>
            </a:extLst>
          </p:cNvPr>
          <p:cNvGrpSpPr/>
          <p:nvPr/>
        </p:nvGrpSpPr>
        <p:grpSpPr>
          <a:xfrm>
            <a:off x="6095999" y="3982065"/>
            <a:ext cx="6096001" cy="2875936"/>
            <a:chOff x="-41700" y="1835596"/>
            <a:chExt cx="8039600" cy="3937729"/>
          </a:xfrm>
        </p:grpSpPr>
        <p:sp>
          <p:nvSpPr>
            <p:cNvPr id="9" name="Google Shape;782;p41">
              <a:extLst>
                <a:ext uri="{FF2B5EF4-FFF2-40B4-BE49-F238E27FC236}">
                  <a16:creationId xmlns:a16="http://schemas.microsoft.com/office/drawing/2014/main" id="{8D15F7B6-F433-45B1-BB45-FC14963A6700}"/>
                </a:ext>
              </a:extLst>
            </p:cNvPr>
            <p:cNvSpPr/>
            <p:nvPr/>
          </p:nvSpPr>
          <p:spPr>
            <a:xfrm>
              <a:off x="-41700" y="2753625"/>
              <a:ext cx="8039600" cy="3019700"/>
            </a:xfrm>
            <a:custGeom>
              <a:avLst/>
              <a:gdLst/>
              <a:ahLst/>
              <a:cxnLst/>
              <a:rect l="l" t="t" r="r" b="b"/>
              <a:pathLst>
                <a:path w="321584" h="120788" extrusionOk="0">
                  <a:moveTo>
                    <a:pt x="0" y="65800"/>
                  </a:moveTo>
                  <a:lnTo>
                    <a:pt x="112755" y="0"/>
                  </a:lnTo>
                  <a:lnTo>
                    <a:pt x="321584" y="120788"/>
                  </a:lnTo>
                  <a:lnTo>
                    <a:pt x="1853" y="120788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2400"/>
            </a:p>
          </p:txBody>
        </p:sp>
        <p:grpSp>
          <p:nvGrpSpPr>
            <p:cNvPr id="10" name="Google Shape;783;p41">
              <a:extLst>
                <a:ext uri="{FF2B5EF4-FFF2-40B4-BE49-F238E27FC236}">
                  <a16:creationId xmlns:a16="http://schemas.microsoft.com/office/drawing/2014/main" id="{D88E58F1-0257-4722-B2AF-AB83E3961A0C}"/>
                </a:ext>
              </a:extLst>
            </p:cNvPr>
            <p:cNvGrpSpPr/>
            <p:nvPr/>
          </p:nvGrpSpPr>
          <p:grpSpPr>
            <a:xfrm>
              <a:off x="429276" y="1835596"/>
              <a:ext cx="3597189" cy="3118369"/>
              <a:chOff x="1022370" y="2273688"/>
              <a:chExt cx="2308414" cy="2001123"/>
            </a:xfrm>
          </p:grpSpPr>
          <p:sp>
            <p:nvSpPr>
              <p:cNvPr id="20" name="Google Shape;784;p41">
                <a:extLst>
                  <a:ext uri="{FF2B5EF4-FFF2-40B4-BE49-F238E27FC236}">
                    <a16:creationId xmlns:a16="http://schemas.microsoft.com/office/drawing/2014/main" id="{4A111763-7BD4-4A08-B75F-5096DB324EEA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37" y="22"/>
                    </a:moveTo>
                    <a:cubicBezTo>
                      <a:pt x="23" y="15"/>
                      <a:pt x="16" y="8"/>
                      <a:pt x="1" y="1"/>
                    </a:cubicBezTo>
                    <a:lnTo>
                      <a:pt x="1" y="1"/>
                    </a:lnTo>
                    <a:cubicBezTo>
                      <a:pt x="16" y="8"/>
                      <a:pt x="23" y="15"/>
                      <a:pt x="37" y="2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1" name="Google Shape;785;p41">
                <a:extLst>
                  <a:ext uri="{FF2B5EF4-FFF2-40B4-BE49-F238E27FC236}">
                    <a16:creationId xmlns:a16="http://schemas.microsoft.com/office/drawing/2014/main" id="{4329642C-2B08-4694-B723-CD0286BD8364}"/>
                  </a:ext>
                </a:extLst>
              </p:cNvPr>
              <p:cNvSpPr/>
              <p:nvPr/>
            </p:nvSpPr>
            <p:spPr>
              <a:xfrm>
                <a:off x="2597883" y="3101824"/>
                <a:ext cx="355172" cy="185460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1743" extrusionOk="0">
                    <a:moveTo>
                      <a:pt x="1453" y="1"/>
                    </a:moveTo>
                    <a:lnTo>
                      <a:pt x="1453" y="1"/>
                    </a:lnTo>
                    <a:cubicBezTo>
                      <a:pt x="1151" y="23"/>
                      <a:pt x="849" y="103"/>
                      <a:pt x="611" y="239"/>
                    </a:cubicBezTo>
                    <a:cubicBezTo>
                      <a:pt x="16" y="570"/>
                      <a:pt x="1" y="1122"/>
                      <a:pt x="584" y="1476"/>
                    </a:cubicBezTo>
                    <a:cubicBezTo>
                      <a:pt x="882" y="1653"/>
                      <a:pt x="1278" y="1743"/>
                      <a:pt x="1675" y="1743"/>
                    </a:cubicBezTo>
                    <a:cubicBezTo>
                      <a:pt x="2052" y="1743"/>
                      <a:pt x="2430" y="1661"/>
                      <a:pt x="2725" y="1497"/>
                    </a:cubicBezTo>
                    <a:cubicBezTo>
                      <a:pt x="3322" y="1158"/>
                      <a:pt x="3337" y="605"/>
                      <a:pt x="2754" y="260"/>
                    </a:cubicBezTo>
                    <a:cubicBezTo>
                      <a:pt x="2740" y="253"/>
                      <a:pt x="2733" y="246"/>
                      <a:pt x="2718" y="239"/>
                    </a:cubicBezTo>
                    <a:cubicBezTo>
                      <a:pt x="2588" y="167"/>
                      <a:pt x="2438" y="110"/>
                      <a:pt x="2286" y="66"/>
                    </a:cubicBezTo>
                    <a:lnTo>
                      <a:pt x="2266" y="123"/>
                    </a:lnTo>
                    <a:cubicBezTo>
                      <a:pt x="2388" y="160"/>
                      <a:pt x="2495" y="210"/>
                      <a:pt x="2595" y="268"/>
                    </a:cubicBezTo>
                    <a:cubicBezTo>
                      <a:pt x="3099" y="570"/>
                      <a:pt x="3085" y="1045"/>
                      <a:pt x="2575" y="1331"/>
                    </a:cubicBezTo>
                    <a:cubicBezTo>
                      <a:pt x="2320" y="1472"/>
                      <a:pt x="1993" y="1543"/>
                      <a:pt x="1668" y="1543"/>
                    </a:cubicBezTo>
                    <a:cubicBezTo>
                      <a:pt x="1330" y="1543"/>
                      <a:pt x="994" y="1467"/>
                      <a:pt x="741" y="1317"/>
                    </a:cubicBezTo>
                    <a:cubicBezTo>
                      <a:pt x="239" y="1015"/>
                      <a:pt x="253" y="541"/>
                      <a:pt x="763" y="253"/>
                    </a:cubicBezTo>
                    <a:cubicBezTo>
                      <a:pt x="956" y="146"/>
                      <a:pt x="1188" y="80"/>
                      <a:pt x="1431" y="53"/>
                    </a:cubicBezTo>
                    <a:lnTo>
                      <a:pt x="145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2" name="Google Shape;786;p41">
                <a:extLst>
                  <a:ext uri="{FF2B5EF4-FFF2-40B4-BE49-F238E27FC236}">
                    <a16:creationId xmlns:a16="http://schemas.microsoft.com/office/drawing/2014/main" id="{200815B0-2366-40EE-87A7-1FDACF62112C}"/>
                  </a:ext>
                </a:extLst>
              </p:cNvPr>
              <p:cNvSpPr/>
              <p:nvPr/>
            </p:nvSpPr>
            <p:spPr>
              <a:xfrm>
                <a:off x="2623207" y="3107357"/>
                <a:ext cx="304418" cy="158646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1491" extrusionOk="0">
                    <a:moveTo>
                      <a:pt x="1193" y="1"/>
                    </a:moveTo>
                    <a:cubicBezTo>
                      <a:pt x="950" y="28"/>
                      <a:pt x="718" y="94"/>
                      <a:pt x="525" y="201"/>
                    </a:cubicBezTo>
                    <a:cubicBezTo>
                      <a:pt x="15" y="489"/>
                      <a:pt x="1" y="963"/>
                      <a:pt x="503" y="1265"/>
                    </a:cubicBezTo>
                    <a:cubicBezTo>
                      <a:pt x="756" y="1415"/>
                      <a:pt x="1092" y="1491"/>
                      <a:pt x="1430" y="1491"/>
                    </a:cubicBezTo>
                    <a:cubicBezTo>
                      <a:pt x="1755" y="1491"/>
                      <a:pt x="2082" y="1420"/>
                      <a:pt x="2337" y="1279"/>
                    </a:cubicBezTo>
                    <a:cubicBezTo>
                      <a:pt x="2847" y="993"/>
                      <a:pt x="2861" y="518"/>
                      <a:pt x="2357" y="216"/>
                    </a:cubicBezTo>
                    <a:cubicBezTo>
                      <a:pt x="2257" y="158"/>
                      <a:pt x="2150" y="108"/>
                      <a:pt x="2028" y="71"/>
                    </a:cubicBezTo>
                    <a:lnTo>
                      <a:pt x="1833" y="582"/>
                    </a:lnTo>
                    <a:lnTo>
                      <a:pt x="1452" y="805"/>
                    </a:lnTo>
                    <a:lnTo>
                      <a:pt x="993" y="539"/>
                    </a:lnTo>
                    <a:lnTo>
                      <a:pt x="119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3" name="Google Shape;787;p41">
                <a:extLst>
                  <a:ext uri="{FF2B5EF4-FFF2-40B4-BE49-F238E27FC236}">
                    <a16:creationId xmlns:a16="http://schemas.microsoft.com/office/drawing/2014/main" id="{E5562F5B-3CD7-486F-9142-EE1E79A4287D}"/>
                  </a:ext>
                </a:extLst>
              </p:cNvPr>
              <p:cNvSpPr/>
              <p:nvPr/>
            </p:nvSpPr>
            <p:spPr>
              <a:xfrm>
                <a:off x="2589477" y="3213654"/>
                <a:ext cx="371770" cy="125236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1177" extrusionOk="0">
                    <a:moveTo>
                      <a:pt x="3494" y="7"/>
                    </a:moveTo>
                    <a:cubicBezTo>
                      <a:pt x="3491" y="31"/>
                      <a:pt x="3489" y="54"/>
                      <a:pt x="3488" y="76"/>
                    </a:cubicBezTo>
                    <a:lnTo>
                      <a:pt x="3488" y="76"/>
                    </a:lnTo>
                    <a:cubicBezTo>
                      <a:pt x="3491" y="53"/>
                      <a:pt x="3493" y="30"/>
                      <a:pt x="3494" y="7"/>
                    </a:cubicBezTo>
                    <a:close/>
                    <a:moveTo>
                      <a:pt x="0" y="1"/>
                    </a:moveTo>
                    <a:lnTo>
                      <a:pt x="0" y="166"/>
                    </a:lnTo>
                    <a:cubicBezTo>
                      <a:pt x="0" y="416"/>
                      <a:pt x="166" y="675"/>
                      <a:pt x="497" y="870"/>
                    </a:cubicBezTo>
                    <a:cubicBezTo>
                      <a:pt x="837" y="1074"/>
                      <a:pt x="1290" y="1177"/>
                      <a:pt x="1745" y="1177"/>
                    </a:cubicBezTo>
                    <a:cubicBezTo>
                      <a:pt x="2184" y="1177"/>
                      <a:pt x="2623" y="1081"/>
                      <a:pt x="2962" y="891"/>
                    </a:cubicBezTo>
                    <a:cubicBezTo>
                      <a:pt x="3314" y="697"/>
                      <a:pt x="3487" y="439"/>
                      <a:pt x="3487" y="173"/>
                    </a:cubicBezTo>
                    <a:cubicBezTo>
                      <a:pt x="3487" y="139"/>
                      <a:pt x="3487" y="108"/>
                      <a:pt x="3488" y="76"/>
                    </a:cubicBezTo>
                    <a:lnTo>
                      <a:pt x="3488" y="76"/>
                    </a:lnTo>
                    <a:cubicBezTo>
                      <a:pt x="3455" y="317"/>
                      <a:pt x="3284" y="549"/>
                      <a:pt x="2962" y="727"/>
                    </a:cubicBezTo>
                    <a:cubicBezTo>
                      <a:pt x="2624" y="917"/>
                      <a:pt x="2186" y="1012"/>
                      <a:pt x="1748" y="1012"/>
                    </a:cubicBezTo>
                    <a:cubicBezTo>
                      <a:pt x="1292" y="1012"/>
                      <a:pt x="838" y="909"/>
                      <a:pt x="497" y="704"/>
                    </a:cubicBezTo>
                    <a:cubicBezTo>
                      <a:pt x="166" y="511"/>
                      <a:pt x="0" y="252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4" name="Google Shape;788;p41">
                <a:extLst>
                  <a:ext uri="{FF2B5EF4-FFF2-40B4-BE49-F238E27FC236}">
                    <a16:creationId xmlns:a16="http://schemas.microsoft.com/office/drawing/2014/main" id="{414499BD-A037-4081-BA97-E5651A56044D}"/>
                  </a:ext>
                </a:extLst>
              </p:cNvPr>
              <p:cNvSpPr/>
              <p:nvPr/>
            </p:nvSpPr>
            <p:spPr>
              <a:xfrm>
                <a:off x="2589477" y="3127148"/>
                <a:ext cx="371770" cy="194185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1825" extrusionOk="0">
                    <a:moveTo>
                      <a:pt x="2833" y="22"/>
                    </a:moveTo>
                    <a:lnTo>
                      <a:pt x="2833" y="22"/>
                    </a:lnTo>
                    <a:cubicBezTo>
                      <a:pt x="2835" y="23"/>
                      <a:pt x="2837" y="24"/>
                      <a:pt x="2840" y="26"/>
                    </a:cubicBezTo>
                    <a:lnTo>
                      <a:pt x="2840" y="26"/>
                    </a:lnTo>
                    <a:cubicBezTo>
                      <a:pt x="2837" y="24"/>
                      <a:pt x="2835" y="23"/>
                      <a:pt x="2833" y="22"/>
                    </a:cubicBezTo>
                    <a:close/>
                    <a:moveTo>
                      <a:pt x="690" y="1"/>
                    </a:moveTo>
                    <a:lnTo>
                      <a:pt x="533" y="87"/>
                    </a:lnTo>
                    <a:cubicBezTo>
                      <a:pt x="181" y="289"/>
                      <a:pt x="0" y="548"/>
                      <a:pt x="0" y="814"/>
                    </a:cubicBezTo>
                    <a:cubicBezTo>
                      <a:pt x="0" y="1065"/>
                      <a:pt x="166" y="1324"/>
                      <a:pt x="497" y="1517"/>
                    </a:cubicBezTo>
                    <a:cubicBezTo>
                      <a:pt x="838" y="1722"/>
                      <a:pt x="1292" y="1825"/>
                      <a:pt x="1748" y="1825"/>
                    </a:cubicBezTo>
                    <a:cubicBezTo>
                      <a:pt x="2186" y="1825"/>
                      <a:pt x="2624" y="1730"/>
                      <a:pt x="2962" y="1540"/>
                    </a:cubicBezTo>
                    <a:cubicBezTo>
                      <a:pt x="3314" y="1345"/>
                      <a:pt x="3487" y="1086"/>
                      <a:pt x="3494" y="820"/>
                    </a:cubicBezTo>
                    <a:cubicBezTo>
                      <a:pt x="3494" y="569"/>
                      <a:pt x="3330" y="310"/>
                      <a:pt x="2999" y="117"/>
                    </a:cubicBezTo>
                    <a:cubicBezTo>
                      <a:pt x="2985" y="108"/>
                      <a:pt x="2969" y="101"/>
                      <a:pt x="2962" y="94"/>
                    </a:cubicBezTo>
                    <a:cubicBezTo>
                      <a:pt x="2942" y="80"/>
                      <a:pt x="2919" y="73"/>
                      <a:pt x="2905" y="58"/>
                    </a:cubicBezTo>
                    <a:cubicBezTo>
                      <a:pt x="2899" y="58"/>
                      <a:pt x="2883" y="51"/>
                      <a:pt x="2876" y="44"/>
                    </a:cubicBezTo>
                    <a:cubicBezTo>
                      <a:pt x="2864" y="38"/>
                      <a:pt x="2852" y="33"/>
                      <a:pt x="2840" y="26"/>
                    </a:cubicBezTo>
                    <a:lnTo>
                      <a:pt x="2840" y="26"/>
                    </a:lnTo>
                    <a:cubicBezTo>
                      <a:pt x="3416" y="371"/>
                      <a:pt x="3398" y="922"/>
                      <a:pt x="2804" y="1259"/>
                    </a:cubicBezTo>
                    <a:cubicBezTo>
                      <a:pt x="2509" y="1423"/>
                      <a:pt x="2131" y="1505"/>
                      <a:pt x="1754" y="1505"/>
                    </a:cubicBezTo>
                    <a:cubicBezTo>
                      <a:pt x="1357" y="1505"/>
                      <a:pt x="961" y="1415"/>
                      <a:pt x="663" y="1238"/>
                    </a:cubicBezTo>
                    <a:cubicBezTo>
                      <a:pt x="80" y="884"/>
                      <a:pt x="95" y="332"/>
                      <a:pt x="6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5" name="Google Shape;789;p41">
                <a:extLst>
                  <a:ext uri="{FF2B5EF4-FFF2-40B4-BE49-F238E27FC236}">
                    <a16:creationId xmlns:a16="http://schemas.microsoft.com/office/drawing/2014/main" id="{5A9ED520-5941-446F-A46C-66102477C2A4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1" y="1"/>
                    </a:moveTo>
                    <a:lnTo>
                      <a:pt x="25" y="15"/>
                    </a:lnTo>
                    <a:lnTo>
                      <a:pt x="25" y="15"/>
                    </a:lnTo>
                    <a:cubicBezTo>
                      <a:pt x="18" y="10"/>
                      <a:pt x="11" y="6"/>
                      <a:pt x="1" y="1"/>
                    </a:cubicBezTo>
                    <a:close/>
                    <a:moveTo>
                      <a:pt x="25" y="15"/>
                    </a:moveTo>
                    <a:cubicBezTo>
                      <a:pt x="29" y="17"/>
                      <a:pt x="32" y="19"/>
                      <a:pt x="37" y="22"/>
                    </a:cubicBezTo>
                    <a:lnTo>
                      <a:pt x="25" y="1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6" name="Google Shape;790;p41">
                <a:extLst>
                  <a:ext uri="{FF2B5EF4-FFF2-40B4-BE49-F238E27FC236}">
                    <a16:creationId xmlns:a16="http://schemas.microsoft.com/office/drawing/2014/main" id="{050A1FE3-606C-4246-88F6-A37C119A4436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fill="none" extrusionOk="0">
                    <a:moveTo>
                      <a:pt x="37" y="22"/>
                    </a:moveTo>
                    <a:cubicBezTo>
                      <a:pt x="23" y="15"/>
                      <a:pt x="16" y="8"/>
                      <a:pt x="1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7" name="Google Shape;791;p41">
                <a:extLst>
                  <a:ext uri="{FF2B5EF4-FFF2-40B4-BE49-F238E27FC236}">
                    <a16:creationId xmlns:a16="http://schemas.microsoft.com/office/drawing/2014/main" id="{B0030D1D-C08D-4D9B-A133-3F6E02DB5BAD}"/>
                  </a:ext>
                </a:extLst>
              </p:cNvPr>
              <p:cNvSpPr/>
              <p:nvPr/>
            </p:nvSpPr>
            <p:spPr>
              <a:xfrm>
                <a:off x="2746422" y="2373919"/>
                <a:ext cx="22983" cy="3756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53" extrusionOk="0">
                    <a:moveTo>
                      <a:pt x="0" y="0"/>
                    </a:moveTo>
                    <a:lnTo>
                      <a:pt x="216" y="352"/>
                    </a:lnTo>
                    <a:cubicBezTo>
                      <a:pt x="216" y="338"/>
                      <a:pt x="207" y="330"/>
                      <a:pt x="207" y="323"/>
                    </a:cubicBezTo>
                    <a:cubicBezTo>
                      <a:pt x="180" y="252"/>
                      <a:pt x="157" y="216"/>
                      <a:pt x="130" y="166"/>
                    </a:cubicBezTo>
                    <a:cubicBezTo>
                      <a:pt x="114" y="143"/>
                      <a:pt x="100" y="123"/>
                      <a:pt x="87" y="93"/>
                    </a:cubicBezTo>
                    <a:cubicBezTo>
                      <a:pt x="78" y="86"/>
                      <a:pt x="71" y="79"/>
                      <a:pt x="64" y="71"/>
                    </a:cubicBezTo>
                    <a:cubicBezTo>
                      <a:pt x="50" y="50"/>
                      <a:pt x="28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8" name="Google Shape;792;p41">
                <a:extLst>
                  <a:ext uri="{FF2B5EF4-FFF2-40B4-BE49-F238E27FC236}">
                    <a16:creationId xmlns:a16="http://schemas.microsoft.com/office/drawing/2014/main" id="{B895C1A3-02BD-4A8B-AFF0-48D6B1DD067D}"/>
                  </a:ext>
                </a:extLst>
              </p:cNvPr>
              <p:cNvSpPr/>
              <p:nvPr/>
            </p:nvSpPr>
            <p:spPr>
              <a:xfrm>
                <a:off x="2760148" y="2382325"/>
                <a:ext cx="207378" cy="300587"/>
              </a:xfrm>
              <a:custGeom>
                <a:avLst/>
                <a:gdLst/>
                <a:ahLst/>
                <a:cxnLst/>
                <a:rect l="l" t="t" r="r" b="b"/>
                <a:pathLst>
                  <a:path w="1949" h="2825" extrusionOk="0">
                    <a:moveTo>
                      <a:pt x="58" y="0"/>
                    </a:moveTo>
                    <a:lnTo>
                      <a:pt x="1" y="87"/>
                    </a:lnTo>
                    <a:cubicBezTo>
                      <a:pt x="28" y="137"/>
                      <a:pt x="51" y="173"/>
                      <a:pt x="78" y="244"/>
                    </a:cubicBezTo>
                    <a:cubicBezTo>
                      <a:pt x="78" y="251"/>
                      <a:pt x="87" y="259"/>
                      <a:pt x="87" y="273"/>
                    </a:cubicBezTo>
                    <a:lnTo>
                      <a:pt x="1495" y="2566"/>
                    </a:lnTo>
                    <a:lnTo>
                      <a:pt x="1948" y="2824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9" name="Google Shape;793;p41">
                <a:extLst>
                  <a:ext uri="{FF2B5EF4-FFF2-40B4-BE49-F238E27FC236}">
                    <a16:creationId xmlns:a16="http://schemas.microsoft.com/office/drawing/2014/main" id="{C13EFCAA-702E-4891-963F-A7A1C57362A0}"/>
                  </a:ext>
                </a:extLst>
              </p:cNvPr>
              <p:cNvSpPr/>
              <p:nvPr/>
            </p:nvSpPr>
            <p:spPr>
              <a:xfrm>
                <a:off x="2766213" y="2361577"/>
                <a:ext cx="237278" cy="831429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7814" extrusionOk="0">
                    <a:moveTo>
                      <a:pt x="130" y="1"/>
                    </a:moveTo>
                    <a:lnTo>
                      <a:pt x="130" y="7"/>
                    </a:lnTo>
                    <a:lnTo>
                      <a:pt x="1" y="195"/>
                    </a:lnTo>
                    <a:lnTo>
                      <a:pt x="1891" y="3019"/>
                    </a:lnTo>
                    <a:lnTo>
                      <a:pt x="425" y="6973"/>
                    </a:lnTo>
                    <a:lnTo>
                      <a:pt x="403" y="7023"/>
                    </a:lnTo>
                    <a:lnTo>
                      <a:pt x="108" y="7814"/>
                    </a:lnTo>
                    <a:lnTo>
                      <a:pt x="489" y="7591"/>
                    </a:lnTo>
                    <a:lnTo>
                      <a:pt x="684" y="7080"/>
                    </a:lnTo>
                    <a:lnTo>
                      <a:pt x="704" y="7023"/>
                    </a:lnTo>
                    <a:lnTo>
                      <a:pt x="2229" y="2890"/>
                    </a:lnTo>
                    <a:lnTo>
                      <a:pt x="2207" y="2688"/>
                    </a:lnTo>
                    <a:lnTo>
                      <a:pt x="13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0" name="Google Shape;794;p41">
                <a:extLst>
                  <a:ext uri="{FF2B5EF4-FFF2-40B4-BE49-F238E27FC236}">
                    <a16:creationId xmlns:a16="http://schemas.microsoft.com/office/drawing/2014/main" id="{A6B668BE-6EA7-46E9-85C8-209F0C1DDDE5}"/>
                  </a:ext>
                </a:extLst>
              </p:cNvPr>
              <p:cNvSpPr/>
              <p:nvPr/>
            </p:nvSpPr>
            <p:spPr>
              <a:xfrm>
                <a:off x="2728759" y="2655250"/>
                <a:ext cx="238767" cy="537758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5054" extrusionOk="0">
                    <a:moveTo>
                      <a:pt x="1790" y="1"/>
                    </a:moveTo>
                    <a:lnTo>
                      <a:pt x="223" y="4198"/>
                    </a:lnTo>
                    <a:lnTo>
                      <a:pt x="201" y="4250"/>
                    </a:lnTo>
                    <a:lnTo>
                      <a:pt x="1" y="4788"/>
                    </a:lnTo>
                    <a:lnTo>
                      <a:pt x="460" y="5054"/>
                    </a:lnTo>
                    <a:lnTo>
                      <a:pt x="755" y="4263"/>
                    </a:lnTo>
                    <a:lnTo>
                      <a:pt x="777" y="4213"/>
                    </a:lnTo>
                    <a:lnTo>
                      <a:pt x="2243" y="259"/>
                    </a:lnTo>
                    <a:lnTo>
                      <a:pt x="179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1" name="Google Shape;795;p41">
                <a:extLst>
                  <a:ext uri="{FF2B5EF4-FFF2-40B4-BE49-F238E27FC236}">
                    <a16:creationId xmlns:a16="http://schemas.microsoft.com/office/drawing/2014/main" id="{D972B30A-5EF8-42D6-ADAE-34CFD3958B0D}"/>
                  </a:ext>
                </a:extLst>
              </p:cNvPr>
              <p:cNvSpPr/>
              <p:nvPr/>
            </p:nvSpPr>
            <p:spPr>
              <a:xfrm>
                <a:off x="2665237" y="2273688"/>
                <a:ext cx="124065" cy="117894"/>
              </a:xfrm>
              <a:custGeom>
                <a:avLst/>
                <a:gdLst/>
                <a:ahLst/>
                <a:cxnLst/>
                <a:rect l="l" t="t" r="r" b="b"/>
                <a:pathLst>
                  <a:path w="1166" h="1108" extrusionOk="0">
                    <a:moveTo>
                      <a:pt x="623" y="0"/>
                    </a:moveTo>
                    <a:cubicBezTo>
                      <a:pt x="524" y="0"/>
                      <a:pt x="454" y="27"/>
                      <a:pt x="418" y="43"/>
                    </a:cubicBezTo>
                    <a:cubicBezTo>
                      <a:pt x="418" y="43"/>
                      <a:pt x="382" y="57"/>
                      <a:pt x="339" y="86"/>
                    </a:cubicBezTo>
                    <a:cubicBezTo>
                      <a:pt x="310" y="100"/>
                      <a:pt x="310" y="100"/>
                      <a:pt x="266" y="137"/>
                    </a:cubicBezTo>
                    <a:cubicBezTo>
                      <a:pt x="260" y="150"/>
                      <a:pt x="246" y="159"/>
                      <a:pt x="237" y="173"/>
                    </a:cubicBezTo>
                    <a:cubicBezTo>
                      <a:pt x="223" y="193"/>
                      <a:pt x="203" y="216"/>
                      <a:pt x="180" y="237"/>
                    </a:cubicBezTo>
                    <a:lnTo>
                      <a:pt x="1" y="518"/>
                    </a:lnTo>
                    <a:cubicBezTo>
                      <a:pt x="30" y="518"/>
                      <a:pt x="58" y="525"/>
                      <a:pt x="87" y="532"/>
                    </a:cubicBezTo>
                    <a:cubicBezTo>
                      <a:pt x="123" y="538"/>
                      <a:pt x="166" y="554"/>
                      <a:pt x="223" y="575"/>
                    </a:cubicBezTo>
                    <a:cubicBezTo>
                      <a:pt x="260" y="590"/>
                      <a:pt x="303" y="611"/>
                      <a:pt x="346" y="640"/>
                    </a:cubicBezTo>
                    <a:cubicBezTo>
                      <a:pt x="367" y="647"/>
                      <a:pt x="382" y="654"/>
                      <a:pt x="396" y="661"/>
                    </a:cubicBezTo>
                    <a:cubicBezTo>
                      <a:pt x="496" y="720"/>
                      <a:pt x="598" y="790"/>
                      <a:pt x="684" y="863"/>
                    </a:cubicBezTo>
                    <a:cubicBezTo>
                      <a:pt x="691" y="870"/>
                      <a:pt x="705" y="883"/>
                      <a:pt x="720" y="892"/>
                    </a:cubicBezTo>
                    <a:cubicBezTo>
                      <a:pt x="734" y="913"/>
                      <a:pt x="748" y="927"/>
                      <a:pt x="763" y="942"/>
                    </a:cubicBezTo>
                    <a:cubicBezTo>
                      <a:pt x="791" y="963"/>
                      <a:pt x="813" y="992"/>
                      <a:pt x="827" y="1013"/>
                    </a:cubicBezTo>
                    <a:cubicBezTo>
                      <a:pt x="834" y="1021"/>
                      <a:pt x="841" y="1028"/>
                      <a:pt x="850" y="1035"/>
                    </a:cubicBezTo>
                    <a:cubicBezTo>
                      <a:pt x="863" y="1065"/>
                      <a:pt x="877" y="1085"/>
                      <a:pt x="893" y="1108"/>
                    </a:cubicBezTo>
                    <a:lnTo>
                      <a:pt x="950" y="1021"/>
                    </a:lnTo>
                    <a:lnTo>
                      <a:pt x="1079" y="833"/>
                    </a:lnTo>
                    <a:lnTo>
                      <a:pt x="1079" y="827"/>
                    </a:lnTo>
                    <a:cubicBezTo>
                      <a:pt x="1086" y="813"/>
                      <a:pt x="1093" y="797"/>
                      <a:pt x="1100" y="783"/>
                    </a:cubicBezTo>
                    <a:cubicBezTo>
                      <a:pt x="1108" y="777"/>
                      <a:pt x="1108" y="770"/>
                      <a:pt x="1115" y="763"/>
                    </a:cubicBezTo>
                    <a:cubicBezTo>
                      <a:pt x="1129" y="726"/>
                      <a:pt x="1143" y="690"/>
                      <a:pt x="1151" y="654"/>
                    </a:cubicBezTo>
                    <a:cubicBezTo>
                      <a:pt x="1151" y="640"/>
                      <a:pt x="1158" y="633"/>
                      <a:pt x="1158" y="618"/>
                    </a:cubicBezTo>
                    <a:cubicBezTo>
                      <a:pt x="1165" y="568"/>
                      <a:pt x="1165" y="504"/>
                      <a:pt x="1158" y="452"/>
                    </a:cubicBezTo>
                    <a:cubicBezTo>
                      <a:pt x="1122" y="237"/>
                      <a:pt x="956" y="57"/>
                      <a:pt x="748" y="14"/>
                    </a:cubicBezTo>
                    <a:cubicBezTo>
                      <a:pt x="702" y="4"/>
                      <a:pt x="660" y="0"/>
                      <a:pt x="6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2" name="Google Shape;796;p41">
                <a:extLst>
                  <a:ext uri="{FF2B5EF4-FFF2-40B4-BE49-F238E27FC236}">
                    <a16:creationId xmlns:a16="http://schemas.microsoft.com/office/drawing/2014/main" id="{C6454B71-A2C2-4E2F-8E18-2B82EF557483}"/>
                  </a:ext>
                </a:extLst>
              </p:cNvPr>
              <p:cNvSpPr/>
              <p:nvPr/>
            </p:nvSpPr>
            <p:spPr>
              <a:xfrm>
                <a:off x="2746422" y="2373919"/>
                <a:ext cx="22983" cy="3756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53" extrusionOk="0">
                    <a:moveTo>
                      <a:pt x="0" y="0"/>
                    </a:moveTo>
                    <a:lnTo>
                      <a:pt x="216" y="352"/>
                    </a:lnTo>
                    <a:cubicBezTo>
                      <a:pt x="216" y="338"/>
                      <a:pt x="207" y="330"/>
                      <a:pt x="207" y="323"/>
                    </a:cubicBezTo>
                    <a:cubicBezTo>
                      <a:pt x="180" y="252"/>
                      <a:pt x="157" y="216"/>
                      <a:pt x="130" y="166"/>
                    </a:cubicBezTo>
                    <a:cubicBezTo>
                      <a:pt x="114" y="143"/>
                      <a:pt x="100" y="123"/>
                      <a:pt x="87" y="93"/>
                    </a:cubicBezTo>
                    <a:cubicBezTo>
                      <a:pt x="78" y="86"/>
                      <a:pt x="71" y="79"/>
                      <a:pt x="64" y="71"/>
                    </a:cubicBezTo>
                    <a:cubicBezTo>
                      <a:pt x="50" y="50"/>
                      <a:pt x="28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3" name="Google Shape;797;p41">
                <a:extLst>
                  <a:ext uri="{FF2B5EF4-FFF2-40B4-BE49-F238E27FC236}">
                    <a16:creationId xmlns:a16="http://schemas.microsoft.com/office/drawing/2014/main" id="{495E9377-DB67-482C-B0FD-07F9BBAC7EF1}"/>
                  </a:ext>
                </a:extLst>
              </p:cNvPr>
              <p:cNvSpPr/>
              <p:nvPr/>
            </p:nvSpPr>
            <p:spPr>
              <a:xfrm>
                <a:off x="2432745" y="2458510"/>
                <a:ext cx="294522" cy="202378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1902" extrusionOk="0">
                    <a:moveTo>
                      <a:pt x="504" y="232"/>
                    </a:moveTo>
                    <a:cubicBezTo>
                      <a:pt x="601" y="232"/>
                      <a:pt x="742" y="267"/>
                      <a:pt x="921" y="340"/>
                    </a:cubicBezTo>
                    <a:cubicBezTo>
                      <a:pt x="1121" y="427"/>
                      <a:pt x="1344" y="556"/>
                      <a:pt x="1560" y="692"/>
                    </a:cubicBezTo>
                    <a:cubicBezTo>
                      <a:pt x="1870" y="901"/>
                      <a:pt x="2150" y="1139"/>
                      <a:pt x="2301" y="1339"/>
                    </a:cubicBezTo>
                    <a:cubicBezTo>
                      <a:pt x="2468" y="1556"/>
                      <a:pt x="2447" y="1675"/>
                      <a:pt x="2275" y="1675"/>
                    </a:cubicBezTo>
                    <a:cubicBezTo>
                      <a:pt x="2179" y="1675"/>
                      <a:pt x="2037" y="1639"/>
                      <a:pt x="1855" y="1562"/>
                    </a:cubicBezTo>
                    <a:cubicBezTo>
                      <a:pt x="1646" y="1475"/>
                      <a:pt x="1423" y="1355"/>
                      <a:pt x="1215" y="1210"/>
                    </a:cubicBezTo>
                    <a:cubicBezTo>
                      <a:pt x="906" y="1010"/>
                      <a:pt x="619" y="765"/>
                      <a:pt x="468" y="570"/>
                    </a:cubicBezTo>
                    <a:cubicBezTo>
                      <a:pt x="300" y="351"/>
                      <a:pt x="326" y="232"/>
                      <a:pt x="504" y="232"/>
                    </a:cubicBezTo>
                    <a:close/>
                    <a:moveTo>
                      <a:pt x="222" y="1"/>
                    </a:moveTo>
                    <a:cubicBezTo>
                      <a:pt x="135" y="1"/>
                      <a:pt x="77" y="23"/>
                      <a:pt x="50" y="68"/>
                    </a:cubicBezTo>
                    <a:cubicBezTo>
                      <a:pt x="0" y="138"/>
                      <a:pt x="43" y="268"/>
                      <a:pt x="179" y="449"/>
                    </a:cubicBezTo>
                    <a:cubicBezTo>
                      <a:pt x="381" y="708"/>
                      <a:pt x="756" y="1023"/>
                      <a:pt x="1158" y="1296"/>
                    </a:cubicBezTo>
                    <a:cubicBezTo>
                      <a:pt x="1439" y="1475"/>
                      <a:pt x="1732" y="1641"/>
                      <a:pt x="2006" y="1757"/>
                    </a:cubicBezTo>
                    <a:cubicBezTo>
                      <a:pt x="2240" y="1855"/>
                      <a:pt x="2424" y="1902"/>
                      <a:pt x="2550" y="1902"/>
                    </a:cubicBezTo>
                    <a:cubicBezTo>
                      <a:pt x="2636" y="1902"/>
                      <a:pt x="2695" y="1880"/>
                      <a:pt x="2724" y="1836"/>
                    </a:cubicBezTo>
                    <a:cubicBezTo>
                      <a:pt x="2767" y="1770"/>
                      <a:pt x="2733" y="1641"/>
                      <a:pt x="2595" y="1462"/>
                    </a:cubicBezTo>
                    <a:cubicBezTo>
                      <a:pt x="2395" y="1196"/>
                      <a:pt x="2020" y="880"/>
                      <a:pt x="1611" y="613"/>
                    </a:cubicBezTo>
                    <a:cubicBezTo>
                      <a:pt x="1337" y="427"/>
                      <a:pt x="1042" y="261"/>
                      <a:pt x="769" y="147"/>
                    </a:cubicBezTo>
                    <a:cubicBezTo>
                      <a:pt x="535" y="49"/>
                      <a:pt x="349" y="1"/>
                      <a:pt x="2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4" name="Google Shape;798;p41">
                <a:extLst>
                  <a:ext uri="{FF2B5EF4-FFF2-40B4-BE49-F238E27FC236}">
                    <a16:creationId xmlns:a16="http://schemas.microsoft.com/office/drawing/2014/main" id="{D8DF1640-6099-44C8-A7E3-1E27B00197B6}"/>
                  </a:ext>
                </a:extLst>
              </p:cNvPr>
              <p:cNvSpPr/>
              <p:nvPr/>
            </p:nvSpPr>
            <p:spPr>
              <a:xfrm>
                <a:off x="2464560" y="2483089"/>
                <a:ext cx="230787" cy="153752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445" extrusionOk="0">
                    <a:moveTo>
                      <a:pt x="205" y="1"/>
                    </a:moveTo>
                    <a:cubicBezTo>
                      <a:pt x="27" y="1"/>
                      <a:pt x="1" y="120"/>
                      <a:pt x="169" y="339"/>
                    </a:cubicBezTo>
                    <a:cubicBezTo>
                      <a:pt x="320" y="534"/>
                      <a:pt x="607" y="779"/>
                      <a:pt x="916" y="979"/>
                    </a:cubicBezTo>
                    <a:cubicBezTo>
                      <a:pt x="1124" y="1124"/>
                      <a:pt x="1347" y="1244"/>
                      <a:pt x="1556" y="1331"/>
                    </a:cubicBezTo>
                    <a:cubicBezTo>
                      <a:pt x="1738" y="1408"/>
                      <a:pt x="1880" y="1444"/>
                      <a:pt x="1976" y="1444"/>
                    </a:cubicBezTo>
                    <a:cubicBezTo>
                      <a:pt x="2148" y="1444"/>
                      <a:pt x="2169" y="1325"/>
                      <a:pt x="2002" y="1108"/>
                    </a:cubicBezTo>
                    <a:cubicBezTo>
                      <a:pt x="1851" y="908"/>
                      <a:pt x="1571" y="670"/>
                      <a:pt x="1261" y="461"/>
                    </a:cubicBezTo>
                    <a:cubicBezTo>
                      <a:pt x="1045" y="325"/>
                      <a:pt x="822" y="196"/>
                      <a:pt x="622" y="109"/>
                    </a:cubicBezTo>
                    <a:cubicBezTo>
                      <a:pt x="443" y="36"/>
                      <a:pt x="302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5" name="Google Shape;799;p41">
                <a:extLst>
                  <a:ext uri="{FF2B5EF4-FFF2-40B4-BE49-F238E27FC236}">
                    <a16:creationId xmlns:a16="http://schemas.microsoft.com/office/drawing/2014/main" id="{6F455ECE-3BE5-43AE-9B0A-6B22E9F63EAF}"/>
                  </a:ext>
                </a:extLst>
              </p:cNvPr>
              <p:cNvSpPr/>
              <p:nvPr/>
            </p:nvSpPr>
            <p:spPr>
              <a:xfrm>
                <a:off x="2438065" y="2327528"/>
                <a:ext cx="345170" cy="326336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3067" extrusionOk="0">
                    <a:moveTo>
                      <a:pt x="3" y="1293"/>
                    </a:moveTo>
                    <a:cubicBezTo>
                      <a:pt x="2" y="1295"/>
                      <a:pt x="1" y="1297"/>
                      <a:pt x="0" y="1299"/>
                    </a:cubicBezTo>
                    <a:cubicBezTo>
                      <a:pt x="1" y="1297"/>
                      <a:pt x="2" y="1295"/>
                      <a:pt x="3" y="1293"/>
                    </a:cubicBezTo>
                    <a:close/>
                    <a:moveTo>
                      <a:pt x="1962" y="1"/>
                    </a:moveTo>
                    <a:cubicBezTo>
                      <a:pt x="1859" y="1"/>
                      <a:pt x="1767" y="12"/>
                      <a:pt x="1698" y="26"/>
                    </a:cubicBezTo>
                    <a:cubicBezTo>
                      <a:pt x="1423" y="69"/>
                      <a:pt x="1208" y="177"/>
                      <a:pt x="1130" y="214"/>
                    </a:cubicBezTo>
                    <a:cubicBezTo>
                      <a:pt x="914" y="314"/>
                      <a:pt x="706" y="472"/>
                      <a:pt x="626" y="536"/>
                    </a:cubicBezTo>
                    <a:cubicBezTo>
                      <a:pt x="554" y="593"/>
                      <a:pt x="474" y="666"/>
                      <a:pt x="388" y="759"/>
                    </a:cubicBezTo>
                    <a:cubicBezTo>
                      <a:pt x="368" y="781"/>
                      <a:pt x="338" y="817"/>
                      <a:pt x="318" y="838"/>
                    </a:cubicBezTo>
                    <a:cubicBezTo>
                      <a:pt x="281" y="881"/>
                      <a:pt x="238" y="947"/>
                      <a:pt x="202" y="990"/>
                    </a:cubicBezTo>
                    <a:cubicBezTo>
                      <a:pt x="139" y="1088"/>
                      <a:pt x="68" y="1193"/>
                      <a:pt x="3" y="1293"/>
                    </a:cubicBezTo>
                    <a:lnTo>
                      <a:pt x="3" y="1293"/>
                    </a:lnTo>
                    <a:cubicBezTo>
                      <a:pt x="31" y="1253"/>
                      <a:pt x="89" y="1232"/>
                      <a:pt x="172" y="1232"/>
                    </a:cubicBezTo>
                    <a:cubicBezTo>
                      <a:pt x="299" y="1232"/>
                      <a:pt x="485" y="1280"/>
                      <a:pt x="719" y="1378"/>
                    </a:cubicBezTo>
                    <a:cubicBezTo>
                      <a:pt x="992" y="1492"/>
                      <a:pt x="1287" y="1658"/>
                      <a:pt x="1561" y="1844"/>
                    </a:cubicBezTo>
                    <a:cubicBezTo>
                      <a:pt x="1970" y="2111"/>
                      <a:pt x="2345" y="2427"/>
                      <a:pt x="2545" y="2693"/>
                    </a:cubicBezTo>
                    <a:cubicBezTo>
                      <a:pt x="2682" y="2871"/>
                      <a:pt x="2717" y="2999"/>
                      <a:pt x="2675" y="3065"/>
                    </a:cubicBezTo>
                    <a:lnTo>
                      <a:pt x="2675" y="3065"/>
                    </a:lnTo>
                    <a:cubicBezTo>
                      <a:pt x="2740" y="2964"/>
                      <a:pt x="2812" y="2865"/>
                      <a:pt x="2876" y="2765"/>
                    </a:cubicBezTo>
                    <a:cubicBezTo>
                      <a:pt x="3028" y="2542"/>
                      <a:pt x="3098" y="2304"/>
                      <a:pt x="3128" y="2189"/>
                    </a:cubicBezTo>
                    <a:cubicBezTo>
                      <a:pt x="3135" y="2182"/>
                      <a:pt x="3214" y="1902"/>
                      <a:pt x="3235" y="1601"/>
                    </a:cubicBezTo>
                    <a:cubicBezTo>
                      <a:pt x="3243" y="1406"/>
                      <a:pt x="3235" y="1226"/>
                      <a:pt x="3178" y="997"/>
                    </a:cubicBezTo>
                    <a:cubicBezTo>
                      <a:pt x="3178" y="997"/>
                      <a:pt x="3157" y="888"/>
                      <a:pt x="3114" y="788"/>
                    </a:cubicBezTo>
                    <a:lnTo>
                      <a:pt x="2898" y="436"/>
                    </a:lnTo>
                    <a:cubicBezTo>
                      <a:pt x="2883" y="421"/>
                      <a:pt x="2869" y="407"/>
                      <a:pt x="2855" y="386"/>
                    </a:cubicBezTo>
                    <a:cubicBezTo>
                      <a:pt x="2840" y="377"/>
                      <a:pt x="2826" y="364"/>
                      <a:pt x="2819" y="357"/>
                    </a:cubicBezTo>
                    <a:cubicBezTo>
                      <a:pt x="2733" y="284"/>
                      <a:pt x="2631" y="214"/>
                      <a:pt x="2531" y="155"/>
                    </a:cubicBezTo>
                    <a:cubicBezTo>
                      <a:pt x="2517" y="148"/>
                      <a:pt x="2502" y="141"/>
                      <a:pt x="2481" y="134"/>
                    </a:cubicBezTo>
                    <a:cubicBezTo>
                      <a:pt x="2438" y="105"/>
                      <a:pt x="2395" y="84"/>
                      <a:pt x="2358" y="69"/>
                    </a:cubicBezTo>
                    <a:cubicBezTo>
                      <a:pt x="2301" y="48"/>
                      <a:pt x="2258" y="32"/>
                      <a:pt x="2222" y="26"/>
                    </a:cubicBezTo>
                    <a:cubicBezTo>
                      <a:pt x="2193" y="19"/>
                      <a:pt x="2165" y="12"/>
                      <a:pt x="2136" y="12"/>
                    </a:cubicBezTo>
                    <a:cubicBezTo>
                      <a:pt x="2076" y="4"/>
                      <a:pt x="2018" y="1"/>
                      <a:pt x="1962" y="1"/>
                    </a:cubicBezTo>
                    <a:close/>
                    <a:moveTo>
                      <a:pt x="2675" y="3065"/>
                    </a:moveTo>
                    <a:cubicBezTo>
                      <a:pt x="2675" y="3066"/>
                      <a:pt x="2674" y="3066"/>
                      <a:pt x="2674" y="3067"/>
                    </a:cubicBezTo>
                    <a:cubicBezTo>
                      <a:pt x="2674" y="3066"/>
                      <a:pt x="2675" y="3066"/>
                      <a:pt x="2675" y="306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6" name="Google Shape;800;p41">
                <a:extLst>
                  <a:ext uri="{FF2B5EF4-FFF2-40B4-BE49-F238E27FC236}">
                    <a16:creationId xmlns:a16="http://schemas.microsoft.com/office/drawing/2014/main" id="{3D305D35-8ED5-4D3C-8F0B-3995813779F1}"/>
                  </a:ext>
                </a:extLst>
              </p:cNvPr>
              <p:cNvSpPr/>
              <p:nvPr/>
            </p:nvSpPr>
            <p:spPr>
              <a:xfrm>
                <a:off x="2910709" y="3395604"/>
                <a:ext cx="332082" cy="307929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894" extrusionOk="0">
                    <a:moveTo>
                      <a:pt x="3121" y="0"/>
                    </a:moveTo>
                    <a:cubicBezTo>
                      <a:pt x="3071" y="195"/>
                      <a:pt x="2912" y="381"/>
                      <a:pt x="2653" y="526"/>
                    </a:cubicBezTo>
                    <a:cubicBezTo>
                      <a:pt x="2381" y="676"/>
                      <a:pt x="2036" y="763"/>
                      <a:pt x="1682" y="776"/>
                    </a:cubicBezTo>
                    <a:cubicBezTo>
                      <a:pt x="1638" y="779"/>
                      <a:pt x="1594" y="780"/>
                      <a:pt x="1550" y="780"/>
                    </a:cubicBezTo>
                    <a:cubicBezTo>
                      <a:pt x="1141" y="780"/>
                      <a:pt x="730" y="686"/>
                      <a:pt x="425" y="504"/>
                    </a:cubicBezTo>
                    <a:cubicBezTo>
                      <a:pt x="188" y="361"/>
                      <a:pt x="43" y="181"/>
                      <a:pt x="0" y="0"/>
                    </a:cubicBezTo>
                    <a:lnTo>
                      <a:pt x="0" y="0"/>
                    </a:lnTo>
                    <a:cubicBezTo>
                      <a:pt x="188" y="792"/>
                      <a:pt x="368" y="1589"/>
                      <a:pt x="554" y="2381"/>
                    </a:cubicBezTo>
                    <a:cubicBezTo>
                      <a:pt x="583" y="2501"/>
                      <a:pt x="677" y="2617"/>
                      <a:pt x="828" y="2710"/>
                    </a:cubicBezTo>
                    <a:cubicBezTo>
                      <a:pt x="1031" y="2832"/>
                      <a:pt x="1299" y="2893"/>
                      <a:pt x="1566" y="2893"/>
                    </a:cubicBezTo>
                    <a:cubicBezTo>
                      <a:pt x="1822" y="2893"/>
                      <a:pt x="2076" y="2838"/>
                      <a:pt x="2272" y="2726"/>
                    </a:cubicBezTo>
                    <a:cubicBezTo>
                      <a:pt x="2286" y="2717"/>
                      <a:pt x="2295" y="2710"/>
                      <a:pt x="2308" y="2703"/>
                    </a:cubicBezTo>
                    <a:cubicBezTo>
                      <a:pt x="2338" y="2690"/>
                      <a:pt x="2365" y="2667"/>
                      <a:pt x="2388" y="2653"/>
                    </a:cubicBezTo>
                    <a:cubicBezTo>
                      <a:pt x="2395" y="2646"/>
                      <a:pt x="2402" y="2640"/>
                      <a:pt x="2409" y="2640"/>
                    </a:cubicBezTo>
                    <a:cubicBezTo>
                      <a:pt x="2409" y="2631"/>
                      <a:pt x="2415" y="2631"/>
                      <a:pt x="2415" y="2624"/>
                    </a:cubicBezTo>
                    <a:cubicBezTo>
                      <a:pt x="2424" y="2617"/>
                      <a:pt x="2431" y="2610"/>
                      <a:pt x="2438" y="2603"/>
                    </a:cubicBezTo>
                    <a:cubicBezTo>
                      <a:pt x="2474" y="2574"/>
                      <a:pt x="2495" y="2545"/>
                      <a:pt x="2517" y="2517"/>
                    </a:cubicBezTo>
                    <a:cubicBezTo>
                      <a:pt x="2524" y="2510"/>
                      <a:pt x="2524" y="2501"/>
                      <a:pt x="2531" y="2495"/>
                    </a:cubicBezTo>
                    <a:cubicBezTo>
                      <a:pt x="2538" y="2488"/>
                      <a:pt x="2538" y="2481"/>
                      <a:pt x="2545" y="2467"/>
                    </a:cubicBezTo>
                    <a:cubicBezTo>
                      <a:pt x="2545" y="2467"/>
                      <a:pt x="2553" y="2458"/>
                      <a:pt x="2553" y="2451"/>
                    </a:cubicBezTo>
                    <a:cubicBezTo>
                      <a:pt x="2560" y="2438"/>
                      <a:pt x="2567" y="2424"/>
                      <a:pt x="2567" y="2408"/>
                    </a:cubicBezTo>
                    <a:cubicBezTo>
                      <a:pt x="2574" y="2408"/>
                      <a:pt x="2574" y="2401"/>
                      <a:pt x="2574" y="2395"/>
                    </a:cubicBezTo>
                    <a:cubicBezTo>
                      <a:pt x="2574" y="2388"/>
                      <a:pt x="2581" y="2388"/>
                      <a:pt x="2581" y="2381"/>
                    </a:cubicBezTo>
                    <a:cubicBezTo>
                      <a:pt x="2567" y="2381"/>
                      <a:pt x="2553" y="2372"/>
                      <a:pt x="2545" y="2372"/>
                    </a:cubicBezTo>
                    <a:cubicBezTo>
                      <a:pt x="2531" y="2365"/>
                      <a:pt x="2517" y="2365"/>
                      <a:pt x="2502" y="2358"/>
                    </a:cubicBezTo>
                    <a:cubicBezTo>
                      <a:pt x="2467" y="2345"/>
                      <a:pt x="2431" y="2322"/>
                      <a:pt x="2402" y="2308"/>
                    </a:cubicBezTo>
                    <a:lnTo>
                      <a:pt x="2402" y="2172"/>
                    </a:lnTo>
                    <a:lnTo>
                      <a:pt x="2409" y="2027"/>
                    </a:lnTo>
                    <a:lnTo>
                      <a:pt x="2690" y="1863"/>
                    </a:lnTo>
                    <a:cubicBezTo>
                      <a:pt x="2690" y="1870"/>
                      <a:pt x="2690" y="1870"/>
                      <a:pt x="2697" y="1870"/>
                    </a:cubicBezTo>
                    <a:cubicBezTo>
                      <a:pt x="2754" y="1604"/>
                      <a:pt x="2819" y="1337"/>
                      <a:pt x="2876" y="1071"/>
                    </a:cubicBezTo>
                    <a:cubicBezTo>
                      <a:pt x="2847" y="1044"/>
                      <a:pt x="2819" y="1021"/>
                      <a:pt x="2797" y="1008"/>
                    </a:cubicBezTo>
                    <a:lnTo>
                      <a:pt x="2610" y="906"/>
                    </a:lnTo>
                    <a:lnTo>
                      <a:pt x="2610" y="763"/>
                    </a:lnTo>
                    <a:lnTo>
                      <a:pt x="2617" y="619"/>
                    </a:lnTo>
                    <a:lnTo>
                      <a:pt x="2898" y="454"/>
                    </a:lnTo>
                    <a:lnTo>
                      <a:pt x="2999" y="518"/>
                    </a:lnTo>
                    <a:lnTo>
                      <a:pt x="3005" y="518"/>
                    </a:lnTo>
                    <a:cubicBezTo>
                      <a:pt x="3042" y="345"/>
                      <a:pt x="3078" y="173"/>
                      <a:pt x="3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7" name="Google Shape;801;p41">
                <a:extLst>
                  <a:ext uri="{FF2B5EF4-FFF2-40B4-BE49-F238E27FC236}">
                    <a16:creationId xmlns:a16="http://schemas.microsoft.com/office/drawing/2014/main" id="{6FEAA3D4-2923-4F95-892C-ACB5636778D1}"/>
                  </a:ext>
                </a:extLst>
              </p:cNvPr>
              <p:cNvSpPr/>
              <p:nvPr/>
            </p:nvSpPr>
            <p:spPr>
              <a:xfrm>
                <a:off x="2910709" y="3395604"/>
                <a:ext cx="273986" cy="314526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2956" fill="none" extrusionOk="0">
                    <a:moveTo>
                      <a:pt x="0" y="0"/>
                    </a:moveTo>
                    <a:cubicBezTo>
                      <a:pt x="188" y="792"/>
                      <a:pt x="368" y="1589"/>
                      <a:pt x="554" y="2381"/>
                    </a:cubicBezTo>
                    <a:cubicBezTo>
                      <a:pt x="583" y="2501"/>
                      <a:pt x="677" y="2617"/>
                      <a:pt x="828" y="2710"/>
                    </a:cubicBezTo>
                    <a:cubicBezTo>
                      <a:pt x="1223" y="2948"/>
                      <a:pt x="1870" y="2955"/>
                      <a:pt x="2272" y="2726"/>
                    </a:cubicBezTo>
                    <a:cubicBezTo>
                      <a:pt x="2286" y="2717"/>
                      <a:pt x="2295" y="2710"/>
                      <a:pt x="2308" y="2703"/>
                    </a:cubicBezTo>
                    <a:cubicBezTo>
                      <a:pt x="2338" y="2690"/>
                      <a:pt x="2365" y="2667"/>
                      <a:pt x="2388" y="2653"/>
                    </a:cubicBezTo>
                    <a:cubicBezTo>
                      <a:pt x="2395" y="2646"/>
                      <a:pt x="2402" y="2640"/>
                      <a:pt x="2409" y="2640"/>
                    </a:cubicBezTo>
                    <a:cubicBezTo>
                      <a:pt x="2409" y="2631"/>
                      <a:pt x="2415" y="2631"/>
                      <a:pt x="2415" y="2624"/>
                    </a:cubicBezTo>
                    <a:cubicBezTo>
                      <a:pt x="2424" y="2617"/>
                      <a:pt x="2431" y="2610"/>
                      <a:pt x="2438" y="2603"/>
                    </a:cubicBezTo>
                    <a:cubicBezTo>
                      <a:pt x="2474" y="2574"/>
                      <a:pt x="2495" y="2545"/>
                      <a:pt x="2517" y="2517"/>
                    </a:cubicBezTo>
                    <a:cubicBezTo>
                      <a:pt x="2524" y="2510"/>
                      <a:pt x="2524" y="2501"/>
                      <a:pt x="2531" y="2495"/>
                    </a:cubicBezTo>
                    <a:cubicBezTo>
                      <a:pt x="2538" y="2488"/>
                      <a:pt x="2538" y="2481"/>
                      <a:pt x="2545" y="2467"/>
                    </a:cubicBezTo>
                    <a:cubicBezTo>
                      <a:pt x="2545" y="2467"/>
                      <a:pt x="2553" y="2458"/>
                      <a:pt x="2553" y="2451"/>
                    </a:cubicBezTo>
                    <a:cubicBezTo>
                      <a:pt x="2560" y="2438"/>
                      <a:pt x="2567" y="2424"/>
                      <a:pt x="2567" y="2408"/>
                    </a:cubicBezTo>
                    <a:cubicBezTo>
                      <a:pt x="2574" y="2401"/>
                      <a:pt x="2574" y="2401"/>
                      <a:pt x="2574" y="2395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8" name="Google Shape;802;p41">
                <a:extLst>
                  <a:ext uri="{FF2B5EF4-FFF2-40B4-BE49-F238E27FC236}">
                    <a16:creationId xmlns:a16="http://schemas.microsoft.com/office/drawing/2014/main" id="{FB0BD639-192E-4BA7-B8ED-7D9953AEB50F}"/>
                  </a:ext>
                </a:extLst>
              </p:cNvPr>
              <p:cNvSpPr/>
              <p:nvPr/>
            </p:nvSpPr>
            <p:spPr>
              <a:xfrm>
                <a:off x="3197572" y="3509562"/>
                <a:ext cx="19259" cy="8512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00" extrusionOk="0">
                    <a:moveTo>
                      <a:pt x="180" y="0"/>
                    </a:moveTo>
                    <a:lnTo>
                      <a:pt x="90" y="400"/>
                    </a:lnTo>
                    <a:lnTo>
                      <a:pt x="90" y="400"/>
                    </a:lnTo>
                    <a:cubicBezTo>
                      <a:pt x="121" y="266"/>
                      <a:pt x="152" y="133"/>
                      <a:pt x="180" y="0"/>
                    </a:cubicBezTo>
                    <a:close/>
                    <a:moveTo>
                      <a:pt x="90" y="400"/>
                    </a:moveTo>
                    <a:cubicBezTo>
                      <a:pt x="60" y="533"/>
                      <a:pt x="29" y="666"/>
                      <a:pt x="1" y="799"/>
                    </a:cubicBezTo>
                    <a:lnTo>
                      <a:pt x="90" y="40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9" name="Google Shape;803;p41">
                <a:extLst>
                  <a:ext uri="{FF2B5EF4-FFF2-40B4-BE49-F238E27FC236}">
                    <a16:creationId xmlns:a16="http://schemas.microsoft.com/office/drawing/2014/main" id="{DD961238-CB3E-44E9-BB72-3BCA364E3D7A}"/>
                  </a:ext>
                </a:extLst>
              </p:cNvPr>
              <p:cNvSpPr/>
              <p:nvPr/>
            </p:nvSpPr>
            <p:spPr>
              <a:xfrm>
                <a:off x="3197572" y="3509562"/>
                <a:ext cx="19259" cy="8512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00" fill="none" extrusionOk="0">
                    <a:moveTo>
                      <a:pt x="180" y="0"/>
                    </a:moveTo>
                    <a:cubicBezTo>
                      <a:pt x="123" y="266"/>
                      <a:pt x="58" y="533"/>
                      <a:pt x="1" y="79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0" name="Google Shape;804;p41">
                <a:extLst>
                  <a:ext uri="{FF2B5EF4-FFF2-40B4-BE49-F238E27FC236}">
                    <a16:creationId xmlns:a16="http://schemas.microsoft.com/office/drawing/2014/main" id="{F120230E-A094-46FA-B28C-7839026DDC32}"/>
                  </a:ext>
                </a:extLst>
              </p:cNvPr>
              <p:cNvSpPr/>
              <p:nvPr/>
            </p:nvSpPr>
            <p:spPr>
              <a:xfrm>
                <a:off x="3229706" y="3395604"/>
                <a:ext cx="13088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18" extrusionOk="0">
                    <a:moveTo>
                      <a:pt x="123" y="0"/>
                    </a:moveTo>
                    <a:cubicBezTo>
                      <a:pt x="107" y="66"/>
                      <a:pt x="91" y="132"/>
                      <a:pt x="76" y="198"/>
                    </a:cubicBezTo>
                    <a:lnTo>
                      <a:pt x="76" y="198"/>
                    </a:lnTo>
                    <a:lnTo>
                      <a:pt x="123" y="0"/>
                    </a:lnTo>
                    <a:close/>
                    <a:moveTo>
                      <a:pt x="76" y="198"/>
                    </a:moveTo>
                    <a:lnTo>
                      <a:pt x="1" y="518"/>
                    </a:lnTo>
                    <a:lnTo>
                      <a:pt x="7" y="518"/>
                    </a:lnTo>
                    <a:cubicBezTo>
                      <a:pt x="30" y="411"/>
                      <a:pt x="52" y="304"/>
                      <a:pt x="76" y="19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1" name="Google Shape;805;p41">
                <a:extLst>
                  <a:ext uri="{FF2B5EF4-FFF2-40B4-BE49-F238E27FC236}">
                    <a16:creationId xmlns:a16="http://schemas.microsoft.com/office/drawing/2014/main" id="{727195D3-1C73-4CE6-BB0B-6B81603F1072}"/>
                  </a:ext>
                </a:extLst>
              </p:cNvPr>
              <p:cNvSpPr/>
              <p:nvPr/>
            </p:nvSpPr>
            <p:spPr>
              <a:xfrm>
                <a:off x="3229706" y="3395604"/>
                <a:ext cx="13088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18" fill="none" extrusionOk="0">
                    <a:moveTo>
                      <a:pt x="123" y="0"/>
                    </a:moveTo>
                    <a:cubicBezTo>
                      <a:pt x="80" y="173"/>
                      <a:pt x="44" y="345"/>
                      <a:pt x="7" y="518"/>
                    </a:cubicBezTo>
                    <a:lnTo>
                      <a:pt x="1" y="51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2" name="Google Shape;806;p41">
                <a:extLst>
                  <a:ext uri="{FF2B5EF4-FFF2-40B4-BE49-F238E27FC236}">
                    <a16:creationId xmlns:a16="http://schemas.microsoft.com/office/drawing/2014/main" id="{FB9204DB-6816-4FCD-850C-DFA589C8B11E}"/>
                  </a:ext>
                </a:extLst>
              </p:cNvPr>
              <p:cNvSpPr/>
              <p:nvPr/>
            </p:nvSpPr>
            <p:spPr>
              <a:xfrm>
                <a:off x="2903899" y="3284412"/>
                <a:ext cx="345702" cy="194185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1825" extrusionOk="0">
                    <a:moveTo>
                      <a:pt x="1632" y="151"/>
                    </a:moveTo>
                    <a:cubicBezTo>
                      <a:pt x="1977" y="151"/>
                      <a:pt x="2318" y="231"/>
                      <a:pt x="2574" y="384"/>
                    </a:cubicBezTo>
                    <a:cubicBezTo>
                      <a:pt x="2990" y="636"/>
                      <a:pt x="3049" y="1011"/>
                      <a:pt x="2761" y="1297"/>
                    </a:cubicBezTo>
                    <a:cubicBezTo>
                      <a:pt x="2747" y="1304"/>
                      <a:pt x="2731" y="1319"/>
                      <a:pt x="2717" y="1326"/>
                    </a:cubicBezTo>
                    <a:cubicBezTo>
                      <a:pt x="2695" y="1356"/>
                      <a:pt x="2667" y="1376"/>
                      <a:pt x="2631" y="1399"/>
                    </a:cubicBezTo>
                    <a:cubicBezTo>
                      <a:pt x="2624" y="1406"/>
                      <a:pt x="2609" y="1413"/>
                      <a:pt x="2602" y="1419"/>
                    </a:cubicBezTo>
                    <a:cubicBezTo>
                      <a:pt x="2595" y="1419"/>
                      <a:pt x="2588" y="1426"/>
                      <a:pt x="2581" y="1426"/>
                    </a:cubicBezTo>
                    <a:cubicBezTo>
                      <a:pt x="2566" y="1442"/>
                      <a:pt x="2552" y="1449"/>
                      <a:pt x="2531" y="1456"/>
                    </a:cubicBezTo>
                    <a:cubicBezTo>
                      <a:pt x="2307" y="1585"/>
                      <a:pt x="2027" y="1658"/>
                      <a:pt x="1739" y="1671"/>
                    </a:cubicBezTo>
                    <a:cubicBezTo>
                      <a:pt x="1699" y="1673"/>
                      <a:pt x="1659" y="1675"/>
                      <a:pt x="1618" y="1675"/>
                    </a:cubicBezTo>
                    <a:cubicBezTo>
                      <a:pt x="1276" y="1675"/>
                      <a:pt x="933" y="1596"/>
                      <a:pt x="677" y="1442"/>
                    </a:cubicBezTo>
                    <a:cubicBezTo>
                      <a:pt x="611" y="1399"/>
                      <a:pt x="554" y="1356"/>
                      <a:pt x="504" y="1304"/>
                    </a:cubicBezTo>
                    <a:cubicBezTo>
                      <a:pt x="496" y="1304"/>
                      <a:pt x="489" y="1297"/>
                      <a:pt x="482" y="1290"/>
                    </a:cubicBezTo>
                    <a:cubicBezTo>
                      <a:pt x="475" y="1276"/>
                      <a:pt x="461" y="1269"/>
                      <a:pt x="452" y="1254"/>
                    </a:cubicBezTo>
                    <a:cubicBezTo>
                      <a:pt x="439" y="1247"/>
                      <a:pt x="432" y="1233"/>
                      <a:pt x="425" y="1226"/>
                    </a:cubicBezTo>
                    <a:cubicBezTo>
                      <a:pt x="418" y="1211"/>
                      <a:pt x="409" y="1204"/>
                      <a:pt x="402" y="1190"/>
                    </a:cubicBezTo>
                    <a:cubicBezTo>
                      <a:pt x="216" y="909"/>
                      <a:pt x="323" y="586"/>
                      <a:pt x="720" y="364"/>
                    </a:cubicBezTo>
                    <a:cubicBezTo>
                      <a:pt x="942" y="241"/>
                      <a:pt x="1222" y="169"/>
                      <a:pt x="1503" y="155"/>
                    </a:cubicBezTo>
                    <a:cubicBezTo>
                      <a:pt x="1546" y="152"/>
                      <a:pt x="1589" y="151"/>
                      <a:pt x="1632" y="151"/>
                    </a:cubicBezTo>
                    <a:close/>
                    <a:moveTo>
                      <a:pt x="1627" y="0"/>
                    </a:moveTo>
                    <a:cubicBezTo>
                      <a:pt x="1585" y="0"/>
                      <a:pt x="1544" y="1"/>
                      <a:pt x="1503" y="3"/>
                    </a:cubicBezTo>
                    <a:cubicBezTo>
                      <a:pt x="1151" y="19"/>
                      <a:pt x="806" y="105"/>
                      <a:pt x="532" y="255"/>
                    </a:cubicBezTo>
                    <a:cubicBezTo>
                      <a:pt x="159" y="464"/>
                      <a:pt x="0" y="759"/>
                      <a:pt x="64" y="1038"/>
                    </a:cubicBezTo>
                    <a:lnTo>
                      <a:pt x="64" y="1045"/>
                    </a:lnTo>
                    <a:cubicBezTo>
                      <a:pt x="107" y="1226"/>
                      <a:pt x="252" y="1406"/>
                      <a:pt x="489" y="1549"/>
                    </a:cubicBezTo>
                    <a:cubicBezTo>
                      <a:pt x="794" y="1731"/>
                      <a:pt x="1205" y="1825"/>
                      <a:pt x="1614" y="1825"/>
                    </a:cubicBezTo>
                    <a:cubicBezTo>
                      <a:pt x="1658" y="1825"/>
                      <a:pt x="1702" y="1824"/>
                      <a:pt x="1746" y="1821"/>
                    </a:cubicBezTo>
                    <a:cubicBezTo>
                      <a:pt x="2100" y="1808"/>
                      <a:pt x="2445" y="1721"/>
                      <a:pt x="2717" y="1571"/>
                    </a:cubicBezTo>
                    <a:cubicBezTo>
                      <a:pt x="2976" y="1426"/>
                      <a:pt x="3135" y="1240"/>
                      <a:pt x="3185" y="1045"/>
                    </a:cubicBezTo>
                    <a:lnTo>
                      <a:pt x="3185" y="1031"/>
                    </a:lnTo>
                    <a:cubicBezTo>
                      <a:pt x="3249" y="766"/>
                      <a:pt x="3106" y="484"/>
                      <a:pt x="2761" y="277"/>
                    </a:cubicBezTo>
                    <a:cubicBezTo>
                      <a:pt x="2453" y="94"/>
                      <a:pt x="2039" y="0"/>
                      <a:pt x="1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3" name="Google Shape;807;p41">
                <a:extLst>
                  <a:ext uri="{FF2B5EF4-FFF2-40B4-BE49-F238E27FC236}">
                    <a16:creationId xmlns:a16="http://schemas.microsoft.com/office/drawing/2014/main" id="{20C0BB17-A249-425A-BE87-A9D203D53691}"/>
                  </a:ext>
                </a:extLst>
              </p:cNvPr>
              <p:cNvSpPr/>
              <p:nvPr/>
            </p:nvSpPr>
            <p:spPr>
              <a:xfrm>
                <a:off x="2946673" y="3358682"/>
                <a:ext cx="260154" cy="103955"/>
              </a:xfrm>
              <a:custGeom>
                <a:avLst/>
                <a:gdLst/>
                <a:ahLst/>
                <a:cxnLst/>
                <a:rect l="l" t="t" r="r" b="b"/>
                <a:pathLst>
                  <a:path w="2445" h="977" extrusionOk="0">
                    <a:moveTo>
                      <a:pt x="1194" y="0"/>
                    </a:moveTo>
                    <a:cubicBezTo>
                      <a:pt x="1163" y="0"/>
                      <a:pt x="1132" y="1"/>
                      <a:pt x="1101" y="2"/>
                    </a:cubicBezTo>
                    <a:cubicBezTo>
                      <a:pt x="820" y="24"/>
                      <a:pt x="540" y="88"/>
                      <a:pt x="318" y="218"/>
                    </a:cubicBezTo>
                    <a:cubicBezTo>
                      <a:pt x="173" y="297"/>
                      <a:pt x="66" y="390"/>
                      <a:pt x="0" y="492"/>
                    </a:cubicBezTo>
                    <a:cubicBezTo>
                      <a:pt x="7" y="506"/>
                      <a:pt x="16" y="513"/>
                      <a:pt x="23" y="528"/>
                    </a:cubicBezTo>
                    <a:cubicBezTo>
                      <a:pt x="30" y="535"/>
                      <a:pt x="44" y="549"/>
                      <a:pt x="50" y="556"/>
                    </a:cubicBezTo>
                    <a:cubicBezTo>
                      <a:pt x="59" y="571"/>
                      <a:pt x="73" y="578"/>
                      <a:pt x="80" y="592"/>
                    </a:cubicBezTo>
                    <a:cubicBezTo>
                      <a:pt x="87" y="599"/>
                      <a:pt x="94" y="606"/>
                      <a:pt x="102" y="606"/>
                    </a:cubicBezTo>
                    <a:cubicBezTo>
                      <a:pt x="152" y="658"/>
                      <a:pt x="209" y="701"/>
                      <a:pt x="275" y="744"/>
                    </a:cubicBezTo>
                    <a:cubicBezTo>
                      <a:pt x="531" y="898"/>
                      <a:pt x="874" y="977"/>
                      <a:pt x="1216" y="977"/>
                    </a:cubicBezTo>
                    <a:cubicBezTo>
                      <a:pt x="1257" y="977"/>
                      <a:pt x="1297" y="975"/>
                      <a:pt x="1337" y="973"/>
                    </a:cubicBezTo>
                    <a:cubicBezTo>
                      <a:pt x="1625" y="960"/>
                      <a:pt x="1905" y="887"/>
                      <a:pt x="2129" y="758"/>
                    </a:cubicBezTo>
                    <a:cubicBezTo>
                      <a:pt x="2150" y="751"/>
                      <a:pt x="2164" y="744"/>
                      <a:pt x="2179" y="728"/>
                    </a:cubicBezTo>
                    <a:cubicBezTo>
                      <a:pt x="2186" y="728"/>
                      <a:pt x="2193" y="721"/>
                      <a:pt x="2200" y="721"/>
                    </a:cubicBezTo>
                    <a:cubicBezTo>
                      <a:pt x="2207" y="715"/>
                      <a:pt x="2222" y="708"/>
                      <a:pt x="2229" y="701"/>
                    </a:cubicBezTo>
                    <a:cubicBezTo>
                      <a:pt x="2265" y="678"/>
                      <a:pt x="2293" y="658"/>
                      <a:pt x="2315" y="628"/>
                    </a:cubicBezTo>
                    <a:cubicBezTo>
                      <a:pt x="2329" y="621"/>
                      <a:pt x="2345" y="606"/>
                      <a:pt x="2359" y="599"/>
                    </a:cubicBezTo>
                    <a:cubicBezTo>
                      <a:pt x="2388" y="563"/>
                      <a:pt x="2422" y="520"/>
                      <a:pt x="2445" y="485"/>
                    </a:cubicBezTo>
                    <a:cubicBezTo>
                      <a:pt x="2388" y="390"/>
                      <a:pt x="2293" y="313"/>
                      <a:pt x="2172" y="233"/>
                    </a:cubicBezTo>
                    <a:cubicBezTo>
                      <a:pt x="1907" y="74"/>
                      <a:pt x="1551" y="0"/>
                      <a:pt x="11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4" name="Google Shape;808;p41">
                <a:extLst>
                  <a:ext uri="{FF2B5EF4-FFF2-40B4-BE49-F238E27FC236}">
                    <a16:creationId xmlns:a16="http://schemas.microsoft.com/office/drawing/2014/main" id="{24D7F256-B216-4ADE-9296-992EC5B1029E}"/>
                  </a:ext>
                </a:extLst>
              </p:cNvPr>
              <p:cNvSpPr/>
              <p:nvPr/>
            </p:nvSpPr>
            <p:spPr>
              <a:xfrm>
                <a:off x="2926882" y="3300479"/>
                <a:ext cx="301438" cy="121937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1146" extrusionOk="0">
                    <a:moveTo>
                      <a:pt x="1416" y="0"/>
                    </a:moveTo>
                    <a:cubicBezTo>
                      <a:pt x="1373" y="0"/>
                      <a:pt x="1330" y="1"/>
                      <a:pt x="1287" y="4"/>
                    </a:cubicBezTo>
                    <a:cubicBezTo>
                      <a:pt x="1006" y="18"/>
                      <a:pt x="726" y="90"/>
                      <a:pt x="504" y="213"/>
                    </a:cubicBezTo>
                    <a:cubicBezTo>
                      <a:pt x="107" y="435"/>
                      <a:pt x="0" y="758"/>
                      <a:pt x="186" y="1039"/>
                    </a:cubicBezTo>
                    <a:cubicBezTo>
                      <a:pt x="252" y="937"/>
                      <a:pt x="359" y="844"/>
                      <a:pt x="504" y="765"/>
                    </a:cubicBezTo>
                    <a:cubicBezTo>
                      <a:pt x="726" y="635"/>
                      <a:pt x="1006" y="571"/>
                      <a:pt x="1287" y="549"/>
                    </a:cubicBezTo>
                    <a:cubicBezTo>
                      <a:pt x="1318" y="548"/>
                      <a:pt x="1349" y="547"/>
                      <a:pt x="1380" y="547"/>
                    </a:cubicBezTo>
                    <a:cubicBezTo>
                      <a:pt x="1737" y="547"/>
                      <a:pt x="2093" y="621"/>
                      <a:pt x="2358" y="780"/>
                    </a:cubicBezTo>
                    <a:cubicBezTo>
                      <a:pt x="2479" y="860"/>
                      <a:pt x="2574" y="937"/>
                      <a:pt x="2631" y="1032"/>
                    </a:cubicBezTo>
                    <a:cubicBezTo>
                      <a:pt x="2608" y="1067"/>
                      <a:pt x="2574" y="1110"/>
                      <a:pt x="2545" y="1146"/>
                    </a:cubicBezTo>
                    <a:cubicBezTo>
                      <a:pt x="2833" y="860"/>
                      <a:pt x="2774" y="485"/>
                      <a:pt x="2358" y="233"/>
                    </a:cubicBezTo>
                    <a:cubicBezTo>
                      <a:pt x="2102" y="80"/>
                      <a:pt x="1761" y="0"/>
                      <a:pt x="14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5" name="Google Shape;809;p41">
                <a:extLst>
                  <a:ext uri="{FF2B5EF4-FFF2-40B4-BE49-F238E27FC236}">
                    <a16:creationId xmlns:a16="http://schemas.microsoft.com/office/drawing/2014/main" id="{61A040D4-F519-44C1-B467-27FB78479A66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8619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81" h="37" extrusionOk="0">
                    <a:moveTo>
                      <a:pt x="1" y="0"/>
                    </a:moveTo>
                    <a:cubicBezTo>
                      <a:pt x="23" y="14"/>
                      <a:pt x="52" y="23"/>
                      <a:pt x="73" y="37"/>
                    </a:cubicBezTo>
                    <a:cubicBezTo>
                      <a:pt x="73" y="30"/>
                      <a:pt x="80" y="30"/>
                      <a:pt x="80" y="23"/>
                    </a:cubicBezTo>
                    <a:cubicBezTo>
                      <a:pt x="66" y="23"/>
                      <a:pt x="52" y="14"/>
                      <a:pt x="44" y="14"/>
                    </a:cubicBezTo>
                    <a:cubicBezTo>
                      <a:pt x="30" y="7"/>
                      <a:pt x="16" y="7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6" name="Google Shape;810;p41">
                <a:extLst>
                  <a:ext uri="{FF2B5EF4-FFF2-40B4-BE49-F238E27FC236}">
                    <a16:creationId xmlns:a16="http://schemas.microsoft.com/office/drawing/2014/main" id="{509ACB6C-478D-41BB-9BFB-593A48AA9849}"/>
                  </a:ext>
                </a:extLst>
              </p:cNvPr>
              <p:cNvSpPr/>
              <p:nvPr/>
            </p:nvSpPr>
            <p:spPr>
              <a:xfrm>
                <a:off x="3219066" y="3443805"/>
                <a:ext cx="32985" cy="19259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81" extrusionOk="0">
                    <a:moveTo>
                      <a:pt x="0" y="1"/>
                    </a:moveTo>
                    <a:lnTo>
                      <a:pt x="101" y="65"/>
                    </a:lnTo>
                    <a:lnTo>
                      <a:pt x="244" y="144"/>
                    </a:lnTo>
                    <a:lnTo>
                      <a:pt x="309" y="180"/>
                    </a:lnTo>
                    <a:lnTo>
                      <a:pt x="121" y="73"/>
                    </a:lnTo>
                    <a:lnTo>
                      <a:pt x="107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7" name="Google Shape;811;p41">
                <a:extLst>
                  <a:ext uri="{FF2B5EF4-FFF2-40B4-BE49-F238E27FC236}">
                    <a16:creationId xmlns:a16="http://schemas.microsoft.com/office/drawing/2014/main" id="{6F4BC6C0-50DD-43CC-85FA-C02917F9A03C}"/>
                  </a:ext>
                </a:extLst>
              </p:cNvPr>
              <p:cNvSpPr/>
              <p:nvPr/>
            </p:nvSpPr>
            <p:spPr>
              <a:xfrm>
                <a:off x="3166928" y="3593833"/>
                <a:ext cx="35326" cy="2553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40" extrusionOk="0">
                    <a:moveTo>
                      <a:pt x="282" y="0"/>
                    </a:moveTo>
                    <a:lnTo>
                      <a:pt x="1" y="164"/>
                    </a:lnTo>
                    <a:cubicBezTo>
                      <a:pt x="97" y="219"/>
                      <a:pt x="159" y="239"/>
                      <a:pt x="196" y="239"/>
                    </a:cubicBezTo>
                    <a:cubicBezTo>
                      <a:pt x="217" y="239"/>
                      <a:pt x="230" y="233"/>
                      <a:pt x="239" y="223"/>
                    </a:cubicBezTo>
                    <a:cubicBezTo>
                      <a:pt x="259" y="187"/>
                      <a:pt x="289" y="114"/>
                      <a:pt x="332" y="28"/>
                    </a:cubicBezTo>
                    <a:cubicBezTo>
                      <a:pt x="309" y="21"/>
                      <a:pt x="309" y="21"/>
                      <a:pt x="302" y="14"/>
                    </a:cubicBezTo>
                    <a:lnTo>
                      <a:pt x="296" y="14"/>
                    </a:lnTo>
                    <a:cubicBezTo>
                      <a:pt x="296" y="7"/>
                      <a:pt x="289" y="7"/>
                      <a:pt x="289" y="7"/>
                    </a:cubicBezTo>
                    <a:cubicBezTo>
                      <a:pt x="282" y="7"/>
                      <a:pt x="282" y="7"/>
                      <a:pt x="2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8" name="Google Shape;812;p41">
                <a:extLst>
                  <a:ext uri="{FF2B5EF4-FFF2-40B4-BE49-F238E27FC236}">
                    <a16:creationId xmlns:a16="http://schemas.microsoft.com/office/drawing/2014/main" id="{2179D321-1B8B-4B87-B626-CC0CAF5C54BF}"/>
                  </a:ext>
                </a:extLst>
              </p:cNvPr>
              <p:cNvSpPr/>
              <p:nvPr/>
            </p:nvSpPr>
            <p:spPr>
              <a:xfrm>
                <a:off x="3166183" y="3521160"/>
                <a:ext cx="65863" cy="112361"/>
              </a:xfrm>
              <a:custGeom>
                <a:avLst/>
                <a:gdLst/>
                <a:ahLst/>
                <a:cxnLst/>
                <a:rect l="l" t="t" r="r" b="b"/>
                <a:pathLst>
                  <a:path w="619" h="1056" extrusionOk="0">
                    <a:moveTo>
                      <a:pt x="554" y="0"/>
                    </a:moveTo>
                    <a:cubicBezTo>
                      <a:pt x="554" y="7"/>
                      <a:pt x="561" y="43"/>
                      <a:pt x="561" y="86"/>
                    </a:cubicBezTo>
                    <a:cubicBezTo>
                      <a:pt x="541" y="216"/>
                      <a:pt x="425" y="511"/>
                      <a:pt x="339" y="711"/>
                    </a:cubicBezTo>
                    <a:cubicBezTo>
                      <a:pt x="296" y="797"/>
                      <a:pt x="266" y="870"/>
                      <a:pt x="246" y="906"/>
                    </a:cubicBezTo>
                    <a:cubicBezTo>
                      <a:pt x="237" y="916"/>
                      <a:pt x="224" y="922"/>
                      <a:pt x="203" y="922"/>
                    </a:cubicBezTo>
                    <a:cubicBezTo>
                      <a:pt x="166" y="922"/>
                      <a:pt x="104" y="902"/>
                      <a:pt x="8" y="847"/>
                    </a:cubicBezTo>
                    <a:lnTo>
                      <a:pt x="1" y="992"/>
                    </a:lnTo>
                    <a:cubicBezTo>
                      <a:pt x="73" y="1028"/>
                      <a:pt x="152" y="1056"/>
                      <a:pt x="209" y="1056"/>
                    </a:cubicBezTo>
                    <a:cubicBezTo>
                      <a:pt x="246" y="1056"/>
                      <a:pt x="273" y="1042"/>
                      <a:pt x="289" y="1020"/>
                    </a:cubicBezTo>
                    <a:cubicBezTo>
                      <a:pt x="346" y="906"/>
                      <a:pt x="575" y="388"/>
                      <a:pt x="604" y="186"/>
                    </a:cubicBezTo>
                    <a:cubicBezTo>
                      <a:pt x="618" y="114"/>
                      <a:pt x="618" y="107"/>
                      <a:pt x="561" y="14"/>
                    </a:cubicBezTo>
                    <a:cubicBezTo>
                      <a:pt x="561" y="7"/>
                      <a:pt x="561" y="7"/>
                      <a:pt x="5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9" name="Google Shape;813;p41">
                <a:extLst>
                  <a:ext uri="{FF2B5EF4-FFF2-40B4-BE49-F238E27FC236}">
                    <a16:creationId xmlns:a16="http://schemas.microsoft.com/office/drawing/2014/main" id="{DACC7585-B297-4251-AFEA-FC0AD1BE9FF4}"/>
                  </a:ext>
                </a:extLst>
              </p:cNvPr>
              <p:cNvSpPr/>
              <p:nvPr/>
            </p:nvSpPr>
            <p:spPr>
              <a:xfrm>
                <a:off x="3225131" y="3521160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0" name="Google Shape;814;p41">
                <a:extLst>
                  <a:ext uri="{FF2B5EF4-FFF2-40B4-BE49-F238E27FC236}">
                    <a16:creationId xmlns:a16="http://schemas.microsoft.com/office/drawing/2014/main" id="{2B21F7F1-9A95-44CA-BA80-85805F36077D}"/>
                  </a:ext>
                </a:extLst>
              </p:cNvPr>
              <p:cNvSpPr/>
              <p:nvPr/>
            </p:nvSpPr>
            <p:spPr>
              <a:xfrm>
                <a:off x="3225131" y="3521160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1" name="Google Shape;815;p41">
                <a:extLst>
                  <a:ext uri="{FF2B5EF4-FFF2-40B4-BE49-F238E27FC236}">
                    <a16:creationId xmlns:a16="http://schemas.microsoft.com/office/drawing/2014/main" id="{3FDEF62D-4F05-4E5B-AB78-F46C2830C0DB}"/>
                  </a:ext>
                </a:extLst>
              </p:cNvPr>
              <p:cNvSpPr/>
              <p:nvPr/>
            </p:nvSpPr>
            <p:spPr>
              <a:xfrm>
                <a:off x="3166183" y="3476683"/>
                <a:ext cx="77355" cy="17375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1633" extrusionOk="0">
                    <a:moveTo>
                      <a:pt x="209" y="1"/>
                    </a:moveTo>
                    <a:lnTo>
                      <a:pt x="209" y="144"/>
                    </a:lnTo>
                    <a:lnTo>
                      <a:pt x="396" y="246"/>
                    </a:lnTo>
                    <a:cubicBezTo>
                      <a:pt x="418" y="259"/>
                      <a:pt x="446" y="282"/>
                      <a:pt x="475" y="309"/>
                    </a:cubicBezTo>
                    <a:cubicBezTo>
                      <a:pt x="504" y="339"/>
                      <a:pt x="532" y="375"/>
                      <a:pt x="554" y="418"/>
                    </a:cubicBezTo>
                    <a:cubicBezTo>
                      <a:pt x="561" y="425"/>
                      <a:pt x="561" y="425"/>
                      <a:pt x="561" y="432"/>
                    </a:cubicBezTo>
                    <a:cubicBezTo>
                      <a:pt x="618" y="525"/>
                      <a:pt x="618" y="532"/>
                      <a:pt x="604" y="604"/>
                    </a:cubicBezTo>
                    <a:cubicBezTo>
                      <a:pt x="575" y="806"/>
                      <a:pt x="346" y="1324"/>
                      <a:pt x="289" y="1438"/>
                    </a:cubicBezTo>
                    <a:cubicBezTo>
                      <a:pt x="273" y="1460"/>
                      <a:pt x="246" y="1474"/>
                      <a:pt x="209" y="1474"/>
                    </a:cubicBezTo>
                    <a:cubicBezTo>
                      <a:pt x="152" y="1474"/>
                      <a:pt x="73" y="1446"/>
                      <a:pt x="1" y="1410"/>
                    </a:cubicBezTo>
                    <a:lnTo>
                      <a:pt x="1" y="1546"/>
                    </a:lnTo>
                    <a:cubicBezTo>
                      <a:pt x="30" y="1560"/>
                      <a:pt x="66" y="1583"/>
                      <a:pt x="101" y="1596"/>
                    </a:cubicBezTo>
                    <a:cubicBezTo>
                      <a:pt x="116" y="1603"/>
                      <a:pt x="130" y="1603"/>
                      <a:pt x="144" y="1610"/>
                    </a:cubicBezTo>
                    <a:cubicBezTo>
                      <a:pt x="152" y="1610"/>
                      <a:pt x="166" y="1619"/>
                      <a:pt x="180" y="1619"/>
                    </a:cubicBezTo>
                    <a:cubicBezTo>
                      <a:pt x="196" y="1626"/>
                      <a:pt x="209" y="1626"/>
                      <a:pt x="223" y="1633"/>
                    </a:cubicBezTo>
                    <a:lnTo>
                      <a:pt x="266" y="1633"/>
                    </a:lnTo>
                    <a:cubicBezTo>
                      <a:pt x="325" y="1633"/>
                      <a:pt x="375" y="1619"/>
                      <a:pt x="396" y="1567"/>
                    </a:cubicBezTo>
                    <a:cubicBezTo>
                      <a:pt x="439" y="1481"/>
                      <a:pt x="698" y="929"/>
                      <a:pt x="720" y="691"/>
                    </a:cubicBezTo>
                    <a:cubicBezTo>
                      <a:pt x="727" y="627"/>
                      <a:pt x="713" y="497"/>
                      <a:pt x="654" y="396"/>
                    </a:cubicBezTo>
                    <a:cubicBezTo>
                      <a:pt x="648" y="375"/>
                      <a:pt x="641" y="359"/>
                      <a:pt x="634" y="346"/>
                    </a:cubicBezTo>
                    <a:cubicBezTo>
                      <a:pt x="627" y="346"/>
                      <a:pt x="627" y="339"/>
                      <a:pt x="618" y="332"/>
                    </a:cubicBezTo>
                    <a:cubicBezTo>
                      <a:pt x="611" y="325"/>
                      <a:pt x="604" y="309"/>
                      <a:pt x="598" y="296"/>
                    </a:cubicBezTo>
                    <a:cubicBezTo>
                      <a:pt x="584" y="282"/>
                      <a:pt x="575" y="266"/>
                      <a:pt x="561" y="252"/>
                    </a:cubicBezTo>
                    <a:cubicBezTo>
                      <a:pt x="561" y="252"/>
                      <a:pt x="554" y="246"/>
                      <a:pt x="554" y="239"/>
                    </a:cubicBezTo>
                    <a:cubicBezTo>
                      <a:pt x="532" y="223"/>
                      <a:pt x="518" y="202"/>
                      <a:pt x="504" y="187"/>
                    </a:cubicBezTo>
                    <a:cubicBezTo>
                      <a:pt x="461" y="152"/>
                      <a:pt x="425" y="123"/>
                      <a:pt x="396" y="109"/>
                    </a:cubicBezTo>
                    <a:lnTo>
                      <a:pt x="20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2" name="Google Shape;816;p41">
                <a:extLst>
                  <a:ext uri="{FF2B5EF4-FFF2-40B4-BE49-F238E27FC236}">
                    <a16:creationId xmlns:a16="http://schemas.microsoft.com/office/drawing/2014/main" id="{EA8048AA-EE43-410E-AA00-8F1F8BD75B2A}"/>
                  </a:ext>
                </a:extLst>
              </p:cNvPr>
              <p:cNvSpPr/>
              <p:nvPr/>
            </p:nvSpPr>
            <p:spPr>
              <a:xfrm>
                <a:off x="3189166" y="3443805"/>
                <a:ext cx="98848" cy="208868"/>
              </a:xfrm>
              <a:custGeom>
                <a:avLst/>
                <a:gdLst/>
                <a:ahLst/>
                <a:cxnLst/>
                <a:rect l="l" t="t" r="r" b="b"/>
                <a:pathLst>
                  <a:path w="929" h="1963" extrusionOk="0">
                    <a:moveTo>
                      <a:pt x="281" y="1"/>
                    </a:moveTo>
                    <a:lnTo>
                      <a:pt x="0" y="166"/>
                    </a:lnTo>
                    <a:lnTo>
                      <a:pt x="245" y="310"/>
                    </a:lnTo>
                    <a:cubicBezTo>
                      <a:pt x="266" y="323"/>
                      <a:pt x="295" y="339"/>
                      <a:pt x="316" y="360"/>
                    </a:cubicBezTo>
                    <a:cubicBezTo>
                      <a:pt x="325" y="367"/>
                      <a:pt x="331" y="367"/>
                      <a:pt x="338" y="375"/>
                    </a:cubicBezTo>
                    <a:lnTo>
                      <a:pt x="345" y="382"/>
                    </a:lnTo>
                    <a:cubicBezTo>
                      <a:pt x="359" y="396"/>
                      <a:pt x="368" y="403"/>
                      <a:pt x="375" y="410"/>
                    </a:cubicBezTo>
                    <a:cubicBezTo>
                      <a:pt x="411" y="439"/>
                      <a:pt x="438" y="475"/>
                      <a:pt x="475" y="518"/>
                    </a:cubicBezTo>
                    <a:cubicBezTo>
                      <a:pt x="482" y="532"/>
                      <a:pt x="488" y="539"/>
                      <a:pt x="497" y="555"/>
                    </a:cubicBezTo>
                    <a:cubicBezTo>
                      <a:pt x="504" y="568"/>
                      <a:pt x="511" y="575"/>
                      <a:pt x="518" y="591"/>
                    </a:cubicBezTo>
                    <a:cubicBezTo>
                      <a:pt x="525" y="598"/>
                      <a:pt x="525" y="605"/>
                      <a:pt x="532" y="611"/>
                    </a:cubicBezTo>
                    <a:cubicBezTo>
                      <a:pt x="540" y="625"/>
                      <a:pt x="547" y="634"/>
                      <a:pt x="554" y="648"/>
                    </a:cubicBezTo>
                    <a:cubicBezTo>
                      <a:pt x="618" y="770"/>
                      <a:pt x="647" y="900"/>
                      <a:pt x="633" y="1007"/>
                    </a:cubicBezTo>
                    <a:cubicBezTo>
                      <a:pt x="604" y="1251"/>
                      <a:pt x="345" y="1819"/>
                      <a:pt x="302" y="1898"/>
                    </a:cubicBezTo>
                    <a:cubicBezTo>
                      <a:pt x="288" y="1928"/>
                      <a:pt x="266" y="1948"/>
                      <a:pt x="245" y="1962"/>
                    </a:cubicBezTo>
                    <a:lnTo>
                      <a:pt x="525" y="1798"/>
                    </a:lnTo>
                    <a:cubicBezTo>
                      <a:pt x="547" y="1783"/>
                      <a:pt x="568" y="1762"/>
                      <a:pt x="583" y="1733"/>
                    </a:cubicBezTo>
                    <a:cubicBezTo>
                      <a:pt x="626" y="1653"/>
                      <a:pt x="877" y="1093"/>
                      <a:pt x="913" y="850"/>
                    </a:cubicBezTo>
                    <a:cubicBezTo>
                      <a:pt x="928" y="734"/>
                      <a:pt x="899" y="611"/>
                      <a:pt x="833" y="482"/>
                    </a:cubicBezTo>
                    <a:cubicBezTo>
                      <a:pt x="740" y="316"/>
                      <a:pt x="611" y="194"/>
                      <a:pt x="525" y="144"/>
                    </a:cubicBezTo>
                    <a:lnTo>
                      <a:pt x="382" y="65"/>
                    </a:lnTo>
                    <a:lnTo>
                      <a:pt x="28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3" name="Google Shape;817;p41">
                <a:extLst>
                  <a:ext uri="{FF2B5EF4-FFF2-40B4-BE49-F238E27FC236}">
                    <a16:creationId xmlns:a16="http://schemas.microsoft.com/office/drawing/2014/main" id="{825D9459-32F0-462D-9036-E93D08B91690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7874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74" h="37" extrusionOk="0">
                    <a:moveTo>
                      <a:pt x="1" y="0"/>
                    </a:moveTo>
                    <a:cubicBezTo>
                      <a:pt x="10" y="6"/>
                      <a:pt x="21" y="11"/>
                      <a:pt x="32" y="16"/>
                    </a:cubicBezTo>
                    <a:lnTo>
                      <a:pt x="32" y="16"/>
                    </a:lnTo>
                    <a:lnTo>
                      <a:pt x="1" y="0"/>
                    </a:lnTo>
                    <a:close/>
                    <a:moveTo>
                      <a:pt x="32" y="16"/>
                    </a:moveTo>
                    <a:lnTo>
                      <a:pt x="73" y="37"/>
                    </a:lnTo>
                    <a:cubicBezTo>
                      <a:pt x="61" y="29"/>
                      <a:pt x="47" y="22"/>
                      <a:pt x="32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4" name="Google Shape;818;p41">
                <a:extLst>
                  <a:ext uri="{FF2B5EF4-FFF2-40B4-BE49-F238E27FC236}">
                    <a16:creationId xmlns:a16="http://schemas.microsoft.com/office/drawing/2014/main" id="{7EFC9118-292B-4FD5-A290-BCB7BCDCB66F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7874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74" h="37" fill="none" extrusionOk="0">
                    <a:moveTo>
                      <a:pt x="73" y="37"/>
                    </a:moveTo>
                    <a:cubicBezTo>
                      <a:pt x="52" y="23"/>
                      <a:pt x="23" y="14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5" name="Google Shape;819;p41">
                <a:extLst>
                  <a:ext uri="{FF2B5EF4-FFF2-40B4-BE49-F238E27FC236}">
                    <a16:creationId xmlns:a16="http://schemas.microsoft.com/office/drawing/2014/main" id="{BFFE1DBE-89F8-42F6-874D-CE5D9FE9C6A3}"/>
                  </a:ext>
                </a:extLst>
              </p:cNvPr>
              <p:cNvSpPr/>
              <p:nvPr/>
            </p:nvSpPr>
            <p:spPr>
              <a:xfrm>
                <a:off x="3184591" y="3461467"/>
                <a:ext cx="73524" cy="193227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816" extrusionOk="0">
                    <a:moveTo>
                      <a:pt x="43" y="0"/>
                    </a:moveTo>
                    <a:lnTo>
                      <a:pt x="36" y="144"/>
                    </a:lnTo>
                    <a:lnTo>
                      <a:pt x="223" y="252"/>
                    </a:lnTo>
                    <a:cubicBezTo>
                      <a:pt x="252" y="266"/>
                      <a:pt x="288" y="295"/>
                      <a:pt x="331" y="330"/>
                    </a:cubicBezTo>
                    <a:cubicBezTo>
                      <a:pt x="345" y="345"/>
                      <a:pt x="359" y="366"/>
                      <a:pt x="381" y="382"/>
                    </a:cubicBezTo>
                    <a:cubicBezTo>
                      <a:pt x="381" y="389"/>
                      <a:pt x="388" y="395"/>
                      <a:pt x="388" y="395"/>
                    </a:cubicBezTo>
                    <a:cubicBezTo>
                      <a:pt x="402" y="409"/>
                      <a:pt x="411" y="425"/>
                      <a:pt x="425" y="439"/>
                    </a:cubicBezTo>
                    <a:cubicBezTo>
                      <a:pt x="431" y="452"/>
                      <a:pt x="438" y="468"/>
                      <a:pt x="445" y="475"/>
                    </a:cubicBezTo>
                    <a:cubicBezTo>
                      <a:pt x="454" y="482"/>
                      <a:pt x="454" y="489"/>
                      <a:pt x="461" y="489"/>
                    </a:cubicBezTo>
                    <a:cubicBezTo>
                      <a:pt x="468" y="502"/>
                      <a:pt x="475" y="518"/>
                      <a:pt x="481" y="539"/>
                    </a:cubicBezTo>
                    <a:cubicBezTo>
                      <a:pt x="540" y="640"/>
                      <a:pt x="554" y="770"/>
                      <a:pt x="547" y="834"/>
                    </a:cubicBezTo>
                    <a:cubicBezTo>
                      <a:pt x="525" y="1072"/>
                      <a:pt x="266" y="1624"/>
                      <a:pt x="223" y="1710"/>
                    </a:cubicBezTo>
                    <a:cubicBezTo>
                      <a:pt x="202" y="1762"/>
                      <a:pt x="152" y="1776"/>
                      <a:pt x="93" y="1776"/>
                    </a:cubicBezTo>
                    <a:lnTo>
                      <a:pt x="50" y="1776"/>
                    </a:lnTo>
                    <a:cubicBezTo>
                      <a:pt x="36" y="1769"/>
                      <a:pt x="23" y="1769"/>
                      <a:pt x="7" y="1762"/>
                    </a:cubicBezTo>
                    <a:cubicBezTo>
                      <a:pt x="7" y="1769"/>
                      <a:pt x="0" y="1769"/>
                      <a:pt x="0" y="1776"/>
                    </a:cubicBezTo>
                    <a:cubicBezTo>
                      <a:pt x="69" y="1798"/>
                      <a:pt x="137" y="1815"/>
                      <a:pt x="196" y="1815"/>
                    </a:cubicBezTo>
                    <a:cubicBezTo>
                      <a:pt x="230" y="1815"/>
                      <a:pt x="262" y="1810"/>
                      <a:pt x="288" y="1796"/>
                    </a:cubicBezTo>
                    <a:cubicBezTo>
                      <a:pt x="309" y="1782"/>
                      <a:pt x="331" y="1762"/>
                      <a:pt x="345" y="1732"/>
                    </a:cubicBezTo>
                    <a:cubicBezTo>
                      <a:pt x="388" y="1653"/>
                      <a:pt x="647" y="1085"/>
                      <a:pt x="676" y="841"/>
                    </a:cubicBezTo>
                    <a:cubicBezTo>
                      <a:pt x="690" y="734"/>
                      <a:pt x="661" y="604"/>
                      <a:pt x="597" y="482"/>
                    </a:cubicBezTo>
                    <a:cubicBezTo>
                      <a:pt x="590" y="468"/>
                      <a:pt x="583" y="459"/>
                      <a:pt x="575" y="445"/>
                    </a:cubicBezTo>
                    <a:cubicBezTo>
                      <a:pt x="568" y="439"/>
                      <a:pt x="568" y="432"/>
                      <a:pt x="561" y="425"/>
                    </a:cubicBezTo>
                    <a:cubicBezTo>
                      <a:pt x="554" y="409"/>
                      <a:pt x="547" y="402"/>
                      <a:pt x="540" y="389"/>
                    </a:cubicBezTo>
                    <a:cubicBezTo>
                      <a:pt x="531" y="373"/>
                      <a:pt x="525" y="366"/>
                      <a:pt x="518" y="352"/>
                    </a:cubicBezTo>
                    <a:cubicBezTo>
                      <a:pt x="481" y="309"/>
                      <a:pt x="454" y="273"/>
                      <a:pt x="418" y="244"/>
                    </a:cubicBezTo>
                    <a:cubicBezTo>
                      <a:pt x="411" y="237"/>
                      <a:pt x="402" y="230"/>
                      <a:pt x="388" y="216"/>
                    </a:cubicBezTo>
                    <a:lnTo>
                      <a:pt x="381" y="209"/>
                    </a:lnTo>
                    <a:cubicBezTo>
                      <a:pt x="374" y="201"/>
                      <a:pt x="368" y="201"/>
                      <a:pt x="359" y="194"/>
                    </a:cubicBezTo>
                    <a:cubicBezTo>
                      <a:pt x="338" y="173"/>
                      <a:pt x="309" y="157"/>
                      <a:pt x="288" y="144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6" name="Google Shape;820;p41">
                <a:extLst>
                  <a:ext uri="{FF2B5EF4-FFF2-40B4-BE49-F238E27FC236}">
                    <a16:creationId xmlns:a16="http://schemas.microsoft.com/office/drawing/2014/main" id="{BDF28B7A-916A-4395-9D60-068ABDDC5370}"/>
                  </a:ext>
                </a:extLst>
              </p:cNvPr>
              <p:cNvSpPr/>
              <p:nvPr/>
            </p:nvSpPr>
            <p:spPr>
              <a:xfrm>
                <a:off x="2686730" y="3876653"/>
                <a:ext cx="23834" cy="19259"/>
              </a:xfrm>
              <a:custGeom>
                <a:avLst/>
                <a:gdLst/>
                <a:ahLst/>
                <a:cxnLst/>
                <a:rect l="l" t="t" r="r" b="b"/>
                <a:pathLst>
                  <a:path w="224" h="181" extrusionOk="0">
                    <a:moveTo>
                      <a:pt x="144" y="1"/>
                    </a:moveTo>
                    <a:lnTo>
                      <a:pt x="1" y="80"/>
                    </a:lnTo>
                    <a:cubicBezTo>
                      <a:pt x="28" y="116"/>
                      <a:pt x="28" y="152"/>
                      <a:pt x="1" y="180"/>
                    </a:cubicBezTo>
                    <a:lnTo>
                      <a:pt x="223" y="51"/>
                    </a:lnTo>
                    <a:lnTo>
                      <a:pt x="14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7" name="Google Shape;821;p41">
                <a:extLst>
                  <a:ext uri="{FF2B5EF4-FFF2-40B4-BE49-F238E27FC236}">
                    <a16:creationId xmlns:a16="http://schemas.microsoft.com/office/drawing/2014/main" id="{B0C74402-8BEC-4E85-93AD-A43E96CD29C4}"/>
                  </a:ext>
                </a:extLst>
              </p:cNvPr>
              <p:cNvSpPr/>
              <p:nvPr/>
            </p:nvSpPr>
            <p:spPr>
              <a:xfrm>
                <a:off x="2248455" y="3779081"/>
                <a:ext cx="619582" cy="288244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2709" extrusionOk="0">
                    <a:moveTo>
                      <a:pt x="2612" y="0"/>
                    </a:moveTo>
                    <a:cubicBezTo>
                      <a:pt x="2570" y="0"/>
                      <a:pt x="2526" y="9"/>
                      <a:pt x="2495" y="27"/>
                    </a:cubicBezTo>
                    <a:lnTo>
                      <a:pt x="66" y="1428"/>
                    </a:lnTo>
                    <a:cubicBezTo>
                      <a:pt x="0" y="1471"/>
                      <a:pt x="0" y="1528"/>
                      <a:pt x="66" y="1565"/>
                    </a:cubicBezTo>
                    <a:lnTo>
                      <a:pt x="719" y="1946"/>
                    </a:lnTo>
                    <a:lnTo>
                      <a:pt x="2315" y="1019"/>
                    </a:lnTo>
                    <a:cubicBezTo>
                      <a:pt x="2347" y="1001"/>
                      <a:pt x="2390" y="992"/>
                      <a:pt x="2433" y="992"/>
                    </a:cubicBezTo>
                    <a:cubicBezTo>
                      <a:pt x="2476" y="992"/>
                      <a:pt x="2520" y="1001"/>
                      <a:pt x="2551" y="1019"/>
                    </a:cubicBezTo>
                    <a:lnTo>
                      <a:pt x="2610" y="1054"/>
                    </a:lnTo>
                    <a:lnTo>
                      <a:pt x="2883" y="1213"/>
                    </a:lnTo>
                    <a:lnTo>
                      <a:pt x="3162" y="1371"/>
                    </a:lnTo>
                    <a:lnTo>
                      <a:pt x="3436" y="1528"/>
                    </a:lnTo>
                    <a:lnTo>
                      <a:pt x="3709" y="1687"/>
                    </a:lnTo>
                    <a:lnTo>
                      <a:pt x="3982" y="1846"/>
                    </a:lnTo>
                    <a:lnTo>
                      <a:pt x="4256" y="2003"/>
                    </a:lnTo>
                    <a:lnTo>
                      <a:pt x="4528" y="2161"/>
                    </a:lnTo>
                    <a:lnTo>
                      <a:pt x="4801" y="2320"/>
                    </a:lnTo>
                    <a:lnTo>
                      <a:pt x="5075" y="2477"/>
                    </a:lnTo>
                    <a:lnTo>
                      <a:pt x="5477" y="2708"/>
                    </a:lnTo>
                    <a:lnTo>
                      <a:pt x="5822" y="2506"/>
                    </a:lnTo>
                    <a:lnTo>
                      <a:pt x="5427" y="2277"/>
                    </a:lnTo>
                    <a:lnTo>
                      <a:pt x="5413" y="2270"/>
                    </a:lnTo>
                    <a:lnTo>
                      <a:pt x="5550" y="2191"/>
                    </a:lnTo>
                    <a:cubicBezTo>
                      <a:pt x="5575" y="2198"/>
                      <a:pt x="5601" y="2201"/>
                      <a:pt x="5629" y="2201"/>
                    </a:cubicBezTo>
                    <a:cubicBezTo>
                      <a:pt x="5657" y="2201"/>
                      <a:pt x="5686" y="2198"/>
                      <a:pt x="5715" y="2191"/>
                    </a:cubicBezTo>
                    <a:cubicBezTo>
                      <a:pt x="5664" y="2191"/>
                      <a:pt x="5620" y="2175"/>
                      <a:pt x="5586" y="2155"/>
                    </a:cubicBezTo>
                    <a:cubicBezTo>
                      <a:pt x="5514" y="2111"/>
                      <a:pt x="5514" y="2039"/>
                      <a:pt x="5593" y="2003"/>
                    </a:cubicBezTo>
                    <a:cubicBezTo>
                      <a:pt x="5607" y="1989"/>
                      <a:pt x="5620" y="1982"/>
                      <a:pt x="5643" y="1975"/>
                    </a:cubicBezTo>
                    <a:cubicBezTo>
                      <a:pt x="5593" y="1975"/>
                      <a:pt x="5534" y="1989"/>
                      <a:pt x="5500" y="2011"/>
                    </a:cubicBezTo>
                    <a:cubicBezTo>
                      <a:pt x="5434" y="2046"/>
                      <a:pt x="5427" y="2098"/>
                      <a:pt x="5463" y="2132"/>
                    </a:cubicBezTo>
                    <a:lnTo>
                      <a:pt x="5319" y="2218"/>
                    </a:lnTo>
                    <a:lnTo>
                      <a:pt x="5155" y="2118"/>
                    </a:lnTo>
                    <a:lnTo>
                      <a:pt x="4880" y="1960"/>
                    </a:lnTo>
                    <a:lnTo>
                      <a:pt x="4817" y="1925"/>
                    </a:lnTo>
                    <a:lnTo>
                      <a:pt x="4953" y="1846"/>
                    </a:lnTo>
                    <a:cubicBezTo>
                      <a:pt x="4978" y="1853"/>
                      <a:pt x="5007" y="1856"/>
                      <a:pt x="5036" y="1856"/>
                    </a:cubicBezTo>
                    <a:cubicBezTo>
                      <a:pt x="5065" y="1856"/>
                      <a:pt x="5093" y="1853"/>
                      <a:pt x="5118" y="1846"/>
                    </a:cubicBezTo>
                    <a:cubicBezTo>
                      <a:pt x="5075" y="1846"/>
                      <a:pt x="5032" y="1830"/>
                      <a:pt x="4996" y="1816"/>
                    </a:cubicBezTo>
                    <a:cubicBezTo>
                      <a:pt x="4924" y="1766"/>
                      <a:pt x="4924" y="1701"/>
                      <a:pt x="4996" y="1658"/>
                    </a:cubicBezTo>
                    <a:cubicBezTo>
                      <a:pt x="5010" y="1644"/>
                      <a:pt x="5032" y="1637"/>
                      <a:pt x="5053" y="1637"/>
                    </a:cubicBezTo>
                    <a:cubicBezTo>
                      <a:pt x="5043" y="1636"/>
                      <a:pt x="5033" y="1635"/>
                      <a:pt x="5023" y="1635"/>
                    </a:cubicBezTo>
                    <a:cubicBezTo>
                      <a:pt x="4977" y="1635"/>
                      <a:pt x="4933" y="1648"/>
                      <a:pt x="4903" y="1666"/>
                    </a:cubicBezTo>
                    <a:cubicBezTo>
                      <a:pt x="4844" y="1701"/>
                      <a:pt x="4830" y="1753"/>
                      <a:pt x="4867" y="1796"/>
                    </a:cubicBezTo>
                    <a:lnTo>
                      <a:pt x="4730" y="1873"/>
                    </a:lnTo>
                    <a:lnTo>
                      <a:pt x="4608" y="1803"/>
                    </a:lnTo>
                    <a:lnTo>
                      <a:pt x="4327" y="1644"/>
                    </a:lnTo>
                    <a:lnTo>
                      <a:pt x="4220" y="1580"/>
                    </a:lnTo>
                    <a:lnTo>
                      <a:pt x="4356" y="1501"/>
                    </a:lnTo>
                    <a:cubicBezTo>
                      <a:pt x="4384" y="1508"/>
                      <a:pt x="4413" y="1511"/>
                      <a:pt x="4441" y="1511"/>
                    </a:cubicBezTo>
                    <a:cubicBezTo>
                      <a:pt x="4469" y="1511"/>
                      <a:pt x="4497" y="1508"/>
                      <a:pt x="4522" y="1501"/>
                    </a:cubicBezTo>
                    <a:cubicBezTo>
                      <a:pt x="4478" y="1501"/>
                      <a:pt x="4435" y="1485"/>
                      <a:pt x="4406" y="1471"/>
                    </a:cubicBezTo>
                    <a:cubicBezTo>
                      <a:pt x="4327" y="1428"/>
                      <a:pt x="4335" y="1356"/>
                      <a:pt x="4406" y="1313"/>
                    </a:cubicBezTo>
                    <a:cubicBezTo>
                      <a:pt x="4422" y="1306"/>
                      <a:pt x="4442" y="1299"/>
                      <a:pt x="4456" y="1292"/>
                    </a:cubicBezTo>
                    <a:cubicBezTo>
                      <a:pt x="4447" y="1291"/>
                      <a:pt x="4438" y="1290"/>
                      <a:pt x="4429" y="1290"/>
                    </a:cubicBezTo>
                    <a:cubicBezTo>
                      <a:pt x="4386" y="1290"/>
                      <a:pt x="4341" y="1303"/>
                      <a:pt x="4306" y="1321"/>
                    </a:cubicBezTo>
                    <a:cubicBezTo>
                      <a:pt x="4249" y="1356"/>
                      <a:pt x="4233" y="1408"/>
                      <a:pt x="4270" y="1451"/>
                    </a:cubicBezTo>
                    <a:lnTo>
                      <a:pt x="4133" y="1528"/>
                    </a:lnTo>
                    <a:lnTo>
                      <a:pt x="4054" y="1485"/>
                    </a:lnTo>
                    <a:lnTo>
                      <a:pt x="3868" y="1378"/>
                    </a:lnTo>
                    <a:cubicBezTo>
                      <a:pt x="3802" y="1342"/>
                      <a:pt x="3802" y="1278"/>
                      <a:pt x="3868" y="1242"/>
                    </a:cubicBezTo>
                    <a:lnTo>
                      <a:pt x="4040" y="1140"/>
                    </a:lnTo>
                    <a:lnTo>
                      <a:pt x="4040" y="1140"/>
                    </a:lnTo>
                    <a:cubicBezTo>
                      <a:pt x="4010" y="1153"/>
                      <a:pt x="3975" y="1158"/>
                      <a:pt x="3941" y="1158"/>
                    </a:cubicBezTo>
                    <a:cubicBezTo>
                      <a:pt x="3894" y="1158"/>
                      <a:pt x="3847" y="1147"/>
                      <a:pt x="3809" y="1126"/>
                    </a:cubicBezTo>
                    <a:cubicBezTo>
                      <a:pt x="3738" y="1083"/>
                      <a:pt x="3738" y="1011"/>
                      <a:pt x="3818" y="968"/>
                    </a:cubicBezTo>
                    <a:cubicBezTo>
                      <a:pt x="3853" y="946"/>
                      <a:pt x="3901" y="935"/>
                      <a:pt x="3949" y="935"/>
                    </a:cubicBezTo>
                    <a:cubicBezTo>
                      <a:pt x="3977" y="935"/>
                      <a:pt x="4006" y="939"/>
                      <a:pt x="4033" y="947"/>
                    </a:cubicBezTo>
                    <a:lnTo>
                      <a:pt x="4170" y="868"/>
                    </a:lnTo>
                    <a:lnTo>
                      <a:pt x="3666" y="573"/>
                    </a:lnTo>
                    <a:lnTo>
                      <a:pt x="3530" y="652"/>
                    </a:lnTo>
                    <a:cubicBezTo>
                      <a:pt x="3566" y="695"/>
                      <a:pt x="3550" y="745"/>
                      <a:pt x="3493" y="781"/>
                    </a:cubicBezTo>
                    <a:cubicBezTo>
                      <a:pt x="3454" y="803"/>
                      <a:pt x="3405" y="814"/>
                      <a:pt x="3357" y="814"/>
                    </a:cubicBezTo>
                    <a:cubicBezTo>
                      <a:pt x="3309" y="814"/>
                      <a:pt x="3261" y="803"/>
                      <a:pt x="3221" y="781"/>
                    </a:cubicBezTo>
                    <a:cubicBezTo>
                      <a:pt x="3148" y="738"/>
                      <a:pt x="3148" y="666"/>
                      <a:pt x="3221" y="623"/>
                    </a:cubicBezTo>
                    <a:cubicBezTo>
                      <a:pt x="3260" y="601"/>
                      <a:pt x="3307" y="593"/>
                      <a:pt x="3355" y="593"/>
                    </a:cubicBezTo>
                    <a:cubicBezTo>
                      <a:pt x="3385" y="593"/>
                      <a:pt x="3415" y="597"/>
                      <a:pt x="3443" y="602"/>
                    </a:cubicBezTo>
                    <a:lnTo>
                      <a:pt x="3580" y="523"/>
                    </a:lnTo>
                    <a:lnTo>
                      <a:pt x="3076" y="228"/>
                    </a:lnTo>
                    <a:lnTo>
                      <a:pt x="2940" y="314"/>
                    </a:lnTo>
                    <a:cubicBezTo>
                      <a:pt x="2969" y="350"/>
                      <a:pt x="2962" y="400"/>
                      <a:pt x="2903" y="436"/>
                    </a:cubicBezTo>
                    <a:cubicBezTo>
                      <a:pt x="2865" y="458"/>
                      <a:pt x="2815" y="469"/>
                      <a:pt x="2765" y="469"/>
                    </a:cubicBezTo>
                    <a:cubicBezTo>
                      <a:pt x="2716" y="469"/>
                      <a:pt x="2667" y="458"/>
                      <a:pt x="2631" y="436"/>
                    </a:cubicBezTo>
                    <a:cubicBezTo>
                      <a:pt x="2558" y="393"/>
                      <a:pt x="2558" y="321"/>
                      <a:pt x="2631" y="278"/>
                    </a:cubicBezTo>
                    <a:cubicBezTo>
                      <a:pt x="2669" y="259"/>
                      <a:pt x="2724" y="250"/>
                      <a:pt x="2775" y="250"/>
                    </a:cubicBezTo>
                    <a:cubicBezTo>
                      <a:pt x="2800" y="250"/>
                      <a:pt x="2825" y="252"/>
                      <a:pt x="2846" y="257"/>
                    </a:cubicBezTo>
                    <a:lnTo>
                      <a:pt x="2990" y="178"/>
                    </a:lnTo>
                    <a:lnTo>
                      <a:pt x="2724" y="27"/>
                    </a:lnTo>
                    <a:cubicBezTo>
                      <a:pt x="2696" y="9"/>
                      <a:pt x="2654" y="0"/>
                      <a:pt x="26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8" name="Google Shape;822;p41">
                <a:extLst>
                  <a:ext uri="{FF2B5EF4-FFF2-40B4-BE49-F238E27FC236}">
                    <a16:creationId xmlns:a16="http://schemas.microsoft.com/office/drawing/2014/main" id="{ECB140B5-90D7-4FA8-948F-8F73A3E16F8B}"/>
                  </a:ext>
                </a:extLst>
              </p:cNvPr>
              <p:cNvSpPr/>
              <p:nvPr/>
            </p:nvSpPr>
            <p:spPr>
              <a:xfrm>
                <a:off x="2321128" y="3833879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extrusionOk="0">
                    <a:moveTo>
                      <a:pt x="0" y="1022"/>
                    </a:moveTo>
                    <a:lnTo>
                      <a:pt x="177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9" name="Google Shape;823;p41">
                <a:extLst>
                  <a:ext uri="{FF2B5EF4-FFF2-40B4-BE49-F238E27FC236}">
                    <a16:creationId xmlns:a16="http://schemas.microsoft.com/office/drawing/2014/main" id="{E4850969-D1CF-4D30-B651-FAC87867DD6C}"/>
                  </a:ext>
                </a:extLst>
              </p:cNvPr>
              <p:cNvSpPr/>
              <p:nvPr/>
            </p:nvSpPr>
            <p:spPr>
              <a:xfrm>
                <a:off x="2321128" y="3833879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fill="none" extrusionOk="0">
                    <a:moveTo>
                      <a:pt x="0" y="1022"/>
                    </a:moveTo>
                    <a:lnTo>
                      <a:pt x="1775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60" name="Google Shape;824;p41">
                <a:extLst>
                  <a:ext uri="{FF2B5EF4-FFF2-40B4-BE49-F238E27FC236}">
                    <a16:creationId xmlns:a16="http://schemas.microsoft.com/office/drawing/2014/main" id="{6A0F3968-9729-40ED-986C-6B747F1D84E6}"/>
                  </a:ext>
                </a:extLst>
              </p:cNvPr>
              <p:cNvSpPr/>
              <p:nvPr/>
            </p:nvSpPr>
            <p:spPr>
              <a:xfrm>
                <a:off x="2350070" y="3850797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61" name="Google Shape;825;p41">
                <a:extLst>
                  <a:ext uri="{FF2B5EF4-FFF2-40B4-BE49-F238E27FC236}">
                    <a16:creationId xmlns:a16="http://schemas.microsoft.com/office/drawing/2014/main" id="{E83CE994-96EC-49FB-8749-6400B220E235}"/>
                  </a:ext>
                </a:extLst>
              </p:cNvPr>
              <p:cNvSpPr/>
              <p:nvPr/>
            </p:nvSpPr>
            <p:spPr>
              <a:xfrm>
                <a:off x="2350070" y="3850797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62" name="Google Shape;826;p41">
                <a:extLst>
                  <a:ext uri="{FF2B5EF4-FFF2-40B4-BE49-F238E27FC236}">
                    <a16:creationId xmlns:a16="http://schemas.microsoft.com/office/drawing/2014/main" id="{655E83E2-7F57-41B3-9F89-85EF425298C1}"/>
                  </a:ext>
                </a:extLst>
              </p:cNvPr>
              <p:cNvSpPr/>
              <p:nvPr/>
            </p:nvSpPr>
            <p:spPr>
              <a:xfrm>
                <a:off x="2379331" y="386750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63" name="Google Shape;827;p41">
                <a:extLst>
                  <a:ext uri="{FF2B5EF4-FFF2-40B4-BE49-F238E27FC236}">
                    <a16:creationId xmlns:a16="http://schemas.microsoft.com/office/drawing/2014/main" id="{52413F66-51EA-4133-A0BE-1EAE77EB0682}"/>
                  </a:ext>
                </a:extLst>
              </p:cNvPr>
              <p:cNvSpPr/>
              <p:nvPr/>
            </p:nvSpPr>
            <p:spPr>
              <a:xfrm>
                <a:off x="2379331" y="386750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64" name="Google Shape;828;p41">
                <a:extLst>
                  <a:ext uri="{FF2B5EF4-FFF2-40B4-BE49-F238E27FC236}">
                    <a16:creationId xmlns:a16="http://schemas.microsoft.com/office/drawing/2014/main" id="{960F44D7-1D40-4C73-AC92-0EEFD3F353B0}"/>
                  </a:ext>
                </a:extLst>
              </p:cNvPr>
              <p:cNvSpPr/>
              <p:nvPr/>
            </p:nvSpPr>
            <p:spPr>
              <a:xfrm>
                <a:off x="2408273" y="3884421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65" name="Google Shape;829;p41">
                <a:extLst>
                  <a:ext uri="{FF2B5EF4-FFF2-40B4-BE49-F238E27FC236}">
                    <a16:creationId xmlns:a16="http://schemas.microsoft.com/office/drawing/2014/main" id="{284AFD4F-D06C-41FE-BDD1-3DEAD3A2FC46}"/>
                  </a:ext>
                </a:extLst>
              </p:cNvPr>
              <p:cNvSpPr/>
              <p:nvPr/>
            </p:nvSpPr>
            <p:spPr>
              <a:xfrm>
                <a:off x="2408273" y="3884421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66" name="Google Shape;830;p41">
                <a:extLst>
                  <a:ext uri="{FF2B5EF4-FFF2-40B4-BE49-F238E27FC236}">
                    <a16:creationId xmlns:a16="http://schemas.microsoft.com/office/drawing/2014/main" id="{FFECD64D-9865-40D9-9364-A0DBE5158161}"/>
                  </a:ext>
                </a:extLst>
              </p:cNvPr>
              <p:cNvSpPr/>
              <p:nvPr/>
            </p:nvSpPr>
            <p:spPr>
              <a:xfrm>
                <a:off x="2437321" y="3901232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extrusionOk="0">
                    <a:moveTo>
                      <a:pt x="0" y="1020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67" name="Google Shape;831;p41">
                <a:extLst>
                  <a:ext uri="{FF2B5EF4-FFF2-40B4-BE49-F238E27FC236}">
                    <a16:creationId xmlns:a16="http://schemas.microsoft.com/office/drawing/2014/main" id="{C129AC4A-EED2-4629-8213-BAC20604694A}"/>
                  </a:ext>
                </a:extLst>
              </p:cNvPr>
              <p:cNvSpPr/>
              <p:nvPr/>
            </p:nvSpPr>
            <p:spPr>
              <a:xfrm>
                <a:off x="2437321" y="3901232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fill="none" extrusionOk="0">
                    <a:moveTo>
                      <a:pt x="0" y="1020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68" name="Google Shape;832;p41">
                <a:extLst>
                  <a:ext uri="{FF2B5EF4-FFF2-40B4-BE49-F238E27FC236}">
                    <a16:creationId xmlns:a16="http://schemas.microsoft.com/office/drawing/2014/main" id="{9E87BC9F-B40C-4B96-891A-278E6512E17A}"/>
                  </a:ext>
                </a:extLst>
              </p:cNvPr>
              <p:cNvSpPr/>
              <p:nvPr/>
            </p:nvSpPr>
            <p:spPr>
              <a:xfrm>
                <a:off x="2466475" y="3917938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69" name="Google Shape;833;p41">
                <a:extLst>
                  <a:ext uri="{FF2B5EF4-FFF2-40B4-BE49-F238E27FC236}">
                    <a16:creationId xmlns:a16="http://schemas.microsoft.com/office/drawing/2014/main" id="{171C48C6-EB06-457F-BDF3-FBD881C8557A}"/>
                  </a:ext>
                </a:extLst>
              </p:cNvPr>
              <p:cNvSpPr/>
              <p:nvPr/>
            </p:nvSpPr>
            <p:spPr>
              <a:xfrm>
                <a:off x="2466475" y="3917938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70" name="Google Shape;834;p41">
                <a:extLst>
                  <a:ext uri="{FF2B5EF4-FFF2-40B4-BE49-F238E27FC236}">
                    <a16:creationId xmlns:a16="http://schemas.microsoft.com/office/drawing/2014/main" id="{83FA0010-7FE2-4F18-8E83-341B6E95EEC1}"/>
                  </a:ext>
                </a:extLst>
              </p:cNvPr>
              <p:cNvSpPr/>
              <p:nvPr/>
            </p:nvSpPr>
            <p:spPr>
              <a:xfrm>
                <a:off x="2495523" y="3934856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71" name="Google Shape;835;p41">
                <a:extLst>
                  <a:ext uri="{FF2B5EF4-FFF2-40B4-BE49-F238E27FC236}">
                    <a16:creationId xmlns:a16="http://schemas.microsoft.com/office/drawing/2014/main" id="{19721333-1B2C-461A-A0DA-3AADE05B03DF}"/>
                  </a:ext>
                </a:extLst>
              </p:cNvPr>
              <p:cNvSpPr/>
              <p:nvPr/>
            </p:nvSpPr>
            <p:spPr>
              <a:xfrm>
                <a:off x="2495523" y="3934856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72" name="Google Shape;836;p41">
                <a:extLst>
                  <a:ext uri="{FF2B5EF4-FFF2-40B4-BE49-F238E27FC236}">
                    <a16:creationId xmlns:a16="http://schemas.microsoft.com/office/drawing/2014/main" id="{E18BAD0A-F849-40BA-9F09-D42772B69C5D}"/>
                  </a:ext>
                </a:extLst>
              </p:cNvPr>
              <p:cNvSpPr/>
              <p:nvPr/>
            </p:nvSpPr>
            <p:spPr>
              <a:xfrm>
                <a:off x="2524465" y="3951774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73" name="Google Shape;837;p41">
                <a:extLst>
                  <a:ext uri="{FF2B5EF4-FFF2-40B4-BE49-F238E27FC236}">
                    <a16:creationId xmlns:a16="http://schemas.microsoft.com/office/drawing/2014/main" id="{DFA7FD88-BF90-45AD-B0D3-09D3D1E62CC1}"/>
                  </a:ext>
                </a:extLst>
              </p:cNvPr>
              <p:cNvSpPr/>
              <p:nvPr/>
            </p:nvSpPr>
            <p:spPr>
              <a:xfrm>
                <a:off x="2524465" y="3951774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74" name="Google Shape;838;p41">
                <a:extLst>
                  <a:ext uri="{FF2B5EF4-FFF2-40B4-BE49-F238E27FC236}">
                    <a16:creationId xmlns:a16="http://schemas.microsoft.com/office/drawing/2014/main" id="{E022A43B-1AEF-4D45-BC67-F9BA2C789865}"/>
                  </a:ext>
                </a:extLst>
              </p:cNvPr>
              <p:cNvSpPr/>
              <p:nvPr/>
            </p:nvSpPr>
            <p:spPr>
              <a:xfrm>
                <a:off x="2553619" y="3968479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75" name="Google Shape;839;p41">
                <a:extLst>
                  <a:ext uri="{FF2B5EF4-FFF2-40B4-BE49-F238E27FC236}">
                    <a16:creationId xmlns:a16="http://schemas.microsoft.com/office/drawing/2014/main" id="{8A1E7299-63CA-4D1C-83B9-BADEE41A6CA2}"/>
                  </a:ext>
                </a:extLst>
              </p:cNvPr>
              <p:cNvSpPr/>
              <p:nvPr/>
            </p:nvSpPr>
            <p:spPr>
              <a:xfrm>
                <a:off x="2553619" y="3968479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76" name="Google Shape;840;p41">
                <a:extLst>
                  <a:ext uri="{FF2B5EF4-FFF2-40B4-BE49-F238E27FC236}">
                    <a16:creationId xmlns:a16="http://schemas.microsoft.com/office/drawing/2014/main" id="{ADAE92D4-C80F-4433-B020-378922FEBDEE}"/>
                  </a:ext>
                </a:extLst>
              </p:cNvPr>
              <p:cNvSpPr/>
              <p:nvPr/>
            </p:nvSpPr>
            <p:spPr>
              <a:xfrm>
                <a:off x="2582668" y="398529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77" name="Google Shape;841;p41">
                <a:extLst>
                  <a:ext uri="{FF2B5EF4-FFF2-40B4-BE49-F238E27FC236}">
                    <a16:creationId xmlns:a16="http://schemas.microsoft.com/office/drawing/2014/main" id="{C7D91D5B-6791-4297-A45E-C11BB1C53E6A}"/>
                  </a:ext>
                </a:extLst>
              </p:cNvPr>
              <p:cNvSpPr/>
              <p:nvPr/>
            </p:nvSpPr>
            <p:spPr>
              <a:xfrm>
                <a:off x="2582668" y="398529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78" name="Google Shape;842;p41">
                <a:extLst>
                  <a:ext uri="{FF2B5EF4-FFF2-40B4-BE49-F238E27FC236}">
                    <a16:creationId xmlns:a16="http://schemas.microsoft.com/office/drawing/2014/main" id="{B9F1A7F5-886D-47FF-88B9-A0688EA4D7AD}"/>
                  </a:ext>
                </a:extLst>
              </p:cNvPr>
              <p:cNvSpPr/>
              <p:nvPr/>
            </p:nvSpPr>
            <p:spPr>
              <a:xfrm>
                <a:off x="2611716" y="4002209"/>
                <a:ext cx="188226" cy="109382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8" extrusionOk="0">
                    <a:moveTo>
                      <a:pt x="0" y="1027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79" name="Google Shape;843;p41">
                <a:extLst>
                  <a:ext uri="{FF2B5EF4-FFF2-40B4-BE49-F238E27FC236}">
                    <a16:creationId xmlns:a16="http://schemas.microsoft.com/office/drawing/2014/main" id="{8F93A15D-D6A0-4365-B33C-9E62C61CE831}"/>
                  </a:ext>
                </a:extLst>
              </p:cNvPr>
              <p:cNvSpPr/>
              <p:nvPr/>
            </p:nvSpPr>
            <p:spPr>
              <a:xfrm>
                <a:off x="2611716" y="4002209"/>
                <a:ext cx="188226" cy="109382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8" fill="none" extrusionOk="0">
                    <a:moveTo>
                      <a:pt x="0" y="1027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80" name="Google Shape;844;p41">
                <a:extLst>
                  <a:ext uri="{FF2B5EF4-FFF2-40B4-BE49-F238E27FC236}">
                    <a16:creationId xmlns:a16="http://schemas.microsoft.com/office/drawing/2014/main" id="{1D910D15-58E8-4A39-BE6A-87229C3F55C7}"/>
                  </a:ext>
                </a:extLst>
              </p:cNvPr>
              <p:cNvSpPr/>
              <p:nvPr/>
            </p:nvSpPr>
            <p:spPr>
              <a:xfrm>
                <a:off x="2640870" y="4018914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9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81" name="Google Shape;845;p41">
                <a:extLst>
                  <a:ext uri="{FF2B5EF4-FFF2-40B4-BE49-F238E27FC236}">
                    <a16:creationId xmlns:a16="http://schemas.microsoft.com/office/drawing/2014/main" id="{F766D626-EAE1-440B-BF5B-06E6B039AC54}"/>
                  </a:ext>
                </a:extLst>
              </p:cNvPr>
              <p:cNvSpPr/>
              <p:nvPr/>
            </p:nvSpPr>
            <p:spPr>
              <a:xfrm>
                <a:off x="2640870" y="4018914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9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82" name="Google Shape;846;p41">
                <a:extLst>
                  <a:ext uri="{FF2B5EF4-FFF2-40B4-BE49-F238E27FC236}">
                    <a16:creationId xmlns:a16="http://schemas.microsoft.com/office/drawing/2014/main" id="{54831A3C-9F6E-4E68-AE23-A43DDF7BF52F}"/>
                  </a:ext>
                </a:extLst>
              </p:cNvPr>
              <p:cNvSpPr/>
              <p:nvPr/>
            </p:nvSpPr>
            <p:spPr>
              <a:xfrm>
                <a:off x="2231537" y="3884633"/>
                <a:ext cx="677039" cy="390178"/>
              </a:xfrm>
              <a:custGeom>
                <a:avLst/>
                <a:gdLst/>
                <a:ahLst/>
                <a:cxnLst/>
                <a:rect l="l" t="t" r="r" b="b"/>
                <a:pathLst>
                  <a:path w="6363" h="3667" extrusionOk="0">
                    <a:moveTo>
                      <a:pt x="2592" y="0"/>
                    </a:moveTo>
                    <a:cubicBezTo>
                      <a:pt x="2549" y="0"/>
                      <a:pt x="2506" y="9"/>
                      <a:pt x="2474" y="27"/>
                    </a:cubicBezTo>
                    <a:lnTo>
                      <a:pt x="878" y="954"/>
                    </a:lnTo>
                    <a:lnTo>
                      <a:pt x="66" y="1428"/>
                    </a:lnTo>
                    <a:cubicBezTo>
                      <a:pt x="0" y="1464"/>
                      <a:pt x="0" y="1528"/>
                      <a:pt x="66" y="1564"/>
                    </a:cubicBezTo>
                    <a:lnTo>
                      <a:pt x="325" y="1716"/>
                    </a:lnTo>
                    <a:lnTo>
                      <a:pt x="461" y="1637"/>
                    </a:lnTo>
                    <a:cubicBezTo>
                      <a:pt x="432" y="1594"/>
                      <a:pt x="440" y="1544"/>
                      <a:pt x="497" y="1508"/>
                    </a:cubicBezTo>
                    <a:cubicBezTo>
                      <a:pt x="537" y="1486"/>
                      <a:pt x="585" y="1475"/>
                      <a:pt x="633" y="1475"/>
                    </a:cubicBezTo>
                    <a:cubicBezTo>
                      <a:pt x="682" y="1475"/>
                      <a:pt x="730" y="1486"/>
                      <a:pt x="770" y="1508"/>
                    </a:cubicBezTo>
                    <a:cubicBezTo>
                      <a:pt x="842" y="1551"/>
                      <a:pt x="842" y="1623"/>
                      <a:pt x="770" y="1666"/>
                    </a:cubicBezTo>
                    <a:cubicBezTo>
                      <a:pt x="734" y="1688"/>
                      <a:pt x="687" y="1699"/>
                      <a:pt x="639" y="1699"/>
                    </a:cubicBezTo>
                    <a:cubicBezTo>
                      <a:pt x="610" y="1699"/>
                      <a:pt x="581" y="1695"/>
                      <a:pt x="554" y="1687"/>
                    </a:cubicBezTo>
                    <a:lnTo>
                      <a:pt x="411" y="1766"/>
                    </a:lnTo>
                    <a:lnTo>
                      <a:pt x="922" y="2061"/>
                    </a:lnTo>
                    <a:lnTo>
                      <a:pt x="1058" y="1982"/>
                    </a:lnTo>
                    <a:cubicBezTo>
                      <a:pt x="1022" y="1939"/>
                      <a:pt x="1035" y="1889"/>
                      <a:pt x="1094" y="1853"/>
                    </a:cubicBezTo>
                    <a:cubicBezTo>
                      <a:pt x="1129" y="1831"/>
                      <a:pt x="1178" y="1820"/>
                      <a:pt x="1227" y="1820"/>
                    </a:cubicBezTo>
                    <a:cubicBezTo>
                      <a:pt x="1276" y="1820"/>
                      <a:pt x="1327" y="1831"/>
                      <a:pt x="1367" y="1853"/>
                    </a:cubicBezTo>
                    <a:cubicBezTo>
                      <a:pt x="1439" y="1896"/>
                      <a:pt x="1439" y="1968"/>
                      <a:pt x="1367" y="2011"/>
                    </a:cubicBezTo>
                    <a:cubicBezTo>
                      <a:pt x="1331" y="2033"/>
                      <a:pt x="1281" y="2044"/>
                      <a:pt x="1231" y="2044"/>
                    </a:cubicBezTo>
                    <a:cubicBezTo>
                      <a:pt x="1201" y="2044"/>
                      <a:pt x="1171" y="2040"/>
                      <a:pt x="1144" y="2032"/>
                    </a:cubicBezTo>
                    <a:lnTo>
                      <a:pt x="1008" y="2111"/>
                    </a:lnTo>
                    <a:lnTo>
                      <a:pt x="1518" y="2406"/>
                    </a:lnTo>
                    <a:lnTo>
                      <a:pt x="1655" y="2327"/>
                    </a:lnTo>
                    <a:cubicBezTo>
                      <a:pt x="1618" y="2284"/>
                      <a:pt x="1632" y="2234"/>
                      <a:pt x="1691" y="2198"/>
                    </a:cubicBezTo>
                    <a:cubicBezTo>
                      <a:pt x="1726" y="2176"/>
                      <a:pt x="1775" y="2165"/>
                      <a:pt x="1823" y="2165"/>
                    </a:cubicBezTo>
                    <a:cubicBezTo>
                      <a:pt x="1872" y="2165"/>
                      <a:pt x="1920" y="2176"/>
                      <a:pt x="1957" y="2198"/>
                    </a:cubicBezTo>
                    <a:cubicBezTo>
                      <a:pt x="2036" y="2241"/>
                      <a:pt x="2036" y="2313"/>
                      <a:pt x="1964" y="2356"/>
                    </a:cubicBezTo>
                    <a:cubicBezTo>
                      <a:pt x="1923" y="2377"/>
                      <a:pt x="1875" y="2386"/>
                      <a:pt x="1828" y="2386"/>
                    </a:cubicBezTo>
                    <a:cubicBezTo>
                      <a:pt x="1798" y="2386"/>
                      <a:pt x="1768" y="2382"/>
                      <a:pt x="1741" y="2377"/>
                    </a:cubicBezTo>
                    <a:lnTo>
                      <a:pt x="1605" y="2456"/>
                    </a:lnTo>
                    <a:lnTo>
                      <a:pt x="2114" y="2751"/>
                    </a:lnTo>
                    <a:lnTo>
                      <a:pt x="2252" y="2665"/>
                    </a:lnTo>
                    <a:cubicBezTo>
                      <a:pt x="2215" y="2629"/>
                      <a:pt x="2229" y="2579"/>
                      <a:pt x="2286" y="2543"/>
                    </a:cubicBezTo>
                    <a:cubicBezTo>
                      <a:pt x="2322" y="2521"/>
                      <a:pt x="2371" y="2510"/>
                      <a:pt x="2420" y="2510"/>
                    </a:cubicBezTo>
                    <a:cubicBezTo>
                      <a:pt x="2469" y="2510"/>
                      <a:pt x="2517" y="2521"/>
                      <a:pt x="2554" y="2543"/>
                    </a:cubicBezTo>
                    <a:cubicBezTo>
                      <a:pt x="2631" y="2586"/>
                      <a:pt x="2631" y="2658"/>
                      <a:pt x="2554" y="2701"/>
                    </a:cubicBezTo>
                    <a:cubicBezTo>
                      <a:pt x="2518" y="2718"/>
                      <a:pt x="2472" y="2727"/>
                      <a:pt x="2426" y="2727"/>
                    </a:cubicBezTo>
                    <a:cubicBezTo>
                      <a:pt x="2396" y="2727"/>
                      <a:pt x="2366" y="2723"/>
                      <a:pt x="2338" y="2715"/>
                    </a:cubicBezTo>
                    <a:lnTo>
                      <a:pt x="2200" y="2801"/>
                    </a:lnTo>
                    <a:lnTo>
                      <a:pt x="2704" y="3089"/>
                    </a:lnTo>
                    <a:lnTo>
                      <a:pt x="2847" y="3010"/>
                    </a:lnTo>
                    <a:cubicBezTo>
                      <a:pt x="2812" y="2967"/>
                      <a:pt x="2819" y="2917"/>
                      <a:pt x="2883" y="2888"/>
                    </a:cubicBezTo>
                    <a:cubicBezTo>
                      <a:pt x="2919" y="2866"/>
                      <a:pt x="2968" y="2855"/>
                      <a:pt x="3016" y="2855"/>
                    </a:cubicBezTo>
                    <a:cubicBezTo>
                      <a:pt x="3065" y="2855"/>
                      <a:pt x="3113" y="2866"/>
                      <a:pt x="3149" y="2888"/>
                    </a:cubicBezTo>
                    <a:cubicBezTo>
                      <a:pt x="3228" y="2931"/>
                      <a:pt x="3228" y="2995"/>
                      <a:pt x="3149" y="3038"/>
                    </a:cubicBezTo>
                    <a:cubicBezTo>
                      <a:pt x="3113" y="3060"/>
                      <a:pt x="3065" y="3072"/>
                      <a:pt x="3017" y="3072"/>
                    </a:cubicBezTo>
                    <a:cubicBezTo>
                      <a:pt x="2989" y="3072"/>
                      <a:pt x="2960" y="3068"/>
                      <a:pt x="2933" y="3060"/>
                    </a:cubicBezTo>
                    <a:lnTo>
                      <a:pt x="2797" y="3139"/>
                    </a:lnTo>
                    <a:lnTo>
                      <a:pt x="3300" y="3434"/>
                    </a:lnTo>
                    <a:lnTo>
                      <a:pt x="3437" y="3355"/>
                    </a:lnTo>
                    <a:cubicBezTo>
                      <a:pt x="3407" y="3312"/>
                      <a:pt x="3416" y="3262"/>
                      <a:pt x="3473" y="3226"/>
                    </a:cubicBezTo>
                    <a:cubicBezTo>
                      <a:pt x="3513" y="3204"/>
                      <a:pt x="3563" y="3193"/>
                      <a:pt x="3613" y="3193"/>
                    </a:cubicBezTo>
                    <a:cubicBezTo>
                      <a:pt x="3662" y="3193"/>
                      <a:pt x="3710" y="3204"/>
                      <a:pt x="3746" y="3226"/>
                    </a:cubicBezTo>
                    <a:cubicBezTo>
                      <a:pt x="3818" y="3269"/>
                      <a:pt x="3818" y="3340"/>
                      <a:pt x="3746" y="3383"/>
                    </a:cubicBezTo>
                    <a:cubicBezTo>
                      <a:pt x="3710" y="3406"/>
                      <a:pt x="3662" y="3417"/>
                      <a:pt x="3614" y="3417"/>
                    </a:cubicBezTo>
                    <a:cubicBezTo>
                      <a:pt x="3586" y="3417"/>
                      <a:pt x="3557" y="3413"/>
                      <a:pt x="3530" y="3405"/>
                    </a:cubicBezTo>
                    <a:lnTo>
                      <a:pt x="3394" y="3484"/>
                    </a:lnTo>
                    <a:lnTo>
                      <a:pt x="3652" y="3635"/>
                    </a:lnTo>
                    <a:cubicBezTo>
                      <a:pt x="3685" y="3656"/>
                      <a:pt x="3727" y="3667"/>
                      <a:pt x="3768" y="3667"/>
                    </a:cubicBezTo>
                    <a:cubicBezTo>
                      <a:pt x="3809" y="3667"/>
                      <a:pt x="3850" y="3656"/>
                      <a:pt x="3882" y="3635"/>
                    </a:cubicBezTo>
                    <a:lnTo>
                      <a:pt x="6297" y="2234"/>
                    </a:lnTo>
                    <a:cubicBezTo>
                      <a:pt x="6363" y="2198"/>
                      <a:pt x="6363" y="2141"/>
                      <a:pt x="6297" y="2098"/>
                    </a:cubicBezTo>
                    <a:lnTo>
                      <a:pt x="5636" y="1716"/>
                    </a:lnTo>
                    <a:lnTo>
                      <a:pt x="5234" y="1485"/>
                    </a:lnTo>
                    <a:lnTo>
                      <a:pt x="4960" y="1328"/>
                    </a:lnTo>
                    <a:lnTo>
                      <a:pt x="4687" y="1169"/>
                    </a:lnTo>
                    <a:lnTo>
                      <a:pt x="4415" y="1011"/>
                    </a:lnTo>
                    <a:lnTo>
                      <a:pt x="4141" y="854"/>
                    </a:lnTo>
                    <a:lnTo>
                      <a:pt x="3868" y="695"/>
                    </a:lnTo>
                    <a:lnTo>
                      <a:pt x="3595" y="536"/>
                    </a:lnTo>
                    <a:lnTo>
                      <a:pt x="3321" y="379"/>
                    </a:lnTo>
                    <a:lnTo>
                      <a:pt x="3042" y="221"/>
                    </a:lnTo>
                    <a:lnTo>
                      <a:pt x="2769" y="62"/>
                    </a:lnTo>
                    <a:lnTo>
                      <a:pt x="2710" y="27"/>
                    </a:lnTo>
                    <a:cubicBezTo>
                      <a:pt x="2679" y="9"/>
                      <a:pt x="2635" y="0"/>
                      <a:pt x="25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83" name="Google Shape;847;p41">
                <a:extLst>
                  <a:ext uri="{FF2B5EF4-FFF2-40B4-BE49-F238E27FC236}">
                    <a16:creationId xmlns:a16="http://schemas.microsoft.com/office/drawing/2014/main" id="{FA68FBC3-75E0-4E2B-AD69-F8911196DE12}"/>
                  </a:ext>
                </a:extLst>
              </p:cNvPr>
              <p:cNvSpPr/>
              <p:nvPr/>
            </p:nvSpPr>
            <p:spPr>
              <a:xfrm>
                <a:off x="2337089" y="3920385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0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84" name="Google Shape;848;p41">
                <a:extLst>
                  <a:ext uri="{FF2B5EF4-FFF2-40B4-BE49-F238E27FC236}">
                    <a16:creationId xmlns:a16="http://schemas.microsoft.com/office/drawing/2014/main" id="{F717EF20-C441-4205-AA01-38EFBD462E39}"/>
                  </a:ext>
                </a:extLst>
              </p:cNvPr>
              <p:cNvSpPr/>
              <p:nvPr/>
            </p:nvSpPr>
            <p:spPr>
              <a:xfrm>
                <a:off x="2337089" y="3920385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0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85" name="Google Shape;849;p41">
                <a:extLst>
                  <a:ext uri="{FF2B5EF4-FFF2-40B4-BE49-F238E27FC236}">
                    <a16:creationId xmlns:a16="http://schemas.microsoft.com/office/drawing/2014/main" id="{4D522750-4736-4CD4-B8B3-3D6E5C982853}"/>
                  </a:ext>
                </a:extLst>
              </p:cNvPr>
              <p:cNvSpPr/>
              <p:nvPr/>
            </p:nvSpPr>
            <p:spPr>
              <a:xfrm>
                <a:off x="2366243" y="393709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86" name="Google Shape;850;p41">
                <a:extLst>
                  <a:ext uri="{FF2B5EF4-FFF2-40B4-BE49-F238E27FC236}">
                    <a16:creationId xmlns:a16="http://schemas.microsoft.com/office/drawing/2014/main" id="{B0EBAC1D-A300-41FE-B1CF-F29F56BF5B55}"/>
                  </a:ext>
                </a:extLst>
              </p:cNvPr>
              <p:cNvSpPr/>
              <p:nvPr/>
            </p:nvSpPr>
            <p:spPr>
              <a:xfrm>
                <a:off x="2366243" y="393709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87" name="Google Shape;851;p41">
                <a:extLst>
                  <a:ext uri="{FF2B5EF4-FFF2-40B4-BE49-F238E27FC236}">
                    <a16:creationId xmlns:a16="http://schemas.microsoft.com/office/drawing/2014/main" id="{408A727E-C34B-495B-9EF5-93299886322D}"/>
                  </a:ext>
                </a:extLst>
              </p:cNvPr>
              <p:cNvSpPr/>
              <p:nvPr/>
            </p:nvSpPr>
            <p:spPr>
              <a:xfrm>
                <a:off x="2395291" y="3953902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88" name="Google Shape;852;p41">
                <a:extLst>
                  <a:ext uri="{FF2B5EF4-FFF2-40B4-BE49-F238E27FC236}">
                    <a16:creationId xmlns:a16="http://schemas.microsoft.com/office/drawing/2014/main" id="{C1C88B71-944D-4197-992A-A6BAF72FE002}"/>
                  </a:ext>
                </a:extLst>
              </p:cNvPr>
              <p:cNvSpPr/>
              <p:nvPr/>
            </p:nvSpPr>
            <p:spPr>
              <a:xfrm>
                <a:off x="2395291" y="3953902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89" name="Google Shape;853;p41">
                <a:extLst>
                  <a:ext uri="{FF2B5EF4-FFF2-40B4-BE49-F238E27FC236}">
                    <a16:creationId xmlns:a16="http://schemas.microsoft.com/office/drawing/2014/main" id="{70E5AB9B-AC25-4AB8-9DA8-A3F26B779F77}"/>
                  </a:ext>
                </a:extLst>
              </p:cNvPr>
              <p:cNvSpPr/>
              <p:nvPr/>
            </p:nvSpPr>
            <p:spPr>
              <a:xfrm>
                <a:off x="2424233" y="397082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9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90" name="Google Shape;854;p41">
                <a:extLst>
                  <a:ext uri="{FF2B5EF4-FFF2-40B4-BE49-F238E27FC236}">
                    <a16:creationId xmlns:a16="http://schemas.microsoft.com/office/drawing/2014/main" id="{9345E2D6-CBB3-476D-831E-56208EF8CF08}"/>
                  </a:ext>
                </a:extLst>
              </p:cNvPr>
              <p:cNvSpPr/>
              <p:nvPr/>
            </p:nvSpPr>
            <p:spPr>
              <a:xfrm>
                <a:off x="2424233" y="397082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9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91" name="Google Shape;855;p41">
                <a:extLst>
                  <a:ext uri="{FF2B5EF4-FFF2-40B4-BE49-F238E27FC236}">
                    <a16:creationId xmlns:a16="http://schemas.microsoft.com/office/drawing/2014/main" id="{3A952626-275A-40A0-849B-D111BD30BB22}"/>
                  </a:ext>
                </a:extLst>
              </p:cNvPr>
              <p:cNvSpPr/>
              <p:nvPr/>
            </p:nvSpPr>
            <p:spPr>
              <a:xfrm>
                <a:off x="2484777" y="3987525"/>
                <a:ext cx="156944" cy="91187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857" extrusionOk="0">
                    <a:moveTo>
                      <a:pt x="1474" y="1"/>
                    </a:moveTo>
                    <a:lnTo>
                      <a:pt x="1" y="856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92" name="Google Shape;856;p41">
                <a:extLst>
                  <a:ext uri="{FF2B5EF4-FFF2-40B4-BE49-F238E27FC236}">
                    <a16:creationId xmlns:a16="http://schemas.microsoft.com/office/drawing/2014/main" id="{4D2350CB-2683-4EF4-97AC-18C32394DDED}"/>
                  </a:ext>
                </a:extLst>
              </p:cNvPr>
              <p:cNvSpPr/>
              <p:nvPr/>
            </p:nvSpPr>
            <p:spPr>
              <a:xfrm>
                <a:off x="2484777" y="3987525"/>
                <a:ext cx="156944" cy="91187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857" fill="none" extrusionOk="0">
                    <a:moveTo>
                      <a:pt x="1474" y="1"/>
                    </a:moveTo>
                    <a:lnTo>
                      <a:pt x="1" y="856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93" name="Google Shape;857;p41">
                <a:extLst>
                  <a:ext uri="{FF2B5EF4-FFF2-40B4-BE49-F238E27FC236}">
                    <a16:creationId xmlns:a16="http://schemas.microsoft.com/office/drawing/2014/main" id="{B5840ECD-544C-4ED1-A18D-9DBFA8ABDDA7}"/>
                  </a:ext>
                </a:extLst>
              </p:cNvPr>
              <p:cNvSpPr/>
              <p:nvPr/>
            </p:nvSpPr>
            <p:spPr>
              <a:xfrm>
                <a:off x="2453388" y="4078607"/>
                <a:ext cx="31495" cy="18408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3" extrusionOk="0">
                    <a:moveTo>
                      <a:pt x="296" y="0"/>
                    </a:moveTo>
                    <a:lnTo>
                      <a:pt x="1" y="173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94" name="Google Shape;858;p41">
                <a:extLst>
                  <a:ext uri="{FF2B5EF4-FFF2-40B4-BE49-F238E27FC236}">
                    <a16:creationId xmlns:a16="http://schemas.microsoft.com/office/drawing/2014/main" id="{7D8EFB93-9CCF-4AD2-9C57-8FCA5C7DB6FE}"/>
                  </a:ext>
                </a:extLst>
              </p:cNvPr>
              <p:cNvSpPr/>
              <p:nvPr/>
            </p:nvSpPr>
            <p:spPr>
              <a:xfrm>
                <a:off x="2453388" y="4078607"/>
                <a:ext cx="31495" cy="18408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3" fill="none" extrusionOk="0">
                    <a:moveTo>
                      <a:pt x="296" y="0"/>
                    </a:moveTo>
                    <a:lnTo>
                      <a:pt x="1" y="173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95" name="Google Shape;859;p41">
                <a:extLst>
                  <a:ext uri="{FF2B5EF4-FFF2-40B4-BE49-F238E27FC236}">
                    <a16:creationId xmlns:a16="http://schemas.microsoft.com/office/drawing/2014/main" id="{CA37861C-C25E-477D-845D-D5616295F6BF}"/>
                  </a:ext>
                </a:extLst>
              </p:cNvPr>
              <p:cNvSpPr/>
              <p:nvPr/>
            </p:nvSpPr>
            <p:spPr>
              <a:xfrm>
                <a:off x="2482436" y="4004443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96" name="Google Shape;860;p41">
                <a:extLst>
                  <a:ext uri="{FF2B5EF4-FFF2-40B4-BE49-F238E27FC236}">
                    <a16:creationId xmlns:a16="http://schemas.microsoft.com/office/drawing/2014/main" id="{11DFDA05-378C-45F9-A287-8BB71C26622B}"/>
                  </a:ext>
                </a:extLst>
              </p:cNvPr>
              <p:cNvSpPr/>
              <p:nvPr/>
            </p:nvSpPr>
            <p:spPr>
              <a:xfrm>
                <a:off x="2482436" y="4004443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97" name="Google Shape;861;p41">
                <a:extLst>
                  <a:ext uri="{FF2B5EF4-FFF2-40B4-BE49-F238E27FC236}">
                    <a16:creationId xmlns:a16="http://schemas.microsoft.com/office/drawing/2014/main" id="{8BF1F90F-4CA6-43C9-8945-1746BDE04BD1}"/>
                  </a:ext>
                </a:extLst>
              </p:cNvPr>
              <p:cNvSpPr/>
              <p:nvPr/>
            </p:nvSpPr>
            <p:spPr>
              <a:xfrm>
                <a:off x="2511484" y="4022000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98" name="Google Shape;862;p41">
                <a:extLst>
                  <a:ext uri="{FF2B5EF4-FFF2-40B4-BE49-F238E27FC236}">
                    <a16:creationId xmlns:a16="http://schemas.microsoft.com/office/drawing/2014/main" id="{DC5BB5D4-93E8-4BF9-8E30-1B347FD8F094}"/>
                  </a:ext>
                </a:extLst>
              </p:cNvPr>
              <p:cNvSpPr/>
              <p:nvPr/>
            </p:nvSpPr>
            <p:spPr>
              <a:xfrm>
                <a:off x="2511484" y="4022000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99" name="Google Shape;863;p41">
                <a:extLst>
                  <a:ext uri="{FF2B5EF4-FFF2-40B4-BE49-F238E27FC236}">
                    <a16:creationId xmlns:a16="http://schemas.microsoft.com/office/drawing/2014/main" id="{FFAB49AD-3D1B-4EF1-A09A-D6B4F57F5F81}"/>
                  </a:ext>
                </a:extLst>
              </p:cNvPr>
              <p:cNvSpPr/>
              <p:nvPr/>
            </p:nvSpPr>
            <p:spPr>
              <a:xfrm>
                <a:off x="2540638" y="4038918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extrusionOk="0">
                    <a:moveTo>
                      <a:pt x="0" y="1020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00" name="Google Shape;864;p41">
                <a:extLst>
                  <a:ext uri="{FF2B5EF4-FFF2-40B4-BE49-F238E27FC236}">
                    <a16:creationId xmlns:a16="http://schemas.microsoft.com/office/drawing/2014/main" id="{54B47714-AA57-4A70-B5A9-76936BA893D1}"/>
                  </a:ext>
                </a:extLst>
              </p:cNvPr>
              <p:cNvSpPr/>
              <p:nvPr/>
            </p:nvSpPr>
            <p:spPr>
              <a:xfrm>
                <a:off x="2540638" y="4038918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fill="none" extrusionOk="0">
                    <a:moveTo>
                      <a:pt x="0" y="1020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01" name="Google Shape;865;p41">
                <a:extLst>
                  <a:ext uri="{FF2B5EF4-FFF2-40B4-BE49-F238E27FC236}">
                    <a16:creationId xmlns:a16="http://schemas.microsoft.com/office/drawing/2014/main" id="{4BA2EE44-BD89-44EC-BA96-A993C0070179}"/>
                  </a:ext>
                </a:extLst>
              </p:cNvPr>
              <p:cNvSpPr/>
              <p:nvPr/>
            </p:nvSpPr>
            <p:spPr>
              <a:xfrm>
                <a:off x="2569580" y="4055623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extrusionOk="0">
                    <a:moveTo>
                      <a:pt x="1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02" name="Google Shape;866;p41">
                <a:extLst>
                  <a:ext uri="{FF2B5EF4-FFF2-40B4-BE49-F238E27FC236}">
                    <a16:creationId xmlns:a16="http://schemas.microsoft.com/office/drawing/2014/main" id="{304A2685-1B7E-4710-ADFD-66B65E456E21}"/>
                  </a:ext>
                </a:extLst>
              </p:cNvPr>
              <p:cNvSpPr/>
              <p:nvPr/>
            </p:nvSpPr>
            <p:spPr>
              <a:xfrm>
                <a:off x="2569580" y="4055623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fill="none" extrusionOk="0">
                    <a:moveTo>
                      <a:pt x="1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03" name="Google Shape;867;p41">
                <a:extLst>
                  <a:ext uri="{FF2B5EF4-FFF2-40B4-BE49-F238E27FC236}">
                    <a16:creationId xmlns:a16="http://schemas.microsoft.com/office/drawing/2014/main" id="{454F7794-48AC-4D57-8FB6-C461C13ED650}"/>
                  </a:ext>
                </a:extLst>
              </p:cNvPr>
              <p:cNvSpPr/>
              <p:nvPr/>
            </p:nvSpPr>
            <p:spPr>
              <a:xfrm>
                <a:off x="2598628" y="407254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2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04" name="Google Shape;868;p41">
                <a:extLst>
                  <a:ext uri="{FF2B5EF4-FFF2-40B4-BE49-F238E27FC236}">
                    <a16:creationId xmlns:a16="http://schemas.microsoft.com/office/drawing/2014/main" id="{0C51CE04-B00C-40A6-A094-9AD5CA434333}"/>
                  </a:ext>
                </a:extLst>
              </p:cNvPr>
              <p:cNvSpPr/>
              <p:nvPr/>
            </p:nvSpPr>
            <p:spPr>
              <a:xfrm>
                <a:off x="2598628" y="407254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2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05" name="Google Shape;869;p41">
                <a:extLst>
                  <a:ext uri="{FF2B5EF4-FFF2-40B4-BE49-F238E27FC236}">
                    <a16:creationId xmlns:a16="http://schemas.microsoft.com/office/drawing/2014/main" id="{B05A00F2-48EE-4204-962D-30C0B617BB33}"/>
                  </a:ext>
                </a:extLst>
              </p:cNvPr>
              <p:cNvSpPr/>
              <p:nvPr/>
            </p:nvSpPr>
            <p:spPr>
              <a:xfrm>
                <a:off x="2627783" y="4089460"/>
                <a:ext cx="188332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06" name="Google Shape;870;p41">
                <a:extLst>
                  <a:ext uri="{FF2B5EF4-FFF2-40B4-BE49-F238E27FC236}">
                    <a16:creationId xmlns:a16="http://schemas.microsoft.com/office/drawing/2014/main" id="{4B833F1E-0689-4638-8315-BC2A513DC6D7}"/>
                  </a:ext>
                </a:extLst>
              </p:cNvPr>
              <p:cNvSpPr/>
              <p:nvPr/>
            </p:nvSpPr>
            <p:spPr>
              <a:xfrm>
                <a:off x="2627783" y="4089460"/>
                <a:ext cx="188332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07" name="Google Shape;871;p41">
                <a:extLst>
                  <a:ext uri="{FF2B5EF4-FFF2-40B4-BE49-F238E27FC236}">
                    <a16:creationId xmlns:a16="http://schemas.microsoft.com/office/drawing/2014/main" id="{94A3154E-B24C-4075-B074-CAB33E55B3DE}"/>
                  </a:ext>
                </a:extLst>
              </p:cNvPr>
              <p:cNvSpPr/>
              <p:nvPr/>
            </p:nvSpPr>
            <p:spPr>
              <a:xfrm>
                <a:off x="2656831" y="4106059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08" name="Google Shape;872;p41">
                <a:extLst>
                  <a:ext uri="{FF2B5EF4-FFF2-40B4-BE49-F238E27FC236}">
                    <a16:creationId xmlns:a16="http://schemas.microsoft.com/office/drawing/2014/main" id="{5D4FAB65-58F7-491E-ADD6-91D2C7178997}"/>
                  </a:ext>
                </a:extLst>
              </p:cNvPr>
              <p:cNvSpPr/>
              <p:nvPr/>
            </p:nvSpPr>
            <p:spPr>
              <a:xfrm>
                <a:off x="2656831" y="4106059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09" name="Google Shape;873;p41">
                <a:extLst>
                  <a:ext uri="{FF2B5EF4-FFF2-40B4-BE49-F238E27FC236}">
                    <a16:creationId xmlns:a16="http://schemas.microsoft.com/office/drawing/2014/main" id="{E4279EB5-805F-4C2D-BCCF-9C0D0BEB4AB4}"/>
                  </a:ext>
                </a:extLst>
              </p:cNvPr>
              <p:cNvSpPr/>
              <p:nvPr/>
            </p:nvSpPr>
            <p:spPr>
              <a:xfrm>
                <a:off x="2653000" y="3759078"/>
                <a:ext cx="677784" cy="389859"/>
              </a:xfrm>
              <a:custGeom>
                <a:avLst/>
                <a:gdLst/>
                <a:ahLst/>
                <a:cxnLst/>
                <a:rect l="l" t="t" r="r" b="b"/>
                <a:pathLst>
                  <a:path w="6370" h="3664" extrusionOk="0">
                    <a:moveTo>
                      <a:pt x="2596" y="0"/>
                    </a:moveTo>
                    <a:cubicBezTo>
                      <a:pt x="2554" y="0"/>
                      <a:pt x="2513" y="9"/>
                      <a:pt x="2481" y="27"/>
                    </a:cubicBezTo>
                    <a:lnTo>
                      <a:pt x="540" y="1156"/>
                    </a:lnTo>
                    <a:lnTo>
                      <a:pt x="318" y="1285"/>
                    </a:lnTo>
                    <a:cubicBezTo>
                      <a:pt x="302" y="1301"/>
                      <a:pt x="295" y="1307"/>
                      <a:pt x="281" y="1314"/>
                    </a:cubicBezTo>
                    <a:cubicBezTo>
                      <a:pt x="266" y="1321"/>
                      <a:pt x="259" y="1328"/>
                      <a:pt x="238" y="1328"/>
                    </a:cubicBezTo>
                    <a:lnTo>
                      <a:pt x="66" y="1430"/>
                    </a:lnTo>
                    <a:cubicBezTo>
                      <a:pt x="0" y="1466"/>
                      <a:pt x="0" y="1530"/>
                      <a:pt x="66" y="1566"/>
                    </a:cubicBezTo>
                    <a:lnTo>
                      <a:pt x="252" y="1673"/>
                    </a:lnTo>
                    <a:lnTo>
                      <a:pt x="331" y="1716"/>
                    </a:lnTo>
                    <a:lnTo>
                      <a:pt x="468" y="1639"/>
                    </a:lnTo>
                    <a:cubicBezTo>
                      <a:pt x="431" y="1596"/>
                      <a:pt x="447" y="1544"/>
                      <a:pt x="504" y="1509"/>
                    </a:cubicBezTo>
                    <a:cubicBezTo>
                      <a:pt x="539" y="1491"/>
                      <a:pt x="584" y="1478"/>
                      <a:pt x="627" y="1478"/>
                    </a:cubicBezTo>
                    <a:cubicBezTo>
                      <a:pt x="636" y="1478"/>
                      <a:pt x="645" y="1479"/>
                      <a:pt x="654" y="1480"/>
                    </a:cubicBezTo>
                    <a:cubicBezTo>
                      <a:pt x="697" y="1480"/>
                      <a:pt x="740" y="1494"/>
                      <a:pt x="770" y="1509"/>
                    </a:cubicBezTo>
                    <a:cubicBezTo>
                      <a:pt x="849" y="1552"/>
                      <a:pt x="849" y="1623"/>
                      <a:pt x="777" y="1666"/>
                    </a:cubicBezTo>
                    <a:cubicBezTo>
                      <a:pt x="756" y="1673"/>
                      <a:pt x="740" y="1682"/>
                      <a:pt x="720" y="1689"/>
                    </a:cubicBezTo>
                    <a:cubicBezTo>
                      <a:pt x="695" y="1696"/>
                      <a:pt x="667" y="1699"/>
                      <a:pt x="639" y="1699"/>
                    </a:cubicBezTo>
                    <a:cubicBezTo>
                      <a:pt x="611" y="1699"/>
                      <a:pt x="582" y="1696"/>
                      <a:pt x="554" y="1689"/>
                    </a:cubicBezTo>
                    <a:lnTo>
                      <a:pt x="418" y="1768"/>
                    </a:lnTo>
                    <a:lnTo>
                      <a:pt x="525" y="1832"/>
                    </a:lnTo>
                    <a:lnTo>
                      <a:pt x="806" y="1991"/>
                    </a:lnTo>
                    <a:lnTo>
                      <a:pt x="928" y="2061"/>
                    </a:lnTo>
                    <a:lnTo>
                      <a:pt x="1065" y="1984"/>
                    </a:lnTo>
                    <a:cubicBezTo>
                      <a:pt x="1028" y="1941"/>
                      <a:pt x="1042" y="1889"/>
                      <a:pt x="1101" y="1854"/>
                    </a:cubicBezTo>
                    <a:cubicBezTo>
                      <a:pt x="1131" y="1836"/>
                      <a:pt x="1175" y="1823"/>
                      <a:pt x="1221" y="1823"/>
                    </a:cubicBezTo>
                    <a:cubicBezTo>
                      <a:pt x="1231" y="1823"/>
                      <a:pt x="1241" y="1824"/>
                      <a:pt x="1251" y="1825"/>
                    </a:cubicBezTo>
                    <a:cubicBezTo>
                      <a:pt x="1294" y="1825"/>
                      <a:pt x="1337" y="1832"/>
                      <a:pt x="1366" y="1854"/>
                    </a:cubicBezTo>
                    <a:cubicBezTo>
                      <a:pt x="1446" y="1897"/>
                      <a:pt x="1446" y="1968"/>
                      <a:pt x="1366" y="2011"/>
                    </a:cubicBezTo>
                    <a:cubicBezTo>
                      <a:pt x="1353" y="2018"/>
                      <a:pt x="1337" y="2027"/>
                      <a:pt x="1316" y="2034"/>
                    </a:cubicBezTo>
                    <a:cubicBezTo>
                      <a:pt x="1291" y="2041"/>
                      <a:pt x="1263" y="2044"/>
                      <a:pt x="1234" y="2044"/>
                    </a:cubicBezTo>
                    <a:cubicBezTo>
                      <a:pt x="1205" y="2044"/>
                      <a:pt x="1176" y="2041"/>
                      <a:pt x="1151" y="2034"/>
                    </a:cubicBezTo>
                    <a:lnTo>
                      <a:pt x="1015" y="2113"/>
                    </a:lnTo>
                    <a:lnTo>
                      <a:pt x="1078" y="2148"/>
                    </a:lnTo>
                    <a:lnTo>
                      <a:pt x="1353" y="2306"/>
                    </a:lnTo>
                    <a:lnTo>
                      <a:pt x="1517" y="2406"/>
                    </a:lnTo>
                    <a:lnTo>
                      <a:pt x="1661" y="2320"/>
                    </a:lnTo>
                    <a:cubicBezTo>
                      <a:pt x="1625" y="2286"/>
                      <a:pt x="1632" y="2234"/>
                      <a:pt x="1698" y="2199"/>
                    </a:cubicBezTo>
                    <a:cubicBezTo>
                      <a:pt x="1732" y="2177"/>
                      <a:pt x="1791" y="2163"/>
                      <a:pt x="1841" y="2163"/>
                    </a:cubicBezTo>
                    <a:cubicBezTo>
                      <a:pt x="1884" y="2170"/>
                      <a:pt x="1927" y="2177"/>
                      <a:pt x="1963" y="2199"/>
                    </a:cubicBezTo>
                    <a:cubicBezTo>
                      <a:pt x="2043" y="2242"/>
                      <a:pt x="2043" y="2313"/>
                      <a:pt x="1963" y="2356"/>
                    </a:cubicBezTo>
                    <a:cubicBezTo>
                      <a:pt x="1948" y="2363"/>
                      <a:pt x="1927" y="2372"/>
                      <a:pt x="1913" y="2379"/>
                    </a:cubicBezTo>
                    <a:cubicBezTo>
                      <a:pt x="1884" y="2386"/>
                      <a:pt x="1855" y="2389"/>
                      <a:pt x="1827" y="2389"/>
                    </a:cubicBezTo>
                    <a:cubicBezTo>
                      <a:pt x="1799" y="2389"/>
                      <a:pt x="1773" y="2386"/>
                      <a:pt x="1748" y="2379"/>
                    </a:cubicBezTo>
                    <a:lnTo>
                      <a:pt x="1611" y="2458"/>
                    </a:lnTo>
                    <a:lnTo>
                      <a:pt x="1625" y="2465"/>
                    </a:lnTo>
                    <a:lnTo>
                      <a:pt x="2020" y="2694"/>
                    </a:lnTo>
                    <a:lnTo>
                      <a:pt x="2113" y="2744"/>
                    </a:lnTo>
                    <a:lnTo>
                      <a:pt x="2250" y="2665"/>
                    </a:lnTo>
                    <a:cubicBezTo>
                      <a:pt x="2222" y="2631"/>
                      <a:pt x="2229" y="2579"/>
                      <a:pt x="2286" y="2544"/>
                    </a:cubicBezTo>
                    <a:cubicBezTo>
                      <a:pt x="2326" y="2523"/>
                      <a:pt x="2376" y="2512"/>
                      <a:pt x="2426" y="2512"/>
                    </a:cubicBezTo>
                    <a:cubicBezTo>
                      <a:pt x="2475" y="2512"/>
                      <a:pt x="2524" y="2523"/>
                      <a:pt x="2560" y="2544"/>
                    </a:cubicBezTo>
                    <a:cubicBezTo>
                      <a:pt x="2631" y="2587"/>
                      <a:pt x="2631" y="2651"/>
                      <a:pt x="2560" y="2701"/>
                    </a:cubicBezTo>
                    <a:cubicBezTo>
                      <a:pt x="2524" y="2719"/>
                      <a:pt x="2478" y="2729"/>
                      <a:pt x="2432" y="2729"/>
                    </a:cubicBezTo>
                    <a:cubicBezTo>
                      <a:pt x="2402" y="2729"/>
                      <a:pt x="2372" y="2725"/>
                      <a:pt x="2345" y="2717"/>
                    </a:cubicBezTo>
                    <a:lnTo>
                      <a:pt x="2207" y="2803"/>
                    </a:lnTo>
                    <a:lnTo>
                      <a:pt x="2710" y="3089"/>
                    </a:lnTo>
                    <a:lnTo>
                      <a:pt x="2847" y="3010"/>
                    </a:lnTo>
                    <a:cubicBezTo>
                      <a:pt x="2810" y="2967"/>
                      <a:pt x="2826" y="2917"/>
                      <a:pt x="2883" y="2889"/>
                    </a:cubicBezTo>
                    <a:cubicBezTo>
                      <a:pt x="2923" y="2868"/>
                      <a:pt x="2971" y="2857"/>
                      <a:pt x="3020" y="2857"/>
                    </a:cubicBezTo>
                    <a:cubicBezTo>
                      <a:pt x="3068" y="2857"/>
                      <a:pt x="3117" y="2868"/>
                      <a:pt x="3155" y="2889"/>
                    </a:cubicBezTo>
                    <a:cubicBezTo>
                      <a:pt x="3228" y="2932"/>
                      <a:pt x="3228" y="2996"/>
                      <a:pt x="3155" y="3039"/>
                    </a:cubicBezTo>
                    <a:cubicBezTo>
                      <a:pt x="3120" y="3062"/>
                      <a:pt x="3072" y="3073"/>
                      <a:pt x="3024" y="3073"/>
                    </a:cubicBezTo>
                    <a:cubicBezTo>
                      <a:pt x="2995" y="3073"/>
                      <a:pt x="2967" y="3070"/>
                      <a:pt x="2940" y="3062"/>
                    </a:cubicBezTo>
                    <a:lnTo>
                      <a:pt x="2797" y="3140"/>
                    </a:lnTo>
                    <a:lnTo>
                      <a:pt x="3307" y="3434"/>
                    </a:lnTo>
                    <a:lnTo>
                      <a:pt x="3444" y="3355"/>
                    </a:lnTo>
                    <a:cubicBezTo>
                      <a:pt x="3407" y="3312"/>
                      <a:pt x="3423" y="3262"/>
                      <a:pt x="3480" y="3226"/>
                    </a:cubicBezTo>
                    <a:cubicBezTo>
                      <a:pt x="3516" y="3204"/>
                      <a:pt x="3564" y="3193"/>
                      <a:pt x="3613" y="3193"/>
                    </a:cubicBezTo>
                    <a:cubicBezTo>
                      <a:pt x="3663" y="3193"/>
                      <a:pt x="3713" y="3204"/>
                      <a:pt x="3752" y="3226"/>
                    </a:cubicBezTo>
                    <a:cubicBezTo>
                      <a:pt x="3825" y="3269"/>
                      <a:pt x="3825" y="3341"/>
                      <a:pt x="3752" y="3384"/>
                    </a:cubicBezTo>
                    <a:cubicBezTo>
                      <a:pt x="3717" y="3407"/>
                      <a:pt x="3666" y="3418"/>
                      <a:pt x="3616" y="3418"/>
                    </a:cubicBezTo>
                    <a:cubicBezTo>
                      <a:pt x="3586" y="3418"/>
                      <a:pt x="3557" y="3415"/>
                      <a:pt x="3530" y="3407"/>
                    </a:cubicBezTo>
                    <a:lnTo>
                      <a:pt x="3394" y="3485"/>
                    </a:lnTo>
                    <a:lnTo>
                      <a:pt x="3659" y="3636"/>
                    </a:lnTo>
                    <a:cubicBezTo>
                      <a:pt x="3692" y="3654"/>
                      <a:pt x="3733" y="3664"/>
                      <a:pt x="3775" y="3664"/>
                    </a:cubicBezTo>
                    <a:cubicBezTo>
                      <a:pt x="3816" y="3664"/>
                      <a:pt x="3857" y="3654"/>
                      <a:pt x="3889" y="3636"/>
                    </a:cubicBezTo>
                    <a:lnTo>
                      <a:pt x="6304" y="2234"/>
                    </a:lnTo>
                    <a:cubicBezTo>
                      <a:pt x="6369" y="2199"/>
                      <a:pt x="6369" y="2141"/>
                      <a:pt x="6304" y="2098"/>
                    </a:cubicBezTo>
                    <a:lnTo>
                      <a:pt x="2710" y="27"/>
                    </a:lnTo>
                    <a:cubicBezTo>
                      <a:pt x="2678" y="9"/>
                      <a:pt x="2637" y="0"/>
                      <a:pt x="2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10" name="Google Shape;874;p41">
                <a:extLst>
                  <a:ext uri="{FF2B5EF4-FFF2-40B4-BE49-F238E27FC236}">
                    <a16:creationId xmlns:a16="http://schemas.microsoft.com/office/drawing/2014/main" id="{BC96D2F6-8407-4EA9-B366-83DC85626224}"/>
                  </a:ext>
                </a:extLst>
              </p:cNvPr>
              <p:cNvSpPr/>
              <p:nvPr/>
            </p:nvSpPr>
            <p:spPr>
              <a:xfrm>
                <a:off x="2678324" y="3895806"/>
                <a:ext cx="851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80" h="44" extrusionOk="0">
                    <a:moveTo>
                      <a:pt x="80" y="0"/>
                    </a:moveTo>
                    <a:lnTo>
                      <a:pt x="0" y="43"/>
                    </a:lnTo>
                    <a:cubicBezTo>
                      <a:pt x="21" y="43"/>
                      <a:pt x="28" y="36"/>
                      <a:pt x="43" y="29"/>
                    </a:cubicBezTo>
                    <a:cubicBezTo>
                      <a:pt x="57" y="22"/>
                      <a:pt x="64" y="16"/>
                      <a:pt x="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11" name="Google Shape;875;p41">
                <a:extLst>
                  <a:ext uri="{FF2B5EF4-FFF2-40B4-BE49-F238E27FC236}">
                    <a16:creationId xmlns:a16="http://schemas.microsoft.com/office/drawing/2014/main" id="{44F92CE9-F50F-4AD2-9E05-5488A0009198}"/>
                  </a:ext>
                </a:extLst>
              </p:cNvPr>
              <p:cNvSpPr/>
              <p:nvPr/>
            </p:nvSpPr>
            <p:spPr>
              <a:xfrm>
                <a:off x="2759297" y="3794829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1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12" name="Google Shape;876;p41">
                <a:extLst>
                  <a:ext uri="{FF2B5EF4-FFF2-40B4-BE49-F238E27FC236}">
                    <a16:creationId xmlns:a16="http://schemas.microsoft.com/office/drawing/2014/main" id="{112F1596-EFEE-4CB7-AB17-56DFC511C517}"/>
                  </a:ext>
                </a:extLst>
              </p:cNvPr>
              <p:cNvSpPr/>
              <p:nvPr/>
            </p:nvSpPr>
            <p:spPr>
              <a:xfrm>
                <a:off x="2759297" y="3794829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1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13" name="Google Shape;877;p41">
                <a:extLst>
                  <a:ext uri="{FF2B5EF4-FFF2-40B4-BE49-F238E27FC236}">
                    <a16:creationId xmlns:a16="http://schemas.microsoft.com/office/drawing/2014/main" id="{B6ABC529-87B0-444E-A6EF-07629D851467}"/>
                  </a:ext>
                </a:extLst>
              </p:cNvPr>
              <p:cNvSpPr/>
              <p:nvPr/>
            </p:nvSpPr>
            <p:spPr>
              <a:xfrm>
                <a:off x="2788452" y="381164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14" name="Google Shape;878;p41">
                <a:extLst>
                  <a:ext uri="{FF2B5EF4-FFF2-40B4-BE49-F238E27FC236}">
                    <a16:creationId xmlns:a16="http://schemas.microsoft.com/office/drawing/2014/main" id="{99611084-57FB-44A6-9A95-DEB92D026723}"/>
                  </a:ext>
                </a:extLst>
              </p:cNvPr>
              <p:cNvSpPr/>
              <p:nvPr/>
            </p:nvSpPr>
            <p:spPr>
              <a:xfrm>
                <a:off x="2788452" y="381164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15" name="Google Shape;879;p41">
                <a:extLst>
                  <a:ext uri="{FF2B5EF4-FFF2-40B4-BE49-F238E27FC236}">
                    <a16:creationId xmlns:a16="http://schemas.microsoft.com/office/drawing/2014/main" id="{520326AD-2459-40F0-8346-147449640435}"/>
                  </a:ext>
                </a:extLst>
              </p:cNvPr>
              <p:cNvSpPr/>
              <p:nvPr/>
            </p:nvSpPr>
            <p:spPr>
              <a:xfrm>
                <a:off x="2817393" y="3828559"/>
                <a:ext cx="188332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1" extrusionOk="0">
                    <a:moveTo>
                      <a:pt x="1" y="1020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16" name="Google Shape;880;p41">
                <a:extLst>
                  <a:ext uri="{FF2B5EF4-FFF2-40B4-BE49-F238E27FC236}">
                    <a16:creationId xmlns:a16="http://schemas.microsoft.com/office/drawing/2014/main" id="{4AAD8AA2-3BAE-4BC3-BC35-4605C6B03C35}"/>
                  </a:ext>
                </a:extLst>
              </p:cNvPr>
              <p:cNvSpPr/>
              <p:nvPr/>
            </p:nvSpPr>
            <p:spPr>
              <a:xfrm>
                <a:off x="2817393" y="3828559"/>
                <a:ext cx="188332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1" fill="none" extrusionOk="0">
                    <a:moveTo>
                      <a:pt x="1" y="1020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17" name="Google Shape;881;p41">
                <a:extLst>
                  <a:ext uri="{FF2B5EF4-FFF2-40B4-BE49-F238E27FC236}">
                    <a16:creationId xmlns:a16="http://schemas.microsoft.com/office/drawing/2014/main" id="{A9521577-8675-4B3B-B661-3BFEE1A4DD0E}"/>
                  </a:ext>
                </a:extLst>
              </p:cNvPr>
              <p:cNvSpPr/>
              <p:nvPr/>
            </p:nvSpPr>
            <p:spPr>
              <a:xfrm>
                <a:off x="2846441" y="384526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18" name="Google Shape;882;p41">
                <a:extLst>
                  <a:ext uri="{FF2B5EF4-FFF2-40B4-BE49-F238E27FC236}">
                    <a16:creationId xmlns:a16="http://schemas.microsoft.com/office/drawing/2014/main" id="{0712B48E-68CF-4345-8657-8F027B7E0315}"/>
                  </a:ext>
                </a:extLst>
              </p:cNvPr>
              <p:cNvSpPr/>
              <p:nvPr/>
            </p:nvSpPr>
            <p:spPr>
              <a:xfrm>
                <a:off x="2846441" y="384526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19" name="Google Shape;883;p41">
                <a:extLst>
                  <a:ext uri="{FF2B5EF4-FFF2-40B4-BE49-F238E27FC236}">
                    <a16:creationId xmlns:a16="http://schemas.microsoft.com/office/drawing/2014/main" id="{8E8CE1A9-EFF9-46CB-B695-44D1924538AF}"/>
                  </a:ext>
                </a:extLst>
              </p:cNvPr>
              <p:cNvSpPr/>
              <p:nvPr/>
            </p:nvSpPr>
            <p:spPr>
              <a:xfrm>
                <a:off x="2875596" y="3862182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20" name="Google Shape;884;p41">
                <a:extLst>
                  <a:ext uri="{FF2B5EF4-FFF2-40B4-BE49-F238E27FC236}">
                    <a16:creationId xmlns:a16="http://schemas.microsoft.com/office/drawing/2014/main" id="{24725869-A1B5-4304-9CB5-36056EDFD323}"/>
                  </a:ext>
                </a:extLst>
              </p:cNvPr>
              <p:cNvSpPr/>
              <p:nvPr/>
            </p:nvSpPr>
            <p:spPr>
              <a:xfrm>
                <a:off x="2875596" y="3862182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21" name="Google Shape;885;p41">
                <a:extLst>
                  <a:ext uri="{FF2B5EF4-FFF2-40B4-BE49-F238E27FC236}">
                    <a16:creationId xmlns:a16="http://schemas.microsoft.com/office/drawing/2014/main" id="{652ABB33-3198-4476-8FC8-B57A79C816C8}"/>
                  </a:ext>
                </a:extLst>
              </p:cNvPr>
              <p:cNvSpPr/>
              <p:nvPr/>
            </p:nvSpPr>
            <p:spPr>
              <a:xfrm>
                <a:off x="2904644" y="387910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22" name="Google Shape;886;p41">
                <a:extLst>
                  <a:ext uri="{FF2B5EF4-FFF2-40B4-BE49-F238E27FC236}">
                    <a16:creationId xmlns:a16="http://schemas.microsoft.com/office/drawing/2014/main" id="{3CEDE5DE-EBBF-4439-9BBA-1F0FC5FCD496}"/>
                  </a:ext>
                </a:extLst>
              </p:cNvPr>
              <p:cNvSpPr/>
              <p:nvPr/>
            </p:nvSpPr>
            <p:spPr>
              <a:xfrm>
                <a:off x="2904644" y="387910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23" name="Google Shape;887;p41">
                <a:extLst>
                  <a:ext uri="{FF2B5EF4-FFF2-40B4-BE49-F238E27FC236}">
                    <a16:creationId xmlns:a16="http://schemas.microsoft.com/office/drawing/2014/main" id="{6C5427CE-EF15-438D-92AE-DC278B6DE4B6}"/>
                  </a:ext>
                </a:extLst>
              </p:cNvPr>
              <p:cNvSpPr/>
              <p:nvPr/>
            </p:nvSpPr>
            <p:spPr>
              <a:xfrm>
                <a:off x="2933586" y="3895806"/>
                <a:ext cx="188332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24" name="Google Shape;888;p41">
                <a:extLst>
                  <a:ext uri="{FF2B5EF4-FFF2-40B4-BE49-F238E27FC236}">
                    <a16:creationId xmlns:a16="http://schemas.microsoft.com/office/drawing/2014/main" id="{F22AEF50-3870-4D31-A310-5C12CAD2D030}"/>
                  </a:ext>
                </a:extLst>
              </p:cNvPr>
              <p:cNvSpPr/>
              <p:nvPr/>
            </p:nvSpPr>
            <p:spPr>
              <a:xfrm>
                <a:off x="2933586" y="3895806"/>
                <a:ext cx="188332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25" name="Google Shape;889;p41">
                <a:extLst>
                  <a:ext uri="{FF2B5EF4-FFF2-40B4-BE49-F238E27FC236}">
                    <a16:creationId xmlns:a16="http://schemas.microsoft.com/office/drawing/2014/main" id="{416342F6-2DDB-4499-8F35-D586C53165AF}"/>
                  </a:ext>
                </a:extLst>
              </p:cNvPr>
              <p:cNvSpPr/>
              <p:nvPr/>
            </p:nvSpPr>
            <p:spPr>
              <a:xfrm>
                <a:off x="2962847" y="3912617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9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26" name="Google Shape;890;p41">
                <a:extLst>
                  <a:ext uri="{FF2B5EF4-FFF2-40B4-BE49-F238E27FC236}">
                    <a16:creationId xmlns:a16="http://schemas.microsoft.com/office/drawing/2014/main" id="{4ADB513B-EABA-457C-ABD4-B12D27F7B2E2}"/>
                  </a:ext>
                </a:extLst>
              </p:cNvPr>
              <p:cNvSpPr/>
              <p:nvPr/>
            </p:nvSpPr>
            <p:spPr>
              <a:xfrm>
                <a:off x="2962847" y="3912617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9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27" name="Google Shape;891;p41">
                <a:extLst>
                  <a:ext uri="{FF2B5EF4-FFF2-40B4-BE49-F238E27FC236}">
                    <a16:creationId xmlns:a16="http://schemas.microsoft.com/office/drawing/2014/main" id="{C2839BB1-1902-4CBB-A8B4-A56AC0B3C37B}"/>
                  </a:ext>
                </a:extLst>
              </p:cNvPr>
              <p:cNvSpPr/>
              <p:nvPr/>
            </p:nvSpPr>
            <p:spPr>
              <a:xfrm>
                <a:off x="2991788" y="393028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2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28" name="Google Shape;892;p41">
                <a:extLst>
                  <a:ext uri="{FF2B5EF4-FFF2-40B4-BE49-F238E27FC236}">
                    <a16:creationId xmlns:a16="http://schemas.microsoft.com/office/drawing/2014/main" id="{CB5A1AD4-BE5A-4454-86F1-5AE3A56EED72}"/>
                  </a:ext>
                </a:extLst>
              </p:cNvPr>
              <p:cNvSpPr/>
              <p:nvPr/>
            </p:nvSpPr>
            <p:spPr>
              <a:xfrm>
                <a:off x="2991788" y="393028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2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29" name="Google Shape;893;p41">
                <a:extLst>
                  <a:ext uri="{FF2B5EF4-FFF2-40B4-BE49-F238E27FC236}">
                    <a16:creationId xmlns:a16="http://schemas.microsoft.com/office/drawing/2014/main" id="{D788AC15-C636-487B-9C79-74FAC6D4530A}"/>
                  </a:ext>
                </a:extLst>
              </p:cNvPr>
              <p:cNvSpPr/>
              <p:nvPr/>
            </p:nvSpPr>
            <p:spPr>
              <a:xfrm>
                <a:off x="3020836" y="3947199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0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30" name="Google Shape;894;p41">
                <a:extLst>
                  <a:ext uri="{FF2B5EF4-FFF2-40B4-BE49-F238E27FC236}">
                    <a16:creationId xmlns:a16="http://schemas.microsoft.com/office/drawing/2014/main" id="{7D6AD74A-EEDE-49D0-A5B2-4124C6D10AEF}"/>
                  </a:ext>
                </a:extLst>
              </p:cNvPr>
              <p:cNvSpPr/>
              <p:nvPr/>
            </p:nvSpPr>
            <p:spPr>
              <a:xfrm>
                <a:off x="3020836" y="3947199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0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31" name="Google Shape;895;p41">
                <a:extLst>
                  <a:ext uri="{FF2B5EF4-FFF2-40B4-BE49-F238E27FC236}">
                    <a16:creationId xmlns:a16="http://schemas.microsoft.com/office/drawing/2014/main" id="{7046E7D3-C602-49A9-A0D6-B9ED5E7D520E}"/>
                  </a:ext>
                </a:extLst>
              </p:cNvPr>
              <p:cNvSpPr/>
              <p:nvPr/>
            </p:nvSpPr>
            <p:spPr>
              <a:xfrm>
                <a:off x="3049991" y="396390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32" name="Google Shape;896;p41">
                <a:extLst>
                  <a:ext uri="{FF2B5EF4-FFF2-40B4-BE49-F238E27FC236}">
                    <a16:creationId xmlns:a16="http://schemas.microsoft.com/office/drawing/2014/main" id="{91F42E2D-F0B1-4089-A75A-3921067CAF77}"/>
                  </a:ext>
                </a:extLst>
              </p:cNvPr>
              <p:cNvSpPr/>
              <p:nvPr/>
            </p:nvSpPr>
            <p:spPr>
              <a:xfrm>
                <a:off x="3049991" y="396390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33" name="Google Shape;897;p41">
                <a:extLst>
                  <a:ext uri="{FF2B5EF4-FFF2-40B4-BE49-F238E27FC236}">
                    <a16:creationId xmlns:a16="http://schemas.microsoft.com/office/drawing/2014/main" id="{6FF1EBDC-7523-4552-9DB4-BD4AF339A09E}"/>
                  </a:ext>
                </a:extLst>
              </p:cNvPr>
              <p:cNvSpPr/>
              <p:nvPr/>
            </p:nvSpPr>
            <p:spPr>
              <a:xfrm>
                <a:off x="3078294" y="3980716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extrusionOk="0">
                    <a:moveTo>
                      <a:pt x="0" y="1022"/>
                    </a:moveTo>
                    <a:lnTo>
                      <a:pt x="177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34" name="Google Shape;898;p41">
                <a:extLst>
                  <a:ext uri="{FF2B5EF4-FFF2-40B4-BE49-F238E27FC236}">
                    <a16:creationId xmlns:a16="http://schemas.microsoft.com/office/drawing/2014/main" id="{94B1BD45-96A6-43D7-8F8C-FDB5B43290A3}"/>
                  </a:ext>
                </a:extLst>
              </p:cNvPr>
              <p:cNvSpPr/>
              <p:nvPr/>
            </p:nvSpPr>
            <p:spPr>
              <a:xfrm>
                <a:off x="3078294" y="3980716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fill="none" extrusionOk="0">
                    <a:moveTo>
                      <a:pt x="0" y="1022"/>
                    </a:moveTo>
                    <a:lnTo>
                      <a:pt x="1775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35" name="Google Shape;899;p41">
                <a:extLst>
                  <a:ext uri="{FF2B5EF4-FFF2-40B4-BE49-F238E27FC236}">
                    <a16:creationId xmlns:a16="http://schemas.microsoft.com/office/drawing/2014/main" id="{06E1E263-2FA1-4B69-A056-300963B6FFEE}"/>
                  </a:ext>
                </a:extLst>
              </p:cNvPr>
              <p:cNvSpPr/>
              <p:nvPr/>
            </p:nvSpPr>
            <p:spPr>
              <a:xfrm>
                <a:off x="2142903" y="2496177"/>
                <a:ext cx="3192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30" h="9" extrusionOk="0">
                    <a:moveTo>
                      <a:pt x="0" y="0"/>
                    </a:moveTo>
                    <a:cubicBezTo>
                      <a:pt x="7" y="0"/>
                      <a:pt x="23" y="0"/>
                      <a:pt x="29" y="9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36" name="Google Shape;900;p41">
                <a:extLst>
                  <a:ext uri="{FF2B5EF4-FFF2-40B4-BE49-F238E27FC236}">
                    <a16:creationId xmlns:a16="http://schemas.microsoft.com/office/drawing/2014/main" id="{513D38BC-589A-458C-A311-99B480095829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37" name="Google Shape;901;p41">
                <a:extLst>
                  <a:ext uri="{FF2B5EF4-FFF2-40B4-BE49-F238E27FC236}">
                    <a16:creationId xmlns:a16="http://schemas.microsoft.com/office/drawing/2014/main" id="{04C8A6AB-4C20-4F2E-A346-94DF5013A62A}"/>
                  </a:ext>
                </a:extLst>
              </p:cNvPr>
              <p:cNvSpPr/>
              <p:nvPr/>
            </p:nvSpPr>
            <p:spPr>
              <a:xfrm>
                <a:off x="2145244" y="2496177"/>
                <a:ext cx="1596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38" name="Google Shape;902;p41">
                <a:extLst>
                  <a:ext uri="{FF2B5EF4-FFF2-40B4-BE49-F238E27FC236}">
                    <a16:creationId xmlns:a16="http://schemas.microsoft.com/office/drawing/2014/main" id="{DD480E18-854B-4C90-96A9-D9C734F841B9}"/>
                  </a:ext>
                </a:extLst>
              </p:cNvPr>
              <p:cNvSpPr/>
              <p:nvPr/>
            </p:nvSpPr>
            <p:spPr>
              <a:xfrm>
                <a:off x="1264863" y="2496177"/>
                <a:ext cx="1055619" cy="1184898"/>
              </a:xfrm>
              <a:custGeom>
                <a:avLst/>
                <a:gdLst/>
                <a:ahLst/>
                <a:cxnLst/>
                <a:rect l="l" t="t" r="r" b="b"/>
                <a:pathLst>
                  <a:path w="9921" h="11136" extrusionOk="0">
                    <a:moveTo>
                      <a:pt x="8230" y="366"/>
                    </a:moveTo>
                    <a:cubicBezTo>
                      <a:pt x="8252" y="366"/>
                      <a:pt x="8270" y="384"/>
                      <a:pt x="8281" y="411"/>
                    </a:cubicBezTo>
                    <a:lnTo>
                      <a:pt x="9611" y="5736"/>
                    </a:lnTo>
                    <a:cubicBezTo>
                      <a:pt x="9618" y="5772"/>
                      <a:pt x="9603" y="5822"/>
                      <a:pt x="9568" y="5845"/>
                    </a:cubicBezTo>
                    <a:lnTo>
                      <a:pt x="1647" y="10416"/>
                    </a:lnTo>
                    <a:cubicBezTo>
                      <a:pt x="1639" y="10422"/>
                      <a:pt x="1631" y="10424"/>
                      <a:pt x="1622" y="10424"/>
                    </a:cubicBezTo>
                    <a:cubicBezTo>
                      <a:pt x="1600" y="10424"/>
                      <a:pt x="1577" y="10405"/>
                      <a:pt x="1567" y="10373"/>
                    </a:cubicBezTo>
                    <a:lnTo>
                      <a:pt x="244" y="5055"/>
                    </a:lnTo>
                    <a:cubicBezTo>
                      <a:pt x="230" y="5012"/>
                      <a:pt x="253" y="4968"/>
                      <a:pt x="280" y="4946"/>
                    </a:cubicBezTo>
                    <a:lnTo>
                      <a:pt x="8202" y="374"/>
                    </a:lnTo>
                    <a:cubicBezTo>
                      <a:pt x="8212" y="369"/>
                      <a:pt x="8221" y="366"/>
                      <a:pt x="8230" y="366"/>
                    </a:cubicBezTo>
                    <a:close/>
                    <a:moveTo>
                      <a:pt x="8266" y="0"/>
                    </a:moveTo>
                    <a:cubicBezTo>
                      <a:pt x="8238" y="0"/>
                      <a:pt x="8209" y="9"/>
                      <a:pt x="8180" y="22"/>
                    </a:cubicBezTo>
                    <a:lnTo>
                      <a:pt x="144" y="4658"/>
                    </a:lnTo>
                    <a:cubicBezTo>
                      <a:pt x="51" y="4717"/>
                      <a:pt x="1" y="4860"/>
                      <a:pt x="28" y="4975"/>
                    </a:cubicBezTo>
                    <a:lnTo>
                      <a:pt x="1531" y="10998"/>
                    </a:lnTo>
                    <a:cubicBezTo>
                      <a:pt x="1531" y="11006"/>
                      <a:pt x="1538" y="11013"/>
                      <a:pt x="1538" y="11020"/>
                    </a:cubicBezTo>
                    <a:lnTo>
                      <a:pt x="1538" y="11027"/>
                    </a:lnTo>
                    <a:cubicBezTo>
                      <a:pt x="1547" y="11041"/>
                      <a:pt x="1553" y="11056"/>
                      <a:pt x="1560" y="11070"/>
                    </a:cubicBezTo>
                    <a:lnTo>
                      <a:pt x="1567" y="11070"/>
                    </a:lnTo>
                    <a:cubicBezTo>
                      <a:pt x="1567" y="11077"/>
                      <a:pt x="1574" y="11084"/>
                      <a:pt x="1581" y="11093"/>
                    </a:cubicBezTo>
                    <a:cubicBezTo>
                      <a:pt x="1581" y="11093"/>
                      <a:pt x="1590" y="11099"/>
                      <a:pt x="1597" y="11106"/>
                    </a:cubicBezTo>
                    <a:cubicBezTo>
                      <a:pt x="1604" y="11106"/>
                      <a:pt x="1604" y="11113"/>
                      <a:pt x="1610" y="11113"/>
                    </a:cubicBezTo>
                    <a:lnTo>
                      <a:pt x="1617" y="11120"/>
                    </a:lnTo>
                    <a:lnTo>
                      <a:pt x="1624" y="11120"/>
                    </a:lnTo>
                    <a:cubicBezTo>
                      <a:pt x="1633" y="11127"/>
                      <a:pt x="1633" y="11127"/>
                      <a:pt x="1640" y="11127"/>
                    </a:cubicBezTo>
                    <a:cubicBezTo>
                      <a:pt x="1647" y="11127"/>
                      <a:pt x="1654" y="11136"/>
                      <a:pt x="1654" y="11136"/>
                    </a:cubicBezTo>
                    <a:lnTo>
                      <a:pt x="1667" y="11136"/>
                    </a:lnTo>
                    <a:lnTo>
                      <a:pt x="1667" y="11093"/>
                    </a:lnTo>
                    <a:cubicBezTo>
                      <a:pt x="1667" y="11056"/>
                      <a:pt x="1690" y="11020"/>
                      <a:pt x="1740" y="10991"/>
                    </a:cubicBezTo>
                    <a:lnTo>
                      <a:pt x="9775" y="6355"/>
                    </a:lnTo>
                    <a:cubicBezTo>
                      <a:pt x="9812" y="6333"/>
                      <a:pt x="9855" y="6319"/>
                      <a:pt x="9905" y="6312"/>
                    </a:cubicBezTo>
                    <a:cubicBezTo>
                      <a:pt x="9920" y="6262"/>
                      <a:pt x="9920" y="6210"/>
                      <a:pt x="9905" y="6160"/>
                    </a:cubicBezTo>
                    <a:lnTo>
                      <a:pt x="8404" y="145"/>
                    </a:lnTo>
                    <a:cubicBezTo>
                      <a:pt x="8388" y="66"/>
                      <a:pt x="8338" y="16"/>
                      <a:pt x="8288" y="9"/>
                    </a:cubicBezTo>
                    <a:cubicBezTo>
                      <a:pt x="8281" y="9"/>
                      <a:pt x="8275" y="9"/>
                      <a:pt x="82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39" name="Google Shape;903;p41">
                <a:extLst>
                  <a:ext uri="{FF2B5EF4-FFF2-40B4-BE49-F238E27FC236}">
                    <a16:creationId xmlns:a16="http://schemas.microsoft.com/office/drawing/2014/main" id="{09DB6751-1487-4455-8188-C50D01F538F4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40" name="Google Shape;904;p41">
                <a:extLst>
                  <a:ext uri="{FF2B5EF4-FFF2-40B4-BE49-F238E27FC236}">
                    <a16:creationId xmlns:a16="http://schemas.microsoft.com/office/drawing/2014/main" id="{AF832A25-ECC3-486E-B0EA-3ADF7EE78117}"/>
                  </a:ext>
                </a:extLst>
              </p:cNvPr>
              <p:cNvSpPr/>
              <p:nvPr/>
            </p:nvSpPr>
            <p:spPr>
              <a:xfrm>
                <a:off x="2145244" y="2496177"/>
                <a:ext cx="1596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41" name="Google Shape;905;p41">
                <a:extLst>
                  <a:ext uri="{FF2B5EF4-FFF2-40B4-BE49-F238E27FC236}">
                    <a16:creationId xmlns:a16="http://schemas.microsoft.com/office/drawing/2014/main" id="{E5853E45-9323-4258-9B9C-F1890118334F}"/>
                  </a:ext>
                </a:extLst>
              </p:cNvPr>
              <p:cNvSpPr/>
              <p:nvPr/>
            </p:nvSpPr>
            <p:spPr>
              <a:xfrm>
                <a:off x="1250392" y="2493623"/>
                <a:ext cx="893994" cy="1187452"/>
              </a:xfrm>
              <a:custGeom>
                <a:avLst/>
                <a:gdLst/>
                <a:ahLst/>
                <a:cxnLst/>
                <a:rect l="l" t="t" r="r" b="b"/>
                <a:pathLst>
                  <a:path w="8402" h="11160" extrusionOk="0">
                    <a:moveTo>
                      <a:pt x="8258" y="1"/>
                    </a:moveTo>
                    <a:cubicBezTo>
                      <a:pt x="8234" y="1"/>
                      <a:pt x="8207" y="9"/>
                      <a:pt x="8179" y="24"/>
                    </a:cubicBezTo>
                    <a:lnTo>
                      <a:pt x="151" y="4661"/>
                    </a:lnTo>
                    <a:cubicBezTo>
                      <a:pt x="51" y="4711"/>
                      <a:pt x="1" y="4854"/>
                      <a:pt x="28" y="4977"/>
                    </a:cubicBezTo>
                    <a:lnTo>
                      <a:pt x="1531" y="10994"/>
                    </a:lnTo>
                    <a:cubicBezTo>
                      <a:pt x="1553" y="11073"/>
                      <a:pt x="1603" y="11123"/>
                      <a:pt x="1660" y="11130"/>
                    </a:cubicBezTo>
                    <a:cubicBezTo>
                      <a:pt x="1703" y="11137"/>
                      <a:pt x="1746" y="11151"/>
                      <a:pt x="1790" y="11160"/>
                    </a:cubicBezTo>
                    <a:cubicBezTo>
                      <a:pt x="1790" y="11160"/>
                      <a:pt x="1783" y="11151"/>
                      <a:pt x="1776" y="11151"/>
                    </a:cubicBezTo>
                    <a:cubicBezTo>
                      <a:pt x="1769" y="11151"/>
                      <a:pt x="1769" y="11151"/>
                      <a:pt x="1760" y="11144"/>
                    </a:cubicBezTo>
                    <a:lnTo>
                      <a:pt x="1753" y="11144"/>
                    </a:lnTo>
                    <a:lnTo>
                      <a:pt x="1746" y="11137"/>
                    </a:lnTo>
                    <a:cubicBezTo>
                      <a:pt x="1740" y="11137"/>
                      <a:pt x="1740" y="11130"/>
                      <a:pt x="1733" y="11130"/>
                    </a:cubicBezTo>
                    <a:cubicBezTo>
                      <a:pt x="1726" y="11123"/>
                      <a:pt x="1717" y="11117"/>
                      <a:pt x="1717" y="11117"/>
                    </a:cubicBezTo>
                    <a:cubicBezTo>
                      <a:pt x="1710" y="11108"/>
                      <a:pt x="1703" y="11101"/>
                      <a:pt x="1703" y="11094"/>
                    </a:cubicBezTo>
                    <a:lnTo>
                      <a:pt x="1696" y="11094"/>
                    </a:lnTo>
                    <a:cubicBezTo>
                      <a:pt x="1689" y="11080"/>
                      <a:pt x="1683" y="11065"/>
                      <a:pt x="1674" y="11051"/>
                    </a:cubicBezTo>
                    <a:lnTo>
                      <a:pt x="1674" y="11044"/>
                    </a:lnTo>
                    <a:cubicBezTo>
                      <a:pt x="1674" y="11037"/>
                      <a:pt x="1667" y="11030"/>
                      <a:pt x="1667" y="11022"/>
                    </a:cubicBezTo>
                    <a:lnTo>
                      <a:pt x="164" y="4999"/>
                    </a:lnTo>
                    <a:cubicBezTo>
                      <a:pt x="137" y="4884"/>
                      <a:pt x="187" y="4741"/>
                      <a:pt x="280" y="4682"/>
                    </a:cubicBezTo>
                    <a:lnTo>
                      <a:pt x="8316" y="46"/>
                    </a:lnTo>
                    <a:cubicBezTo>
                      <a:pt x="8345" y="33"/>
                      <a:pt x="8374" y="24"/>
                      <a:pt x="8402" y="24"/>
                    </a:cubicBezTo>
                    <a:lnTo>
                      <a:pt x="8381" y="24"/>
                    </a:lnTo>
                    <a:cubicBezTo>
                      <a:pt x="8374" y="17"/>
                      <a:pt x="8359" y="17"/>
                      <a:pt x="8352" y="17"/>
                    </a:cubicBezTo>
                    <a:cubicBezTo>
                      <a:pt x="8324" y="10"/>
                      <a:pt x="8302" y="3"/>
                      <a:pt x="8281" y="3"/>
                    </a:cubicBezTo>
                    <a:cubicBezTo>
                      <a:pt x="8274" y="2"/>
                      <a:pt x="8266" y="1"/>
                      <a:pt x="82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42" name="Google Shape;906;p41">
                <a:extLst>
                  <a:ext uri="{FF2B5EF4-FFF2-40B4-BE49-F238E27FC236}">
                    <a16:creationId xmlns:a16="http://schemas.microsoft.com/office/drawing/2014/main" id="{42126C7B-6026-4935-8651-36AF00E91322}"/>
                  </a:ext>
                </a:extLst>
              </p:cNvPr>
              <p:cNvSpPr/>
              <p:nvPr/>
            </p:nvSpPr>
            <p:spPr>
              <a:xfrm>
                <a:off x="1289336" y="2535120"/>
                <a:ext cx="999013" cy="1070303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10059" extrusionOk="0">
                    <a:moveTo>
                      <a:pt x="8000" y="0"/>
                    </a:moveTo>
                    <a:cubicBezTo>
                      <a:pt x="7991" y="0"/>
                      <a:pt x="7982" y="3"/>
                      <a:pt x="7972" y="8"/>
                    </a:cubicBezTo>
                    <a:lnTo>
                      <a:pt x="50" y="4580"/>
                    </a:lnTo>
                    <a:cubicBezTo>
                      <a:pt x="23" y="4602"/>
                      <a:pt x="0" y="4646"/>
                      <a:pt x="14" y="4689"/>
                    </a:cubicBezTo>
                    <a:lnTo>
                      <a:pt x="1337" y="10007"/>
                    </a:lnTo>
                    <a:cubicBezTo>
                      <a:pt x="1347" y="10039"/>
                      <a:pt x="1370" y="10058"/>
                      <a:pt x="1392" y="10058"/>
                    </a:cubicBezTo>
                    <a:cubicBezTo>
                      <a:pt x="1401" y="10058"/>
                      <a:pt x="1409" y="10056"/>
                      <a:pt x="1417" y="10050"/>
                    </a:cubicBezTo>
                    <a:lnTo>
                      <a:pt x="9338" y="5479"/>
                    </a:lnTo>
                    <a:cubicBezTo>
                      <a:pt x="9373" y="5456"/>
                      <a:pt x="9388" y="5406"/>
                      <a:pt x="9381" y="5370"/>
                    </a:cubicBezTo>
                    <a:lnTo>
                      <a:pt x="8051" y="45"/>
                    </a:lnTo>
                    <a:cubicBezTo>
                      <a:pt x="8040" y="18"/>
                      <a:pt x="8022" y="0"/>
                      <a:pt x="8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43" name="Google Shape;907;p41">
                <a:extLst>
                  <a:ext uri="{FF2B5EF4-FFF2-40B4-BE49-F238E27FC236}">
                    <a16:creationId xmlns:a16="http://schemas.microsoft.com/office/drawing/2014/main" id="{D5E441F6-C1F8-48B8-A7AF-3752B12F6DB5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44" name="Google Shape;908;p41">
                <a:extLst>
                  <a:ext uri="{FF2B5EF4-FFF2-40B4-BE49-F238E27FC236}">
                    <a16:creationId xmlns:a16="http://schemas.microsoft.com/office/drawing/2014/main" id="{AD9A2083-AB4D-414B-A9D1-F75190FDDAFB}"/>
                  </a:ext>
                </a:extLst>
              </p:cNvPr>
              <p:cNvSpPr/>
              <p:nvPr/>
            </p:nvSpPr>
            <p:spPr>
              <a:xfrm>
                <a:off x="1442237" y="3488281"/>
                <a:ext cx="1405896" cy="527969"/>
              </a:xfrm>
              <a:custGeom>
                <a:avLst/>
                <a:gdLst/>
                <a:ahLst/>
                <a:cxnLst/>
                <a:rect l="l" t="t" r="r" b="b"/>
                <a:pathLst>
                  <a:path w="13213" h="4962" extrusionOk="0">
                    <a:moveTo>
                      <a:pt x="13213" y="0"/>
                    </a:moveTo>
                    <a:cubicBezTo>
                      <a:pt x="13213" y="28"/>
                      <a:pt x="13206" y="50"/>
                      <a:pt x="13184" y="71"/>
                    </a:cubicBezTo>
                    <a:cubicBezTo>
                      <a:pt x="13177" y="78"/>
                      <a:pt x="13170" y="87"/>
                      <a:pt x="13154" y="93"/>
                    </a:cubicBezTo>
                    <a:cubicBezTo>
                      <a:pt x="13154" y="93"/>
                      <a:pt x="13147" y="100"/>
                      <a:pt x="13141" y="100"/>
                    </a:cubicBezTo>
                    <a:lnTo>
                      <a:pt x="5105" y="4736"/>
                    </a:lnTo>
                    <a:cubicBezTo>
                      <a:pt x="5057" y="4766"/>
                      <a:pt x="4992" y="4781"/>
                      <a:pt x="4929" y="4781"/>
                    </a:cubicBezTo>
                    <a:cubicBezTo>
                      <a:pt x="4870" y="4781"/>
                      <a:pt x="4812" y="4768"/>
                      <a:pt x="4767" y="4744"/>
                    </a:cubicBezTo>
                    <a:lnTo>
                      <a:pt x="73" y="1869"/>
                    </a:lnTo>
                    <a:cubicBezTo>
                      <a:pt x="43" y="1846"/>
                      <a:pt x="23" y="1832"/>
                      <a:pt x="16" y="1812"/>
                    </a:cubicBezTo>
                    <a:lnTo>
                      <a:pt x="0" y="1812"/>
                    </a:lnTo>
                    <a:lnTo>
                      <a:pt x="0" y="2091"/>
                    </a:lnTo>
                    <a:cubicBezTo>
                      <a:pt x="0" y="2127"/>
                      <a:pt x="23" y="2164"/>
                      <a:pt x="73" y="2191"/>
                    </a:cubicBezTo>
                    <a:lnTo>
                      <a:pt x="4767" y="4924"/>
                    </a:lnTo>
                    <a:cubicBezTo>
                      <a:pt x="4813" y="4949"/>
                      <a:pt x="4876" y="4961"/>
                      <a:pt x="4939" y="4961"/>
                    </a:cubicBezTo>
                    <a:cubicBezTo>
                      <a:pt x="5002" y="4961"/>
                      <a:pt x="5065" y="4949"/>
                      <a:pt x="5112" y="4924"/>
                    </a:cubicBezTo>
                    <a:lnTo>
                      <a:pt x="13141" y="280"/>
                    </a:lnTo>
                    <a:cubicBezTo>
                      <a:pt x="13191" y="259"/>
                      <a:pt x="13213" y="223"/>
                      <a:pt x="13213" y="187"/>
                    </a:cubicBezTo>
                    <a:lnTo>
                      <a:pt x="1321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45" name="Google Shape;909;p41">
                <a:extLst>
                  <a:ext uri="{FF2B5EF4-FFF2-40B4-BE49-F238E27FC236}">
                    <a16:creationId xmlns:a16="http://schemas.microsoft.com/office/drawing/2014/main" id="{2DD1CF66-A0C8-44B8-A528-FD35596A329B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46" name="Google Shape;910;p41">
                <a:extLst>
                  <a:ext uri="{FF2B5EF4-FFF2-40B4-BE49-F238E27FC236}">
                    <a16:creationId xmlns:a16="http://schemas.microsoft.com/office/drawing/2014/main" id="{CFA55A19-FC15-4BB2-897F-66559A6A672D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47" name="Google Shape;911;p41">
                <a:extLst>
                  <a:ext uri="{FF2B5EF4-FFF2-40B4-BE49-F238E27FC236}">
                    <a16:creationId xmlns:a16="http://schemas.microsoft.com/office/drawing/2014/main" id="{67485CF2-9858-40E6-B8F1-F2EC75F3C78B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48" name="Google Shape;912;p41">
                <a:extLst>
                  <a:ext uri="{FF2B5EF4-FFF2-40B4-BE49-F238E27FC236}">
                    <a16:creationId xmlns:a16="http://schemas.microsoft.com/office/drawing/2014/main" id="{5E46819B-C278-4BC6-882C-F52C41CB4396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49" name="Google Shape;913;p41">
                <a:extLst>
                  <a:ext uri="{FF2B5EF4-FFF2-40B4-BE49-F238E27FC236}">
                    <a16:creationId xmlns:a16="http://schemas.microsoft.com/office/drawing/2014/main" id="{8427C974-86F2-48DD-A238-3581492EB620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50" name="Google Shape;914;p41">
                <a:extLst>
                  <a:ext uri="{FF2B5EF4-FFF2-40B4-BE49-F238E27FC236}">
                    <a16:creationId xmlns:a16="http://schemas.microsoft.com/office/drawing/2014/main" id="{1B2510A5-B8F4-4C36-AC20-A4C323B67311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51" name="Google Shape;915;p41">
                <a:extLst>
                  <a:ext uri="{FF2B5EF4-FFF2-40B4-BE49-F238E27FC236}">
                    <a16:creationId xmlns:a16="http://schemas.microsoft.com/office/drawing/2014/main" id="{4BAB2E35-6D7A-419A-B408-BF6DA273D812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52" name="Google Shape;916;p41">
                <a:extLst>
                  <a:ext uri="{FF2B5EF4-FFF2-40B4-BE49-F238E27FC236}">
                    <a16:creationId xmlns:a16="http://schemas.microsoft.com/office/drawing/2014/main" id="{83AF7BC9-A94C-450F-AA9D-7E4AF318BF04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53" name="Google Shape;917;p41">
                <a:extLst>
                  <a:ext uri="{FF2B5EF4-FFF2-40B4-BE49-F238E27FC236}">
                    <a16:creationId xmlns:a16="http://schemas.microsoft.com/office/drawing/2014/main" id="{058DA1C8-2888-43DC-8728-39DE7632DA17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54" name="Google Shape;918;p41">
                <a:extLst>
                  <a:ext uri="{FF2B5EF4-FFF2-40B4-BE49-F238E27FC236}">
                    <a16:creationId xmlns:a16="http://schemas.microsoft.com/office/drawing/2014/main" id="{95EE0DC8-6B12-419E-8EE1-ACBF5E795054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55" name="Google Shape;919;p41">
                <a:extLst>
                  <a:ext uri="{FF2B5EF4-FFF2-40B4-BE49-F238E27FC236}">
                    <a16:creationId xmlns:a16="http://schemas.microsoft.com/office/drawing/2014/main" id="{CE73E49E-0730-4B2E-88E3-A44B1C2CC809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56" name="Google Shape;920;p41">
                <a:extLst>
                  <a:ext uri="{FF2B5EF4-FFF2-40B4-BE49-F238E27FC236}">
                    <a16:creationId xmlns:a16="http://schemas.microsoft.com/office/drawing/2014/main" id="{67523A41-E314-45DF-B1E2-4DA9C2A47FD4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57" name="Google Shape;921;p41">
                <a:extLst>
                  <a:ext uri="{FF2B5EF4-FFF2-40B4-BE49-F238E27FC236}">
                    <a16:creationId xmlns:a16="http://schemas.microsoft.com/office/drawing/2014/main" id="{61E512D5-4E16-400B-982E-ABEC74DC4A27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58" name="Google Shape;922;p41">
                <a:extLst>
                  <a:ext uri="{FF2B5EF4-FFF2-40B4-BE49-F238E27FC236}">
                    <a16:creationId xmlns:a16="http://schemas.microsoft.com/office/drawing/2014/main" id="{8631C7C6-9845-46F5-AA40-F8FB230D1F7E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59" name="Google Shape;923;p41">
                <a:extLst>
                  <a:ext uri="{FF2B5EF4-FFF2-40B4-BE49-F238E27FC236}">
                    <a16:creationId xmlns:a16="http://schemas.microsoft.com/office/drawing/2014/main" id="{571FAC8E-D838-486F-9C89-2707432D4BBB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60" name="Google Shape;924;p41">
                <a:extLst>
                  <a:ext uri="{FF2B5EF4-FFF2-40B4-BE49-F238E27FC236}">
                    <a16:creationId xmlns:a16="http://schemas.microsoft.com/office/drawing/2014/main" id="{5E6373FB-7217-4E2B-BBB2-21548A61D842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61" name="Google Shape;925;p41">
                <a:extLst>
                  <a:ext uri="{FF2B5EF4-FFF2-40B4-BE49-F238E27FC236}">
                    <a16:creationId xmlns:a16="http://schemas.microsoft.com/office/drawing/2014/main" id="{E02F5822-866D-4E71-AE45-BA8D261398F3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62" name="Google Shape;926;p41">
                <a:extLst>
                  <a:ext uri="{FF2B5EF4-FFF2-40B4-BE49-F238E27FC236}">
                    <a16:creationId xmlns:a16="http://schemas.microsoft.com/office/drawing/2014/main" id="{DD3E0238-453F-4A4F-8FD6-4AF2DFA52D4E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63" name="Google Shape;927;p41">
                <a:extLst>
                  <a:ext uri="{FF2B5EF4-FFF2-40B4-BE49-F238E27FC236}">
                    <a16:creationId xmlns:a16="http://schemas.microsoft.com/office/drawing/2014/main" id="{845C9584-D9DF-434A-B65A-B7EFBED85F59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64" name="Google Shape;928;p41">
                <a:extLst>
                  <a:ext uri="{FF2B5EF4-FFF2-40B4-BE49-F238E27FC236}">
                    <a16:creationId xmlns:a16="http://schemas.microsoft.com/office/drawing/2014/main" id="{848FA331-7373-4D60-A2C7-7B4EE9940FE4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65" name="Google Shape;929;p41">
                <a:extLst>
                  <a:ext uri="{FF2B5EF4-FFF2-40B4-BE49-F238E27FC236}">
                    <a16:creationId xmlns:a16="http://schemas.microsoft.com/office/drawing/2014/main" id="{B04BC338-EE69-4F1A-827C-684431FF66E9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66" name="Google Shape;930;p41">
                <a:extLst>
                  <a:ext uri="{FF2B5EF4-FFF2-40B4-BE49-F238E27FC236}">
                    <a16:creationId xmlns:a16="http://schemas.microsoft.com/office/drawing/2014/main" id="{4B5B3894-D738-46DB-AF12-2872B3D0D8EF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67" name="Google Shape;931;p41">
                <a:extLst>
                  <a:ext uri="{FF2B5EF4-FFF2-40B4-BE49-F238E27FC236}">
                    <a16:creationId xmlns:a16="http://schemas.microsoft.com/office/drawing/2014/main" id="{D6B6284E-80F2-493C-8A40-8E944A62214F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68" name="Google Shape;932;p41">
                <a:extLst>
                  <a:ext uri="{FF2B5EF4-FFF2-40B4-BE49-F238E27FC236}">
                    <a16:creationId xmlns:a16="http://schemas.microsoft.com/office/drawing/2014/main" id="{5F95B7D0-AD79-47C2-9D87-EB2628B14AC1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69" name="Google Shape;933;p41">
                <a:extLst>
                  <a:ext uri="{FF2B5EF4-FFF2-40B4-BE49-F238E27FC236}">
                    <a16:creationId xmlns:a16="http://schemas.microsoft.com/office/drawing/2014/main" id="{551F9742-FD9A-4C13-8604-447D53953888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70" name="Google Shape;934;p41">
                <a:extLst>
                  <a:ext uri="{FF2B5EF4-FFF2-40B4-BE49-F238E27FC236}">
                    <a16:creationId xmlns:a16="http://schemas.microsoft.com/office/drawing/2014/main" id="{5747A1DE-2B19-4466-8C71-BD56938A971B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71" name="Google Shape;935;p41">
                <a:extLst>
                  <a:ext uri="{FF2B5EF4-FFF2-40B4-BE49-F238E27FC236}">
                    <a16:creationId xmlns:a16="http://schemas.microsoft.com/office/drawing/2014/main" id="{083128C5-59B6-4453-AF4B-222BFD600D19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72" name="Google Shape;936;p41">
                <a:extLst>
                  <a:ext uri="{FF2B5EF4-FFF2-40B4-BE49-F238E27FC236}">
                    <a16:creationId xmlns:a16="http://schemas.microsoft.com/office/drawing/2014/main" id="{680A6881-57E0-4DDD-B216-8C62D2FB9A50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73" name="Google Shape;937;p41">
                <a:extLst>
                  <a:ext uri="{FF2B5EF4-FFF2-40B4-BE49-F238E27FC236}">
                    <a16:creationId xmlns:a16="http://schemas.microsoft.com/office/drawing/2014/main" id="{A960CCAE-2D78-4886-9519-5DDE931B3F79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74" name="Google Shape;938;p41">
                <a:extLst>
                  <a:ext uri="{FF2B5EF4-FFF2-40B4-BE49-F238E27FC236}">
                    <a16:creationId xmlns:a16="http://schemas.microsoft.com/office/drawing/2014/main" id="{34D075E5-B45E-443F-9B95-65F675E14CFD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75" name="Google Shape;939;p41">
                <a:extLst>
                  <a:ext uri="{FF2B5EF4-FFF2-40B4-BE49-F238E27FC236}">
                    <a16:creationId xmlns:a16="http://schemas.microsoft.com/office/drawing/2014/main" id="{E2F1BF07-2EA1-48D1-89CC-C017B94E7C2F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76" name="Google Shape;940;p41">
                <a:extLst>
                  <a:ext uri="{FF2B5EF4-FFF2-40B4-BE49-F238E27FC236}">
                    <a16:creationId xmlns:a16="http://schemas.microsoft.com/office/drawing/2014/main" id="{80AFE0FD-09F1-4C18-9FA8-B9ACFFC9A13A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77" name="Google Shape;941;p41">
                <a:extLst>
                  <a:ext uri="{FF2B5EF4-FFF2-40B4-BE49-F238E27FC236}">
                    <a16:creationId xmlns:a16="http://schemas.microsoft.com/office/drawing/2014/main" id="{0A76CC48-011F-4169-A62B-D4F212BA12FD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78" name="Google Shape;942;p41">
                <a:extLst>
                  <a:ext uri="{FF2B5EF4-FFF2-40B4-BE49-F238E27FC236}">
                    <a16:creationId xmlns:a16="http://schemas.microsoft.com/office/drawing/2014/main" id="{7E4C6E12-D506-4FB1-9A76-174F3A9C198D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79" name="Google Shape;943;p41">
                <a:extLst>
                  <a:ext uri="{FF2B5EF4-FFF2-40B4-BE49-F238E27FC236}">
                    <a16:creationId xmlns:a16="http://schemas.microsoft.com/office/drawing/2014/main" id="{4E720A5F-ADFA-4654-96F7-1A213221A1DC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80" name="Google Shape;944;p41">
                <a:extLst>
                  <a:ext uri="{FF2B5EF4-FFF2-40B4-BE49-F238E27FC236}">
                    <a16:creationId xmlns:a16="http://schemas.microsoft.com/office/drawing/2014/main" id="{3A1F40FA-D51F-46B1-88C8-6E11D25151A1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81" name="Google Shape;945;p41">
                <a:extLst>
                  <a:ext uri="{FF2B5EF4-FFF2-40B4-BE49-F238E27FC236}">
                    <a16:creationId xmlns:a16="http://schemas.microsoft.com/office/drawing/2014/main" id="{07A1B6D0-3F4D-4510-BF21-16F12F74CF95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82" name="Google Shape;946;p41">
                <a:extLst>
                  <a:ext uri="{FF2B5EF4-FFF2-40B4-BE49-F238E27FC236}">
                    <a16:creationId xmlns:a16="http://schemas.microsoft.com/office/drawing/2014/main" id="{0547B691-97F6-4D0E-8988-262948857B2C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83" name="Google Shape;947;p41">
                <a:extLst>
                  <a:ext uri="{FF2B5EF4-FFF2-40B4-BE49-F238E27FC236}">
                    <a16:creationId xmlns:a16="http://schemas.microsoft.com/office/drawing/2014/main" id="{4AD9C4F0-9470-4CD6-987D-D41011B20910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84" name="Google Shape;948;p41">
                <a:extLst>
                  <a:ext uri="{FF2B5EF4-FFF2-40B4-BE49-F238E27FC236}">
                    <a16:creationId xmlns:a16="http://schemas.microsoft.com/office/drawing/2014/main" id="{7832BCD4-234A-446C-8F8D-BCCD6A060AE2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85" name="Google Shape;949;p41">
                <a:extLst>
                  <a:ext uri="{FF2B5EF4-FFF2-40B4-BE49-F238E27FC236}">
                    <a16:creationId xmlns:a16="http://schemas.microsoft.com/office/drawing/2014/main" id="{61863F2C-B843-487A-9239-DE0E16E2FDC1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86" name="Google Shape;950;p41">
                <a:extLst>
                  <a:ext uri="{FF2B5EF4-FFF2-40B4-BE49-F238E27FC236}">
                    <a16:creationId xmlns:a16="http://schemas.microsoft.com/office/drawing/2014/main" id="{E3D55405-6DAE-4D44-A1D9-473AA6A99895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87" name="Google Shape;951;p41">
                <a:extLst>
                  <a:ext uri="{FF2B5EF4-FFF2-40B4-BE49-F238E27FC236}">
                    <a16:creationId xmlns:a16="http://schemas.microsoft.com/office/drawing/2014/main" id="{DC2F4E21-C261-49FC-B18E-8583CB0D2A2E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88" name="Google Shape;952;p41">
                <a:extLst>
                  <a:ext uri="{FF2B5EF4-FFF2-40B4-BE49-F238E27FC236}">
                    <a16:creationId xmlns:a16="http://schemas.microsoft.com/office/drawing/2014/main" id="{0B28F274-979A-4AC4-AF04-4B067E8A9562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89" name="Google Shape;953;p41">
                <a:extLst>
                  <a:ext uri="{FF2B5EF4-FFF2-40B4-BE49-F238E27FC236}">
                    <a16:creationId xmlns:a16="http://schemas.microsoft.com/office/drawing/2014/main" id="{BA84B445-C205-4143-8739-4A2B42382E5D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90" name="Google Shape;954;p41">
                <a:extLst>
                  <a:ext uri="{FF2B5EF4-FFF2-40B4-BE49-F238E27FC236}">
                    <a16:creationId xmlns:a16="http://schemas.microsoft.com/office/drawing/2014/main" id="{4BC568AF-BDA0-4A84-AEA4-701710BDAB67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91" name="Google Shape;955;p41">
                <a:extLst>
                  <a:ext uri="{FF2B5EF4-FFF2-40B4-BE49-F238E27FC236}">
                    <a16:creationId xmlns:a16="http://schemas.microsoft.com/office/drawing/2014/main" id="{BE65D08E-D7CD-4CF5-B59A-FBDF8169EDC7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92" name="Google Shape;956;p41">
                <a:extLst>
                  <a:ext uri="{FF2B5EF4-FFF2-40B4-BE49-F238E27FC236}">
                    <a16:creationId xmlns:a16="http://schemas.microsoft.com/office/drawing/2014/main" id="{2657EA74-26D8-4874-9E6F-A5BA4D158992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93" name="Google Shape;957;p41">
                <a:extLst>
                  <a:ext uri="{FF2B5EF4-FFF2-40B4-BE49-F238E27FC236}">
                    <a16:creationId xmlns:a16="http://schemas.microsoft.com/office/drawing/2014/main" id="{FD367E96-D7CB-4E76-A370-C733F3FC1942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94" name="Google Shape;958;p41">
                <a:extLst>
                  <a:ext uri="{FF2B5EF4-FFF2-40B4-BE49-F238E27FC236}">
                    <a16:creationId xmlns:a16="http://schemas.microsoft.com/office/drawing/2014/main" id="{2E0B4235-0607-443E-BEA1-B3DCC9B5D960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95" name="Google Shape;959;p41">
                <a:extLst>
                  <a:ext uri="{FF2B5EF4-FFF2-40B4-BE49-F238E27FC236}">
                    <a16:creationId xmlns:a16="http://schemas.microsoft.com/office/drawing/2014/main" id="{818175B3-FAC2-4426-B5EF-D35CAEBD238C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96" name="Google Shape;960;p41">
                <a:extLst>
                  <a:ext uri="{FF2B5EF4-FFF2-40B4-BE49-F238E27FC236}">
                    <a16:creationId xmlns:a16="http://schemas.microsoft.com/office/drawing/2014/main" id="{1675E25F-6910-4398-86B7-C67EB7176661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97" name="Google Shape;961;p41">
                <a:extLst>
                  <a:ext uri="{FF2B5EF4-FFF2-40B4-BE49-F238E27FC236}">
                    <a16:creationId xmlns:a16="http://schemas.microsoft.com/office/drawing/2014/main" id="{00E01CA5-E57B-450E-8090-BEC6D704AF3B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98" name="Google Shape;962;p41">
                <a:extLst>
                  <a:ext uri="{FF2B5EF4-FFF2-40B4-BE49-F238E27FC236}">
                    <a16:creationId xmlns:a16="http://schemas.microsoft.com/office/drawing/2014/main" id="{FBE1FC82-4DD9-4327-9038-8A2CF763020C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199" name="Google Shape;963;p41">
                <a:extLst>
                  <a:ext uri="{FF2B5EF4-FFF2-40B4-BE49-F238E27FC236}">
                    <a16:creationId xmlns:a16="http://schemas.microsoft.com/office/drawing/2014/main" id="{11B2E548-C6CF-4C0E-A5FC-CA92C4D0AA8A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00" name="Google Shape;964;p41">
                <a:extLst>
                  <a:ext uri="{FF2B5EF4-FFF2-40B4-BE49-F238E27FC236}">
                    <a16:creationId xmlns:a16="http://schemas.microsoft.com/office/drawing/2014/main" id="{BDC72EBC-D712-4C09-8547-3C2602635485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01" name="Google Shape;965;p41">
                <a:extLst>
                  <a:ext uri="{FF2B5EF4-FFF2-40B4-BE49-F238E27FC236}">
                    <a16:creationId xmlns:a16="http://schemas.microsoft.com/office/drawing/2014/main" id="{1785D7B9-F232-45D6-A57F-7C5867FC541D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02" name="Google Shape;966;p41">
                <a:extLst>
                  <a:ext uri="{FF2B5EF4-FFF2-40B4-BE49-F238E27FC236}">
                    <a16:creationId xmlns:a16="http://schemas.microsoft.com/office/drawing/2014/main" id="{776A5C74-2EEA-4242-8C28-7C9A79288C96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03" name="Google Shape;967;p41">
                <a:extLst>
                  <a:ext uri="{FF2B5EF4-FFF2-40B4-BE49-F238E27FC236}">
                    <a16:creationId xmlns:a16="http://schemas.microsoft.com/office/drawing/2014/main" id="{ADECC064-A229-4AEE-99B7-E7B1A92161A9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04" name="Google Shape;968;p41">
                <a:extLst>
                  <a:ext uri="{FF2B5EF4-FFF2-40B4-BE49-F238E27FC236}">
                    <a16:creationId xmlns:a16="http://schemas.microsoft.com/office/drawing/2014/main" id="{D6D94789-21CF-4BCA-8CBD-CA83BB8FD532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05" name="Google Shape;969;p41">
                <a:extLst>
                  <a:ext uri="{FF2B5EF4-FFF2-40B4-BE49-F238E27FC236}">
                    <a16:creationId xmlns:a16="http://schemas.microsoft.com/office/drawing/2014/main" id="{9247BF2F-6976-4D3D-AE82-EB541FE0C010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06" name="Google Shape;970;p41">
                <a:extLst>
                  <a:ext uri="{FF2B5EF4-FFF2-40B4-BE49-F238E27FC236}">
                    <a16:creationId xmlns:a16="http://schemas.microsoft.com/office/drawing/2014/main" id="{639E2D9B-2A03-4AA4-99B8-995828D86FD5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07" name="Google Shape;971;p41">
                <a:extLst>
                  <a:ext uri="{FF2B5EF4-FFF2-40B4-BE49-F238E27FC236}">
                    <a16:creationId xmlns:a16="http://schemas.microsoft.com/office/drawing/2014/main" id="{7019AD87-F035-4747-BE38-3042CAA6AFB1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08" name="Google Shape;972;p41">
                <a:extLst>
                  <a:ext uri="{FF2B5EF4-FFF2-40B4-BE49-F238E27FC236}">
                    <a16:creationId xmlns:a16="http://schemas.microsoft.com/office/drawing/2014/main" id="{81B49768-3469-4D87-9576-F8D1648DA060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09" name="Google Shape;973;p41">
                <a:extLst>
                  <a:ext uri="{FF2B5EF4-FFF2-40B4-BE49-F238E27FC236}">
                    <a16:creationId xmlns:a16="http://schemas.microsoft.com/office/drawing/2014/main" id="{BD9581D6-23D8-4ED1-B2A8-08E90E6A680A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10" name="Google Shape;974;p41">
                <a:extLst>
                  <a:ext uri="{FF2B5EF4-FFF2-40B4-BE49-F238E27FC236}">
                    <a16:creationId xmlns:a16="http://schemas.microsoft.com/office/drawing/2014/main" id="{897EF414-A63E-4593-84F9-2487C05293A1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11" name="Google Shape;975;p41">
                <a:extLst>
                  <a:ext uri="{FF2B5EF4-FFF2-40B4-BE49-F238E27FC236}">
                    <a16:creationId xmlns:a16="http://schemas.microsoft.com/office/drawing/2014/main" id="{913CFA74-AABE-4F72-95FB-0AF3A6C730DC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12" name="Google Shape;976;p41">
                <a:extLst>
                  <a:ext uri="{FF2B5EF4-FFF2-40B4-BE49-F238E27FC236}">
                    <a16:creationId xmlns:a16="http://schemas.microsoft.com/office/drawing/2014/main" id="{20F3EB4C-5726-41C9-BC1B-B79CFC925891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13" name="Google Shape;977;p41">
                <a:extLst>
                  <a:ext uri="{FF2B5EF4-FFF2-40B4-BE49-F238E27FC236}">
                    <a16:creationId xmlns:a16="http://schemas.microsoft.com/office/drawing/2014/main" id="{7D3D9EC3-F95B-4CC9-9AF3-DDE1AD66ADAC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14" name="Google Shape;978;p41">
                <a:extLst>
                  <a:ext uri="{FF2B5EF4-FFF2-40B4-BE49-F238E27FC236}">
                    <a16:creationId xmlns:a16="http://schemas.microsoft.com/office/drawing/2014/main" id="{0F8D5EFB-211C-4474-BA6F-DB67EF8E6C24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15" name="Google Shape;979;p41">
                <a:extLst>
                  <a:ext uri="{FF2B5EF4-FFF2-40B4-BE49-F238E27FC236}">
                    <a16:creationId xmlns:a16="http://schemas.microsoft.com/office/drawing/2014/main" id="{505A2251-6FF0-4113-A2AE-0E7DFFEB6E27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16" name="Google Shape;980;p41">
                <a:extLst>
                  <a:ext uri="{FF2B5EF4-FFF2-40B4-BE49-F238E27FC236}">
                    <a16:creationId xmlns:a16="http://schemas.microsoft.com/office/drawing/2014/main" id="{1C5E0CEC-7959-4ABA-BA0E-A8192503856D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17" name="Google Shape;981;p41">
                <a:extLst>
                  <a:ext uri="{FF2B5EF4-FFF2-40B4-BE49-F238E27FC236}">
                    <a16:creationId xmlns:a16="http://schemas.microsoft.com/office/drawing/2014/main" id="{55C58359-4CB8-4EED-8FAD-1A7A75B45C85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18" name="Google Shape;982;p41">
                <a:extLst>
                  <a:ext uri="{FF2B5EF4-FFF2-40B4-BE49-F238E27FC236}">
                    <a16:creationId xmlns:a16="http://schemas.microsoft.com/office/drawing/2014/main" id="{42B80510-13AB-499D-B159-C2E087A50BA0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19" name="Google Shape;983;p41">
                <a:extLst>
                  <a:ext uri="{FF2B5EF4-FFF2-40B4-BE49-F238E27FC236}">
                    <a16:creationId xmlns:a16="http://schemas.microsoft.com/office/drawing/2014/main" id="{E668820B-85BF-48F3-B26A-B1F997E36736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20" name="Google Shape;984;p41">
                <a:extLst>
                  <a:ext uri="{FF2B5EF4-FFF2-40B4-BE49-F238E27FC236}">
                    <a16:creationId xmlns:a16="http://schemas.microsoft.com/office/drawing/2014/main" id="{BA5F811A-8B3D-4BF9-9FCD-0CF96D434DD2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21" name="Google Shape;985;p41">
                <a:extLst>
                  <a:ext uri="{FF2B5EF4-FFF2-40B4-BE49-F238E27FC236}">
                    <a16:creationId xmlns:a16="http://schemas.microsoft.com/office/drawing/2014/main" id="{F209E944-5E2A-4FE7-B4D9-65569BCF5935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22" name="Google Shape;986;p41">
                <a:extLst>
                  <a:ext uri="{FF2B5EF4-FFF2-40B4-BE49-F238E27FC236}">
                    <a16:creationId xmlns:a16="http://schemas.microsoft.com/office/drawing/2014/main" id="{52F3FC28-180A-44F3-8B45-3ADF21959DB0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23" name="Google Shape;987;p41">
                <a:extLst>
                  <a:ext uri="{FF2B5EF4-FFF2-40B4-BE49-F238E27FC236}">
                    <a16:creationId xmlns:a16="http://schemas.microsoft.com/office/drawing/2014/main" id="{8214A4D3-9A73-49CB-B06E-96D2D7203412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24" name="Google Shape;988;p41">
                <a:extLst>
                  <a:ext uri="{FF2B5EF4-FFF2-40B4-BE49-F238E27FC236}">
                    <a16:creationId xmlns:a16="http://schemas.microsoft.com/office/drawing/2014/main" id="{8507A173-23A2-4CD1-8955-A2BE97B62D76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25" name="Google Shape;989;p41">
                <a:extLst>
                  <a:ext uri="{FF2B5EF4-FFF2-40B4-BE49-F238E27FC236}">
                    <a16:creationId xmlns:a16="http://schemas.microsoft.com/office/drawing/2014/main" id="{89D6FDFD-F4C4-44CE-9616-98E467EC5916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26" name="Google Shape;990;p41">
                <a:extLst>
                  <a:ext uri="{FF2B5EF4-FFF2-40B4-BE49-F238E27FC236}">
                    <a16:creationId xmlns:a16="http://schemas.microsoft.com/office/drawing/2014/main" id="{7849EA03-3C93-43A8-AB06-BBDE842800B7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27" name="Google Shape;991;p41">
                <a:extLst>
                  <a:ext uri="{FF2B5EF4-FFF2-40B4-BE49-F238E27FC236}">
                    <a16:creationId xmlns:a16="http://schemas.microsoft.com/office/drawing/2014/main" id="{70639D10-F2CB-4ED8-8BA9-8B32FF73B656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28" name="Google Shape;992;p41">
                <a:extLst>
                  <a:ext uri="{FF2B5EF4-FFF2-40B4-BE49-F238E27FC236}">
                    <a16:creationId xmlns:a16="http://schemas.microsoft.com/office/drawing/2014/main" id="{5AEB0733-5DD4-40D3-90CE-3E29D93990D7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29" name="Google Shape;993;p41">
                <a:extLst>
                  <a:ext uri="{FF2B5EF4-FFF2-40B4-BE49-F238E27FC236}">
                    <a16:creationId xmlns:a16="http://schemas.microsoft.com/office/drawing/2014/main" id="{B009D1AA-6FFB-49F2-9E9C-3BFFD78A86F1}"/>
                  </a:ext>
                </a:extLst>
              </p:cNvPr>
              <p:cNvSpPr/>
              <p:nvPr/>
            </p:nvSpPr>
            <p:spPr>
              <a:xfrm>
                <a:off x="1442237" y="3167582"/>
                <a:ext cx="1405896" cy="829407"/>
              </a:xfrm>
              <a:custGeom>
                <a:avLst/>
                <a:gdLst/>
                <a:ahLst/>
                <a:cxnLst/>
                <a:rect l="l" t="t" r="r" b="b"/>
                <a:pathLst>
                  <a:path w="13213" h="7795" extrusionOk="0">
                    <a:moveTo>
                      <a:pt x="8426" y="368"/>
                    </a:moveTo>
                    <a:cubicBezTo>
                      <a:pt x="8460" y="368"/>
                      <a:pt x="8494" y="376"/>
                      <a:pt x="8519" y="390"/>
                    </a:cubicBezTo>
                    <a:lnTo>
                      <a:pt x="8555" y="411"/>
                    </a:lnTo>
                    <a:cubicBezTo>
                      <a:pt x="8605" y="440"/>
                      <a:pt x="8605" y="490"/>
                      <a:pt x="8555" y="520"/>
                    </a:cubicBezTo>
                    <a:lnTo>
                      <a:pt x="8296" y="670"/>
                    </a:lnTo>
                    <a:cubicBezTo>
                      <a:pt x="8271" y="685"/>
                      <a:pt x="8237" y="692"/>
                      <a:pt x="8203" y="692"/>
                    </a:cubicBezTo>
                    <a:cubicBezTo>
                      <a:pt x="8169" y="692"/>
                      <a:pt x="8134" y="685"/>
                      <a:pt x="8108" y="670"/>
                    </a:cubicBezTo>
                    <a:lnTo>
                      <a:pt x="8074" y="649"/>
                    </a:lnTo>
                    <a:cubicBezTo>
                      <a:pt x="8022" y="620"/>
                      <a:pt x="8022" y="570"/>
                      <a:pt x="8074" y="540"/>
                    </a:cubicBezTo>
                    <a:lnTo>
                      <a:pt x="8333" y="390"/>
                    </a:lnTo>
                    <a:cubicBezTo>
                      <a:pt x="8358" y="376"/>
                      <a:pt x="8392" y="368"/>
                      <a:pt x="8426" y="368"/>
                    </a:cubicBezTo>
                    <a:close/>
                    <a:moveTo>
                      <a:pt x="8735" y="548"/>
                    </a:moveTo>
                    <a:cubicBezTo>
                      <a:pt x="8769" y="548"/>
                      <a:pt x="8803" y="555"/>
                      <a:pt x="8828" y="570"/>
                    </a:cubicBezTo>
                    <a:lnTo>
                      <a:pt x="9043" y="692"/>
                    </a:lnTo>
                    <a:cubicBezTo>
                      <a:pt x="9093" y="729"/>
                      <a:pt x="9093" y="772"/>
                      <a:pt x="9036" y="799"/>
                    </a:cubicBezTo>
                    <a:lnTo>
                      <a:pt x="8778" y="951"/>
                    </a:lnTo>
                    <a:cubicBezTo>
                      <a:pt x="8753" y="965"/>
                      <a:pt x="8719" y="972"/>
                      <a:pt x="8685" y="972"/>
                    </a:cubicBezTo>
                    <a:cubicBezTo>
                      <a:pt x="8650" y="972"/>
                      <a:pt x="8616" y="965"/>
                      <a:pt x="8591" y="951"/>
                    </a:cubicBezTo>
                    <a:lnTo>
                      <a:pt x="8383" y="829"/>
                    </a:lnTo>
                    <a:cubicBezTo>
                      <a:pt x="8333" y="799"/>
                      <a:pt x="8333" y="749"/>
                      <a:pt x="8383" y="720"/>
                    </a:cubicBezTo>
                    <a:lnTo>
                      <a:pt x="8641" y="570"/>
                    </a:lnTo>
                    <a:cubicBezTo>
                      <a:pt x="8666" y="555"/>
                      <a:pt x="8701" y="548"/>
                      <a:pt x="8735" y="548"/>
                    </a:cubicBezTo>
                    <a:close/>
                    <a:moveTo>
                      <a:pt x="7896" y="677"/>
                    </a:moveTo>
                    <a:cubicBezTo>
                      <a:pt x="7929" y="677"/>
                      <a:pt x="7962" y="685"/>
                      <a:pt x="7988" y="699"/>
                    </a:cubicBezTo>
                    <a:lnTo>
                      <a:pt x="8022" y="720"/>
                    </a:lnTo>
                    <a:cubicBezTo>
                      <a:pt x="8074" y="749"/>
                      <a:pt x="8074" y="799"/>
                      <a:pt x="8022" y="829"/>
                    </a:cubicBezTo>
                    <a:lnTo>
                      <a:pt x="7786" y="965"/>
                    </a:lnTo>
                    <a:cubicBezTo>
                      <a:pt x="7761" y="980"/>
                      <a:pt x="7727" y="987"/>
                      <a:pt x="7693" y="987"/>
                    </a:cubicBezTo>
                    <a:cubicBezTo>
                      <a:pt x="7659" y="987"/>
                      <a:pt x="7624" y="980"/>
                      <a:pt x="7599" y="965"/>
                    </a:cubicBezTo>
                    <a:lnTo>
                      <a:pt x="7563" y="944"/>
                    </a:lnTo>
                    <a:cubicBezTo>
                      <a:pt x="7513" y="915"/>
                      <a:pt x="7513" y="865"/>
                      <a:pt x="7563" y="835"/>
                    </a:cubicBezTo>
                    <a:lnTo>
                      <a:pt x="7800" y="699"/>
                    </a:lnTo>
                    <a:cubicBezTo>
                      <a:pt x="7829" y="685"/>
                      <a:pt x="7863" y="677"/>
                      <a:pt x="7896" y="677"/>
                    </a:cubicBezTo>
                    <a:close/>
                    <a:moveTo>
                      <a:pt x="7386" y="972"/>
                    </a:moveTo>
                    <a:cubicBezTo>
                      <a:pt x="7420" y="972"/>
                      <a:pt x="7452" y="980"/>
                      <a:pt x="7477" y="994"/>
                    </a:cubicBezTo>
                    <a:lnTo>
                      <a:pt x="7513" y="1015"/>
                    </a:lnTo>
                    <a:cubicBezTo>
                      <a:pt x="7570" y="1044"/>
                      <a:pt x="7563" y="1094"/>
                      <a:pt x="7513" y="1124"/>
                    </a:cubicBezTo>
                    <a:lnTo>
                      <a:pt x="7304" y="1246"/>
                    </a:lnTo>
                    <a:cubicBezTo>
                      <a:pt x="7279" y="1260"/>
                      <a:pt x="7245" y="1267"/>
                      <a:pt x="7211" y="1267"/>
                    </a:cubicBezTo>
                    <a:cubicBezTo>
                      <a:pt x="7177" y="1267"/>
                      <a:pt x="7142" y="1260"/>
                      <a:pt x="7116" y="1246"/>
                    </a:cubicBezTo>
                    <a:lnTo>
                      <a:pt x="7082" y="1224"/>
                    </a:lnTo>
                    <a:cubicBezTo>
                      <a:pt x="7030" y="1194"/>
                      <a:pt x="7030" y="1144"/>
                      <a:pt x="7082" y="1117"/>
                    </a:cubicBezTo>
                    <a:lnTo>
                      <a:pt x="7289" y="994"/>
                    </a:lnTo>
                    <a:cubicBezTo>
                      <a:pt x="7318" y="980"/>
                      <a:pt x="7353" y="972"/>
                      <a:pt x="7386" y="972"/>
                    </a:cubicBezTo>
                    <a:close/>
                    <a:moveTo>
                      <a:pt x="8203" y="857"/>
                    </a:moveTo>
                    <a:cubicBezTo>
                      <a:pt x="8237" y="857"/>
                      <a:pt x="8271" y="864"/>
                      <a:pt x="8296" y="879"/>
                    </a:cubicBezTo>
                    <a:lnTo>
                      <a:pt x="8512" y="1001"/>
                    </a:lnTo>
                    <a:cubicBezTo>
                      <a:pt x="8562" y="1030"/>
                      <a:pt x="8562" y="1080"/>
                      <a:pt x="8512" y="1108"/>
                    </a:cubicBezTo>
                    <a:lnTo>
                      <a:pt x="8267" y="1246"/>
                    </a:lnTo>
                    <a:cubicBezTo>
                      <a:pt x="8242" y="1260"/>
                      <a:pt x="8208" y="1267"/>
                      <a:pt x="8174" y="1267"/>
                    </a:cubicBezTo>
                    <a:cubicBezTo>
                      <a:pt x="8140" y="1267"/>
                      <a:pt x="8106" y="1260"/>
                      <a:pt x="8081" y="1246"/>
                    </a:cubicBezTo>
                    <a:lnTo>
                      <a:pt x="7872" y="1124"/>
                    </a:lnTo>
                    <a:cubicBezTo>
                      <a:pt x="7822" y="1094"/>
                      <a:pt x="7822" y="1044"/>
                      <a:pt x="7872" y="1015"/>
                    </a:cubicBezTo>
                    <a:lnTo>
                      <a:pt x="8108" y="879"/>
                    </a:lnTo>
                    <a:cubicBezTo>
                      <a:pt x="8134" y="864"/>
                      <a:pt x="8169" y="857"/>
                      <a:pt x="8203" y="857"/>
                    </a:cubicBezTo>
                    <a:close/>
                    <a:moveTo>
                      <a:pt x="9216" y="829"/>
                    </a:moveTo>
                    <a:cubicBezTo>
                      <a:pt x="9250" y="829"/>
                      <a:pt x="9284" y="835"/>
                      <a:pt x="9309" y="849"/>
                    </a:cubicBezTo>
                    <a:lnTo>
                      <a:pt x="9547" y="987"/>
                    </a:lnTo>
                    <a:cubicBezTo>
                      <a:pt x="9597" y="1015"/>
                      <a:pt x="9597" y="1065"/>
                      <a:pt x="9547" y="1094"/>
                    </a:cubicBezTo>
                    <a:lnTo>
                      <a:pt x="9159" y="1324"/>
                    </a:lnTo>
                    <a:cubicBezTo>
                      <a:pt x="9134" y="1338"/>
                      <a:pt x="9100" y="1346"/>
                      <a:pt x="9066" y="1346"/>
                    </a:cubicBezTo>
                    <a:cubicBezTo>
                      <a:pt x="9031" y="1346"/>
                      <a:pt x="8997" y="1338"/>
                      <a:pt x="8971" y="1324"/>
                    </a:cubicBezTo>
                    <a:lnTo>
                      <a:pt x="8735" y="1180"/>
                    </a:lnTo>
                    <a:cubicBezTo>
                      <a:pt x="8685" y="1151"/>
                      <a:pt x="8685" y="1101"/>
                      <a:pt x="8735" y="1074"/>
                    </a:cubicBezTo>
                    <a:lnTo>
                      <a:pt x="9123" y="849"/>
                    </a:lnTo>
                    <a:cubicBezTo>
                      <a:pt x="9148" y="835"/>
                      <a:pt x="9182" y="829"/>
                      <a:pt x="9216" y="829"/>
                    </a:cubicBezTo>
                    <a:close/>
                    <a:moveTo>
                      <a:pt x="6901" y="1246"/>
                    </a:moveTo>
                    <a:cubicBezTo>
                      <a:pt x="6935" y="1246"/>
                      <a:pt x="6970" y="1256"/>
                      <a:pt x="6996" y="1274"/>
                    </a:cubicBezTo>
                    <a:lnTo>
                      <a:pt x="7030" y="1289"/>
                    </a:lnTo>
                    <a:cubicBezTo>
                      <a:pt x="7082" y="1317"/>
                      <a:pt x="7082" y="1367"/>
                      <a:pt x="7030" y="1396"/>
                    </a:cubicBezTo>
                    <a:lnTo>
                      <a:pt x="6808" y="1526"/>
                    </a:lnTo>
                    <a:cubicBezTo>
                      <a:pt x="6783" y="1540"/>
                      <a:pt x="6749" y="1547"/>
                      <a:pt x="6714" y="1547"/>
                    </a:cubicBezTo>
                    <a:cubicBezTo>
                      <a:pt x="6680" y="1547"/>
                      <a:pt x="6646" y="1540"/>
                      <a:pt x="6621" y="1526"/>
                    </a:cubicBezTo>
                    <a:lnTo>
                      <a:pt x="6592" y="1505"/>
                    </a:lnTo>
                    <a:cubicBezTo>
                      <a:pt x="6535" y="1475"/>
                      <a:pt x="6535" y="1425"/>
                      <a:pt x="6592" y="1396"/>
                    </a:cubicBezTo>
                    <a:lnTo>
                      <a:pt x="6808" y="1274"/>
                    </a:lnTo>
                    <a:cubicBezTo>
                      <a:pt x="6833" y="1256"/>
                      <a:pt x="6867" y="1246"/>
                      <a:pt x="6901" y="1246"/>
                    </a:cubicBezTo>
                    <a:close/>
                    <a:moveTo>
                      <a:pt x="7693" y="1152"/>
                    </a:moveTo>
                    <a:cubicBezTo>
                      <a:pt x="7727" y="1152"/>
                      <a:pt x="7761" y="1159"/>
                      <a:pt x="7786" y="1174"/>
                    </a:cubicBezTo>
                    <a:lnTo>
                      <a:pt x="8001" y="1296"/>
                    </a:lnTo>
                    <a:cubicBezTo>
                      <a:pt x="8051" y="1324"/>
                      <a:pt x="8051" y="1375"/>
                      <a:pt x="8001" y="1403"/>
                    </a:cubicBezTo>
                    <a:lnTo>
                      <a:pt x="7786" y="1526"/>
                    </a:lnTo>
                    <a:cubicBezTo>
                      <a:pt x="7761" y="1540"/>
                      <a:pt x="7727" y="1547"/>
                      <a:pt x="7693" y="1547"/>
                    </a:cubicBezTo>
                    <a:cubicBezTo>
                      <a:pt x="7659" y="1547"/>
                      <a:pt x="7624" y="1540"/>
                      <a:pt x="7599" y="1526"/>
                    </a:cubicBezTo>
                    <a:lnTo>
                      <a:pt x="7391" y="1403"/>
                    </a:lnTo>
                    <a:cubicBezTo>
                      <a:pt x="7341" y="1375"/>
                      <a:pt x="7341" y="1324"/>
                      <a:pt x="7391" y="1296"/>
                    </a:cubicBezTo>
                    <a:lnTo>
                      <a:pt x="7599" y="1174"/>
                    </a:lnTo>
                    <a:cubicBezTo>
                      <a:pt x="7624" y="1159"/>
                      <a:pt x="7659" y="1152"/>
                      <a:pt x="7693" y="1152"/>
                    </a:cubicBezTo>
                    <a:close/>
                    <a:moveTo>
                      <a:pt x="8555" y="1210"/>
                    </a:moveTo>
                    <a:cubicBezTo>
                      <a:pt x="8589" y="1210"/>
                      <a:pt x="8623" y="1217"/>
                      <a:pt x="8648" y="1231"/>
                    </a:cubicBezTo>
                    <a:lnTo>
                      <a:pt x="8885" y="1367"/>
                    </a:lnTo>
                    <a:cubicBezTo>
                      <a:pt x="8943" y="1396"/>
                      <a:pt x="8936" y="1446"/>
                      <a:pt x="8885" y="1475"/>
                    </a:cubicBezTo>
                    <a:lnTo>
                      <a:pt x="8648" y="1619"/>
                    </a:lnTo>
                    <a:cubicBezTo>
                      <a:pt x="8623" y="1633"/>
                      <a:pt x="8589" y="1641"/>
                      <a:pt x="8555" y="1641"/>
                    </a:cubicBezTo>
                    <a:cubicBezTo>
                      <a:pt x="8521" y="1641"/>
                      <a:pt x="8487" y="1633"/>
                      <a:pt x="8462" y="1619"/>
                    </a:cubicBezTo>
                    <a:lnTo>
                      <a:pt x="8224" y="1475"/>
                    </a:lnTo>
                    <a:cubicBezTo>
                      <a:pt x="8174" y="1446"/>
                      <a:pt x="8174" y="1396"/>
                      <a:pt x="8224" y="1367"/>
                    </a:cubicBezTo>
                    <a:lnTo>
                      <a:pt x="8462" y="1231"/>
                    </a:lnTo>
                    <a:cubicBezTo>
                      <a:pt x="8487" y="1217"/>
                      <a:pt x="8521" y="1210"/>
                      <a:pt x="8555" y="1210"/>
                    </a:cubicBezTo>
                    <a:close/>
                    <a:moveTo>
                      <a:pt x="9722" y="1124"/>
                    </a:moveTo>
                    <a:cubicBezTo>
                      <a:pt x="9755" y="1124"/>
                      <a:pt x="9788" y="1130"/>
                      <a:pt x="9813" y="1144"/>
                    </a:cubicBezTo>
                    <a:lnTo>
                      <a:pt x="10028" y="1267"/>
                    </a:lnTo>
                    <a:cubicBezTo>
                      <a:pt x="10078" y="1296"/>
                      <a:pt x="10078" y="1346"/>
                      <a:pt x="10028" y="1375"/>
                    </a:cubicBezTo>
                    <a:lnTo>
                      <a:pt x="9468" y="1698"/>
                    </a:lnTo>
                    <a:cubicBezTo>
                      <a:pt x="9443" y="1713"/>
                      <a:pt x="9409" y="1720"/>
                      <a:pt x="9375" y="1720"/>
                    </a:cubicBezTo>
                    <a:cubicBezTo>
                      <a:pt x="9341" y="1720"/>
                      <a:pt x="9306" y="1713"/>
                      <a:pt x="9281" y="1698"/>
                    </a:cubicBezTo>
                    <a:lnTo>
                      <a:pt x="9066" y="1576"/>
                    </a:lnTo>
                    <a:cubicBezTo>
                      <a:pt x="9014" y="1548"/>
                      <a:pt x="9014" y="1496"/>
                      <a:pt x="9073" y="1469"/>
                    </a:cubicBezTo>
                    <a:lnTo>
                      <a:pt x="9626" y="1144"/>
                    </a:lnTo>
                    <a:cubicBezTo>
                      <a:pt x="9655" y="1130"/>
                      <a:pt x="9689" y="1124"/>
                      <a:pt x="9722" y="1124"/>
                    </a:cubicBezTo>
                    <a:close/>
                    <a:moveTo>
                      <a:pt x="6413" y="1533"/>
                    </a:moveTo>
                    <a:cubicBezTo>
                      <a:pt x="6447" y="1533"/>
                      <a:pt x="6481" y="1540"/>
                      <a:pt x="6506" y="1555"/>
                    </a:cubicBezTo>
                    <a:lnTo>
                      <a:pt x="6542" y="1576"/>
                    </a:lnTo>
                    <a:cubicBezTo>
                      <a:pt x="6592" y="1605"/>
                      <a:pt x="6592" y="1655"/>
                      <a:pt x="6542" y="1684"/>
                    </a:cubicBezTo>
                    <a:lnTo>
                      <a:pt x="6319" y="1807"/>
                    </a:lnTo>
                    <a:cubicBezTo>
                      <a:pt x="6294" y="1824"/>
                      <a:pt x="6262" y="1833"/>
                      <a:pt x="6229" y="1833"/>
                    </a:cubicBezTo>
                    <a:cubicBezTo>
                      <a:pt x="6196" y="1833"/>
                      <a:pt x="6162" y="1824"/>
                      <a:pt x="6133" y="1807"/>
                    </a:cubicBezTo>
                    <a:lnTo>
                      <a:pt x="6104" y="1791"/>
                    </a:lnTo>
                    <a:cubicBezTo>
                      <a:pt x="6047" y="1755"/>
                      <a:pt x="6047" y="1712"/>
                      <a:pt x="6104" y="1684"/>
                    </a:cubicBezTo>
                    <a:lnTo>
                      <a:pt x="6319" y="1555"/>
                    </a:lnTo>
                    <a:cubicBezTo>
                      <a:pt x="6344" y="1540"/>
                      <a:pt x="6379" y="1533"/>
                      <a:pt x="6413" y="1533"/>
                    </a:cubicBezTo>
                    <a:close/>
                    <a:moveTo>
                      <a:pt x="7211" y="1425"/>
                    </a:moveTo>
                    <a:cubicBezTo>
                      <a:pt x="7245" y="1425"/>
                      <a:pt x="7279" y="1432"/>
                      <a:pt x="7304" y="1446"/>
                    </a:cubicBezTo>
                    <a:lnTo>
                      <a:pt x="7520" y="1576"/>
                    </a:lnTo>
                    <a:cubicBezTo>
                      <a:pt x="7570" y="1605"/>
                      <a:pt x="7570" y="1655"/>
                      <a:pt x="7520" y="1684"/>
                    </a:cubicBezTo>
                    <a:lnTo>
                      <a:pt x="7298" y="1807"/>
                    </a:lnTo>
                    <a:cubicBezTo>
                      <a:pt x="7272" y="1824"/>
                      <a:pt x="7237" y="1833"/>
                      <a:pt x="7203" y="1833"/>
                    </a:cubicBezTo>
                    <a:cubicBezTo>
                      <a:pt x="7169" y="1833"/>
                      <a:pt x="7135" y="1824"/>
                      <a:pt x="7110" y="1807"/>
                    </a:cubicBezTo>
                    <a:lnTo>
                      <a:pt x="6894" y="1684"/>
                    </a:lnTo>
                    <a:cubicBezTo>
                      <a:pt x="6844" y="1655"/>
                      <a:pt x="6844" y="1605"/>
                      <a:pt x="6894" y="1576"/>
                    </a:cubicBezTo>
                    <a:lnTo>
                      <a:pt x="7116" y="1446"/>
                    </a:lnTo>
                    <a:cubicBezTo>
                      <a:pt x="7142" y="1432"/>
                      <a:pt x="7177" y="1425"/>
                      <a:pt x="7211" y="1425"/>
                    </a:cubicBezTo>
                    <a:close/>
                    <a:moveTo>
                      <a:pt x="8045" y="1504"/>
                    </a:moveTo>
                    <a:cubicBezTo>
                      <a:pt x="8079" y="1504"/>
                      <a:pt x="8113" y="1511"/>
                      <a:pt x="8138" y="1526"/>
                    </a:cubicBezTo>
                    <a:lnTo>
                      <a:pt x="8376" y="1662"/>
                    </a:lnTo>
                    <a:cubicBezTo>
                      <a:pt x="8433" y="1691"/>
                      <a:pt x="8433" y="1741"/>
                      <a:pt x="8376" y="1770"/>
                    </a:cubicBezTo>
                    <a:lnTo>
                      <a:pt x="8167" y="1893"/>
                    </a:lnTo>
                    <a:cubicBezTo>
                      <a:pt x="8142" y="1907"/>
                      <a:pt x="8108" y="1914"/>
                      <a:pt x="8074" y="1914"/>
                    </a:cubicBezTo>
                    <a:cubicBezTo>
                      <a:pt x="8039" y="1914"/>
                      <a:pt x="8005" y="1907"/>
                      <a:pt x="7979" y="1893"/>
                    </a:cubicBezTo>
                    <a:lnTo>
                      <a:pt x="7743" y="1755"/>
                    </a:lnTo>
                    <a:cubicBezTo>
                      <a:pt x="7693" y="1727"/>
                      <a:pt x="7693" y="1677"/>
                      <a:pt x="7743" y="1648"/>
                    </a:cubicBezTo>
                    <a:lnTo>
                      <a:pt x="7951" y="1526"/>
                    </a:lnTo>
                    <a:cubicBezTo>
                      <a:pt x="7976" y="1511"/>
                      <a:pt x="8010" y="1504"/>
                      <a:pt x="8045" y="1504"/>
                    </a:cubicBezTo>
                    <a:close/>
                    <a:moveTo>
                      <a:pt x="8893" y="1600"/>
                    </a:moveTo>
                    <a:cubicBezTo>
                      <a:pt x="8927" y="1600"/>
                      <a:pt x="8961" y="1608"/>
                      <a:pt x="8986" y="1626"/>
                    </a:cubicBezTo>
                    <a:lnTo>
                      <a:pt x="9195" y="1748"/>
                    </a:lnTo>
                    <a:cubicBezTo>
                      <a:pt x="9245" y="1777"/>
                      <a:pt x="9245" y="1827"/>
                      <a:pt x="9195" y="1857"/>
                    </a:cubicBezTo>
                    <a:lnTo>
                      <a:pt x="8957" y="1993"/>
                    </a:lnTo>
                    <a:cubicBezTo>
                      <a:pt x="8932" y="2008"/>
                      <a:pt x="8898" y="2015"/>
                      <a:pt x="8864" y="2015"/>
                    </a:cubicBezTo>
                    <a:cubicBezTo>
                      <a:pt x="8830" y="2015"/>
                      <a:pt x="8796" y="2008"/>
                      <a:pt x="8771" y="1993"/>
                    </a:cubicBezTo>
                    <a:lnTo>
                      <a:pt x="8562" y="1871"/>
                    </a:lnTo>
                    <a:cubicBezTo>
                      <a:pt x="8505" y="1841"/>
                      <a:pt x="8505" y="1791"/>
                      <a:pt x="8562" y="1764"/>
                    </a:cubicBezTo>
                    <a:lnTo>
                      <a:pt x="8798" y="1626"/>
                    </a:lnTo>
                    <a:cubicBezTo>
                      <a:pt x="8824" y="1608"/>
                      <a:pt x="8859" y="1600"/>
                      <a:pt x="8893" y="1600"/>
                    </a:cubicBezTo>
                    <a:close/>
                    <a:moveTo>
                      <a:pt x="6721" y="1712"/>
                    </a:moveTo>
                    <a:cubicBezTo>
                      <a:pt x="6755" y="1712"/>
                      <a:pt x="6790" y="1720"/>
                      <a:pt x="6815" y="1734"/>
                    </a:cubicBezTo>
                    <a:lnTo>
                      <a:pt x="7023" y="1857"/>
                    </a:lnTo>
                    <a:cubicBezTo>
                      <a:pt x="7082" y="1884"/>
                      <a:pt x="7073" y="1936"/>
                      <a:pt x="7023" y="1964"/>
                    </a:cubicBezTo>
                    <a:lnTo>
                      <a:pt x="6808" y="2093"/>
                    </a:lnTo>
                    <a:cubicBezTo>
                      <a:pt x="6783" y="2108"/>
                      <a:pt x="6749" y="2115"/>
                      <a:pt x="6714" y="2115"/>
                    </a:cubicBezTo>
                    <a:cubicBezTo>
                      <a:pt x="6680" y="2115"/>
                      <a:pt x="6646" y="2108"/>
                      <a:pt x="6621" y="2093"/>
                    </a:cubicBezTo>
                    <a:lnTo>
                      <a:pt x="6406" y="1971"/>
                    </a:lnTo>
                    <a:cubicBezTo>
                      <a:pt x="6356" y="1936"/>
                      <a:pt x="6356" y="1893"/>
                      <a:pt x="6413" y="1857"/>
                    </a:cubicBezTo>
                    <a:lnTo>
                      <a:pt x="6628" y="1734"/>
                    </a:lnTo>
                    <a:cubicBezTo>
                      <a:pt x="6653" y="1720"/>
                      <a:pt x="6687" y="1712"/>
                      <a:pt x="6721" y="1712"/>
                    </a:cubicBezTo>
                    <a:close/>
                    <a:moveTo>
                      <a:pt x="10201" y="1403"/>
                    </a:moveTo>
                    <a:cubicBezTo>
                      <a:pt x="10235" y="1403"/>
                      <a:pt x="10269" y="1411"/>
                      <a:pt x="10294" y="1425"/>
                    </a:cubicBezTo>
                    <a:lnTo>
                      <a:pt x="10517" y="1555"/>
                    </a:lnTo>
                    <a:cubicBezTo>
                      <a:pt x="10567" y="1582"/>
                      <a:pt x="10567" y="1626"/>
                      <a:pt x="10517" y="1662"/>
                    </a:cubicBezTo>
                    <a:lnTo>
                      <a:pt x="9747" y="2100"/>
                    </a:lnTo>
                    <a:cubicBezTo>
                      <a:pt x="9722" y="2115"/>
                      <a:pt x="9688" y="2122"/>
                      <a:pt x="9654" y="2122"/>
                    </a:cubicBezTo>
                    <a:cubicBezTo>
                      <a:pt x="9620" y="2122"/>
                      <a:pt x="9586" y="2115"/>
                      <a:pt x="9561" y="2100"/>
                    </a:cubicBezTo>
                    <a:lnTo>
                      <a:pt x="9338" y="1971"/>
                    </a:lnTo>
                    <a:cubicBezTo>
                      <a:pt x="9288" y="1943"/>
                      <a:pt x="9288" y="1893"/>
                      <a:pt x="9338" y="1864"/>
                    </a:cubicBezTo>
                    <a:lnTo>
                      <a:pt x="10108" y="1425"/>
                    </a:lnTo>
                    <a:cubicBezTo>
                      <a:pt x="10133" y="1411"/>
                      <a:pt x="10167" y="1403"/>
                      <a:pt x="10201" y="1403"/>
                    </a:cubicBezTo>
                    <a:close/>
                    <a:moveTo>
                      <a:pt x="5924" y="1814"/>
                    </a:moveTo>
                    <a:cubicBezTo>
                      <a:pt x="5958" y="1814"/>
                      <a:pt x="5993" y="1820"/>
                      <a:pt x="6018" y="1834"/>
                    </a:cubicBezTo>
                    <a:lnTo>
                      <a:pt x="6054" y="1857"/>
                    </a:lnTo>
                    <a:cubicBezTo>
                      <a:pt x="6104" y="1884"/>
                      <a:pt x="6104" y="1936"/>
                      <a:pt x="6054" y="1964"/>
                    </a:cubicBezTo>
                    <a:lnTo>
                      <a:pt x="5809" y="2100"/>
                    </a:lnTo>
                    <a:cubicBezTo>
                      <a:pt x="5784" y="2118"/>
                      <a:pt x="5751" y="2127"/>
                      <a:pt x="5718" y="2127"/>
                    </a:cubicBezTo>
                    <a:cubicBezTo>
                      <a:pt x="5685" y="2127"/>
                      <a:pt x="5651" y="2118"/>
                      <a:pt x="5622" y="2100"/>
                    </a:cubicBezTo>
                    <a:lnTo>
                      <a:pt x="5593" y="2086"/>
                    </a:lnTo>
                    <a:cubicBezTo>
                      <a:pt x="5536" y="2050"/>
                      <a:pt x="5543" y="2007"/>
                      <a:pt x="5593" y="1979"/>
                    </a:cubicBezTo>
                    <a:lnTo>
                      <a:pt x="5831" y="1834"/>
                    </a:lnTo>
                    <a:cubicBezTo>
                      <a:pt x="5856" y="1820"/>
                      <a:pt x="5890" y="1814"/>
                      <a:pt x="5924" y="1814"/>
                    </a:cubicBezTo>
                    <a:close/>
                    <a:moveTo>
                      <a:pt x="10689" y="1684"/>
                    </a:moveTo>
                    <a:cubicBezTo>
                      <a:pt x="10723" y="1684"/>
                      <a:pt x="10757" y="1691"/>
                      <a:pt x="10782" y="1705"/>
                    </a:cubicBezTo>
                    <a:lnTo>
                      <a:pt x="10998" y="1834"/>
                    </a:lnTo>
                    <a:cubicBezTo>
                      <a:pt x="11057" y="1864"/>
                      <a:pt x="11057" y="1914"/>
                      <a:pt x="10998" y="1943"/>
                    </a:cubicBezTo>
                    <a:lnTo>
                      <a:pt x="10653" y="2143"/>
                    </a:lnTo>
                    <a:cubicBezTo>
                      <a:pt x="10628" y="2158"/>
                      <a:pt x="10594" y="2165"/>
                      <a:pt x="10560" y="2165"/>
                    </a:cubicBezTo>
                    <a:cubicBezTo>
                      <a:pt x="10526" y="2165"/>
                      <a:pt x="10492" y="2158"/>
                      <a:pt x="10467" y="2143"/>
                    </a:cubicBezTo>
                    <a:lnTo>
                      <a:pt x="10251" y="2014"/>
                    </a:lnTo>
                    <a:cubicBezTo>
                      <a:pt x="10194" y="1986"/>
                      <a:pt x="10194" y="1936"/>
                      <a:pt x="10251" y="1907"/>
                    </a:cubicBezTo>
                    <a:lnTo>
                      <a:pt x="10596" y="1705"/>
                    </a:lnTo>
                    <a:cubicBezTo>
                      <a:pt x="10621" y="1691"/>
                      <a:pt x="10655" y="1684"/>
                      <a:pt x="10689" y="1684"/>
                    </a:cubicBezTo>
                    <a:close/>
                    <a:moveTo>
                      <a:pt x="7563" y="1785"/>
                    </a:moveTo>
                    <a:cubicBezTo>
                      <a:pt x="7597" y="1785"/>
                      <a:pt x="7631" y="1792"/>
                      <a:pt x="7656" y="1807"/>
                    </a:cubicBezTo>
                    <a:lnTo>
                      <a:pt x="7893" y="1943"/>
                    </a:lnTo>
                    <a:cubicBezTo>
                      <a:pt x="7944" y="1971"/>
                      <a:pt x="7944" y="2022"/>
                      <a:pt x="7893" y="2050"/>
                    </a:cubicBezTo>
                    <a:lnTo>
                      <a:pt x="7670" y="2179"/>
                    </a:lnTo>
                    <a:cubicBezTo>
                      <a:pt x="7645" y="2194"/>
                      <a:pt x="7613" y="2201"/>
                      <a:pt x="7580" y="2201"/>
                    </a:cubicBezTo>
                    <a:cubicBezTo>
                      <a:pt x="7546" y="2201"/>
                      <a:pt x="7512" y="2194"/>
                      <a:pt x="7484" y="2179"/>
                    </a:cubicBezTo>
                    <a:lnTo>
                      <a:pt x="7246" y="2043"/>
                    </a:lnTo>
                    <a:cubicBezTo>
                      <a:pt x="7196" y="2007"/>
                      <a:pt x="7196" y="1964"/>
                      <a:pt x="7246" y="1927"/>
                    </a:cubicBezTo>
                    <a:lnTo>
                      <a:pt x="7470" y="1807"/>
                    </a:lnTo>
                    <a:cubicBezTo>
                      <a:pt x="7495" y="1792"/>
                      <a:pt x="7529" y="1785"/>
                      <a:pt x="7563" y="1785"/>
                    </a:cubicBezTo>
                    <a:close/>
                    <a:moveTo>
                      <a:pt x="8383" y="1893"/>
                    </a:moveTo>
                    <a:cubicBezTo>
                      <a:pt x="8417" y="1893"/>
                      <a:pt x="8451" y="1902"/>
                      <a:pt x="8476" y="1921"/>
                    </a:cubicBezTo>
                    <a:lnTo>
                      <a:pt x="8685" y="2043"/>
                    </a:lnTo>
                    <a:cubicBezTo>
                      <a:pt x="8735" y="2072"/>
                      <a:pt x="8735" y="2122"/>
                      <a:pt x="8685" y="2152"/>
                    </a:cubicBezTo>
                    <a:lnTo>
                      <a:pt x="8476" y="2272"/>
                    </a:lnTo>
                    <a:cubicBezTo>
                      <a:pt x="8451" y="2287"/>
                      <a:pt x="8417" y="2294"/>
                      <a:pt x="8383" y="2294"/>
                    </a:cubicBezTo>
                    <a:cubicBezTo>
                      <a:pt x="8349" y="2294"/>
                      <a:pt x="8315" y="2287"/>
                      <a:pt x="8290" y="2272"/>
                    </a:cubicBezTo>
                    <a:lnTo>
                      <a:pt x="8074" y="2152"/>
                    </a:lnTo>
                    <a:cubicBezTo>
                      <a:pt x="8022" y="2122"/>
                      <a:pt x="8022" y="2072"/>
                      <a:pt x="8081" y="2043"/>
                    </a:cubicBezTo>
                    <a:lnTo>
                      <a:pt x="8290" y="1921"/>
                    </a:lnTo>
                    <a:cubicBezTo>
                      <a:pt x="8315" y="1902"/>
                      <a:pt x="8349" y="1893"/>
                      <a:pt x="8383" y="1893"/>
                    </a:cubicBezTo>
                    <a:close/>
                    <a:moveTo>
                      <a:pt x="5414" y="2107"/>
                    </a:moveTo>
                    <a:cubicBezTo>
                      <a:pt x="5448" y="2107"/>
                      <a:pt x="5482" y="2115"/>
                      <a:pt x="5507" y="2129"/>
                    </a:cubicBezTo>
                    <a:lnTo>
                      <a:pt x="5543" y="2152"/>
                    </a:lnTo>
                    <a:cubicBezTo>
                      <a:pt x="5593" y="2179"/>
                      <a:pt x="5593" y="2229"/>
                      <a:pt x="5543" y="2259"/>
                    </a:cubicBezTo>
                    <a:lnTo>
                      <a:pt x="5327" y="2381"/>
                    </a:lnTo>
                    <a:cubicBezTo>
                      <a:pt x="5302" y="2396"/>
                      <a:pt x="5268" y="2403"/>
                      <a:pt x="5234" y="2403"/>
                    </a:cubicBezTo>
                    <a:cubicBezTo>
                      <a:pt x="5200" y="2403"/>
                      <a:pt x="5166" y="2396"/>
                      <a:pt x="5141" y="2381"/>
                    </a:cubicBezTo>
                    <a:lnTo>
                      <a:pt x="5112" y="2359"/>
                    </a:lnTo>
                    <a:cubicBezTo>
                      <a:pt x="5055" y="2331"/>
                      <a:pt x="5055" y="2281"/>
                      <a:pt x="5112" y="2252"/>
                    </a:cubicBezTo>
                    <a:lnTo>
                      <a:pt x="5321" y="2129"/>
                    </a:lnTo>
                    <a:cubicBezTo>
                      <a:pt x="5346" y="2115"/>
                      <a:pt x="5380" y="2107"/>
                      <a:pt x="5414" y="2107"/>
                    </a:cubicBezTo>
                    <a:close/>
                    <a:moveTo>
                      <a:pt x="6233" y="1993"/>
                    </a:moveTo>
                    <a:cubicBezTo>
                      <a:pt x="6267" y="1993"/>
                      <a:pt x="6301" y="2000"/>
                      <a:pt x="6326" y="2014"/>
                    </a:cubicBezTo>
                    <a:lnTo>
                      <a:pt x="6535" y="2136"/>
                    </a:lnTo>
                    <a:cubicBezTo>
                      <a:pt x="6592" y="2166"/>
                      <a:pt x="6592" y="2216"/>
                      <a:pt x="6535" y="2245"/>
                    </a:cubicBezTo>
                    <a:lnTo>
                      <a:pt x="6297" y="2388"/>
                    </a:lnTo>
                    <a:cubicBezTo>
                      <a:pt x="6272" y="2403"/>
                      <a:pt x="6238" y="2410"/>
                      <a:pt x="6204" y="2410"/>
                    </a:cubicBezTo>
                    <a:cubicBezTo>
                      <a:pt x="6170" y="2410"/>
                      <a:pt x="6136" y="2403"/>
                      <a:pt x="6111" y="2388"/>
                    </a:cubicBezTo>
                    <a:lnTo>
                      <a:pt x="5895" y="2259"/>
                    </a:lnTo>
                    <a:cubicBezTo>
                      <a:pt x="5845" y="2229"/>
                      <a:pt x="5845" y="2186"/>
                      <a:pt x="5895" y="2152"/>
                    </a:cubicBezTo>
                    <a:lnTo>
                      <a:pt x="6140" y="2014"/>
                    </a:lnTo>
                    <a:cubicBezTo>
                      <a:pt x="6165" y="2000"/>
                      <a:pt x="6199" y="1993"/>
                      <a:pt x="6233" y="1993"/>
                    </a:cubicBezTo>
                    <a:close/>
                    <a:moveTo>
                      <a:pt x="9166" y="2000"/>
                    </a:moveTo>
                    <a:cubicBezTo>
                      <a:pt x="9200" y="2000"/>
                      <a:pt x="9234" y="2008"/>
                      <a:pt x="9259" y="2022"/>
                    </a:cubicBezTo>
                    <a:lnTo>
                      <a:pt x="9475" y="2152"/>
                    </a:lnTo>
                    <a:cubicBezTo>
                      <a:pt x="9532" y="2179"/>
                      <a:pt x="9532" y="2229"/>
                      <a:pt x="9475" y="2259"/>
                    </a:cubicBezTo>
                    <a:lnTo>
                      <a:pt x="9238" y="2395"/>
                    </a:lnTo>
                    <a:cubicBezTo>
                      <a:pt x="9212" y="2410"/>
                      <a:pt x="9178" y="2417"/>
                      <a:pt x="9144" y="2417"/>
                    </a:cubicBezTo>
                    <a:cubicBezTo>
                      <a:pt x="9109" y="2417"/>
                      <a:pt x="9075" y="2410"/>
                      <a:pt x="9050" y="2395"/>
                    </a:cubicBezTo>
                    <a:lnTo>
                      <a:pt x="8828" y="2266"/>
                    </a:lnTo>
                    <a:cubicBezTo>
                      <a:pt x="8778" y="2238"/>
                      <a:pt x="8778" y="2186"/>
                      <a:pt x="8835" y="2159"/>
                    </a:cubicBezTo>
                    <a:lnTo>
                      <a:pt x="9073" y="2022"/>
                    </a:lnTo>
                    <a:cubicBezTo>
                      <a:pt x="9098" y="2008"/>
                      <a:pt x="9132" y="2000"/>
                      <a:pt x="9166" y="2000"/>
                    </a:cubicBezTo>
                    <a:close/>
                    <a:moveTo>
                      <a:pt x="10072" y="2043"/>
                    </a:moveTo>
                    <a:cubicBezTo>
                      <a:pt x="10106" y="2043"/>
                      <a:pt x="10140" y="2051"/>
                      <a:pt x="10165" y="2065"/>
                    </a:cubicBezTo>
                    <a:lnTo>
                      <a:pt x="10380" y="2195"/>
                    </a:lnTo>
                    <a:cubicBezTo>
                      <a:pt x="10437" y="2222"/>
                      <a:pt x="10437" y="2266"/>
                      <a:pt x="10380" y="2302"/>
                    </a:cubicBezTo>
                    <a:lnTo>
                      <a:pt x="10144" y="2438"/>
                    </a:lnTo>
                    <a:cubicBezTo>
                      <a:pt x="10118" y="2453"/>
                      <a:pt x="10084" y="2460"/>
                      <a:pt x="10049" y="2460"/>
                    </a:cubicBezTo>
                    <a:cubicBezTo>
                      <a:pt x="10015" y="2460"/>
                      <a:pt x="9981" y="2453"/>
                      <a:pt x="9956" y="2438"/>
                    </a:cubicBezTo>
                    <a:lnTo>
                      <a:pt x="9740" y="2309"/>
                    </a:lnTo>
                    <a:cubicBezTo>
                      <a:pt x="9683" y="2281"/>
                      <a:pt x="9683" y="2229"/>
                      <a:pt x="9740" y="2202"/>
                    </a:cubicBezTo>
                    <a:lnTo>
                      <a:pt x="9978" y="2065"/>
                    </a:lnTo>
                    <a:cubicBezTo>
                      <a:pt x="10003" y="2051"/>
                      <a:pt x="10037" y="2043"/>
                      <a:pt x="10072" y="2043"/>
                    </a:cubicBezTo>
                    <a:close/>
                    <a:moveTo>
                      <a:pt x="7074" y="2064"/>
                    </a:moveTo>
                    <a:cubicBezTo>
                      <a:pt x="7108" y="2064"/>
                      <a:pt x="7142" y="2071"/>
                      <a:pt x="7168" y="2086"/>
                    </a:cubicBezTo>
                    <a:lnTo>
                      <a:pt x="7405" y="2222"/>
                    </a:lnTo>
                    <a:cubicBezTo>
                      <a:pt x="7455" y="2259"/>
                      <a:pt x="7455" y="2302"/>
                      <a:pt x="7405" y="2331"/>
                    </a:cubicBezTo>
                    <a:lnTo>
                      <a:pt x="7189" y="2461"/>
                    </a:lnTo>
                    <a:cubicBezTo>
                      <a:pt x="7160" y="2474"/>
                      <a:pt x="7126" y="2481"/>
                      <a:pt x="7092" y="2481"/>
                    </a:cubicBezTo>
                    <a:cubicBezTo>
                      <a:pt x="7058" y="2481"/>
                      <a:pt x="7024" y="2474"/>
                      <a:pt x="6996" y="2461"/>
                    </a:cubicBezTo>
                    <a:lnTo>
                      <a:pt x="6758" y="2324"/>
                    </a:lnTo>
                    <a:cubicBezTo>
                      <a:pt x="6708" y="2295"/>
                      <a:pt x="6708" y="2245"/>
                      <a:pt x="6758" y="2216"/>
                    </a:cubicBezTo>
                    <a:lnTo>
                      <a:pt x="6980" y="2086"/>
                    </a:lnTo>
                    <a:cubicBezTo>
                      <a:pt x="7005" y="2071"/>
                      <a:pt x="7039" y="2064"/>
                      <a:pt x="7074" y="2064"/>
                    </a:cubicBezTo>
                    <a:close/>
                    <a:moveTo>
                      <a:pt x="7901" y="2173"/>
                    </a:moveTo>
                    <a:cubicBezTo>
                      <a:pt x="7935" y="2173"/>
                      <a:pt x="7970" y="2180"/>
                      <a:pt x="7995" y="2195"/>
                    </a:cubicBezTo>
                    <a:lnTo>
                      <a:pt x="8203" y="2316"/>
                    </a:lnTo>
                    <a:cubicBezTo>
                      <a:pt x="8253" y="2352"/>
                      <a:pt x="8253" y="2395"/>
                      <a:pt x="8203" y="2424"/>
                    </a:cubicBezTo>
                    <a:lnTo>
                      <a:pt x="7979" y="2554"/>
                    </a:lnTo>
                    <a:cubicBezTo>
                      <a:pt x="7954" y="2568"/>
                      <a:pt x="7920" y="2576"/>
                      <a:pt x="7886" y="2576"/>
                    </a:cubicBezTo>
                    <a:cubicBezTo>
                      <a:pt x="7852" y="2576"/>
                      <a:pt x="7818" y="2568"/>
                      <a:pt x="7793" y="2554"/>
                    </a:cubicBezTo>
                    <a:lnTo>
                      <a:pt x="7584" y="2431"/>
                    </a:lnTo>
                    <a:cubicBezTo>
                      <a:pt x="7534" y="2402"/>
                      <a:pt x="7534" y="2352"/>
                      <a:pt x="7584" y="2324"/>
                    </a:cubicBezTo>
                    <a:lnTo>
                      <a:pt x="7806" y="2195"/>
                    </a:lnTo>
                    <a:cubicBezTo>
                      <a:pt x="7832" y="2180"/>
                      <a:pt x="7867" y="2173"/>
                      <a:pt x="7901" y="2173"/>
                    </a:cubicBezTo>
                    <a:close/>
                    <a:moveTo>
                      <a:pt x="5723" y="2288"/>
                    </a:moveTo>
                    <a:cubicBezTo>
                      <a:pt x="5757" y="2288"/>
                      <a:pt x="5791" y="2295"/>
                      <a:pt x="5816" y="2309"/>
                    </a:cubicBezTo>
                    <a:lnTo>
                      <a:pt x="6024" y="2431"/>
                    </a:lnTo>
                    <a:cubicBezTo>
                      <a:pt x="6081" y="2461"/>
                      <a:pt x="6081" y="2511"/>
                      <a:pt x="6024" y="2540"/>
                    </a:cubicBezTo>
                    <a:lnTo>
                      <a:pt x="5816" y="2661"/>
                    </a:lnTo>
                    <a:cubicBezTo>
                      <a:pt x="5791" y="2675"/>
                      <a:pt x="5757" y="2683"/>
                      <a:pt x="5723" y="2683"/>
                    </a:cubicBezTo>
                    <a:cubicBezTo>
                      <a:pt x="5688" y="2683"/>
                      <a:pt x="5654" y="2675"/>
                      <a:pt x="5629" y="2661"/>
                    </a:cubicBezTo>
                    <a:lnTo>
                      <a:pt x="5414" y="2540"/>
                    </a:lnTo>
                    <a:cubicBezTo>
                      <a:pt x="5364" y="2511"/>
                      <a:pt x="5364" y="2461"/>
                      <a:pt x="5414" y="2431"/>
                    </a:cubicBezTo>
                    <a:lnTo>
                      <a:pt x="5629" y="2309"/>
                    </a:lnTo>
                    <a:cubicBezTo>
                      <a:pt x="5654" y="2295"/>
                      <a:pt x="5688" y="2288"/>
                      <a:pt x="5723" y="2288"/>
                    </a:cubicBezTo>
                    <a:close/>
                    <a:moveTo>
                      <a:pt x="4932" y="2388"/>
                    </a:moveTo>
                    <a:cubicBezTo>
                      <a:pt x="4967" y="2388"/>
                      <a:pt x="5001" y="2396"/>
                      <a:pt x="5026" y="2410"/>
                    </a:cubicBezTo>
                    <a:lnTo>
                      <a:pt x="5062" y="2431"/>
                    </a:lnTo>
                    <a:cubicBezTo>
                      <a:pt x="5112" y="2461"/>
                      <a:pt x="5112" y="2511"/>
                      <a:pt x="5062" y="2540"/>
                    </a:cubicBezTo>
                    <a:lnTo>
                      <a:pt x="4839" y="2669"/>
                    </a:lnTo>
                    <a:cubicBezTo>
                      <a:pt x="4813" y="2683"/>
                      <a:pt x="4779" y="2690"/>
                      <a:pt x="4745" y="2690"/>
                    </a:cubicBezTo>
                    <a:cubicBezTo>
                      <a:pt x="4710" y="2690"/>
                      <a:pt x="4676" y="2683"/>
                      <a:pt x="4651" y="2669"/>
                    </a:cubicBezTo>
                    <a:lnTo>
                      <a:pt x="4615" y="2647"/>
                    </a:lnTo>
                    <a:cubicBezTo>
                      <a:pt x="4565" y="2617"/>
                      <a:pt x="4565" y="2567"/>
                      <a:pt x="4615" y="2540"/>
                    </a:cubicBezTo>
                    <a:lnTo>
                      <a:pt x="4839" y="2410"/>
                    </a:lnTo>
                    <a:cubicBezTo>
                      <a:pt x="4864" y="2396"/>
                      <a:pt x="4898" y="2388"/>
                      <a:pt x="4932" y="2388"/>
                    </a:cubicBezTo>
                    <a:close/>
                    <a:moveTo>
                      <a:pt x="8655" y="2295"/>
                    </a:moveTo>
                    <a:cubicBezTo>
                      <a:pt x="8689" y="2295"/>
                      <a:pt x="8723" y="2302"/>
                      <a:pt x="8748" y="2316"/>
                    </a:cubicBezTo>
                    <a:lnTo>
                      <a:pt x="8971" y="2445"/>
                    </a:lnTo>
                    <a:cubicBezTo>
                      <a:pt x="9023" y="2474"/>
                      <a:pt x="9023" y="2524"/>
                      <a:pt x="8964" y="2554"/>
                    </a:cubicBezTo>
                    <a:lnTo>
                      <a:pt x="8755" y="2676"/>
                    </a:lnTo>
                    <a:cubicBezTo>
                      <a:pt x="8730" y="2690"/>
                      <a:pt x="8696" y="2697"/>
                      <a:pt x="8662" y="2697"/>
                    </a:cubicBezTo>
                    <a:cubicBezTo>
                      <a:pt x="8628" y="2697"/>
                      <a:pt x="8594" y="2690"/>
                      <a:pt x="8569" y="2676"/>
                    </a:cubicBezTo>
                    <a:lnTo>
                      <a:pt x="8346" y="2547"/>
                    </a:lnTo>
                    <a:cubicBezTo>
                      <a:pt x="8296" y="2517"/>
                      <a:pt x="8296" y="2467"/>
                      <a:pt x="8346" y="2438"/>
                    </a:cubicBezTo>
                    <a:lnTo>
                      <a:pt x="8562" y="2316"/>
                    </a:lnTo>
                    <a:cubicBezTo>
                      <a:pt x="8587" y="2302"/>
                      <a:pt x="8621" y="2295"/>
                      <a:pt x="8655" y="2295"/>
                    </a:cubicBezTo>
                    <a:close/>
                    <a:moveTo>
                      <a:pt x="9561" y="2338"/>
                    </a:moveTo>
                    <a:cubicBezTo>
                      <a:pt x="9595" y="2338"/>
                      <a:pt x="9629" y="2345"/>
                      <a:pt x="9654" y="2359"/>
                    </a:cubicBezTo>
                    <a:lnTo>
                      <a:pt x="9877" y="2488"/>
                    </a:lnTo>
                    <a:cubicBezTo>
                      <a:pt x="9928" y="2517"/>
                      <a:pt x="9928" y="2561"/>
                      <a:pt x="9870" y="2597"/>
                    </a:cubicBezTo>
                    <a:lnTo>
                      <a:pt x="9661" y="2719"/>
                    </a:lnTo>
                    <a:cubicBezTo>
                      <a:pt x="9636" y="2733"/>
                      <a:pt x="9602" y="2740"/>
                      <a:pt x="9568" y="2740"/>
                    </a:cubicBezTo>
                    <a:cubicBezTo>
                      <a:pt x="9534" y="2740"/>
                      <a:pt x="9500" y="2733"/>
                      <a:pt x="9475" y="2719"/>
                    </a:cubicBezTo>
                    <a:lnTo>
                      <a:pt x="9252" y="2590"/>
                    </a:lnTo>
                    <a:cubicBezTo>
                      <a:pt x="9202" y="2561"/>
                      <a:pt x="9202" y="2511"/>
                      <a:pt x="9259" y="2481"/>
                    </a:cubicBezTo>
                    <a:lnTo>
                      <a:pt x="9468" y="2359"/>
                    </a:lnTo>
                    <a:cubicBezTo>
                      <a:pt x="9493" y="2345"/>
                      <a:pt x="9527" y="2338"/>
                      <a:pt x="9561" y="2338"/>
                    </a:cubicBezTo>
                    <a:close/>
                    <a:moveTo>
                      <a:pt x="6585" y="2345"/>
                    </a:moveTo>
                    <a:cubicBezTo>
                      <a:pt x="6619" y="2345"/>
                      <a:pt x="6653" y="2353"/>
                      <a:pt x="6678" y="2367"/>
                    </a:cubicBezTo>
                    <a:lnTo>
                      <a:pt x="6916" y="2511"/>
                    </a:lnTo>
                    <a:cubicBezTo>
                      <a:pt x="6966" y="2540"/>
                      <a:pt x="6966" y="2590"/>
                      <a:pt x="6916" y="2617"/>
                    </a:cubicBezTo>
                    <a:lnTo>
                      <a:pt x="6678" y="2756"/>
                    </a:lnTo>
                    <a:cubicBezTo>
                      <a:pt x="6650" y="2769"/>
                      <a:pt x="6616" y="2776"/>
                      <a:pt x="6582" y="2776"/>
                    </a:cubicBezTo>
                    <a:cubicBezTo>
                      <a:pt x="6548" y="2776"/>
                      <a:pt x="6514" y="2769"/>
                      <a:pt x="6485" y="2756"/>
                    </a:cubicBezTo>
                    <a:lnTo>
                      <a:pt x="6247" y="2617"/>
                    </a:lnTo>
                    <a:cubicBezTo>
                      <a:pt x="6197" y="2590"/>
                      <a:pt x="6197" y="2540"/>
                      <a:pt x="6254" y="2511"/>
                    </a:cubicBezTo>
                    <a:lnTo>
                      <a:pt x="6492" y="2367"/>
                    </a:lnTo>
                    <a:cubicBezTo>
                      <a:pt x="6517" y="2353"/>
                      <a:pt x="6551" y="2345"/>
                      <a:pt x="6585" y="2345"/>
                    </a:cubicBezTo>
                    <a:close/>
                    <a:moveTo>
                      <a:pt x="7408" y="2461"/>
                    </a:moveTo>
                    <a:cubicBezTo>
                      <a:pt x="7442" y="2461"/>
                      <a:pt x="7476" y="2467"/>
                      <a:pt x="7505" y="2481"/>
                    </a:cubicBezTo>
                    <a:lnTo>
                      <a:pt x="7713" y="2604"/>
                    </a:lnTo>
                    <a:cubicBezTo>
                      <a:pt x="7763" y="2633"/>
                      <a:pt x="7763" y="2683"/>
                      <a:pt x="7713" y="2712"/>
                    </a:cubicBezTo>
                    <a:lnTo>
                      <a:pt x="7491" y="2833"/>
                    </a:lnTo>
                    <a:cubicBezTo>
                      <a:pt x="7466" y="2851"/>
                      <a:pt x="7432" y="2860"/>
                      <a:pt x="7398" y="2860"/>
                    </a:cubicBezTo>
                    <a:cubicBezTo>
                      <a:pt x="7364" y="2860"/>
                      <a:pt x="7329" y="2851"/>
                      <a:pt x="7304" y="2833"/>
                    </a:cubicBezTo>
                    <a:lnTo>
                      <a:pt x="7096" y="2712"/>
                    </a:lnTo>
                    <a:cubicBezTo>
                      <a:pt x="7046" y="2683"/>
                      <a:pt x="7046" y="2633"/>
                      <a:pt x="7096" y="2604"/>
                    </a:cubicBezTo>
                    <a:lnTo>
                      <a:pt x="7311" y="2481"/>
                    </a:lnTo>
                    <a:cubicBezTo>
                      <a:pt x="7340" y="2467"/>
                      <a:pt x="7374" y="2461"/>
                      <a:pt x="7408" y="2461"/>
                    </a:cubicBezTo>
                    <a:close/>
                    <a:moveTo>
                      <a:pt x="4440" y="2668"/>
                    </a:moveTo>
                    <a:cubicBezTo>
                      <a:pt x="4474" y="2668"/>
                      <a:pt x="4508" y="2675"/>
                      <a:pt x="4537" y="2690"/>
                    </a:cubicBezTo>
                    <a:lnTo>
                      <a:pt x="4565" y="2712"/>
                    </a:lnTo>
                    <a:cubicBezTo>
                      <a:pt x="4624" y="2740"/>
                      <a:pt x="4624" y="2790"/>
                      <a:pt x="4565" y="2819"/>
                    </a:cubicBezTo>
                    <a:lnTo>
                      <a:pt x="4386" y="2928"/>
                    </a:lnTo>
                    <a:cubicBezTo>
                      <a:pt x="4357" y="2942"/>
                      <a:pt x="4323" y="2949"/>
                      <a:pt x="4290" y="2949"/>
                    </a:cubicBezTo>
                    <a:cubicBezTo>
                      <a:pt x="4257" y="2949"/>
                      <a:pt x="4224" y="2942"/>
                      <a:pt x="4199" y="2928"/>
                    </a:cubicBezTo>
                    <a:lnTo>
                      <a:pt x="4163" y="2906"/>
                    </a:lnTo>
                    <a:cubicBezTo>
                      <a:pt x="4113" y="2876"/>
                      <a:pt x="4113" y="2826"/>
                      <a:pt x="4163" y="2799"/>
                    </a:cubicBezTo>
                    <a:lnTo>
                      <a:pt x="4349" y="2690"/>
                    </a:lnTo>
                    <a:cubicBezTo>
                      <a:pt x="4374" y="2675"/>
                      <a:pt x="4407" y="2668"/>
                      <a:pt x="4440" y="2668"/>
                    </a:cubicBezTo>
                    <a:close/>
                    <a:moveTo>
                      <a:pt x="5241" y="2568"/>
                    </a:moveTo>
                    <a:cubicBezTo>
                      <a:pt x="5275" y="2568"/>
                      <a:pt x="5309" y="2575"/>
                      <a:pt x="5334" y="2590"/>
                    </a:cubicBezTo>
                    <a:lnTo>
                      <a:pt x="5543" y="2712"/>
                    </a:lnTo>
                    <a:cubicBezTo>
                      <a:pt x="5600" y="2740"/>
                      <a:pt x="5593" y="2790"/>
                      <a:pt x="5543" y="2819"/>
                    </a:cubicBezTo>
                    <a:lnTo>
                      <a:pt x="5321" y="2949"/>
                    </a:lnTo>
                    <a:cubicBezTo>
                      <a:pt x="5296" y="2963"/>
                      <a:pt x="5263" y="2971"/>
                      <a:pt x="5230" y="2971"/>
                    </a:cubicBezTo>
                    <a:cubicBezTo>
                      <a:pt x="5196" y="2971"/>
                      <a:pt x="5162" y="2963"/>
                      <a:pt x="5133" y="2949"/>
                    </a:cubicBezTo>
                    <a:lnTo>
                      <a:pt x="4926" y="2826"/>
                    </a:lnTo>
                    <a:cubicBezTo>
                      <a:pt x="4874" y="2799"/>
                      <a:pt x="4874" y="2747"/>
                      <a:pt x="4926" y="2719"/>
                    </a:cubicBezTo>
                    <a:lnTo>
                      <a:pt x="5148" y="2590"/>
                    </a:lnTo>
                    <a:cubicBezTo>
                      <a:pt x="5173" y="2575"/>
                      <a:pt x="5207" y="2568"/>
                      <a:pt x="5241" y="2568"/>
                    </a:cubicBezTo>
                    <a:close/>
                    <a:moveTo>
                      <a:pt x="8179" y="2572"/>
                    </a:moveTo>
                    <a:cubicBezTo>
                      <a:pt x="8212" y="2572"/>
                      <a:pt x="8243" y="2580"/>
                      <a:pt x="8267" y="2597"/>
                    </a:cubicBezTo>
                    <a:lnTo>
                      <a:pt x="8483" y="2719"/>
                    </a:lnTo>
                    <a:cubicBezTo>
                      <a:pt x="8540" y="2756"/>
                      <a:pt x="8533" y="2799"/>
                      <a:pt x="8483" y="2833"/>
                    </a:cubicBezTo>
                    <a:lnTo>
                      <a:pt x="8267" y="2956"/>
                    </a:lnTo>
                    <a:cubicBezTo>
                      <a:pt x="8239" y="2970"/>
                      <a:pt x="8205" y="2978"/>
                      <a:pt x="8171" y="2978"/>
                    </a:cubicBezTo>
                    <a:cubicBezTo>
                      <a:pt x="8138" y="2978"/>
                      <a:pt x="8106" y="2970"/>
                      <a:pt x="8081" y="2956"/>
                    </a:cubicBezTo>
                    <a:lnTo>
                      <a:pt x="7858" y="2833"/>
                    </a:lnTo>
                    <a:cubicBezTo>
                      <a:pt x="7806" y="2799"/>
                      <a:pt x="7806" y="2756"/>
                      <a:pt x="7858" y="2719"/>
                    </a:cubicBezTo>
                    <a:lnTo>
                      <a:pt x="8081" y="2597"/>
                    </a:lnTo>
                    <a:cubicBezTo>
                      <a:pt x="8107" y="2581"/>
                      <a:pt x="8143" y="2572"/>
                      <a:pt x="8179" y="2572"/>
                    </a:cubicBezTo>
                    <a:close/>
                    <a:moveTo>
                      <a:pt x="9080" y="2613"/>
                    </a:moveTo>
                    <a:cubicBezTo>
                      <a:pt x="9114" y="2613"/>
                      <a:pt x="9148" y="2622"/>
                      <a:pt x="9173" y="2640"/>
                    </a:cubicBezTo>
                    <a:lnTo>
                      <a:pt x="9388" y="2762"/>
                    </a:lnTo>
                    <a:cubicBezTo>
                      <a:pt x="9438" y="2790"/>
                      <a:pt x="9438" y="2842"/>
                      <a:pt x="9388" y="2869"/>
                    </a:cubicBezTo>
                    <a:lnTo>
                      <a:pt x="9173" y="2999"/>
                    </a:lnTo>
                    <a:cubicBezTo>
                      <a:pt x="9144" y="3013"/>
                      <a:pt x="9110" y="3021"/>
                      <a:pt x="9076" y="3021"/>
                    </a:cubicBezTo>
                    <a:cubicBezTo>
                      <a:pt x="9042" y="3021"/>
                      <a:pt x="9008" y="3013"/>
                      <a:pt x="8980" y="2999"/>
                    </a:cubicBezTo>
                    <a:lnTo>
                      <a:pt x="8764" y="2869"/>
                    </a:lnTo>
                    <a:cubicBezTo>
                      <a:pt x="8712" y="2842"/>
                      <a:pt x="8712" y="2790"/>
                      <a:pt x="8764" y="2762"/>
                    </a:cubicBezTo>
                    <a:lnTo>
                      <a:pt x="8986" y="2640"/>
                    </a:lnTo>
                    <a:cubicBezTo>
                      <a:pt x="9011" y="2622"/>
                      <a:pt x="9046" y="2613"/>
                      <a:pt x="9080" y="2613"/>
                    </a:cubicBezTo>
                    <a:close/>
                    <a:moveTo>
                      <a:pt x="6074" y="2640"/>
                    </a:moveTo>
                    <a:cubicBezTo>
                      <a:pt x="6109" y="2640"/>
                      <a:pt x="6143" y="2647"/>
                      <a:pt x="6168" y="2661"/>
                    </a:cubicBezTo>
                    <a:lnTo>
                      <a:pt x="6406" y="2806"/>
                    </a:lnTo>
                    <a:cubicBezTo>
                      <a:pt x="6456" y="2833"/>
                      <a:pt x="6456" y="2876"/>
                      <a:pt x="6406" y="2912"/>
                    </a:cubicBezTo>
                    <a:lnTo>
                      <a:pt x="6190" y="3035"/>
                    </a:lnTo>
                    <a:cubicBezTo>
                      <a:pt x="6165" y="3050"/>
                      <a:pt x="6133" y="3057"/>
                      <a:pt x="6099" y="3057"/>
                    </a:cubicBezTo>
                    <a:cubicBezTo>
                      <a:pt x="6066" y="3057"/>
                      <a:pt x="6032" y="3050"/>
                      <a:pt x="6004" y="3035"/>
                    </a:cubicBezTo>
                    <a:lnTo>
                      <a:pt x="5766" y="2892"/>
                    </a:lnTo>
                    <a:cubicBezTo>
                      <a:pt x="5716" y="2862"/>
                      <a:pt x="5716" y="2812"/>
                      <a:pt x="5766" y="2783"/>
                    </a:cubicBezTo>
                    <a:lnTo>
                      <a:pt x="5981" y="2661"/>
                    </a:lnTo>
                    <a:cubicBezTo>
                      <a:pt x="6006" y="2647"/>
                      <a:pt x="6040" y="2640"/>
                      <a:pt x="6074" y="2640"/>
                    </a:cubicBezTo>
                    <a:close/>
                    <a:moveTo>
                      <a:pt x="6921" y="2740"/>
                    </a:moveTo>
                    <a:cubicBezTo>
                      <a:pt x="6954" y="2740"/>
                      <a:pt x="6988" y="2748"/>
                      <a:pt x="7016" y="2762"/>
                    </a:cubicBezTo>
                    <a:lnTo>
                      <a:pt x="7225" y="2885"/>
                    </a:lnTo>
                    <a:cubicBezTo>
                      <a:pt x="7275" y="2912"/>
                      <a:pt x="7275" y="2963"/>
                      <a:pt x="7225" y="2992"/>
                    </a:cubicBezTo>
                    <a:lnTo>
                      <a:pt x="6980" y="3128"/>
                    </a:lnTo>
                    <a:cubicBezTo>
                      <a:pt x="6955" y="3146"/>
                      <a:pt x="6923" y="3155"/>
                      <a:pt x="6890" y="3155"/>
                    </a:cubicBezTo>
                    <a:cubicBezTo>
                      <a:pt x="6856" y="3155"/>
                      <a:pt x="6822" y="3146"/>
                      <a:pt x="6794" y="3128"/>
                    </a:cubicBezTo>
                    <a:lnTo>
                      <a:pt x="6585" y="3006"/>
                    </a:lnTo>
                    <a:cubicBezTo>
                      <a:pt x="6535" y="2978"/>
                      <a:pt x="6535" y="2928"/>
                      <a:pt x="6585" y="2899"/>
                    </a:cubicBezTo>
                    <a:lnTo>
                      <a:pt x="6830" y="2762"/>
                    </a:lnTo>
                    <a:cubicBezTo>
                      <a:pt x="6855" y="2748"/>
                      <a:pt x="6887" y="2740"/>
                      <a:pt x="6921" y="2740"/>
                    </a:cubicBezTo>
                    <a:close/>
                    <a:moveTo>
                      <a:pt x="4748" y="2849"/>
                    </a:moveTo>
                    <a:cubicBezTo>
                      <a:pt x="4781" y="2849"/>
                      <a:pt x="4813" y="2856"/>
                      <a:pt x="4839" y="2869"/>
                    </a:cubicBezTo>
                    <a:lnTo>
                      <a:pt x="5055" y="2999"/>
                    </a:lnTo>
                    <a:cubicBezTo>
                      <a:pt x="5105" y="3028"/>
                      <a:pt x="5105" y="3071"/>
                      <a:pt x="5055" y="3107"/>
                    </a:cubicBezTo>
                    <a:lnTo>
                      <a:pt x="4867" y="3207"/>
                    </a:lnTo>
                    <a:cubicBezTo>
                      <a:pt x="4842" y="3226"/>
                      <a:pt x="4808" y="3235"/>
                      <a:pt x="4774" y="3235"/>
                    </a:cubicBezTo>
                    <a:cubicBezTo>
                      <a:pt x="4740" y="3235"/>
                      <a:pt x="4706" y="3226"/>
                      <a:pt x="4681" y="3207"/>
                    </a:cubicBezTo>
                    <a:lnTo>
                      <a:pt x="4465" y="3085"/>
                    </a:lnTo>
                    <a:cubicBezTo>
                      <a:pt x="4415" y="3057"/>
                      <a:pt x="4415" y="3006"/>
                      <a:pt x="4472" y="2978"/>
                    </a:cubicBezTo>
                    <a:lnTo>
                      <a:pt x="4651" y="2869"/>
                    </a:lnTo>
                    <a:cubicBezTo>
                      <a:pt x="4681" y="2856"/>
                      <a:pt x="4715" y="2849"/>
                      <a:pt x="4748" y="2849"/>
                    </a:cubicBezTo>
                    <a:close/>
                    <a:moveTo>
                      <a:pt x="3984" y="2935"/>
                    </a:moveTo>
                    <a:cubicBezTo>
                      <a:pt x="4018" y="2935"/>
                      <a:pt x="4052" y="2942"/>
                      <a:pt x="4077" y="2956"/>
                    </a:cubicBezTo>
                    <a:lnTo>
                      <a:pt x="4113" y="2978"/>
                    </a:lnTo>
                    <a:cubicBezTo>
                      <a:pt x="4163" y="3006"/>
                      <a:pt x="4163" y="3057"/>
                      <a:pt x="4113" y="3085"/>
                    </a:cubicBezTo>
                    <a:lnTo>
                      <a:pt x="3875" y="3221"/>
                    </a:lnTo>
                    <a:cubicBezTo>
                      <a:pt x="3846" y="3236"/>
                      <a:pt x="3812" y="3243"/>
                      <a:pt x="3779" y="3243"/>
                    </a:cubicBezTo>
                    <a:cubicBezTo>
                      <a:pt x="3746" y="3243"/>
                      <a:pt x="3714" y="3236"/>
                      <a:pt x="3689" y="3221"/>
                    </a:cubicBezTo>
                    <a:lnTo>
                      <a:pt x="3652" y="3201"/>
                    </a:lnTo>
                    <a:cubicBezTo>
                      <a:pt x="3602" y="3171"/>
                      <a:pt x="3602" y="3121"/>
                      <a:pt x="3652" y="3092"/>
                    </a:cubicBezTo>
                    <a:lnTo>
                      <a:pt x="3890" y="2956"/>
                    </a:lnTo>
                    <a:cubicBezTo>
                      <a:pt x="3915" y="2942"/>
                      <a:pt x="3950" y="2935"/>
                      <a:pt x="3984" y="2935"/>
                    </a:cubicBezTo>
                    <a:close/>
                    <a:moveTo>
                      <a:pt x="7681" y="2856"/>
                    </a:moveTo>
                    <a:cubicBezTo>
                      <a:pt x="7714" y="2856"/>
                      <a:pt x="7746" y="2862"/>
                      <a:pt x="7772" y="2876"/>
                    </a:cubicBezTo>
                    <a:lnTo>
                      <a:pt x="7995" y="3006"/>
                    </a:lnTo>
                    <a:cubicBezTo>
                      <a:pt x="8045" y="3035"/>
                      <a:pt x="8045" y="3085"/>
                      <a:pt x="7995" y="3114"/>
                    </a:cubicBezTo>
                    <a:lnTo>
                      <a:pt x="7779" y="3237"/>
                    </a:lnTo>
                    <a:cubicBezTo>
                      <a:pt x="7748" y="3256"/>
                      <a:pt x="7712" y="3265"/>
                      <a:pt x="7677" y="3265"/>
                    </a:cubicBezTo>
                    <a:cubicBezTo>
                      <a:pt x="7646" y="3265"/>
                      <a:pt x="7615" y="3258"/>
                      <a:pt x="7591" y="3244"/>
                    </a:cubicBezTo>
                    <a:lnTo>
                      <a:pt x="7368" y="3114"/>
                    </a:lnTo>
                    <a:cubicBezTo>
                      <a:pt x="7318" y="3085"/>
                      <a:pt x="7318" y="3035"/>
                      <a:pt x="7368" y="3006"/>
                    </a:cubicBezTo>
                    <a:lnTo>
                      <a:pt x="7584" y="2876"/>
                    </a:lnTo>
                    <a:cubicBezTo>
                      <a:pt x="7613" y="2862"/>
                      <a:pt x="7647" y="2856"/>
                      <a:pt x="7681" y="2856"/>
                    </a:cubicBezTo>
                    <a:close/>
                    <a:moveTo>
                      <a:pt x="8588" y="2899"/>
                    </a:moveTo>
                    <a:cubicBezTo>
                      <a:pt x="8621" y="2899"/>
                      <a:pt x="8655" y="2906"/>
                      <a:pt x="8685" y="2919"/>
                    </a:cubicBezTo>
                    <a:lnTo>
                      <a:pt x="8900" y="3049"/>
                    </a:lnTo>
                    <a:cubicBezTo>
                      <a:pt x="8950" y="3078"/>
                      <a:pt x="8950" y="3128"/>
                      <a:pt x="8900" y="3157"/>
                    </a:cubicBezTo>
                    <a:lnTo>
                      <a:pt x="8685" y="3280"/>
                    </a:lnTo>
                    <a:cubicBezTo>
                      <a:pt x="8655" y="3294"/>
                      <a:pt x="8621" y="3301"/>
                      <a:pt x="8588" y="3301"/>
                    </a:cubicBezTo>
                    <a:cubicBezTo>
                      <a:pt x="8555" y="3301"/>
                      <a:pt x="8522" y="3294"/>
                      <a:pt x="8497" y="3280"/>
                    </a:cubicBezTo>
                    <a:lnTo>
                      <a:pt x="8274" y="3157"/>
                    </a:lnTo>
                    <a:cubicBezTo>
                      <a:pt x="8224" y="3128"/>
                      <a:pt x="8224" y="3078"/>
                      <a:pt x="8274" y="3049"/>
                    </a:cubicBezTo>
                    <a:lnTo>
                      <a:pt x="8497" y="2919"/>
                    </a:lnTo>
                    <a:cubicBezTo>
                      <a:pt x="8522" y="2906"/>
                      <a:pt x="8555" y="2899"/>
                      <a:pt x="8588" y="2899"/>
                    </a:cubicBezTo>
                    <a:close/>
                    <a:moveTo>
                      <a:pt x="5593" y="2920"/>
                    </a:moveTo>
                    <a:cubicBezTo>
                      <a:pt x="5627" y="2920"/>
                      <a:pt x="5661" y="2927"/>
                      <a:pt x="5686" y="2942"/>
                    </a:cubicBezTo>
                    <a:lnTo>
                      <a:pt x="5924" y="3078"/>
                    </a:lnTo>
                    <a:cubicBezTo>
                      <a:pt x="5974" y="3107"/>
                      <a:pt x="5974" y="3157"/>
                      <a:pt x="5924" y="3187"/>
                    </a:cubicBezTo>
                    <a:lnTo>
                      <a:pt x="5702" y="3316"/>
                    </a:lnTo>
                    <a:cubicBezTo>
                      <a:pt x="5676" y="3330"/>
                      <a:pt x="5641" y="3337"/>
                      <a:pt x="5607" y="3337"/>
                    </a:cubicBezTo>
                    <a:cubicBezTo>
                      <a:pt x="5573" y="3337"/>
                      <a:pt x="5539" y="3330"/>
                      <a:pt x="5514" y="3316"/>
                    </a:cubicBezTo>
                    <a:lnTo>
                      <a:pt x="5277" y="3178"/>
                    </a:lnTo>
                    <a:cubicBezTo>
                      <a:pt x="5227" y="3151"/>
                      <a:pt x="5227" y="3101"/>
                      <a:pt x="5277" y="3071"/>
                    </a:cubicBezTo>
                    <a:lnTo>
                      <a:pt x="5500" y="2942"/>
                    </a:lnTo>
                    <a:cubicBezTo>
                      <a:pt x="5525" y="2927"/>
                      <a:pt x="5559" y="2920"/>
                      <a:pt x="5593" y="2920"/>
                    </a:cubicBezTo>
                    <a:close/>
                    <a:moveTo>
                      <a:pt x="6410" y="3035"/>
                    </a:moveTo>
                    <a:cubicBezTo>
                      <a:pt x="6443" y="3035"/>
                      <a:pt x="6477" y="3043"/>
                      <a:pt x="6506" y="3057"/>
                    </a:cubicBezTo>
                    <a:lnTo>
                      <a:pt x="6714" y="3178"/>
                    </a:lnTo>
                    <a:cubicBezTo>
                      <a:pt x="6765" y="3207"/>
                      <a:pt x="6765" y="3258"/>
                      <a:pt x="6714" y="3287"/>
                    </a:cubicBezTo>
                    <a:lnTo>
                      <a:pt x="6499" y="3409"/>
                    </a:lnTo>
                    <a:cubicBezTo>
                      <a:pt x="6474" y="3423"/>
                      <a:pt x="6440" y="3430"/>
                      <a:pt x="6406" y="3430"/>
                    </a:cubicBezTo>
                    <a:cubicBezTo>
                      <a:pt x="6372" y="3430"/>
                      <a:pt x="6338" y="3423"/>
                      <a:pt x="6313" y="3409"/>
                    </a:cubicBezTo>
                    <a:lnTo>
                      <a:pt x="6104" y="3287"/>
                    </a:lnTo>
                    <a:cubicBezTo>
                      <a:pt x="6054" y="3258"/>
                      <a:pt x="6054" y="3207"/>
                      <a:pt x="6104" y="3178"/>
                    </a:cubicBezTo>
                    <a:lnTo>
                      <a:pt x="6319" y="3057"/>
                    </a:lnTo>
                    <a:cubicBezTo>
                      <a:pt x="6344" y="3043"/>
                      <a:pt x="6377" y="3035"/>
                      <a:pt x="6410" y="3035"/>
                    </a:cubicBezTo>
                    <a:close/>
                    <a:moveTo>
                      <a:pt x="3473" y="3229"/>
                    </a:moveTo>
                    <a:cubicBezTo>
                      <a:pt x="3507" y="3229"/>
                      <a:pt x="3541" y="3236"/>
                      <a:pt x="3566" y="3251"/>
                    </a:cubicBezTo>
                    <a:lnTo>
                      <a:pt x="3602" y="3273"/>
                    </a:lnTo>
                    <a:cubicBezTo>
                      <a:pt x="3652" y="3301"/>
                      <a:pt x="3652" y="3351"/>
                      <a:pt x="3602" y="3380"/>
                    </a:cubicBezTo>
                    <a:lnTo>
                      <a:pt x="3394" y="3502"/>
                    </a:lnTo>
                    <a:cubicBezTo>
                      <a:pt x="3365" y="3517"/>
                      <a:pt x="3331" y="3524"/>
                      <a:pt x="3297" y="3524"/>
                    </a:cubicBezTo>
                    <a:cubicBezTo>
                      <a:pt x="3263" y="3524"/>
                      <a:pt x="3229" y="3517"/>
                      <a:pt x="3200" y="3502"/>
                    </a:cubicBezTo>
                    <a:lnTo>
                      <a:pt x="3171" y="3480"/>
                    </a:lnTo>
                    <a:cubicBezTo>
                      <a:pt x="3114" y="3452"/>
                      <a:pt x="3114" y="3402"/>
                      <a:pt x="3171" y="3373"/>
                    </a:cubicBezTo>
                    <a:lnTo>
                      <a:pt x="3380" y="3251"/>
                    </a:lnTo>
                    <a:cubicBezTo>
                      <a:pt x="3405" y="3236"/>
                      <a:pt x="3439" y="3229"/>
                      <a:pt x="3473" y="3229"/>
                    </a:cubicBezTo>
                    <a:close/>
                    <a:moveTo>
                      <a:pt x="4292" y="3114"/>
                    </a:moveTo>
                    <a:cubicBezTo>
                      <a:pt x="4326" y="3114"/>
                      <a:pt x="4361" y="3121"/>
                      <a:pt x="4386" y="3135"/>
                    </a:cubicBezTo>
                    <a:lnTo>
                      <a:pt x="4601" y="3258"/>
                    </a:lnTo>
                    <a:cubicBezTo>
                      <a:pt x="4651" y="3287"/>
                      <a:pt x="4651" y="3337"/>
                      <a:pt x="4594" y="3366"/>
                    </a:cubicBezTo>
                    <a:lnTo>
                      <a:pt x="4356" y="3502"/>
                    </a:lnTo>
                    <a:cubicBezTo>
                      <a:pt x="4331" y="3521"/>
                      <a:pt x="4297" y="3530"/>
                      <a:pt x="4263" y="3530"/>
                    </a:cubicBezTo>
                    <a:cubicBezTo>
                      <a:pt x="4229" y="3530"/>
                      <a:pt x="4195" y="3521"/>
                      <a:pt x="4170" y="3502"/>
                    </a:cubicBezTo>
                    <a:lnTo>
                      <a:pt x="3961" y="3380"/>
                    </a:lnTo>
                    <a:cubicBezTo>
                      <a:pt x="3904" y="3351"/>
                      <a:pt x="3911" y="3301"/>
                      <a:pt x="3961" y="3273"/>
                    </a:cubicBezTo>
                    <a:lnTo>
                      <a:pt x="4199" y="3135"/>
                    </a:lnTo>
                    <a:cubicBezTo>
                      <a:pt x="4224" y="3121"/>
                      <a:pt x="4258" y="3114"/>
                      <a:pt x="4292" y="3114"/>
                    </a:cubicBezTo>
                    <a:close/>
                    <a:moveTo>
                      <a:pt x="7192" y="3135"/>
                    </a:moveTo>
                    <a:cubicBezTo>
                      <a:pt x="7225" y="3135"/>
                      <a:pt x="7257" y="3143"/>
                      <a:pt x="7282" y="3157"/>
                    </a:cubicBezTo>
                    <a:lnTo>
                      <a:pt x="7505" y="3287"/>
                    </a:lnTo>
                    <a:cubicBezTo>
                      <a:pt x="7556" y="3316"/>
                      <a:pt x="7556" y="3366"/>
                      <a:pt x="7505" y="3394"/>
                    </a:cubicBezTo>
                    <a:lnTo>
                      <a:pt x="7268" y="3532"/>
                    </a:lnTo>
                    <a:cubicBezTo>
                      <a:pt x="7243" y="3549"/>
                      <a:pt x="7209" y="3558"/>
                      <a:pt x="7175" y="3558"/>
                    </a:cubicBezTo>
                    <a:cubicBezTo>
                      <a:pt x="7141" y="3558"/>
                      <a:pt x="7107" y="3549"/>
                      <a:pt x="7082" y="3532"/>
                    </a:cubicBezTo>
                    <a:lnTo>
                      <a:pt x="6858" y="3409"/>
                    </a:lnTo>
                    <a:cubicBezTo>
                      <a:pt x="6808" y="3380"/>
                      <a:pt x="6808" y="3330"/>
                      <a:pt x="6858" y="3301"/>
                    </a:cubicBezTo>
                    <a:lnTo>
                      <a:pt x="7103" y="3157"/>
                    </a:lnTo>
                    <a:cubicBezTo>
                      <a:pt x="7128" y="3143"/>
                      <a:pt x="7160" y="3135"/>
                      <a:pt x="7192" y="3135"/>
                    </a:cubicBezTo>
                    <a:close/>
                    <a:moveTo>
                      <a:pt x="5100" y="3203"/>
                    </a:moveTo>
                    <a:cubicBezTo>
                      <a:pt x="5134" y="3203"/>
                      <a:pt x="5166" y="3212"/>
                      <a:pt x="5191" y="3230"/>
                    </a:cubicBezTo>
                    <a:lnTo>
                      <a:pt x="5434" y="3366"/>
                    </a:lnTo>
                    <a:cubicBezTo>
                      <a:pt x="5486" y="3394"/>
                      <a:pt x="5486" y="3446"/>
                      <a:pt x="5428" y="3473"/>
                    </a:cubicBezTo>
                    <a:lnTo>
                      <a:pt x="5248" y="3582"/>
                    </a:lnTo>
                    <a:cubicBezTo>
                      <a:pt x="5220" y="3596"/>
                      <a:pt x="5186" y="3603"/>
                      <a:pt x="5152" y="3603"/>
                    </a:cubicBezTo>
                    <a:cubicBezTo>
                      <a:pt x="5119" y="3603"/>
                      <a:pt x="5087" y="3596"/>
                      <a:pt x="5062" y="3582"/>
                    </a:cubicBezTo>
                    <a:lnTo>
                      <a:pt x="4824" y="3446"/>
                    </a:lnTo>
                    <a:cubicBezTo>
                      <a:pt x="4767" y="3409"/>
                      <a:pt x="4767" y="3366"/>
                      <a:pt x="4824" y="3330"/>
                    </a:cubicBezTo>
                    <a:lnTo>
                      <a:pt x="5003" y="3230"/>
                    </a:lnTo>
                    <a:cubicBezTo>
                      <a:pt x="5032" y="3212"/>
                      <a:pt x="5067" y="3203"/>
                      <a:pt x="5100" y="3203"/>
                    </a:cubicBezTo>
                    <a:close/>
                    <a:moveTo>
                      <a:pt x="5928" y="3315"/>
                    </a:moveTo>
                    <a:cubicBezTo>
                      <a:pt x="5962" y="3315"/>
                      <a:pt x="5996" y="3322"/>
                      <a:pt x="6024" y="3337"/>
                    </a:cubicBezTo>
                    <a:lnTo>
                      <a:pt x="6233" y="3459"/>
                    </a:lnTo>
                    <a:cubicBezTo>
                      <a:pt x="6283" y="3489"/>
                      <a:pt x="6283" y="3539"/>
                      <a:pt x="6233" y="3566"/>
                    </a:cubicBezTo>
                    <a:lnTo>
                      <a:pt x="6011" y="3696"/>
                    </a:lnTo>
                    <a:cubicBezTo>
                      <a:pt x="5986" y="3710"/>
                      <a:pt x="5952" y="3718"/>
                      <a:pt x="5917" y="3718"/>
                    </a:cubicBezTo>
                    <a:cubicBezTo>
                      <a:pt x="5883" y="3718"/>
                      <a:pt x="5848" y="3710"/>
                      <a:pt x="5823" y="3696"/>
                    </a:cubicBezTo>
                    <a:lnTo>
                      <a:pt x="5616" y="3575"/>
                    </a:lnTo>
                    <a:cubicBezTo>
                      <a:pt x="5557" y="3546"/>
                      <a:pt x="5564" y="3496"/>
                      <a:pt x="5616" y="3466"/>
                    </a:cubicBezTo>
                    <a:lnTo>
                      <a:pt x="5831" y="3337"/>
                    </a:lnTo>
                    <a:cubicBezTo>
                      <a:pt x="5860" y="3322"/>
                      <a:pt x="5894" y="3315"/>
                      <a:pt x="5928" y="3315"/>
                    </a:cubicBezTo>
                    <a:close/>
                    <a:moveTo>
                      <a:pt x="3782" y="3409"/>
                    </a:moveTo>
                    <a:cubicBezTo>
                      <a:pt x="3816" y="3409"/>
                      <a:pt x="3850" y="3416"/>
                      <a:pt x="3875" y="3430"/>
                    </a:cubicBezTo>
                    <a:lnTo>
                      <a:pt x="4091" y="3553"/>
                    </a:lnTo>
                    <a:cubicBezTo>
                      <a:pt x="4141" y="3582"/>
                      <a:pt x="4141" y="3632"/>
                      <a:pt x="4091" y="3661"/>
                    </a:cubicBezTo>
                    <a:lnTo>
                      <a:pt x="3875" y="3782"/>
                    </a:lnTo>
                    <a:cubicBezTo>
                      <a:pt x="3850" y="3797"/>
                      <a:pt x="3816" y="3804"/>
                      <a:pt x="3782" y="3804"/>
                    </a:cubicBezTo>
                    <a:cubicBezTo>
                      <a:pt x="3748" y="3804"/>
                      <a:pt x="3714" y="3797"/>
                      <a:pt x="3689" y="3782"/>
                    </a:cubicBezTo>
                    <a:lnTo>
                      <a:pt x="3473" y="3661"/>
                    </a:lnTo>
                    <a:cubicBezTo>
                      <a:pt x="3423" y="3632"/>
                      <a:pt x="3423" y="3582"/>
                      <a:pt x="3480" y="3553"/>
                    </a:cubicBezTo>
                    <a:lnTo>
                      <a:pt x="3689" y="3430"/>
                    </a:lnTo>
                    <a:cubicBezTo>
                      <a:pt x="3714" y="3416"/>
                      <a:pt x="3748" y="3409"/>
                      <a:pt x="3782" y="3409"/>
                    </a:cubicBezTo>
                    <a:close/>
                    <a:moveTo>
                      <a:pt x="2992" y="3510"/>
                    </a:moveTo>
                    <a:cubicBezTo>
                      <a:pt x="3026" y="3510"/>
                      <a:pt x="3060" y="3517"/>
                      <a:pt x="3085" y="3532"/>
                    </a:cubicBezTo>
                    <a:lnTo>
                      <a:pt x="3121" y="3553"/>
                    </a:lnTo>
                    <a:cubicBezTo>
                      <a:pt x="3171" y="3582"/>
                      <a:pt x="3171" y="3632"/>
                      <a:pt x="3121" y="3661"/>
                    </a:cubicBezTo>
                    <a:lnTo>
                      <a:pt x="2899" y="3782"/>
                    </a:lnTo>
                    <a:cubicBezTo>
                      <a:pt x="2873" y="3800"/>
                      <a:pt x="2838" y="3809"/>
                      <a:pt x="2804" y="3809"/>
                    </a:cubicBezTo>
                    <a:cubicBezTo>
                      <a:pt x="2770" y="3809"/>
                      <a:pt x="2736" y="3800"/>
                      <a:pt x="2710" y="3782"/>
                    </a:cubicBezTo>
                    <a:lnTo>
                      <a:pt x="2674" y="3768"/>
                    </a:lnTo>
                    <a:cubicBezTo>
                      <a:pt x="2624" y="3732"/>
                      <a:pt x="2624" y="3689"/>
                      <a:pt x="2674" y="3653"/>
                    </a:cubicBezTo>
                    <a:lnTo>
                      <a:pt x="2899" y="3532"/>
                    </a:lnTo>
                    <a:cubicBezTo>
                      <a:pt x="2924" y="3517"/>
                      <a:pt x="2958" y="3510"/>
                      <a:pt x="2992" y="3510"/>
                    </a:cubicBezTo>
                    <a:close/>
                    <a:moveTo>
                      <a:pt x="6683" y="3430"/>
                    </a:moveTo>
                    <a:cubicBezTo>
                      <a:pt x="6716" y="3430"/>
                      <a:pt x="6751" y="3438"/>
                      <a:pt x="6780" y="3452"/>
                    </a:cubicBezTo>
                    <a:lnTo>
                      <a:pt x="6996" y="3582"/>
                    </a:lnTo>
                    <a:cubicBezTo>
                      <a:pt x="7046" y="3609"/>
                      <a:pt x="7046" y="3661"/>
                      <a:pt x="6996" y="3689"/>
                    </a:cubicBezTo>
                    <a:lnTo>
                      <a:pt x="6787" y="3811"/>
                    </a:lnTo>
                    <a:cubicBezTo>
                      <a:pt x="6758" y="3826"/>
                      <a:pt x="6724" y="3833"/>
                      <a:pt x="6690" y="3833"/>
                    </a:cubicBezTo>
                    <a:cubicBezTo>
                      <a:pt x="6657" y="3833"/>
                      <a:pt x="6625" y="3826"/>
                      <a:pt x="6599" y="3811"/>
                    </a:cubicBezTo>
                    <a:lnTo>
                      <a:pt x="6376" y="3682"/>
                    </a:lnTo>
                    <a:cubicBezTo>
                      <a:pt x="6326" y="3653"/>
                      <a:pt x="6326" y="3609"/>
                      <a:pt x="6376" y="3575"/>
                    </a:cubicBezTo>
                    <a:lnTo>
                      <a:pt x="6592" y="3452"/>
                    </a:lnTo>
                    <a:cubicBezTo>
                      <a:pt x="6617" y="3438"/>
                      <a:pt x="6649" y="3430"/>
                      <a:pt x="6683" y="3430"/>
                    </a:cubicBezTo>
                    <a:close/>
                    <a:moveTo>
                      <a:pt x="4644" y="3467"/>
                    </a:moveTo>
                    <a:cubicBezTo>
                      <a:pt x="4678" y="3467"/>
                      <a:pt x="4712" y="3474"/>
                      <a:pt x="4738" y="3489"/>
                    </a:cubicBezTo>
                    <a:lnTo>
                      <a:pt x="4976" y="3625"/>
                    </a:lnTo>
                    <a:cubicBezTo>
                      <a:pt x="5026" y="3661"/>
                      <a:pt x="5026" y="3704"/>
                      <a:pt x="4976" y="3739"/>
                    </a:cubicBezTo>
                    <a:lnTo>
                      <a:pt x="4738" y="3877"/>
                    </a:lnTo>
                    <a:cubicBezTo>
                      <a:pt x="4712" y="3891"/>
                      <a:pt x="4678" y="3898"/>
                      <a:pt x="4644" y="3898"/>
                    </a:cubicBezTo>
                    <a:cubicBezTo>
                      <a:pt x="4610" y="3898"/>
                      <a:pt x="4576" y="3891"/>
                      <a:pt x="4551" y="3877"/>
                    </a:cubicBezTo>
                    <a:lnTo>
                      <a:pt x="4313" y="3739"/>
                    </a:lnTo>
                    <a:cubicBezTo>
                      <a:pt x="4256" y="3704"/>
                      <a:pt x="4256" y="3661"/>
                      <a:pt x="4313" y="3625"/>
                    </a:cubicBezTo>
                    <a:lnTo>
                      <a:pt x="4551" y="3489"/>
                    </a:lnTo>
                    <a:cubicBezTo>
                      <a:pt x="4576" y="3474"/>
                      <a:pt x="4610" y="3467"/>
                      <a:pt x="4644" y="3467"/>
                    </a:cubicBezTo>
                    <a:close/>
                    <a:moveTo>
                      <a:pt x="5435" y="3596"/>
                    </a:moveTo>
                    <a:cubicBezTo>
                      <a:pt x="5469" y="3596"/>
                      <a:pt x="5503" y="3603"/>
                      <a:pt x="5529" y="3618"/>
                    </a:cubicBezTo>
                    <a:lnTo>
                      <a:pt x="5736" y="3739"/>
                    </a:lnTo>
                    <a:cubicBezTo>
                      <a:pt x="5795" y="3768"/>
                      <a:pt x="5795" y="3818"/>
                      <a:pt x="5736" y="3847"/>
                    </a:cubicBezTo>
                    <a:lnTo>
                      <a:pt x="5557" y="3954"/>
                    </a:lnTo>
                    <a:cubicBezTo>
                      <a:pt x="5528" y="3969"/>
                      <a:pt x="5494" y="3976"/>
                      <a:pt x="5460" y="3976"/>
                    </a:cubicBezTo>
                    <a:cubicBezTo>
                      <a:pt x="5426" y="3976"/>
                      <a:pt x="5392" y="3969"/>
                      <a:pt x="5364" y="3954"/>
                    </a:cubicBezTo>
                    <a:lnTo>
                      <a:pt x="5155" y="3834"/>
                    </a:lnTo>
                    <a:cubicBezTo>
                      <a:pt x="5105" y="3804"/>
                      <a:pt x="5105" y="3754"/>
                      <a:pt x="5155" y="3725"/>
                    </a:cubicBezTo>
                    <a:lnTo>
                      <a:pt x="5341" y="3618"/>
                    </a:lnTo>
                    <a:cubicBezTo>
                      <a:pt x="5366" y="3603"/>
                      <a:pt x="5400" y="3596"/>
                      <a:pt x="5435" y="3596"/>
                    </a:cubicBezTo>
                    <a:close/>
                    <a:moveTo>
                      <a:pt x="3300" y="3689"/>
                    </a:moveTo>
                    <a:cubicBezTo>
                      <a:pt x="3335" y="3689"/>
                      <a:pt x="3369" y="3697"/>
                      <a:pt x="3394" y="3711"/>
                    </a:cubicBezTo>
                    <a:lnTo>
                      <a:pt x="3602" y="3834"/>
                    </a:lnTo>
                    <a:cubicBezTo>
                      <a:pt x="3659" y="3861"/>
                      <a:pt x="3659" y="3911"/>
                      <a:pt x="3602" y="3941"/>
                    </a:cubicBezTo>
                    <a:lnTo>
                      <a:pt x="3387" y="4070"/>
                    </a:lnTo>
                    <a:cubicBezTo>
                      <a:pt x="3358" y="4085"/>
                      <a:pt x="3324" y="4092"/>
                      <a:pt x="3291" y="4092"/>
                    </a:cubicBezTo>
                    <a:cubicBezTo>
                      <a:pt x="3258" y="4092"/>
                      <a:pt x="3225" y="4085"/>
                      <a:pt x="3200" y="4070"/>
                    </a:cubicBezTo>
                    <a:lnTo>
                      <a:pt x="2985" y="3941"/>
                    </a:lnTo>
                    <a:cubicBezTo>
                      <a:pt x="2933" y="3911"/>
                      <a:pt x="2933" y="3868"/>
                      <a:pt x="2985" y="3834"/>
                    </a:cubicBezTo>
                    <a:lnTo>
                      <a:pt x="3207" y="3711"/>
                    </a:lnTo>
                    <a:cubicBezTo>
                      <a:pt x="3232" y="3697"/>
                      <a:pt x="3266" y="3689"/>
                      <a:pt x="3300" y="3689"/>
                    </a:cubicBezTo>
                    <a:close/>
                    <a:moveTo>
                      <a:pt x="2502" y="3789"/>
                    </a:moveTo>
                    <a:cubicBezTo>
                      <a:pt x="2536" y="3789"/>
                      <a:pt x="2571" y="3797"/>
                      <a:pt x="2597" y="3811"/>
                    </a:cubicBezTo>
                    <a:lnTo>
                      <a:pt x="2631" y="3834"/>
                    </a:lnTo>
                    <a:cubicBezTo>
                      <a:pt x="2683" y="3861"/>
                      <a:pt x="2683" y="3911"/>
                      <a:pt x="2624" y="3941"/>
                    </a:cubicBezTo>
                    <a:lnTo>
                      <a:pt x="2402" y="4077"/>
                    </a:lnTo>
                    <a:cubicBezTo>
                      <a:pt x="2373" y="4092"/>
                      <a:pt x="2339" y="4099"/>
                      <a:pt x="2305" y="4099"/>
                    </a:cubicBezTo>
                    <a:cubicBezTo>
                      <a:pt x="2271" y="4099"/>
                      <a:pt x="2237" y="4092"/>
                      <a:pt x="2208" y="4077"/>
                    </a:cubicBezTo>
                    <a:lnTo>
                      <a:pt x="2179" y="4056"/>
                    </a:lnTo>
                    <a:cubicBezTo>
                      <a:pt x="2122" y="4027"/>
                      <a:pt x="2129" y="3977"/>
                      <a:pt x="2179" y="3948"/>
                    </a:cubicBezTo>
                    <a:lnTo>
                      <a:pt x="2409" y="3811"/>
                    </a:lnTo>
                    <a:cubicBezTo>
                      <a:pt x="2434" y="3797"/>
                      <a:pt x="2468" y="3789"/>
                      <a:pt x="2502" y="3789"/>
                    </a:cubicBezTo>
                    <a:close/>
                    <a:moveTo>
                      <a:pt x="6200" y="3711"/>
                    </a:moveTo>
                    <a:cubicBezTo>
                      <a:pt x="6233" y="3711"/>
                      <a:pt x="6265" y="3718"/>
                      <a:pt x="6290" y="3732"/>
                    </a:cubicBezTo>
                    <a:lnTo>
                      <a:pt x="6513" y="3861"/>
                    </a:lnTo>
                    <a:cubicBezTo>
                      <a:pt x="6564" y="3891"/>
                      <a:pt x="6564" y="3941"/>
                      <a:pt x="6513" y="3970"/>
                    </a:cubicBezTo>
                    <a:lnTo>
                      <a:pt x="6290" y="4099"/>
                    </a:lnTo>
                    <a:cubicBezTo>
                      <a:pt x="6265" y="4113"/>
                      <a:pt x="6231" y="4120"/>
                      <a:pt x="6197" y="4120"/>
                    </a:cubicBezTo>
                    <a:cubicBezTo>
                      <a:pt x="6163" y="4120"/>
                      <a:pt x="6129" y="4113"/>
                      <a:pt x="6104" y="4099"/>
                    </a:cubicBezTo>
                    <a:lnTo>
                      <a:pt x="5888" y="3970"/>
                    </a:lnTo>
                    <a:cubicBezTo>
                      <a:pt x="5831" y="3941"/>
                      <a:pt x="5831" y="3891"/>
                      <a:pt x="5888" y="3861"/>
                    </a:cubicBezTo>
                    <a:lnTo>
                      <a:pt x="6104" y="3732"/>
                    </a:lnTo>
                    <a:cubicBezTo>
                      <a:pt x="6132" y="3718"/>
                      <a:pt x="6166" y="3711"/>
                      <a:pt x="6200" y="3711"/>
                    </a:cubicBezTo>
                    <a:close/>
                    <a:moveTo>
                      <a:pt x="4134" y="3761"/>
                    </a:moveTo>
                    <a:cubicBezTo>
                      <a:pt x="4168" y="3761"/>
                      <a:pt x="4202" y="3768"/>
                      <a:pt x="4227" y="3782"/>
                    </a:cubicBezTo>
                    <a:lnTo>
                      <a:pt x="4465" y="3920"/>
                    </a:lnTo>
                    <a:cubicBezTo>
                      <a:pt x="4515" y="3954"/>
                      <a:pt x="4515" y="3998"/>
                      <a:pt x="4465" y="4034"/>
                    </a:cubicBezTo>
                    <a:lnTo>
                      <a:pt x="4256" y="4156"/>
                    </a:lnTo>
                    <a:cubicBezTo>
                      <a:pt x="4228" y="4171"/>
                      <a:pt x="4194" y="4178"/>
                      <a:pt x="4160" y="4178"/>
                    </a:cubicBezTo>
                    <a:cubicBezTo>
                      <a:pt x="4127" y="4178"/>
                      <a:pt x="4095" y="4171"/>
                      <a:pt x="4070" y="4156"/>
                    </a:cubicBezTo>
                    <a:lnTo>
                      <a:pt x="3825" y="4013"/>
                    </a:lnTo>
                    <a:cubicBezTo>
                      <a:pt x="3775" y="3984"/>
                      <a:pt x="3775" y="3934"/>
                      <a:pt x="3832" y="3904"/>
                    </a:cubicBezTo>
                    <a:lnTo>
                      <a:pt x="4041" y="3782"/>
                    </a:lnTo>
                    <a:cubicBezTo>
                      <a:pt x="4066" y="3768"/>
                      <a:pt x="4100" y="3761"/>
                      <a:pt x="4134" y="3761"/>
                    </a:cubicBezTo>
                    <a:close/>
                    <a:moveTo>
                      <a:pt x="4982" y="3862"/>
                    </a:moveTo>
                    <a:cubicBezTo>
                      <a:pt x="5017" y="3862"/>
                      <a:pt x="5051" y="3869"/>
                      <a:pt x="5076" y="3884"/>
                    </a:cubicBezTo>
                    <a:lnTo>
                      <a:pt x="5284" y="4006"/>
                    </a:lnTo>
                    <a:cubicBezTo>
                      <a:pt x="5334" y="4034"/>
                      <a:pt x="5334" y="4084"/>
                      <a:pt x="5284" y="4113"/>
                    </a:cubicBezTo>
                    <a:lnTo>
                      <a:pt x="5046" y="4249"/>
                    </a:lnTo>
                    <a:cubicBezTo>
                      <a:pt x="5018" y="4264"/>
                      <a:pt x="4984" y="4271"/>
                      <a:pt x="4951" y="4271"/>
                    </a:cubicBezTo>
                    <a:cubicBezTo>
                      <a:pt x="4917" y="4271"/>
                      <a:pt x="4885" y="4264"/>
                      <a:pt x="4860" y="4249"/>
                    </a:cubicBezTo>
                    <a:lnTo>
                      <a:pt x="4644" y="4127"/>
                    </a:lnTo>
                    <a:cubicBezTo>
                      <a:pt x="4594" y="4099"/>
                      <a:pt x="4594" y="4049"/>
                      <a:pt x="4644" y="4020"/>
                    </a:cubicBezTo>
                    <a:lnTo>
                      <a:pt x="4889" y="3884"/>
                    </a:lnTo>
                    <a:cubicBezTo>
                      <a:pt x="4914" y="3869"/>
                      <a:pt x="4948" y="3862"/>
                      <a:pt x="4982" y="3862"/>
                    </a:cubicBezTo>
                    <a:close/>
                    <a:moveTo>
                      <a:pt x="2809" y="3970"/>
                    </a:moveTo>
                    <a:cubicBezTo>
                      <a:pt x="2842" y="3970"/>
                      <a:pt x="2876" y="3977"/>
                      <a:pt x="2905" y="3991"/>
                    </a:cubicBezTo>
                    <a:lnTo>
                      <a:pt x="3114" y="4113"/>
                    </a:lnTo>
                    <a:cubicBezTo>
                      <a:pt x="3164" y="4142"/>
                      <a:pt x="3164" y="4193"/>
                      <a:pt x="3114" y="4222"/>
                    </a:cubicBezTo>
                    <a:lnTo>
                      <a:pt x="2883" y="4358"/>
                    </a:lnTo>
                    <a:cubicBezTo>
                      <a:pt x="2858" y="4372"/>
                      <a:pt x="2824" y="4379"/>
                      <a:pt x="2790" y="4379"/>
                    </a:cubicBezTo>
                    <a:cubicBezTo>
                      <a:pt x="2756" y="4379"/>
                      <a:pt x="2722" y="4372"/>
                      <a:pt x="2697" y="4358"/>
                    </a:cubicBezTo>
                    <a:lnTo>
                      <a:pt x="2481" y="4236"/>
                    </a:lnTo>
                    <a:cubicBezTo>
                      <a:pt x="2431" y="4206"/>
                      <a:pt x="2431" y="4156"/>
                      <a:pt x="2488" y="4127"/>
                    </a:cubicBezTo>
                    <a:lnTo>
                      <a:pt x="2717" y="3991"/>
                    </a:lnTo>
                    <a:cubicBezTo>
                      <a:pt x="2743" y="3977"/>
                      <a:pt x="2776" y="3970"/>
                      <a:pt x="2809" y="3970"/>
                    </a:cubicBezTo>
                    <a:close/>
                    <a:moveTo>
                      <a:pt x="5709" y="3993"/>
                    </a:moveTo>
                    <a:cubicBezTo>
                      <a:pt x="5743" y="3993"/>
                      <a:pt x="5777" y="4002"/>
                      <a:pt x="5802" y="4020"/>
                    </a:cubicBezTo>
                    <a:lnTo>
                      <a:pt x="6024" y="4142"/>
                    </a:lnTo>
                    <a:cubicBezTo>
                      <a:pt x="6074" y="4170"/>
                      <a:pt x="6074" y="4222"/>
                      <a:pt x="6024" y="4249"/>
                    </a:cubicBezTo>
                    <a:lnTo>
                      <a:pt x="5838" y="4358"/>
                    </a:lnTo>
                    <a:cubicBezTo>
                      <a:pt x="5813" y="4372"/>
                      <a:pt x="5779" y="4379"/>
                      <a:pt x="5745" y="4379"/>
                    </a:cubicBezTo>
                    <a:cubicBezTo>
                      <a:pt x="5710" y="4379"/>
                      <a:pt x="5676" y="4372"/>
                      <a:pt x="5650" y="4358"/>
                    </a:cubicBezTo>
                    <a:lnTo>
                      <a:pt x="5428" y="4236"/>
                    </a:lnTo>
                    <a:cubicBezTo>
                      <a:pt x="5378" y="4199"/>
                      <a:pt x="5378" y="4156"/>
                      <a:pt x="5428" y="4127"/>
                    </a:cubicBezTo>
                    <a:lnTo>
                      <a:pt x="5616" y="4020"/>
                    </a:lnTo>
                    <a:cubicBezTo>
                      <a:pt x="5641" y="4002"/>
                      <a:pt x="5675" y="3993"/>
                      <a:pt x="5709" y="3993"/>
                    </a:cubicBezTo>
                    <a:close/>
                    <a:moveTo>
                      <a:pt x="2000" y="4077"/>
                    </a:moveTo>
                    <a:cubicBezTo>
                      <a:pt x="2034" y="4077"/>
                      <a:pt x="2068" y="4085"/>
                      <a:pt x="2093" y="4099"/>
                    </a:cubicBezTo>
                    <a:lnTo>
                      <a:pt x="2129" y="4120"/>
                    </a:lnTo>
                    <a:cubicBezTo>
                      <a:pt x="2179" y="4149"/>
                      <a:pt x="2179" y="4199"/>
                      <a:pt x="2129" y="4229"/>
                    </a:cubicBezTo>
                    <a:lnTo>
                      <a:pt x="1891" y="4372"/>
                    </a:lnTo>
                    <a:cubicBezTo>
                      <a:pt x="1863" y="4387"/>
                      <a:pt x="1829" y="4394"/>
                      <a:pt x="1795" y="4394"/>
                    </a:cubicBezTo>
                    <a:cubicBezTo>
                      <a:pt x="1762" y="4394"/>
                      <a:pt x="1730" y="4387"/>
                      <a:pt x="1705" y="4372"/>
                    </a:cubicBezTo>
                    <a:lnTo>
                      <a:pt x="1669" y="4351"/>
                    </a:lnTo>
                    <a:cubicBezTo>
                      <a:pt x="1618" y="4322"/>
                      <a:pt x="1618" y="4272"/>
                      <a:pt x="1669" y="4243"/>
                    </a:cubicBezTo>
                    <a:lnTo>
                      <a:pt x="1907" y="4099"/>
                    </a:lnTo>
                    <a:cubicBezTo>
                      <a:pt x="1932" y="4085"/>
                      <a:pt x="1966" y="4077"/>
                      <a:pt x="2000" y="4077"/>
                    </a:cubicBezTo>
                    <a:close/>
                    <a:moveTo>
                      <a:pt x="3652" y="4041"/>
                    </a:moveTo>
                    <a:cubicBezTo>
                      <a:pt x="3686" y="4041"/>
                      <a:pt x="3721" y="4048"/>
                      <a:pt x="3746" y="4063"/>
                    </a:cubicBezTo>
                    <a:lnTo>
                      <a:pt x="3984" y="4199"/>
                    </a:lnTo>
                    <a:cubicBezTo>
                      <a:pt x="4034" y="4229"/>
                      <a:pt x="4034" y="4279"/>
                      <a:pt x="3984" y="4308"/>
                    </a:cubicBezTo>
                    <a:lnTo>
                      <a:pt x="3761" y="4437"/>
                    </a:lnTo>
                    <a:cubicBezTo>
                      <a:pt x="3735" y="4451"/>
                      <a:pt x="3701" y="4458"/>
                      <a:pt x="3666" y="4458"/>
                    </a:cubicBezTo>
                    <a:cubicBezTo>
                      <a:pt x="3632" y="4458"/>
                      <a:pt x="3598" y="4451"/>
                      <a:pt x="3573" y="4437"/>
                    </a:cubicBezTo>
                    <a:lnTo>
                      <a:pt x="3337" y="4299"/>
                    </a:lnTo>
                    <a:cubicBezTo>
                      <a:pt x="3287" y="4272"/>
                      <a:pt x="3287" y="4222"/>
                      <a:pt x="3337" y="4193"/>
                    </a:cubicBezTo>
                    <a:lnTo>
                      <a:pt x="3559" y="4063"/>
                    </a:lnTo>
                    <a:cubicBezTo>
                      <a:pt x="3584" y="4048"/>
                      <a:pt x="3618" y="4041"/>
                      <a:pt x="3652" y="4041"/>
                    </a:cubicBezTo>
                    <a:close/>
                    <a:moveTo>
                      <a:pt x="4472" y="4157"/>
                    </a:moveTo>
                    <a:cubicBezTo>
                      <a:pt x="4506" y="4157"/>
                      <a:pt x="4540" y="4164"/>
                      <a:pt x="4565" y="4179"/>
                    </a:cubicBezTo>
                    <a:lnTo>
                      <a:pt x="4774" y="4299"/>
                    </a:lnTo>
                    <a:cubicBezTo>
                      <a:pt x="4824" y="4329"/>
                      <a:pt x="4824" y="4379"/>
                      <a:pt x="4774" y="4408"/>
                    </a:cubicBezTo>
                    <a:lnTo>
                      <a:pt x="4558" y="4531"/>
                    </a:lnTo>
                    <a:cubicBezTo>
                      <a:pt x="4533" y="4544"/>
                      <a:pt x="4501" y="4551"/>
                      <a:pt x="4468" y="4551"/>
                    </a:cubicBezTo>
                    <a:cubicBezTo>
                      <a:pt x="4434" y="4551"/>
                      <a:pt x="4400" y="4544"/>
                      <a:pt x="4372" y="4531"/>
                    </a:cubicBezTo>
                    <a:lnTo>
                      <a:pt x="4163" y="4408"/>
                    </a:lnTo>
                    <a:cubicBezTo>
                      <a:pt x="4113" y="4379"/>
                      <a:pt x="4113" y="4329"/>
                      <a:pt x="4163" y="4299"/>
                    </a:cubicBezTo>
                    <a:lnTo>
                      <a:pt x="4379" y="4179"/>
                    </a:lnTo>
                    <a:cubicBezTo>
                      <a:pt x="4404" y="4164"/>
                      <a:pt x="4438" y="4157"/>
                      <a:pt x="4472" y="4157"/>
                    </a:cubicBezTo>
                    <a:close/>
                    <a:moveTo>
                      <a:pt x="1489" y="4372"/>
                    </a:moveTo>
                    <a:cubicBezTo>
                      <a:pt x="1523" y="4372"/>
                      <a:pt x="1557" y="4380"/>
                      <a:pt x="1582" y="4394"/>
                    </a:cubicBezTo>
                    <a:lnTo>
                      <a:pt x="1618" y="4415"/>
                    </a:lnTo>
                    <a:cubicBezTo>
                      <a:pt x="1669" y="4444"/>
                      <a:pt x="1669" y="4494"/>
                      <a:pt x="1618" y="4524"/>
                    </a:cubicBezTo>
                    <a:lnTo>
                      <a:pt x="1410" y="4644"/>
                    </a:lnTo>
                    <a:cubicBezTo>
                      <a:pt x="1381" y="4659"/>
                      <a:pt x="1347" y="4666"/>
                      <a:pt x="1313" y="4666"/>
                    </a:cubicBezTo>
                    <a:cubicBezTo>
                      <a:pt x="1279" y="4666"/>
                      <a:pt x="1245" y="4659"/>
                      <a:pt x="1217" y="4644"/>
                    </a:cubicBezTo>
                    <a:lnTo>
                      <a:pt x="1187" y="4624"/>
                    </a:lnTo>
                    <a:cubicBezTo>
                      <a:pt x="1130" y="4594"/>
                      <a:pt x="1130" y="4551"/>
                      <a:pt x="1187" y="4515"/>
                    </a:cubicBezTo>
                    <a:lnTo>
                      <a:pt x="1396" y="4394"/>
                    </a:lnTo>
                    <a:cubicBezTo>
                      <a:pt x="1421" y="4380"/>
                      <a:pt x="1455" y="4372"/>
                      <a:pt x="1489" y="4372"/>
                    </a:cubicBezTo>
                    <a:close/>
                    <a:moveTo>
                      <a:pt x="5252" y="4257"/>
                    </a:moveTo>
                    <a:cubicBezTo>
                      <a:pt x="5286" y="4257"/>
                      <a:pt x="5320" y="4264"/>
                      <a:pt x="5348" y="4279"/>
                    </a:cubicBezTo>
                    <a:lnTo>
                      <a:pt x="5564" y="4408"/>
                    </a:lnTo>
                    <a:cubicBezTo>
                      <a:pt x="5616" y="4437"/>
                      <a:pt x="5616" y="4488"/>
                      <a:pt x="5564" y="4515"/>
                    </a:cubicBezTo>
                    <a:lnTo>
                      <a:pt x="5327" y="4653"/>
                    </a:lnTo>
                    <a:cubicBezTo>
                      <a:pt x="5302" y="4667"/>
                      <a:pt x="5268" y="4674"/>
                      <a:pt x="5234" y="4674"/>
                    </a:cubicBezTo>
                    <a:cubicBezTo>
                      <a:pt x="5200" y="4674"/>
                      <a:pt x="5166" y="4667"/>
                      <a:pt x="5141" y="4653"/>
                    </a:cubicBezTo>
                    <a:lnTo>
                      <a:pt x="4917" y="4531"/>
                    </a:lnTo>
                    <a:cubicBezTo>
                      <a:pt x="4867" y="4494"/>
                      <a:pt x="4867" y="4451"/>
                      <a:pt x="4917" y="4415"/>
                    </a:cubicBezTo>
                    <a:lnTo>
                      <a:pt x="5162" y="4279"/>
                    </a:lnTo>
                    <a:cubicBezTo>
                      <a:pt x="5187" y="4264"/>
                      <a:pt x="5219" y="4257"/>
                      <a:pt x="5252" y="4257"/>
                    </a:cubicBezTo>
                    <a:close/>
                    <a:moveTo>
                      <a:pt x="3162" y="4322"/>
                    </a:moveTo>
                    <a:cubicBezTo>
                      <a:pt x="3195" y="4322"/>
                      <a:pt x="3229" y="4329"/>
                      <a:pt x="3257" y="4343"/>
                    </a:cubicBezTo>
                    <a:lnTo>
                      <a:pt x="3494" y="4488"/>
                    </a:lnTo>
                    <a:cubicBezTo>
                      <a:pt x="3545" y="4515"/>
                      <a:pt x="3545" y="4567"/>
                      <a:pt x="3494" y="4594"/>
                    </a:cubicBezTo>
                    <a:lnTo>
                      <a:pt x="3264" y="4724"/>
                    </a:lnTo>
                    <a:cubicBezTo>
                      <a:pt x="3236" y="4739"/>
                      <a:pt x="3202" y="4746"/>
                      <a:pt x="3169" y="4746"/>
                    </a:cubicBezTo>
                    <a:cubicBezTo>
                      <a:pt x="3135" y="4746"/>
                      <a:pt x="3103" y="4739"/>
                      <a:pt x="3078" y="4724"/>
                    </a:cubicBezTo>
                    <a:lnTo>
                      <a:pt x="2833" y="4588"/>
                    </a:lnTo>
                    <a:cubicBezTo>
                      <a:pt x="2783" y="4558"/>
                      <a:pt x="2783" y="4508"/>
                      <a:pt x="2840" y="4481"/>
                    </a:cubicBezTo>
                    <a:lnTo>
                      <a:pt x="3071" y="4343"/>
                    </a:lnTo>
                    <a:cubicBezTo>
                      <a:pt x="3096" y="4329"/>
                      <a:pt x="3128" y="4322"/>
                      <a:pt x="3162" y="4322"/>
                    </a:cubicBezTo>
                    <a:close/>
                    <a:moveTo>
                      <a:pt x="3991" y="4431"/>
                    </a:moveTo>
                    <a:cubicBezTo>
                      <a:pt x="4025" y="4431"/>
                      <a:pt x="4059" y="4440"/>
                      <a:pt x="4084" y="4458"/>
                    </a:cubicBezTo>
                    <a:lnTo>
                      <a:pt x="4292" y="4581"/>
                    </a:lnTo>
                    <a:cubicBezTo>
                      <a:pt x="4342" y="4610"/>
                      <a:pt x="4342" y="4660"/>
                      <a:pt x="4292" y="4688"/>
                    </a:cubicBezTo>
                    <a:lnTo>
                      <a:pt x="4070" y="4810"/>
                    </a:lnTo>
                    <a:cubicBezTo>
                      <a:pt x="4045" y="4828"/>
                      <a:pt x="4011" y="4837"/>
                      <a:pt x="3977" y="4837"/>
                    </a:cubicBezTo>
                    <a:cubicBezTo>
                      <a:pt x="3942" y="4837"/>
                      <a:pt x="3908" y="4828"/>
                      <a:pt x="3882" y="4810"/>
                    </a:cubicBezTo>
                    <a:lnTo>
                      <a:pt x="3675" y="4688"/>
                    </a:lnTo>
                    <a:cubicBezTo>
                      <a:pt x="3623" y="4660"/>
                      <a:pt x="3623" y="4610"/>
                      <a:pt x="3675" y="4581"/>
                    </a:cubicBezTo>
                    <a:lnTo>
                      <a:pt x="3897" y="4458"/>
                    </a:lnTo>
                    <a:cubicBezTo>
                      <a:pt x="3922" y="4440"/>
                      <a:pt x="3956" y="4431"/>
                      <a:pt x="3991" y="4431"/>
                    </a:cubicBezTo>
                    <a:close/>
                    <a:moveTo>
                      <a:pt x="2309" y="4257"/>
                    </a:moveTo>
                    <a:cubicBezTo>
                      <a:pt x="2343" y="4257"/>
                      <a:pt x="2377" y="4264"/>
                      <a:pt x="2402" y="4279"/>
                    </a:cubicBezTo>
                    <a:lnTo>
                      <a:pt x="2617" y="4401"/>
                    </a:lnTo>
                    <a:cubicBezTo>
                      <a:pt x="2667" y="4437"/>
                      <a:pt x="2667" y="4481"/>
                      <a:pt x="2610" y="4515"/>
                    </a:cubicBezTo>
                    <a:lnTo>
                      <a:pt x="1891" y="4933"/>
                    </a:lnTo>
                    <a:cubicBezTo>
                      <a:pt x="1866" y="4947"/>
                      <a:pt x="1832" y="4955"/>
                      <a:pt x="1798" y="4955"/>
                    </a:cubicBezTo>
                    <a:cubicBezTo>
                      <a:pt x="1764" y="4955"/>
                      <a:pt x="1730" y="4947"/>
                      <a:pt x="1705" y="4933"/>
                    </a:cubicBezTo>
                    <a:lnTo>
                      <a:pt x="1489" y="4803"/>
                    </a:lnTo>
                    <a:cubicBezTo>
                      <a:pt x="1439" y="4774"/>
                      <a:pt x="1439" y="4724"/>
                      <a:pt x="1496" y="4696"/>
                    </a:cubicBezTo>
                    <a:lnTo>
                      <a:pt x="2215" y="4279"/>
                    </a:lnTo>
                    <a:cubicBezTo>
                      <a:pt x="2240" y="4264"/>
                      <a:pt x="2274" y="4257"/>
                      <a:pt x="2309" y="4257"/>
                    </a:cubicBezTo>
                    <a:close/>
                    <a:moveTo>
                      <a:pt x="4745" y="4552"/>
                    </a:moveTo>
                    <a:cubicBezTo>
                      <a:pt x="4779" y="4552"/>
                      <a:pt x="4813" y="4559"/>
                      <a:pt x="4839" y="4574"/>
                    </a:cubicBezTo>
                    <a:lnTo>
                      <a:pt x="5055" y="4703"/>
                    </a:lnTo>
                    <a:cubicBezTo>
                      <a:pt x="5105" y="4731"/>
                      <a:pt x="5105" y="4783"/>
                      <a:pt x="5055" y="4810"/>
                    </a:cubicBezTo>
                    <a:lnTo>
                      <a:pt x="4846" y="4933"/>
                    </a:lnTo>
                    <a:cubicBezTo>
                      <a:pt x="4821" y="4947"/>
                      <a:pt x="4787" y="4955"/>
                      <a:pt x="4753" y="4955"/>
                    </a:cubicBezTo>
                    <a:cubicBezTo>
                      <a:pt x="4719" y="4955"/>
                      <a:pt x="4684" y="4947"/>
                      <a:pt x="4658" y="4933"/>
                    </a:cubicBezTo>
                    <a:lnTo>
                      <a:pt x="4436" y="4803"/>
                    </a:lnTo>
                    <a:cubicBezTo>
                      <a:pt x="4386" y="4774"/>
                      <a:pt x="4386" y="4724"/>
                      <a:pt x="4436" y="4696"/>
                    </a:cubicBezTo>
                    <a:lnTo>
                      <a:pt x="4651" y="4574"/>
                    </a:lnTo>
                    <a:cubicBezTo>
                      <a:pt x="4676" y="4559"/>
                      <a:pt x="4710" y="4552"/>
                      <a:pt x="4745" y="4552"/>
                    </a:cubicBezTo>
                    <a:close/>
                    <a:moveTo>
                      <a:pt x="8101" y="3179"/>
                    </a:moveTo>
                    <a:cubicBezTo>
                      <a:pt x="8136" y="3179"/>
                      <a:pt x="8170" y="3186"/>
                      <a:pt x="8195" y="3201"/>
                    </a:cubicBezTo>
                    <a:lnTo>
                      <a:pt x="8410" y="3330"/>
                    </a:lnTo>
                    <a:cubicBezTo>
                      <a:pt x="8462" y="3359"/>
                      <a:pt x="8462" y="3409"/>
                      <a:pt x="8410" y="3437"/>
                    </a:cubicBezTo>
                    <a:lnTo>
                      <a:pt x="5816" y="4939"/>
                    </a:lnTo>
                    <a:cubicBezTo>
                      <a:pt x="5787" y="4954"/>
                      <a:pt x="5753" y="4961"/>
                      <a:pt x="5720" y="4961"/>
                    </a:cubicBezTo>
                    <a:cubicBezTo>
                      <a:pt x="5687" y="4961"/>
                      <a:pt x="5654" y="4954"/>
                      <a:pt x="5629" y="4939"/>
                    </a:cubicBezTo>
                    <a:lnTo>
                      <a:pt x="5407" y="4810"/>
                    </a:lnTo>
                    <a:cubicBezTo>
                      <a:pt x="5357" y="4783"/>
                      <a:pt x="5357" y="4731"/>
                      <a:pt x="5407" y="4703"/>
                    </a:cubicBezTo>
                    <a:lnTo>
                      <a:pt x="8008" y="3201"/>
                    </a:lnTo>
                    <a:cubicBezTo>
                      <a:pt x="8033" y="3186"/>
                      <a:pt x="8067" y="3179"/>
                      <a:pt x="8101" y="3179"/>
                    </a:cubicBezTo>
                    <a:close/>
                    <a:moveTo>
                      <a:pt x="1008" y="4652"/>
                    </a:moveTo>
                    <a:cubicBezTo>
                      <a:pt x="1042" y="4652"/>
                      <a:pt x="1076" y="4659"/>
                      <a:pt x="1101" y="4674"/>
                    </a:cubicBezTo>
                    <a:lnTo>
                      <a:pt x="1137" y="4696"/>
                    </a:lnTo>
                    <a:cubicBezTo>
                      <a:pt x="1187" y="4724"/>
                      <a:pt x="1187" y="4774"/>
                      <a:pt x="1137" y="4803"/>
                    </a:cubicBezTo>
                    <a:lnTo>
                      <a:pt x="872" y="4955"/>
                    </a:lnTo>
                    <a:cubicBezTo>
                      <a:pt x="846" y="4969"/>
                      <a:pt x="811" y="4976"/>
                      <a:pt x="777" y="4976"/>
                    </a:cubicBezTo>
                    <a:cubicBezTo>
                      <a:pt x="743" y="4976"/>
                      <a:pt x="708" y="4969"/>
                      <a:pt x="683" y="4955"/>
                    </a:cubicBezTo>
                    <a:lnTo>
                      <a:pt x="647" y="4933"/>
                    </a:lnTo>
                    <a:cubicBezTo>
                      <a:pt x="597" y="4903"/>
                      <a:pt x="597" y="4853"/>
                      <a:pt x="647" y="4826"/>
                    </a:cubicBezTo>
                    <a:lnTo>
                      <a:pt x="915" y="4674"/>
                    </a:lnTo>
                    <a:cubicBezTo>
                      <a:pt x="940" y="4659"/>
                      <a:pt x="974" y="4652"/>
                      <a:pt x="1008" y="4652"/>
                    </a:cubicBezTo>
                    <a:close/>
                    <a:moveTo>
                      <a:pt x="5234" y="4839"/>
                    </a:moveTo>
                    <a:cubicBezTo>
                      <a:pt x="5268" y="4839"/>
                      <a:pt x="5302" y="4846"/>
                      <a:pt x="5327" y="4860"/>
                    </a:cubicBezTo>
                    <a:lnTo>
                      <a:pt x="5543" y="4983"/>
                    </a:lnTo>
                    <a:cubicBezTo>
                      <a:pt x="5593" y="5012"/>
                      <a:pt x="5593" y="5062"/>
                      <a:pt x="5543" y="5091"/>
                    </a:cubicBezTo>
                    <a:lnTo>
                      <a:pt x="5327" y="5214"/>
                    </a:lnTo>
                    <a:cubicBezTo>
                      <a:pt x="5302" y="5231"/>
                      <a:pt x="5270" y="5240"/>
                      <a:pt x="5237" y="5240"/>
                    </a:cubicBezTo>
                    <a:cubicBezTo>
                      <a:pt x="5204" y="5240"/>
                      <a:pt x="5170" y="5231"/>
                      <a:pt x="5141" y="5214"/>
                    </a:cubicBezTo>
                    <a:lnTo>
                      <a:pt x="4926" y="5091"/>
                    </a:lnTo>
                    <a:cubicBezTo>
                      <a:pt x="4874" y="5062"/>
                      <a:pt x="4874" y="5012"/>
                      <a:pt x="4926" y="4983"/>
                    </a:cubicBezTo>
                    <a:lnTo>
                      <a:pt x="5141" y="4860"/>
                    </a:lnTo>
                    <a:cubicBezTo>
                      <a:pt x="5166" y="4846"/>
                      <a:pt x="5200" y="4839"/>
                      <a:pt x="5234" y="4839"/>
                    </a:cubicBezTo>
                    <a:close/>
                    <a:moveTo>
                      <a:pt x="2660" y="4610"/>
                    </a:moveTo>
                    <a:cubicBezTo>
                      <a:pt x="2695" y="4610"/>
                      <a:pt x="2729" y="4619"/>
                      <a:pt x="2754" y="4638"/>
                    </a:cubicBezTo>
                    <a:lnTo>
                      <a:pt x="2992" y="4774"/>
                    </a:lnTo>
                    <a:cubicBezTo>
                      <a:pt x="3042" y="4803"/>
                      <a:pt x="3042" y="4853"/>
                      <a:pt x="2992" y="4883"/>
                    </a:cubicBezTo>
                    <a:lnTo>
                      <a:pt x="2402" y="5221"/>
                    </a:lnTo>
                    <a:cubicBezTo>
                      <a:pt x="2373" y="5239"/>
                      <a:pt x="2339" y="5248"/>
                      <a:pt x="2305" y="5248"/>
                    </a:cubicBezTo>
                    <a:cubicBezTo>
                      <a:pt x="2271" y="5248"/>
                      <a:pt x="2237" y="5239"/>
                      <a:pt x="2208" y="5221"/>
                    </a:cubicBezTo>
                    <a:lnTo>
                      <a:pt x="1970" y="5084"/>
                    </a:lnTo>
                    <a:cubicBezTo>
                      <a:pt x="1920" y="5055"/>
                      <a:pt x="1920" y="5005"/>
                      <a:pt x="1970" y="4976"/>
                    </a:cubicBezTo>
                    <a:lnTo>
                      <a:pt x="2567" y="4638"/>
                    </a:lnTo>
                    <a:cubicBezTo>
                      <a:pt x="2592" y="4619"/>
                      <a:pt x="2626" y="4610"/>
                      <a:pt x="2660" y="4610"/>
                    </a:cubicBezTo>
                    <a:close/>
                    <a:moveTo>
                      <a:pt x="1317" y="4833"/>
                    </a:moveTo>
                    <a:cubicBezTo>
                      <a:pt x="1351" y="4833"/>
                      <a:pt x="1385" y="4839"/>
                      <a:pt x="1410" y="4853"/>
                    </a:cubicBezTo>
                    <a:lnTo>
                      <a:pt x="1618" y="4976"/>
                    </a:lnTo>
                    <a:cubicBezTo>
                      <a:pt x="1675" y="5005"/>
                      <a:pt x="1675" y="5055"/>
                      <a:pt x="1618" y="5084"/>
                    </a:cubicBezTo>
                    <a:lnTo>
                      <a:pt x="1360" y="5234"/>
                    </a:lnTo>
                    <a:cubicBezTo>
                      <a:pt x="1335" y="5253"/>
                      <a:pt x="1301" y="5262"/>
                      <a:pt x="1267" y="5262"/>
                    </a:cubicBezTo>
                    <a:cubicBezTo>
                      <a:pt x="1232" y="5262"/>
                      <a:pt x="1198" y="5253"/>
                      <a:pt x="1173" y="5234"/>
                    </a:cubicBezTo>
                    <a:lnTo>
                      <a:pt x="958" y="5112"/>
                    </a:lnTo>
                    <a:cubicBezTo>
                      <a:pt x="906" y="5084"/>
                      <a:pt x="906" y="5033"/>
                      <a:pt x="958" y="5005"/>
                    </a:cubicBezTo>
                    <a:lnTo>
                      <a:pt x="1223" y="4853"/>
                    </a:lnTo>
                    <a:cubicBezTo>
                      <a:pt x="1248" y="4839"/>
                      <a:pt x="1283" y="4833"/>
                      <a:pt x="1317" y="4833"/>
                    </a:cubicBezTo>
                    <a:close/>
                    <a:moveTo>
                      <a:pt x="4749" y="5112"/>
                    </a:moveTo>
                    <a:cubicBezTo>
                      <a:pt x="4783" y="5112"/>
                      <a:pt x="4817" y="5120"/>
                      <a:pt x="4846" y="5134"/>
                    </a:cubicBezTo>
                    <a:lnTo>
                      <a:pt x="5062" y="5264"/>
                    </a:lnTo>
                    <a:cubicBezTo>
                      <a:pt x="5112" y="5291"/>
                      <a:pt x="5112" y="5343"/>
                      <a:pt x="5062" y="5371"/>
                    </a:cubicBezTo>
                    <a:lnTo>
                      <a:pt x="4867" y="5479"/>
                    </a:lnTo>
                    <a:cubicBezTo>
                      <a:pt x="4842" y="5498"/>
                      <a:pt x="4810" y="5507"/>
                      <a:pt x="4776" y="5507"/>
                    </a:cubicBezTo>
                    <a:cubicBezTo>
                      <a:pt x="4743" y="5507"/>
                      <a:pt x="4709" y="5498"/>
                      <a:pt x="4681" y="5479"/>
                    </a:cubicBezTo>
                    <a:lnTo>
                      <a:pt x="4465" y="5357"/>
                    </a:lnTo>
                    <a:cubicBezTo>
                      <a:pt x="4415" y="5328"/>
                      <a:pt x="4415" y="5278"/>
                      <a:pt x="4465" y="5248"/>
                    </a:cubicBezTo>
                    <a:lnTo>
                      <a:pt x="4651" y="5134"/>
                    </a:lnTo>
                    <a:cubicBezTo>
                      <a:pt x="4681" y="5120"/>
                      <a:pt x="4715" y="5112"/>
                      <a:pt x="4749" y="5112"/>
                    </a:cubicBezTo>
                    <a:close/>
                    <a:moveTo>
                      <a:pt x="4261" y="4833"/>
                    </a:moveTo>
                    <a:cubicBezTo>
                      <a:pt x="4294" y="4833"/>
                      <a:pt x="4328" y="4839"/>
                      <a:pt x="4356" y="4853"/>
                    </a:cubicBezTo>
                    <a:lnTo>
                      <a:pt x="4572" y="4983"/>
                    </a:lnTo>
                    <a:cubicBezTo>
                      <a:pt x="4624" y="5012"/>
                      <a:pt x="4624" y="5062"/>
                      <a:pt x="4572" y="5091"/>
                    </a:cubicBezTo>
                    <a:lnTo>
                      <a:pt x="3868" y="5493"/>
                    </a:lnTo>
                    <a:cubicBezTo>
                      <a:pt x="3843" y="5508"/>
                      <a:pt x="3811" y="5515"/>
                      <a:pt x="3777" y="5515"/>
                    </a:cubicBezTo>
                    <a:cubicBezTo>
                      <a:pt x="3744" y="5515"/>
                      <a:pt x="3710" y="5508"/>
                      <a:pt x="3682" y="5493"/>
                    </a:cubicBezTo>
                    <a:lnTo>
                      <a:pt x="3466" y="5364"/>
                    </a:lnTo>
                    <a:cubicBezTo>
                      <a:pt x="3416" y="5335"/>
                      <a:pt x="3416" y="5285"/>
                      <a:pt x="3466" y="5257"/>
                    </a:cubicBezTo>
                    <a:lnTo>
                      <a:pt x="4170" y="4853"/>
                    </a:lnTo>
                    <a:cubicBezTo>
                      <a:pt x="4195" y="4839"/>
                      <a:pt x="4227" y="4833"/>
                      <a:pt x="4261" y="4833"/>
                    </a:cubicBezTo>
                    <a:close/>
                    <a:moveTo>
                      <a:pt x="3494" y="4717"/>
                    </a:moveTo>
                    <a:cubicBezTo>
                      <a:pt x="3528" y="4717"/>
                      <a:pt x="3563" y="4725"/>
                      <a:pt x="3589" y="4739"/>
                    </a:cubicBezTo>
                    <a:lnTo>
                      <a:pt x="3804" y="4860"/>
                    </a:lnTo>
                    <a:cubicBezTo>
                      <a:pt x="3854" y="4889"/>
                      <a:pt x="3854" y="4939"/>
                      <a:pt x="3796" y="4969"/>
                    </a:cubicBezTo>
                    <a:lnTo>
                      <a:pt x="2876" y="5500"/>
                    </a:lnTo>
                    <a:cubicBezTo>
                      <a:pt x="2851" y="5515"/>
                      <a:pt x="2817" y="5522"/>
                      <a:pt x="2783" y="5522"/>
                    </a:cubicBezTo>
                    <a:cubicBezTo>
                      <a:pt x="2749" y="5522"/>
                      <a:pt x="2715" y="5515"/>
                      <a:pt x="2690" y="5500"/>
                    </a:cubicBezTo>
                    <a:lnTo>
                      <a:pt x="2481" y="5378"/>
                    </a:lnTo>
                    <a:cubicBezTo>
                      <a:pt x="2431" y="5350"/>
                      <a:pt x="2431" y="5300"/>
                      <a:pt x="2481" y="5271"/>
                    </a:cubicBezTo>
                    <a:lnTo>
                      <a:pt x="3401" y="4739"/>
                    </a:lnTo>
                    <a:cubicBezTo>
                      <a:pt x="3426" y="4725"/>
                      <a:pt x="3460" y="4717"/>
                      <a:pt x="3494" y="4717"/>
                    </a:cubicBezTo>
                    <a:close/>
                    <a:moveTo>
                      <a:pt x="1798" y="5112"/>
                    </a:moveTo>
                    <a:cubicBezTo>
                      <a:pt x="1832" y="5112"/>
                      <a:pt x="1866" y="5120"/>
                      <a:pt x="1891" y="5134"/>
                    </a:cubicBezTo>
                    <a:lnTo>
                      <a:pt x="2129" y="5271"/>
                    </a:lnTo>
                    <a:cubicBezTo>
                      <a:pt x="2179" y="5300"/>
                      <a:pt x="2179" y="5350"/>
                      <a:pt x="2129" y="5378"/>
                    </a:cubicBezTo>
                    <a:lnTo>
                      <a:pt x="1863" y="5529"/>
                    </a:lnTo>
                    <a:cubicBezTo>
                      <a:pt x="1838" y="5548"/>
                      <a:pt x="1803" y="5557"/>
                      <a:pt x="1769" y="5557"/>
                    </a:cubicBezTo>
                    <a:cubicBezTo>
                      <a:pt x="1735" y="5557"/>
                      <a:pt x="1700" y="5548"/>
                      <a:pt x="1675" y="5529"/>
                    </a:cubicBezTo>
                    <a:lnTo>
                      <a:pt x="1439" y="5393"/>
                    </a:lnTo>
                    <a:cubicBezTo>
                      <a:pt x="1389" y="5364"/>
                      <a:pt x="1389" y="5314"/>
                      <a:pt x="1439" y="5285"/>
                    </a:cubicBezTo>
                    <a:lnTo>
                      <a:pt x="1705" y="5134"/>
                    </a:lnTo>
                    <a:cubicBezTo>
                      <a:pt x="1730" y="5120"/>
                      <a:pt x="1764" y="5112"/>
                      <a:pt x="1798" y="5112"/>
                    </a:cubicBezTo>
                    <a:close/>
                    <a:moveTo>
                      <a:pt x="4288" y="5378"/>
                    </a:moveTo>
                    <a:cubicBezTo>
                      <a:pt x="4321" y="5378"/>
                      <a:pt x="4354" y="5385"/>
                      <a:pt x="4379" y="5400"/>
                    </a:cubicBezTo>
                    <a:lnTo>
                      <a:pt x="4601" y="5529"/>
                    </a:lnTo>
                    <a:cubicBezTo>
                      <a:pt x="4651" y="5559"/>
                      <a:pt x="4651" y="5609"/>
                      <a:pt x="4601" y="5636"/>
                    </a:cubicBezTo>
                    <a:lnTo>
                      <a:pt x="4356" y="5781"/>
                    </a:lnTo>
                    <a:cubicBezTo>
                      <a:pt x="4333" y="5794"/>
                      <a:pt x="4301" y="5801"/>
                      <a:pt x="4269" y="5801"/>
                    </a:cubicBezTo>
                    <a:cubicBezTo>
                      <a:pt x="4233" y="5801"/>
                      <a:pt x="4196" y="5793"/>
                      <a:pt x="4170" y="5774"/>
                    </a:cubicBezTo>
                    <a:lnTo>
                      <a:pt x="3954" y="5652"/>
                    </a:lnTo>
                    <a:cubicBezTo>
                      <a:pt x="3904" y="5623"/>
                      <a:pt x="3904" y="5573"/>
                      <a:pt x="3954" y="5543"/>
                    </a:cubicBezTo>
                    <a:lnTo>
                      <a:pt x="4192" y="5400"/>
                    </a:lnTo>
                    <a:cubicBezTo>
                      <a:pt x="4221" y="5385"/>
                      <a:pt x="4255" y="5378"/>
                      <a:pt x="4288" y="5378"/>
                    </a:cubicBezTo>
                    <a:close/>
                    <a:moveTo>
                      <a:pt x="3289" y="5393"/>
                    </a:moveTo>
                    <a:cubicBezTo>
                      <a:pt x="3322" y="5393"/>
                      <a:pt x="3355" y="5400"/>
                      <a:pt x="3380" y="5414"/>
                    </a:cubicBezTo>
                    <a:lnTo>
                      <a:pt x="3602" y="5543"/>
                    </a:lnTo>
                    <a:cubicBezTo>
                      <a:pt x="3652" y="5573"/>
                      <a:pt x="3652" y="5623"/>
                      <a:pt x="3602" y="5652"/>
                    </a:cubicBezTo>
                    <a:lnTo>
                      <a:pt x="3364" y="5788"/>
                    </a:lnTo>
                    <a:cubicBezTo>
                      <a:pt x="3339" y="5803"/>
                      <a:pt x="3305" y="5810"/>
                      <a:pt x="3271" y="5810"/>
                    </a:cubicBezTo>
                    <a:cubicBezTo>
                      <a:pt x="3237" y="5810"/>
                      <a:pt x="3203" y="5803"/>
                      <a:pt x="3178" y="5788"/>
                    </a:cubicBezTo>
                    <a:lnTo>
                      <a:pt x="2955" y="5659"/>
                    </a:lnTo>
                    <a:cubicBezTo>
                      <a:pt x="2905" y="5630"/>
                      <a:pt x="2905" y="5580"/>
                      <a:pt x="2962" y="5550"/>
                    </a:cubicBezTo>
                    <a:lnTo>
                      <a:pt x="3192" y="5414"/>
                    </a:lnTo>
                    <a:cubicBezTo>
                      <a:pt x="3221" y="5400"/>
                      <a:pt x="3256" y="5393"/>
                      <a:pt x="3289" y="5393"/>
                    </a:cubicBezTo>
                    <a:close/>
                    <a:moveTo>
                      <a:pt x="2302" y="5407"/>
                    </a:moveTo>
                    <a:cubicBezTo>
                      <a:pt x="2336" y="5407"/>
                      <a:pt x="2370" y="5415"/>
                      <a:pt x="2395" y="5429"/>
                    </a:cubicBezTo>
                    <a:lnTo>
                      <a:pt x="2610" y="5550"/>
                    </a:lnTo>
                    <a:cubicBezTo>
                      <a:pt x="2660" y="5580"/>
                      <a:pt x="2660" y="5630"/>
                      <a:pt x="2610" y="5659"/>
                    </a:cubicBezTo>
                    <a:lnTo>
                      <a:pt x="2345" y="5809"/>
                    </a:lnTo>
                    <a:cubicBezTo>
                      <a:pt x="2320" y="5824"/>
                      <a:pt x="2286" y="5831"/>
                      <a:pt x="2251" y="5831"/>
                    </a:cubicBezTo>
                    <a:cubicBezTo>
                      <a:pt x="2217" y="5831"/>
                      <a:pt x="2183" y="5824"/>
                      <a:pt x="2157" y="5809"/>
                    </a:cubicBezTo>
                    <a:lnTo>
                      <a:pt x="1950" y="5688"/>
                    </a:lnTo>
                    <a:cubicBezTo>
                      <a:pt x="1891" y="5659"/>
                      <a:pt x="1898" y="5609"/>
                      <a:pt x="1950" y="5580"/>
                    </a:cubicBezTo>
                    <a:lnTo>
                      <a:pt x="2208" y="5429"/>
                    </a:lnTo>
                    <a:cubicBezTo>
                      <a:pt x="2233" y="5415"/>
                      <a:pt x="2268" y="5407"/>
                      <a:pt x="2302" y="5407"/>
                    </a:cubicBezTo>
                    <a:close/>
                    <a:moveTo>
                      <a:pt x="3780" y="5674"/>
                    </a:moveTo>
                    <a:cubicBezTo>
                      <a:pt x="3813" y="5674"/>
                      <a:pt x="3844" y="5681"/>
                      <a:pt x="3868" y="5695"/>
                    </a:cubicBezTo>
                    <a:lnTo>
                      <a:pt x="4091" y="5824"/>
                    </a:lnTo>
                    <a:cubicBezTo>
                      <a:pt x="4141" y="5852"/>
                      <a:pt x="4141" y="5904"/>
                      <a:pt x="4091" y="5931"/>
                    </a:cubicBezTo>
                    <a:lnTo>
                      <a:pt x="3854" y="6068"/>
                    </a:lnTo>
                    <a:cubicBezTo>
                      <a:pt x="3829" y="6082"/>
                      <a:pt x="3795" y="6090"/>
                      <a:pt x="3761" y="6090"/>
                    </a:cubicBezTo>
                    <a:cubicBezTo>
                      <a:pt x="3727" y="6090"/>
                      <a:pt x="3692" y="6082"/>
                      <a:pt x="3666" y="6068"/>
                    </a:cubicBezTo>
                    <a:lnTo>
                      <a:pt x="3444" y="5938"/>
                    </a:lnTo>
                    <a:cubicBezTo>
                      <a:pt x="3394" y="5911"/>
                      <a:pt x="3394" y="5861"/>
                      <a:pt x="3451" y="5831"/>
                    </a:cubicBezTo>
                    <a:lnTo>
                      <a:pt x="3682" y="5702"/>
                    </a:lnTo>
                    <a:cubicBezTo>
                      <a:pt x="3708" y="5683"/>
                      <a:pt x="3744" y="5674"/>
                      <a:pt x="3780" y="5674"/>
                    </a:cubicBezTo>
                    <a:close/>
                    <a:moveTo>
                      <a:pt x="2783" y="5682"/>
                    </a:moveTo>
                    <a:cubicBezTo>
                      <a:pt x="2817" y="5682"/>
                      <a:pt x="2851" y="5691"/>
                      <a:pt x="2876" y="5709"/>
                    </a:cubicBezTo>
                    <a:lnTo>
                      <a:pt x="3099" y="5831"/>
                    </a:lnTo>
                    <a:cubicBezTo>
                      <a:pt x="3149" y="5861"/>
                      <a:pt x="3149" y="5911"/>
                      <a:pt x="3092" y="5938"/>
                    </a:cubicBezTo>
                    <a:lnTo>
                      <a:pt x="2833" y="6097"/>
                    </a:lnTo>
                    <a:cubicBezTo>
                      <a:pt x="2808" y="6112"/>
                      <a:pt x="2774" y="6119"/>
                      <a:pt x="2740" y="6119"/>
                    </a:cubicBezTo>
                    <a:cubicBezTo>
                      <a:pt x="2706" y="6119"/>
                      <a:pt x="2672" y="6112"/>
                      <a:pt x="2647" y="6097"/>
                    </a:cubicBezTo>
                    <a:lnTo>
                      <a:pt x="2424" y="5968"/>
                    </a:lnTo>
                    <a:cubicBezTo>
                      <a:pt x="2372" y="5938"/>
                      <a:pt x="2372" y="5888"/>
                      <a:pt x="2424" y="5861"/>
                    </a:cubicBezTo>
                    <a:lnTo>
                      <a:pt x="2690" y="5709"/>
                    </a:lnTo>
                    <a:cubicBezTo>
                      <a:pt x="2715" y="5691"/>
                      <a:pt x="2749" y="5682"/>
                      <a:pt x="2783" y="5682"/>
                    </a:cubicBezTo>
                    <a:close/>
                    <a:moveTo>
                      <a:pt x="8990" y="3299"/>
                    </a:moveTo>
                    <a:cubicBezTo>
                      <a:pt x="9015" y="3299"/>
                      <a:pt x="9040" y="3305"/>
                      <a:pt x="9057" y="3316"/>
                    </a:cubicBezTo>
                    <a:lnTo>
                      <a:pt x="10567" y="4193"/>
                    </a:lnTo>
                    <a:cubicBezTo>
                      <a:pt x="10610" y="4213"/>
                      <a:pt x="10610" y="4249"/>
                      <a:pt x="10567" y="4279"/>
                    </a:cubicBezTo>
                    <a:lnTo>
                      <a:pt x="9080" y="5134"/>
                    </a:lnTo>
                    <a:lnTo>
                      <a:pt x="7348" y="6133"/>
                    </a:lnTo>
                    <a:cubicBezTo>
                      <a:pt x="7329" y="6144"/>
                      <a:pt x="7304" y="6149"/>
                      <a:pt x="7279" y="6149"/>
                    </a:cubicBezTo>
                    <a:cubicBezTo>
                      <a:pt x="7254" y="6149"/>
                      <a:pt x="7229" y="6144"/>
                      <a:pt x="7211" y="6133"/>
                    </a:cubicBezTo>
                    <a:lnTo>
                      <a:pt x="6737" y="5861"/>
                    </a:lnTo>
                    <a:lnTo>
                      <a:pt x="5693" y="5257"/>
                    </a:lnTo>
                    <a:cubicBezTo>
                      <a:pt x="5659" y="5234"/>
                      <a:pt x="5659" y="5198"/>
                      <a:pt x="5702" y="5178"/>
                    </a:cubicBezTo>
                    <a:lnTo>
                      <a:pt x="8921" y="3316"/>
                    </a:lnTo>
                    <a:cubicBezTo>
                      <a:pt x="8939" y="3305"/>
                      <a:pt x="8964" y="3299"/>
                      <a:pt x="8990" y="3299"/>
                    </a:cubicBezTo>
                    <a:close/>
                    <a:moveTo>
                      <a:pt x="3271" y="5968"/>
                    </a:moveTo>
                    <a:cubicBezTo>
                      <a:pt x="3305" y="5968"/>
                      <a:pt x="3339" y="5975"/>
                      <a:pt x="3364" y="5990"/>
                    </a:cubicBezTo>
                    <a:lnTo>
                      <a:pt x="3580" y="6119"/>
                    </a:lnTo>
                    <a:cubicBezTo>
                      <a:pt x="3632" y="6147"/>
                      <a:pt x="3632" y="6197"/>
                      <a:pt x="3580" y="6226"/>
                    </a:cubicBezTo>
                    <a:lnTo>
                      <a:pt x="3321" y="6378"/>
                    </a:lnTo>
                    <a:cubicBezTo>
                      <a:pt x="3293" y="6392"/>
                      <a:pt x="3259" y="6399"/>
                      <a:pt x="3225" y="6399"/>
                    </a:cubicBezTo>
                    <a:cubicBezTo>
                      <a:pt x="3192" y="6399"/>
                      <a:pt x="3160" y="6392"/>
                      <a:pt x="3135" y="6378"/>
                    </a:cubicBezTo>
                    <a:lnTo>
                      <a:pt x="2912" y="6249"/>
                    </a:lnTo>
                    <a:cubicBezTo>
                      <a:pt x="2862" y="6220"/>
                      <a:pt x="2862" y="6169"/>
                      <a:pt x="2912" y="6140"/>
                    </a:cubicBezTo>
                    <a:lnTo>
                      <a:pt x="3178" y="5990"/>
                    </a:lnTo>
                    <a:cubicBezTo>
                      <a:pt x="3203" y="5975"/>
                      <a:pt x="3237" y="5968"/>
                      <a:pt x="3271" y="5968"/>
                    </a:cubicBezTo>
                    <a:close/>
                    <a:moveTo>
                      <a:pt x="8274" y="1"/>
                    </a:moveTo>
                    <a:cubicBezTo>
                      <a:pt x="8262" y="1"/>
                      <a:pt x="8250" y="1"/>
                      <a:pt x="8238" y="2"/>
                    </a:cubicBezTo>
                    <a:cubicBezTo>
                      <a:pt x="8188" y="9"/>
                      <a:pt x="8145" y="23"/>
                      <a:pt x="8108" y="45"/>
                    </a:cubicBezTo>
                    <a:lnTo>
                      <a:pt x="73" y="4681"/>
                    </a:lnTo>
                    <a:cubicBezTo>
                      <a:pt x="23" y="4710"/>
                      <a:pt x="0" y="4746"/>
                      <a:pt x="0" y="4783"/>
                    </a:cubicBezTo>
                    <a:cubicBezTo>
                      <a:pt x="0" y="4796"/>
                      <a:pt x="0" y="4810"/>
                      <a:pt x="9" y="4817"/>
                    </a:cubicBezTo>
                    <a:cubicBezTo>
                      <a:pt x="9" y="4826"/>
                      <a:pt x="16" y="4826"/>
                      <a:pt x="16" y="4826"/>
                    </a:cubicBezTo>
                    <a:cubicBezTo>
                      <a:pt x="23" y="4846"/>
                      <a:pt x="43" y="4860"/>
                      <a:pt x="73" y="4883"/>
                    </a:cubicBezTo>
                    <a:lnTo>
                      <a:pt x="4767" y="7758"/>
                    </a:lnTo>
                    <a:cubicBezTo>
                      <a:pt x="4812" y="7782"/>
                      <a:pt x="4870" y="7795"/>
                      <a:pt x="4929" y="7795"/>
                    </a:cubicBezTo>
                    <a:cubicBezTo>
                      <a:pt x="4992" y="7795"/>
                      <a:pt x="5057" y="7780"/>
                      <a:pt x="5105" y="7750"/>
                    </a:cubicBezTo>
                    <a:lnTo>
                      <a:pt x="13141" y="3114"/>
                    </a:lnTo>
                    <a:cubicBezTo>
                      <a:pt x="13147" y="3114"/>
                      <a:pt x="13154" y="3107"/>
                      <a:pt x="13154" y="3107"/>
                    </a:cubicBezTo>
                    <a:cubicBezTo>
                      <a:pt x="13170" y="3101"/>
                      <a:pt x="13177" y="3092"/>
                      <a:pt x="13184" y="3085"/>
                    </a:cubicBezTo>
                    <a:cubicBezTo>
                      <a:pt x="13206" y="3064"/>
                      <a:pt x="13213" y="3042"/>
                      <a:pt x="13213" y="3014"/>
                    </a:cubicBezTo>
                    <a:cubicBezTo>
                      <a:pt x="13213" y="2978"/>
                      <a:pt x="13191" y="2949"/>
                      <a:pt x="13141" y="2919"/>
                    </a:cubicBezTo>
                    <a:lnTo>
                      <a:pt x="8447" y="45"/>
                    </a:lnTo>
                    <a:cubicBezTo>
                      <a:pt x="8399" y="15"/>
                      <a:pt x="8336" y="1"/>
                      <a:pt x="827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30" name="Google Shape;994;p41">
                <a:extLst>
                  <a:ext uri="{FF2B5EF4-FFF2-40B4-BE49-F238E27FC236}">
                    <a16:creationId xmlns:a16="http://schemas.microsoft.com/office/drawing/2014/main" id="{49BB6E5A-85CF-4B19-BF67-EE26F82291B7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31" name="Google Shape;995;p41">
                <a:extLst>
                  <a:ext uri="{FF2B5EF4-FFF2-40B4-BE49-F238E27FC236}">
                    <a16:creationId xmlns:a16="http://schemas.microsoft.com/office/drawing/2014/main" id="{7CFEDF4E-0AEC-4B88-A33F-69E2789CAB1F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32" name="Google Shape;996;p41">
                <a:extLst>
                  <a:ext uri="{FF2B5EF4-FFF2-40B4-BE49-F238E27FC236}">
                    <a16:creationId xmlns:a16="http://schemas.microsoft.com/office/drawing/2014/main" id="{C5B3E5B5-3AED-4231-805B-749C4455DE99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33" name="Google Shape;997;p41">
                <a:extLst>
                  <a:ext uri="{FF2B5EF4-FFF2-40B4-BE49-F238E27FC236}">
                    <a16:creationId xmlns:a16="http://schemas.microsoft.com/office/drawing/2014/main" id="{4428E5E4-FC5B-49AD-AFF5-2CEFBA3EF386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34" name="Google Shape;998;p41">
                <a:extLst>
                  <a:ext uri="{FF2B5EF4-FFF2-40B4-BE49-F238E27FC236}">
                    <a16:creationId xmlns:a16="http://schemas.microsoft.com/office/drawing/2014/main" id="{DD6CEFB3-D637-490B-8C15-017EED929043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35" name="Google Shape;999;p41">
                <a:extLst>
                  <a:ext uri="{FF2B5EF4-FFF2-40B4-BE49-F238E27FC236}">
                    <a16:creationId xmlns:a16="http://schemas.microsoft.com/office/drawing/2014/main" id="{75C73705-EB5B-4427-9E30-464D199BE4DA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36" name="Google Shape;1000;p41">
                <a:extLst>
                  <a:ext uri="{FF2B5EF4-FFF2-40B4-BE49-F238E27FC236}">
                    <a16:creationId xmlns:a16="http://schemas.microsoft.com/office/drawing/2014/main" id="{FE50EEFB-A770-479F-9666-380B5C981F18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37" name="Google Shape;1001;p41">
                <a:extLst>
                  <a:ext uri="{FF2B5EF4-FFF2-40B4-BE49-F238E27FC236}">
                    <a16:creationId xmlns:a16="http://schemas.microsoft.com/office/drawing/2014/main" id="{ADF63697-3905-47DC-93E9-6FAAD6AA465D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38" name="Google Shape;1002;p41">
                <a:extLst>
                  <a:ext uri="{FF2B5EF4-FFF2-40B4-BE49-F238E27FC236}">
                    <a16:creationId xmlns:a16="http://schemas.microsoft.com/office/drawing/2014/main" id="{581F5E0B-CBD6-4816-8256-6484D83E191E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39" name="Google Shape;1003;p41">
                <a:extLst>
                  <a:ext uri="{FF2B5EF4-FFF2-40B4-BE49-F238E27FC236}">
                    <a16:creationId xmlns:a16="http://schemas.microsoft.com/office/drawing/2014/main" id="{A2D8462D-9985-4C03-A295-E568D2F414A6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40" name="Google Shape;1004;p41">
                <a:extLst>
                  <a:ext uri="{FF2B5EF4-FFF2-40B4-BE49-F238E27FC236}">
                    <a16:creationId xmlns:a16="http://schemas.microsoft.com/office/drawing/2014/main" id="{F8B454F5-6245-4256-932D-BE757A963C2A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41" name="Google Shape;1005;p41">
                <a:extLst>
                  <a:ext uri="{FF2B5EF4-FFF2-40B4-BE49-F238E27FC236}">
                    <a16:creationId xmlns:a16="http://schemas.microsoft.com/office/drawing/2014/main" id="{25D9C67C-7CC2-4939-AB34-FADD8605F5C3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42" name="Google Shape;1006;p41">
                <a:extLst>
                  <a:ext uri="{FF2B5EF4-FFF2-40B4-BE49-F238E27FC236}">
                    <a16:creationId xmlns:a16="http://schemas.microsoft.com/office/drawing/2014/main" id="{3717F8C5-4BCC-4225-B104-D92AD139B556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43" name="Google Shape;1007;p41">
                <a:extLst>
                  <a:ext uri="{FF2B5EF4-FFF2-40B4-BE49-F238E27FC236}">
                    <a16:creationId xmlns:a16="http://schemas.microsoft.com/office/drawing/2014/main" id="{AF68FA83-E13B-4CAF-953C-C1342B8258A9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44" name="Google Shape;1008;p41">
                <a:extLst>
                  <a:ext uri="{FF2B5EF4-FFF2-40B4-BE49-F238E27FC236}">
                    <a16:creationId xmlns:a16="http://schemas.microsoft.com/office/drawing/2014/main" id="{6C12C241-5FA7-4322-A77D-159627643897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45" name="Google Shape;1009;p41">
                <a:extLst>
                  <a:ext uri="{FF2B5EF4-FFF2-40B4-BE49-F238E27FC236}">
                    <a16:creationId xmlns:a16="http://schemas.microsoft.com/office/drawing/2014/main" id="{0207FAFC-718D-4F36-A785-ADDB36FAB437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46" name="Google Shape;1010;p41">
                <a:extLst>
                  <a:ext uri="{FF2B5EF4-FFF2-40B4-BE49-F238E27FC236}">
                    <a16:creationId xmlns:a16="http://schemas.microsoft.com/office/drawing/2014/main" id="{009FA17C-CB32-4862-BF41-E7503F27AA8E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47" name="Google Shape;1011;p41">
                <a:extLst>
                  <a:ext uri="{FF2B5EF4-FFF2-40B4-BE49-F238E27FC236}">
                    <a16:creationId xmlns:a16="http://schemas.microsoft.com/office/drawing/2014/main" id="{F0C0D1B2-9450-4C3B-86FD-D6B8EE17B4FE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48" name="Google Shape;1012;p41">
                <a:extLst>
                  <a:ext uri="{FF2B5EF4-FFF2-40B4-BE49-F238E27FC236}">
                    <a16:creationId xmlns:a16="http://schemas.microsoft.com/office/drawing/2014/main" id="{02CC3E85-21F1-4B39-B6F1-CA01B7190713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49" name="Google Shape;1013;p41">
                <a:extLst>
                  <a:ext uri="{FF2B5EF4-FFF2-40B4-BE49-F238E27FC236}">
                    <a16:creationId xmlns:a16="http://schemas.microsoft.com/office/drawing/2014/main" id="{9C8336DB-D7FE-4FD2-A974-FFC125DD35CA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50" name="Google Shape;1014;p41">
                <a:extLst>
                  <a:ext uri="{FF2B5EF4-FFF2-40B4-BE49-F238E27FC236}">
                    <a16:creationId xmlns:a16="http://schemas.microsoft.com/office/drawing/2014/main" id="{122C95CB-D6EC-4F80-834A-FE4E79671E1C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51" name="Google Shape;1015;p41">
                <a:extLst>
                  <a:ext uri="{FF2B5EF4-FFF2-40B4-BE49-F238E27FC236}">
                    <a16:creationId xmlns:a16="http://schemas.microsoft.com/office/drawing/2014/main" id="{3C24568E-5690-491E-AE93-66154C22A059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52" name="Google Shape;1016;p41">
                <a:extLst>
                  <a:ext uri="{FF2B5EF4-FFF2-40B4-BE49-F238E27FC236}">
                    <a16:creationId xmlns:a16="http://schemas.microsoft.com/office/drawing/2014/main" id="{360ECCB0-B721-43B3-9072-CD65E27C070A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53" name="Google Shape;1017;p41">
                <a:extLst>
                  <a:ext uri="{FF2B5EF4-FFF2-40B4-BE49-F238E27FC236}">
                    <a16:creationId xmlns:a16="http://schemas.microsoft.com/office/drawing/2014/main" id="{B125A42C-0289-4FF9-AA59-A12FBB45A93A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54" name="Google Shape;1018;p41">
                <a:extLst>
                  <a:ext uri="{FF2B5EF4-FFF2-40B4-BE49-F238E27FC236}">
                    <a16:creationId xmlns:a16="http://schemas.microsoft.com/office/drawing/2014/main" id="{D07DDE53-3927-4DA5-890C-DE245A56E10E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55" name="Google Shape;1019;p41">
                <a:extLst>
                  <a:ext uri="{FF2B5EF4-FFF2-40B4-BE49-F238E27FC236}">
                    <a16:creationId xmlns:a16="http://schemas.microsoft.com/office/drawing/2014/main" id="{621FFD99-04C9-499A-A54B-C9939854ED99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56" name="Google Shape;1020;p41">
                <a:extLst>
                  <a:ext uri="{FF2B5EF4-FFF2-40B4-BE49-F238E27FC236}">
                    <a16:creationId xmlns:a16="http://schemas.microsoft.com/office/drawing/2014/main" id="{CA4BC7BF-1EEF-4B08-9D4F-D5CC0350F8DD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57" name="Google Shape;1021;p41">
                <a:extLst>
                  <a:ext uri="{FF2B5EF4-FFF2-40B4-BE49-F238E27FC236}">
                    <a16:creationId xmlns:a16="http://schemas.microsoft.com/office/drawing/2014/main" id="{DDE25578-648C-4CED-9C52-1EE54C757FA3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58" name="Google Shape;1022;p41">
                <a:extLst>
                  <a:ext uri="{FF2B5EF4-FFF2-40B4-BE49-F238E27FC236}">
                    <a16:creationId xmlns:a16="http://schemas.microsoft.com/office/drawing/2014/main" id="{5A691EFC-5E17-41D1-9F04-3A8A96B47D57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59" name="Google Shape;1023;p41">
                <a:extLst>
                  <a:ext uri="{FF2B5EF4-FFF2-40B4-BE49-F238E27FC236}">
                    <a16:creationId xmlns:a16="http://schemas.microsoft.com/office/drawing/2014/main" id="{BBDDA2B1-2666-435A-B5B2-62FF4F4955CF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60" name="Google Shape;1024;p41">
                <a:extLst>
                  <a:ext uri="{FF2B5EF4-FFF2-40B4-BE49-F238E27FC236}">
                    <a16:creationId xmlns:a16="http://schemas.microsoft.com/office/drawing/2014/main" id="{DBEC8AE9-D8E9-49C5-BECA-239DF0D955DF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61" name="Google Shape;1025;p41">
                <a:extLst>
                  <a:ext uri="{FF2B5EF4-FFF2-40B4-BE49-F238E27FC236}">
                    <a16:creationId xmlns:a16="http://schemas.microsoft.com/office/drawing/2014/main" id="{F89B0D25-5CEA-4E92-9CA0-B0B78AC61B1C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62" name="Google Shape;1026;p41">
                <a:extLst>
                  <a:ext uri="{FF2B5EF4-FFF2-40B4-BE49-F238E27FC236}">
                    <a16:creationId xmlns:a16="http://schemas.microsoft.com/office/drawing/2014/main" id="{4C7F2C7C-91E7-43A9-81D6-AC3C949FAEA2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63" name="Google Shape;1027;p41">
                <a:extLst>
                  <a:ext uri="{FF2B5EF4-FFF2-40B4-BE49-F238E27FC236}">
                    <a16:creationId xmlns:a16="http://schemas.microsoft.com/office/drawing/2014/main" id="{D913838F-9D06-44DE-B49C-0CF39731AFC2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64" name="Google Shape;1028;p41">
                <a:extLst>
                  <a:ext uri="{FF2B5EF4-FFF2-40B4-BE49-F238E27FC236}">
                    <a16:creationId xmlns:a16="http://schemas.microsoft.com/office/drawing/2014/main" id="{74171543-3F05-4A2E-8D88-8B6007470F54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65" name="Google Shape;1029;p41">
                <a:extLst>
                  <a:ext uri="{FF2B5EF4-FFF2-40B4-BE49-F238E27FC236}">
                    <a16:creationId xmlns:a16="http://schemas.microsoft.com/office/drawing/2014/main" id="{59CD246F-D0DD-4170-BB32-C33206D067D5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66" name="Google Shape;1030;p41">
                <a:extLst>
                  <a:ext uri="{FF2B5EF4-FFF2-40B4-BE49-F238E27FC236}">
                    <a16:creationId xmlns:a16="http://schemas.microsoft.com/office/drawing/2014/main" id="{9D18B3A4-13B7-4851-9322-59FE5E8DC8D1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67" name="Google Shape;1031;p41">
                <a:extLst>
                  <a:ext uri="{FF2B5EF4-FFF2-40B4-BE49-F238E27FC236}">
                    <a16:creationId xmlns:a16="http://schemas.microsoft.com/office/drawing/2014/main" id="{D1488816-ECA5-44EC-8A39-EF0292709FD8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68" name="Google Shape;1032;p41">
                <a:extLst>
                  <a:ext uri="{FF2B5EF4-FFF2-40B4-BE49-F238E27FC236}">
                    <a16:creationId xmlns:a16="http://schemas.microsoft.com/office/drawing/2014/main" id="{2A5AFF92-D1C1-4588-B1AA-2EC5D48CE5CA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69" name="Google Shape;1033;p41">
                <a:extLst>
                  <a:ext uri="{FF2B5EF4-FFF2-40B4-BE49-F238E27FC236}">
                    <a16:creationId xmlns:a16="http://schemas.microsoft.com/office/drawing/2014/main" id="{32A6E685-1A16-4BD4-998D-523D1C272C61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70" name="Google Shape;1034;p41">
                <a:extLst>
                  <a:ext uri="{FF2B5EF4-FFF2-40B4-BE49-F238E27FC236}">
                    <a16:creationId xmlns:a16="http://schemas.microsoft.com/office/drawing/2014/main" id="{C3B94D71-F597-4F9C-978E-1B71842D0533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71" name="Google Shape;1035;p41">
                <a:extLst>
                  <a:ext uri="{FF2B5EF4-FFF2-40B4-BE49-F238E27FC236}">
                    <a16:creationId xmlns:a16="http://schemas.microsoft.com/office/drawing/2014/main" id="{E4957F80-05B0-42E1-90D3-B8F059644C1E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72" name="Google Shape;1036;p41">
                <a:extLst>
                  <a:ext uri="{FF2B5EF4-FFF2-40B4-BE49-F238E27FC236}">
                    <a16:creationId xmlns:a16="http://schemas.microsoft.com/office/drawing/2014/main" id="{0EB446C5-C0F1-4251-9F1C-E10A2ADE09E7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73" name="Google Shape;1037;p41">
                <a:extLst>
                  <a:ext uri="{FF2B5EF4-FFF2-40B4-BE49-F238E27FC236}">
                    <a16:creationId xmlns:a16="http://schemas.microsoft.com/office/drawing/2014/main" id="{B7A6BF1E-5CEA-44DF-8A6C-B853D1B86278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74" name="Google Shape;1038;p41">
                <a:extLst>
                  <a:ext uri="{FF2B5EF4-FFF2-40B4-BE49-F238E27FC236}">
                    <a16:creationId xmlns:a16="http://schemas.microsoft.com/office/drawing/2014/main" id="{FD8FF0F3-0F04-4BC4-A515-DA79EAE87312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75" name="Google Shape;1039;p41">
                <a:extLst>
                  <a:ext uri="{FF2B5EF4-FFF2-40B4-BE49-F238E27FC236}">
                    <a16:creationId xmlns:a16="http://schemas.microsoft.com/office/drawing/2014/main" id="{085D55E6-95D6-4B6D-9BAF-E0516D8D4437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76" name="Google Shape;1040;p41">
                <a:extLst>
                  <a:ext uri="{FF2B5EF4-FFF2-40B4-BE49-F238E27FC236}">
                    <a16:creationId xmlns:a16="http://schemas.microsoft.com/office/drawing/2014/main" id="{3A2EE276-F7B8-4ABB-98A2-3B3E6E5B4A22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77" name="Google Shape;1041;p41">
                <a:extLst>
                  <a:ext uri="{FF2B5EF4-FFF2-40B4-BE49-F238E27FC236}">
                    <a16:creationId xmlns:a16="http://schemas.microsoft.com/office/drawing/2014/main" id="{3AD70B7E-039A-4C6F-8FA0-5AB082222DA2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78" name="Google Shape;1042;p41">
                <a:extLst>
                  <a:ext uri="{FF2B5EF4-FFF2-40B4-BE49-F238E27FC236}">
                    <a16:creationId xmlns:a16="http://schemas.microsoft.com/office/drawing/2014/main" id="{665B7DAB-9DFF-492E-B7B2-6305C6A0159D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79" name="Google Shape;1043;p41">
                <a:extLst>
                  <a:ext uri="{FF2B5EF4-FFF2-40B4-BE49-F238E27FC236}">
                    <a16:creationId xmlns:a16="http://schemas.microsoft.com/office/drawing/2014/main" id="{3A21812C-DEA0-481B-A714-BFF513497CDC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80" name="Google Shape;1044;p41">
                <a:extLst>
                  <a:ext uri="{FF2B5EF4-FFF2-40B4-BE49-F238E27FC236}">
                    <a16:creationId xmlns:a16="http://schemas.microsoft.com/office/drawing/2014/main" id="{519E7963-8EAE-4ED0-9DE6-0FA501B56F24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81" name="Google Shape;1045;p41">
                <a:extLst>
                  <a:ext uri="{FF2B5EF4-FFF2-40B4-BE49-F238E27FC236}">
                    <a16:creationId xmlns:a16="http://schemas.microsoft.com/office/drawing/2014/main" id="{45F99008-247E-4D1C-8605-DB4A3BA1D3A8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82" name="Google Shape;1046;p41">
                <a:extLst>
                  <a:ext uri="{FF2B5EF4-FFF2-40B4-BE49-F238E27FC236}">
                    <a16:creationId xmlns:a16="http://schemas.microsoft.com/office/drawing/2014/main" id="{1690DA80-ECD0-4C86-A43B-BBF3957AA722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83" name="Google Shape;1047;p41">
                <a:extLst>
                  <a:ext uri="{FF2B5EF4-FFF2-40B4-BE49-F238E27FC236}">
                    <a16:creationId xmlns:a16="http://schemas.microsoft.com/office/drawing/2014/main" id="{D9E098F5-F6A2-45A8-8FEC-D5575EF7182A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84" name="Google Shape;1048;p41">
                <a:extLst>
                  <a:ext uri="{FF2B5EF4-FFF2-40B4-BE49-F238E27FC236}">
                    <a16:creationId xmlns:a16="http://schemas.microsoft.com/office/drawing/2014/main" id="{90FEE2D2-E833-44DC-870D-C8022F10E9E1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85" name="Google Shape;1049;p41">
                <a:extLst>
                  <a:ext uri="{FF2B5EF4-FFF2-40B4-BE49-F238E27FC236}">
                    <a16:creationId xmlns:a16="http://schemas.microsoft.com/office/drawing/2014/main" id="{7644B031-FD32-426B-9D43-37B6EF700107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86" name="Google Shape;1050;p41">
                <a:extLst>
                  <a:ext uri="{FF2B5EF4-FFF2-40B4-BE49-F238E27FC236}">
                    <a16:creationId xmlns:a16="http://schemas.microsoft.com/office/drawing/2014/main" id="{96817349-132D-4ACF-963A-4D24D311ADC3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87" name="Google Shape;1051;p41">
                <a:extLst>
                  <a:ext uri="{FF2B5EF4-FFF2-40B4-BE49-F238E27FC236}">
                    <a16:creationId xmlns:a16="http://schemas.microsoft.com/office/drawing/2014/main" id="{8032D2B5-89FF-4DA2-85F0-FC8C274B5D67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88" name="Google Shape;1052;p41">
                <a:extLst>
                  <a:ext uri="{FF2B5EF4-FFF2-40B4-BE49-F238E27FC236}">
                    <a16:creationId xmlns:a16="http://schemas.microsoft.com/office/drawing/2014/main" id="{F1306D58-D456-41BF-B6D4-103F53CD47F3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89" name="Google Shape;1053;p41">
                <a:extLst>
                  <a:ext uri="{FF2B5EF4-FFF2-40B4-BE49-F238E27FC236}">
                    <a16:creationId xmlns:a16="http://schemas.microsoft.com/office/drawing/2014/main" id="{F047EA22-789D-4421-83A1-12553EC4D87E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90" name="Google Shape;1054;p41">
                <a:extLst>
                  <a:ext uri="{FF2B5EF4-FFF2-40B4-BE49-F238E27FC236}">
                    <a16:creationId xmlns:a16="http://schemas.microsoft.com/office/drawing/2014/main" id="{8EBB4569-0FFB-4F1A-9053-587740B9C437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91" name="Google Shape;1055;p41">
                <a:extLst>
                  <a:ext uri="{FF2B5EF4-FFF2-40B4-BE49-F238E27FC236}">
                    <a16:creationId xmlns:a16="http://schemas.microsoft.com/office/drawing/2014/main" id="{31256AD3-710A-4990-9362-AF4DB812350E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92" name="Google Shape;1056;p41">
                <a:extLst>
                  <a:ext uri="{FF2B5EF4-FFF2-40B4-BE49-F238E27FC236}">
                    <a16:creationId xmlns:a16="http://schemas.microsoft.com/office/drawing/2014/main" id="{AFF021FF-2B93-4BA3-AE99-95A71211B0E0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93" name="Google Shape;1057;p41">
                <a:extLst>
                  <a:ext uri="{FF2B5EF4-FFF2-40B4-BE49-F238E27FC236}">
                    <a16:creationId xmlns:a16="http://schemas.microsoft.com/office/drawing/2014/main" id="{A5E9995F-B4D5-4B09-B218-6B51698A40F6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94" name="Google Shape;1058;p41">
                <a:extLst>
                  <a:ext uri="{FF2B5EF4-FFF2-40B4-BE49-F238E27FC236}">
                    <a16:creationId xmlns:a16="http://schemas.microsoft.com/office/drawing/2014/main" id="{86806211-8A3A-41B4-B007-33BA2D726C44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95" name="Google Shape;1059;p41">
                <a:extLst>
                  <a:ext uri="{FF2B5EF4-FFF2-40B4-BE49-F238E27FC236}">
                    <a16:creationId xmlns:a16="http://schemas.microsoft.com/office/drawing/2014/main" id="{F3F020B1-A615-466F-8F64-2CC102FB8444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96" name="Google Shape;1060;p41">
                <a:extLst>
                  <a:ext uri="{FF2B5EF4-FFF2-40B4-BE49-F238E27FC236}">
                    <a16:creationId xmlns:a16="http://schemas.microsoft.com/office/drawing/2014/main" id="{72F6CF70-C9C7-46EC-AB9A-0DE393A1755B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97" name="Google Shape;1061;p41">
                <a:extLst>
                  <a:ext uri="{FF2B5EF4-FFF2-40B4-BE49-F238E27FC236}">
                    <a16:creationId xmlns:a16="http://schemas.microsoft.com/office/drawing/2014/main" id="{FE30A9E7-52BC-4411-ADAE-CD4B05F9AA64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98" name="Google Shape;1062;p41">
                <a:extLst>
                  <a:ext uri="{FF2B5EF4-FFF2-40B4-BE49-F238E27FC236}">
                    <a16:creationId xmlns:a16="http://schemas.microsoft.com/office/drawing/2014/main" id="{3952CE40-325A-4DE8-A939-6EDEA12F9189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299" name="Google Shape;1063;p41">
                <a:extLst>
                  <a:ext uri="{FF2B5EF4-FFF2-40B4-BE49-F238E27FC236}">
                    <a16:creationId xmlns:a16="http://schemas.microsoft.com/office/drawing/2014/main" id="{A5AD8974-0BCF-4426-9696-8E652BAD21A8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00" name="Google Shape;1064;p41">
                <a:extLst>
                  <a:ext uri="{FF2B5EF4-FFF2-40B4-BE49-F238E27FC236}">
                    <a16:creationId xmlns:a16="http://schemas.microsoft.com/office/drawing/2014/main" id="{ABDAFC93-257D-4E1F-87A2-52AE1D72305F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01" name="Google Shape;1065;p41">
                <a:extLst>
                  <a:ext uri="{FF2B5EF4-FFF2-40B4-BE49-F238E27FC236}">
                    <a16:creationId xmlns:a16="http://schemas.microsoft.com/office/drawing/2014/main" id="{13D72EA8-36B7-4586-8D4D-21D418EA8F42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02" name="Google Shape;1066;p41">
                <a:extLst>
                  <a:ext uri="{FF2B5EF4-FFF2-40B4-BE49-F238E27FC236}">
                    <a16:creationId xmlns:a16="http://schemas.microsoft.com/office/drawing/2014/main" id="{FAA0E737-993D-422B-B838-97A51C58FFCD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03" name="Google Shape;1067;p41">
                <a:extLst>
                  <a:ext uri="{FF2B5EF4-FFF2-40B4-BE49-F238E27FC236}">
                    <a16:creationId xmlns:a16="http://schemas.microsoft.com/office/drawing/2014/main" id="{5030C55A-FC43-4FFD-86B6-027D5A2F12EA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04" name="Google Shape;1068;p41">
                <a:extLst>
                  <a:ext uri="{FF2B5EF4-FFF2-40B4-BE49-F238E27FC236}">
                    <a16:creationId xmlns:a16="http://schemas.microsoft.com/office/drawing/2014/main" id="{270E8E25-AC35-46D1-B4BE-1D674020D8C5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05" name="Google Shape;1069;p41">
                <a:extLst>
                  <a:ext uri="{FF2B5EF4-FFF2-40B4-BE49-F238E27FC236}">
                    <a16:creationId xmlns:a16="http://schemas.microsoft.com/office/drawing/2014/main" id="{058BB8BA-A0B2-487E-91D0-80449CCC4289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06" name="Google Shape;1070;p41">
                <a:extLst>
                  <a:ext uri="{FF2B5EF4-FFF2-40B4-BE49-F238E27FC236}">
                    <a16:creationId xmlns:a16="http://schemas.microsoft.com/office/drawing/2014/main" id="{9E5DA4AB-4690-4506-AE00-16775EDDDEA5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07" name="Google Shape;1071;p41">
                <a:extLst>
                  <a:ext uri="{FF2B5EF4-FFF2-40B4-BE49-F238E27FC236}">
                    <a16:creationId xmlns:a16="http://schemas.microsoft.com/office/drawing/2014/main" id="{B2AE14F4-4C67-4F3C-AA1E-A1540D905022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08" name="Google Shape;1072;p41">
                <a:extLst>
                  <a:ext uri="{FF2B5EF4-FFF2-40B4-BE49-F238E27FC236}">
                    <a16:creationId xmlns:a16="http://schemas.microsoft.com/office/drawing/2014/main" id="{F829F01E-6675-4650-9216-CE9B8F69A772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09" name="Google Shape;1073;p41">
                <a:extLst>
                  <a:ext uri="{FF2B5EF4-FFF2-40B4-BE49-F238E27FC236}">
                    <a16:creationId xmlns:a16="http://schemas.microsoft.com/office/drawing/2014/main" id="{007482B1-D09A-4EBF-86EB-EF3BA65ACE69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10" name="Google Shape;1074;p41">
                <a:extLst>
                  <a:ext uri="{FF2B5EF4-FFF2-40B4-BE49-F238E27FC236}">
                    <a16:creationId xmlns:a16="http://schemas.microsoft.com/office/drawing/2014/main" id="{32E773D8-B558-4435-A222-388B9A39D9FD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11" name="Google Shape;1075;p41">
                <a:extLst>
                  <a:ext uri="{FF2B5EF4-FFF2-40B4-BE49-F238E27FC236}">
                    <a16:creationId xmlns:a16="http://schemas.microsoft.com/office/drawing/2014/main" id="{F2433B68-197C-4001-A92C-82FC5D4A4AF8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12" name="Google Shape;1076;p41">
                <a:extLst>
                  <a:ext uri="{FF2B5EF4-FFF2-40B4-BE49-F238E27FC236}">
                    <a16:creationId xmlns:a16="http://schemas.microsoft.com/office/drawing/2014/main" id="{D4509BC1-2DE3-42C2-9C1A-7CC8C4D61BC2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13" name="Google Shape;1077;p41">
                <a:extLst>
                  <a:ext uri="{FF2B5EF4-FFF2-40B4-BE49-F238E27FC236}">
                    <a16:creationId xmlns:a16="http://schemas.microsoft.com/office/drawing/2014/main" id="{629FFCF2-F750-4042-AA85-306505DD660C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14" name="Google Shape;1078;p41">
                <a:extLst>
                  <a:ext uri="{FF2B5EF4-FFF2-40B4-BE49-F238E27FC236}">
                    <a16:creationId xmlns:a16="http://schemas.microsoft.com/office/drawing/2014/main" id="{A5500196-387B-4C1D-A6E5-331A8D5B0851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15" name="Google Shape;1079;p41">
                <a:extLst>
                  <a:ext uri="{FF2B5EF4-FFF2-40B4-BE49-F238E27FC236}">
                    <a16:creationId xmlns:a16="http://schemas.microsoft.com/office/drawing/2014/main" id="{4D17A507-CBC6-4D7B-8795-1A2FD66FE06B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16" name="Google Shape;1080;p41">
                <a:extLst>
                  <a:ext uri="{FF2B5EF4-FFF2-40B4-BE49-F238E27FC236}">
                    <a16:creationId xmlns:a16="http://schemas.microsoft.com/office/drawing/2014/main" id="{873A808F-DE2C-4AD5-8960-ABB96454A619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17" name="Google Shape;1081;p41">
                <a:extLst>
                  <a:ext uri="{FF2B5EF4-FFF2-40B4-BE49-F238E27FC236}">
                    <a16:creationId xmlns:a16="http://schemas.microsoft.com/office/drawing/2014/main" id="{52256414-378F-46AA-8ADD-F2C206BA8326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18" name="Google Shape;1082;p41">
                <a:extLst>
                  <a:ext uri="{FF2B5EF4-FFF2-40B4-BE49-F238E27FC236}">
                    <a16:creationId xmlns:a16="http://schemas.microsoft.com/office/drawing/2014/main" id="{C8BD59BE-9DC8-403E-87C2-FA7640789D81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19" name="Google Shape;1083;p41">
                <a:extLst>
                  <a:ext uri="{FF2B5EF4-FFF2-40B4-BE49-F238E27FC236}">
                    <a16:creationId xmlns:a16="http://schemas.microsoft.com/office/drawing/2014/main" id="{108FB1ED-CDE9-4F50-B9ED-72931546A454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20" name="Google Shape;1084;p41">
                <a:extLst>
                  <a:ext uri="{FF2B5EF4-FFF2-40B4-BE49-F238E27FC236}">
                    <a16:creationId xmlns:a16="http://schemas.microsoft.com/office/drawing/2014/main" id="{35496B97-D371-4100-9570-8FDD05FFA8C0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21" name="Google Shape;1085;p41">
                <a:extLst>
                  <a:ext uri="{FF2B5EF4-FFF2-40B4-BE49-F238E27FC236}">
                    <a16:creationId xmlns:a16="http://schemas.microsoft.com/office/drawing/2014/main" id="{41FFC00B-BE60-407D-A478-7AA575C9CE3C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22" name="Google Shape;1086;p41">
                <a:extLst>
                  <a:ext uri="{FF2B5EF4-FFF2-40B4-BE49-F238E27FC236}">
                    <a16:creationId xmlns:a16="http://schemas.microsoft.com/office/drawing/2014/main" id="{6B0CD64D-3CE8-471F-8F52-357313A044CD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23" name="Google Shape;1087;p41">
                <a:extLst>
                  <a:ext uri="{FF2B5EF4-FFF2-40B4-BE49-F238E27FC236}">
                    <a16:creationId xmlns:a16="http://schemas.microsoft.com/office/drawing/2014/main" id="{C9082682-91E1-4630-B510-D7C3C93ECF7D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24" name="Google Shape;1088;p41">
                <a:extLst>
                  <a:ext uri="{FF2B5EF4-FFF2-40B4-BE49-F238E27FC236}">
                    <a16:creationId xmlns:a16="http://schemas.microsoft.com/office/drawing/2014/main" id="{1644C06F-00F3-4D4D-834C-23D887BB77AC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25" name="Google Shape;1089;p41">
                <a:extLst>
                  <a:ext uri="{FF2B5EF4-FFF2-40B4-BE49-F238E27FC236}">
                    <a16:creationId xmlns:a16="http://schemas.microsoft.com/office/drawing/2014/main" id="{26194EED-9D6D-42B0-A478-C96C654477E1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26" name="Google Shape;1090;p41">
                <a:extLst>
                  <a:ext uri="{FF2B5EF4-FFF2-40B4-BE49-F238E27FC236}">
                    <a16:creationId xmlns:a16="http://schemas.microsoft.com/office/drawing/2014/main" id="{3D1FB4F9-6294-46C8-8C1D-ECBE3236B933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27" name="Google Shape;1091;p41">
                <a:extLst>
                  <a:ext uri="{FF2B5EF4-FFF2-40B4-BE49-F238E27FC236}">
                    <a16:creationId xmlns:a16="http://schemas.microsoft.com/office/drawing/2014/main" id="{C741DFB5-57BD-45C4-9F3D-29CA886546D2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28" name="Google Shape;1092;p41">
                <a:extLst>
                  <a:ext uri="{FF2B5EF4-FFF2-40B4-BE49-F238E27FC236}">
                    <a16:creationId xmlns:a16="http://schemas.microsoft.com/office/drawing/2014/main" id="{C95879C1-B6B6-49CF-9CEC-F5FFDF398F7D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29" name="Google Shape;1093;p41">
                <a:extLst>
                  <a:ext uri="{FF2B5EF4-FFF2-40B4-BE49-F238E27FC236}">
                    <a16:creationId xmlns:a16="http://schemas.microsoft.com/office/drawing/2014/main" id="{3B01CC4C-8C1F-4893-9751-B0522F7FA6C8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30" name="Google Shape;1094;p41">
                <a:extLst>
                  <a:ext uri="{FF2B5EF4-FFF2-40B4-BE49-F238E27FC236}">
                    <a16:creationId xmlns:a16="http://schemas.microsoft.com/office/drawing/2014/main" id="{8F0EBF71-B929-4751-825F-51FF1A40F55D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31" name="Google Shape;1095;p41">
                <a:extLst>
                  <a:ext uri="{FF2B5EF4-FFF2-40B4-BE49-F238E27FC236}">
                    <a16:creationId xmlns:a16="http://schemas.microsoft.com/office/drawing/2014/main" id="{AC76F238-8C59-4D23-AD01-90E84C548FB7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32" name="Google Shape;1096;p41">
                <a:extLst>
                  <a:ext uri="{FF2B5EF4-FFF2-40B4-BE49-F238E27FC236}">
                    <a16:creationId xmlns:a16="http://schemas.microsoft.com/office/drawing/2014/main" id="{0B6545F8-156A-4565-8DB0-97E959F3E1B8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33" name="Google Shape;1097;p41">
                <a:extLst>
                  <a:ext uri="{FF2B5EF4-FFF2-40B4-BE49-F238E27FC236}">
                    <a16:creationId xmlns:a16="http://schemas.microsoft.com/office/drawing/2014/main" id="{A22AC5D0-DDF1-4E41-B34B-4CC67613AD88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34" name="Google Shape;1098;p41">
                <a:extLst>
                  <a:ext uri="{FF2B5EF4-FFF2-40B4-BE49-F238E27FC236}">
                    <a16:creationId xmlns:a16="http://schemas.microsoft.com/office/drawing/2014/main" id="{3F05AEF9-D667-4F8D-8E25-11BCC6894207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35" name="Google Shape;1099;p41">
                <a:extLst>
                  <a:ext uri="{FF2B5EF4-FFF2-40B4-BE49-F238E27FC236}">
                    <a16:creationId xmlns:a16="http://schemas.microsoft.com/office/drawing/2014/main" id="{92EBE8D5-2B8D-433E-9218-1A0102944D32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36" name="Google Shape;1100;p41">
                <a:extLst>
                  <a:ext uri="{FF2B5EF4-FFF2-40B4-BE49-F238E27FC236}">
                    <a16:creationId xmlns:a16="http://schemas.microsoft.com/office/drawing/2014/main" id="{9E31AE58-DA7C-49E1-9B5A-B4F9F2EB0361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37" name="Google Shape;1101;p41">
                <a:extLst>
                  <a:ext uri="{FF2B5EF4-FFF2-40B4-BE49-F238E27FC236}">
                    <a16:creationId xmlns:a16="http://schemas.microsoft.com/office/drawing/2014/main" id="{BCB3B339-BAF0-441C-A28C-400CB6EE5048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38" name="Google Shape;1102;p41">
                <a:extLst>
                  <a:ext uri="{FF2B5EF4-FFF2-40B4-BE49-F238E27FC236}">
                    <a16:creationId xmlns:a16="http://schemas.microsoft.com/office/drawing/2014/main" id="{C2F9C4DB-269D-436B-B041-7813E6FF2001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39" name="Google Shape;1103;p41">
                <a:extLst>
                  <a:ext uri="{FF2B5EF4-FFF2-40B4-BE49-F238E27FC236}">
                    <a16:creationId xmlns:a16="http://schemas.microsoft.com/office/drawing/2014/main" id="{F84FFEF0-2B62-4555-9D4E-20B2230EEC35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40" name="Google Shape;1104;p41">
                <a:extLst>
                  <a:ext uri="{FF2B5EF4-FFF2-40B4-BE49-F238E27FC236}">
                    <a16:creationId xmlns:a16="http://schemas.microsoft.com/office/drawing/2014/main" id="{A87B4F6D-DD26-4AC9-B01A-1CC0C09D3804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41" name="Google Shape;1105;p41">
                <a:extLst>
                  <a:ext uri="{FF2B5EF4-FFF2-40B4-BE49-F238E27FC236}">
                    <a16:creationId xmlns:a16="http://schemas.microsoft.com/office/drawing/2014/main" id="{D0A52850-2511-4020-AA23-9FBDF343BF38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42" name="Google Shape;1106;p41">
                <a:extLst>
                  <a:ext uri="{FF2B5EF4-FFF2-40B4-BE49-F238E27FC236}">
                    <a16:creationId xmlns:a16="http://schemas.microsoft.com/office/drawing/2014/main" id="{4F3359A1-8390-4336-ADAD-6A3C33D9782B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43" name="Google Shape;1107;p41">
                <a:extLst>
                  <a:ext uri="{FF2B5EF4-FFF2-40B4-BE49-F238E27FC236}">
                    <a16:creationId xmlns:a16="http://schemas.microsoft.com/office/drawing/2014/main" id="{88B7D255-0019-4D02-9F51-5563BB8537C9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44" name="Google Shape;1108;p41">
                <a:extLst>
                  <a:ext uri="{FF2B5EF4-FFF2-40B4-BE49-F238E27FC236}">
                    <a16:creationId xmlns:a16="http://schemas.microsoft.com/office/drawing/2014/main" id="{A34E2D74-100C-4A58-B1F2-F3F753F28EEC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45" name="Google Shape;1109;p41">
                <a:extLst>
                  <a:ext uri="{FF2B5EF4-FFF2-40B4-BE49-F238E27FC236}">
                    <a16:creationId xmlns:a16="http://schemas.microsoft.com/office/drawing/2014/main" id="{7E2EA76A-C046-4A12-B8F4-9832EC69713B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46" name="Google Shape;1110;p41">
                <a:extLst>
                  <a:ext uri="{FF2B5EF4-FFF2-40B4-BE49-F238E27FC236}">
                    <a16:creationId xmlns:a16="http://schemas.microsoft.com/office/drawing/2014/main" id="{15B432B7-2E4A-42DB-9233-05210D37135E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47" name="Google Shape;1111;p41">
                <a:extLst>
                  <a:ext uri="{FF2B5EF4-FFF2-40B4-BE49-F238E27FC236}">
                    <a16:creationId xmlns:a16="http://schemas.microsoft.com/office/drawing/2014/main" id="{01552305-45EC-40AC-A4D9-0306B1D57D75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48" name="Google Shape;1112;p41">
                <a:extLst>
                  <a:ext uri="{FF2B5EF4-FFF2-40B4-BE49-F238E27FC236}">
                    <a16:creationId xmlns:a16="http://schemas.microsoft.com/office/drawing/2014/main" id="{3F5F79EB-51BE-4BC9-A02A-0FEEA0AE8F8E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49" name="Google Shape;1113;p41">
                <a:extLst>
                  <a:ext uri="{FF2B5EF4-FFF2-40B4-BE49-F238E27FC236}">
                    <a16:creationId xmlns:a16="http://schemas.microsoft.com/office/drawing/2014/main" id="{FFE1D818-980C-4582-999E-934323F4FC9C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50" name="Google Shape;1114;p41">
                <a:extLst>
                  <a:ext uri="{FF2B5EF4-FFF2-40B4-BE49-F238E27FC236}">
                    <a16:creationId xmlns:a16="http://schemas.microsoft.com/office/drawing/2014/main" id="{83B187F8-8482-4E43-B8AB-41AC0A347511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51" name="Google Shape;1115;p41">
                <a:extLst>
                  <a:ext uri="{FF2B5EF4-FFF2-40B4-BE49-F238E27FC236}">
                    <a16:creationId xmlns:a16="http://schemas.microsoft.com/office/drawing/2014/main" id="{97631F1E-644E-4662-B887-D44680294610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52" name="Google Shape;1116;p41">
                <a:extLst>
                  <a:ext uri="{FF2B5EF4-FFF2-40B4-BE49-F238E27FC236}">
                    <a16:creationId xmlns:a16="http://schemas.microsoft.com/office/drawing/2014/main" id="{7899A33B-3C8B-46D4-A3AB-E4BAF4C05631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53" name="Google Shape;1117;p41">
                <a:extLst>
                  <a:ext uri="{FF2B5EF4-FFF2-40B4-BE49-F238E27FC236}">
                    <a16:creationId xmlns:a16="http://schemas.microsoft.com/office/drawing/2014/main" id="{16C79E27-814C-44B4-BA14-E6076274F953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54" name="Google Shape;1118;p41">
                <a:extLst>
                  <a:ext uri="{FF2B5EF4-FFF2-40B4-BE49-F238E27FC236}">
                    <a16:creationId xmlns:a16="http://schemas.microsoft.com/office/drawing/2014/main" id="{C7E21612-01FA-48F3-967A-9A3692890E98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55" name="Google Shape;1119;p41">
                <a:extLst>
                  <a:ext uri="{FF2B5EF4-FFF2-40B4-BE49-F238E27FC236}">
                    <a16:creationId xmlns:a16="http://schemas.microsoft.com/office/drawing/2014/main" id="{E3894D98-40EB-4972-8CD1-0D863EB59947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56" name="Google Shape;1120;p41">
                <a:extLst>
                  <a:ext uri="{FF2B5EF4-FFF2-40B4-BE49-F238E27FC236}">
                    <a16:creationId xmlns:a16="http://schemas.microsoft.com/office/drawing/2014/main" id="{E3C9B1B5-3016-478C-BD56-8131F7FEB864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57" name="Google Shape;1121;p41">
                <a:extLst>
                  <a:ext uri="{FF2B5EF4-FFF2-40B4-BE49-F238E27FC236}">
                    <a16:creationId xmlns:a16="http://schemas.microsoft.com/office/drawing/2014/main" id="{167F9716-33A4-48DF-913D-90899EE6F7D1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58" name="Google Shape;1122;p41">
                <a:extLst>
                  <a:ext uri="{FF2B5EF4-FFF2-40B4-BE49-F238E27FC236}">
                    <a16:creationId xmlns:a16="http://schemas.microsoft.com/office/drawing/2014/main" id="{524DC66E-1B79-49C6-A489-CA3EAFF454E9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59" name="Google Shape;1123;p41">
                <a:extLst>
                  <a:ext uri="{FF2B5EF4-FFF2-40B4-BE49-F238E27FC236}">
                    <a16:creationId xmlns:a16="http://schemas.microsoft.com/office/drawing/2014/main" id="{8C81EFD0-D49A-4DA9-9791-1C5F225FFBDF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60" name="Google Shape;1124;p41">
                <a:extLst>
                  <a:ext uri="{FF2B5EF4-FFF2-40B4-BE49-F238E27FC236}">
                    <a16:creationId xmlns:a16="http://schemas.microsoft.com/office/drawing/2014/main" id="{1F6AA124-5B14-409D-8375-463E36420982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61" name="Google Shape;1125;p41">
                <a:extLst>
                  <a:ext uri="{FF2B5EF4-FFF2-40B4-BE49-F238E27FC236}">
                    <a16:creationId xmlns:a16="http://schemas.microsoft.com/office/drawing/2014/main" id="{6592474A-2FB1-4EC1-BD8A-F3141BD896B1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62" name="Google Shape;1126;p41">
                <a:extLst>
                  <a:ext uri="{FF2B5EF4-FFF2-40B4-BE49-F238E27FC236}">
                    <a16:creationId xmlns:a16="http://schemas.microsoft.com/office/drawing/2014/main" id="{BD96E1B6-BE83-45EB-B3CD-E59A0EA7B02C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63" name="Google Shape;1127;p41">
                <a:extLst>
                  <a:ext uri="{FF2B5EF4-FFF2-40B4-BE49-F238E27FC236}">
                    <a16:creationId xmlns:a16="http://schemas.microsoft.com/office/drawing/2014/main" id="{75854AEE-7203-4EE9-AFB6-8B5EA7B6DC6B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64" name="Google Shape;1128;p41">
                <a:extLst>
                  <a:ext uri="{FF2B5EF4-FFF2-40B4-BE49-F238E27FC236}">
                    <a16:creationId xmlns:a16="http://schemas.microsoft.com/office/drawing/2014/main" id="{77E420ED-AA5A-4F71-9D54-2D8A0B7123CB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65" name="Google Shape;1129;p41">
                <a:extLst>
                  <a:ext uri="{FF2B5EF4-FFF2-40B4-BE49-F238E27FC236}">
                    <a16:creationId xmlns:a16="http://schemas.microsoft.com/office/drawing/2014/main" id="{599E85D4-EB73-49D5-933F-74B69EE53B26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66" name="Google Shape;1130;p41">
                <a:extLst>
                  <a:ext uri="{FF2B5EF4-FFF2-40B4-BE49-F238E27FC236}">
                    <a16:creationId xmlns:a16="http://schemas.microsoft.com/office/drawing/2014/main" id="{97ECB966-C91D-4C50-B581-3CDA477A3B6A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67" name="Google Shape;1131;p41">
                <a:extLst>
                  <a:ext uri="{FF2B5EF4-FFF2-40B4-BE49-F238E27FC236}">
                    <a16:creationId xmlns:a16="http://schemas.microsoft.com/office/drawing/2014/main" id="{38C77932-172D-47A1-BAF1-0C54CBFFA316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68" name="Google Shape;1132;p41">
                <a:extLst>
                  <a:ext uri="{FF2B5EF4-FFF2-40B4-BE49-F238E27FC236}">
                    <a16:creationId xmlns:a16="http://schemas.microsoft.com/office/drawing/2014/main" id="{B284ED9F-335E-4B44-A5CA-A18CFE55E937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69" name="Google Shape;1133;p41">
                <a:extLst>
                  <a:ext uri="{FF2B5EF4-FFF2-40B4-BE49-F238E27FC236}">
                    <a16:creationId xmlns:a16="http://schemas.microsoft.com/office/drawing/2014/main" id="{1AB6204A-61BB-4886-9FA9-95394ED648BD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70" name="Google Shape;1134;p41">
                <a:extLst>
                  <a:ext uri="{FF2B5EF4-FFF2-40B4-BE49-F238E27FC236}">
                    <a16:creationId xmlns:a16="http://schemas.microsoft.com/office/drawing/2014/main" id="{FED1A563-828B-4BA6-891D-EFCED8944D62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71" name="Google Shape;1135;p41">
                <a:extLst>
                  <a:ext uri="{FF2B5EF4-FFF2-40B4-BE49-F238E27FC236}">
                    <a16:creationId xmlns:a16="http://schemas.microsoft.com/office/drawing/2014/main" id="{E154AD68-54DC-4728-A848-F533550D1E0D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72" name="Google Shape;1136;p41">
                <a:extLst>
                  <a:ext uri="{FF2B5EF4-FFF2-40B4-BE49-F238E27FC236}">
                    <a16:creationId xmlns:a16="http://schemas.microsoft.com/office/drawing/2014/main" id="{5697671C-10A6-4CE8-ADAC-A792ED8FF7E5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73" name="Google Shape;1137;p41">
                <a:extLst>
                  <a:ext uri="{FF2B5EF4-FFF2-40B4-BE49-F238E27FC236}">
                    <a16:creationId xmlns:a16="http://schemas.microsoft.com/office/drawing/2014/main" id="{0BBDAE15-1772-463D-B0CF-300098C0FFD5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74" name="Google Shape;1138;p41">
                <a:extLst>
                  <a:ext uri="{FF2B5EF4-FFF2-40B4-BE49-F238E27FC236}">
                    <a16:creationId xmlns:a16="http://schemas.microsoft.com/office/drawing/2014/main" id="{ED76568B-287E-4624-9AB7-014EA9FB2073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75" name="Google Shape;1139;p41">
                <a:extLst>
                  <a:ext uri="{FF2B5EF4-FFF2-40B4-BE49-F238E27FC236}">
                    <a16:creationId xmlns:a16="http://schemas.microsoft.com/office/drawing/2014/main" id="{540F50ED-F762-48B5-B555-542A993EC2B0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76" name="Google Shape;1140;p41">
                <a:extLst>
                  <a:ext uri="{FF2B5EF4-FFF2-40B4-BE49-F238E27FC236}">
                    <a16:creationId xmlns:a16="http://schemas.microsoft.com/office/drawing/2014/main" id="{C82BCE9F-E0C0-4718-B821-6DBE749ACBD3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77" name="Google Shape;1141;p41">
                <a:extLst>
                  <a:ext uri="{FF2B5EF4-FFF2-40B4-BE49-F238E27FC236}">
                    <a16:creationId xmlns:a16="http://schemas.microsoft.com/office/drawing/2014/main" id="{131584E5-4D90-4D71-9B03-2E5368D5D570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78" name="Google Shape;1142;p41">
                <a:extLst>
                  <a:ext uri="{FF2B5EF4-FFF2-40B4-BE49-F238E27FC236}">
                    <a16:creationId xmlns:a16="http://schemas.microsoft.com/office/drawing/2014/main" id="{CA6DD11E-5D53-45B9-AD59-DCE3E0D71B1E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79" name="Google Shape;1143;p41">
                <a:extLst>
                  <a:ext uri="{FF2B5EF4-FFF2-40B4-BE49-F238E27FC236}">
                    <a16:creationId xmlns:a16="http://schemas.microsoft.com/office/drawing/2014/main" id="{237EDEA1-059E-4C46-B54D-4A16FB63723D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80" name="Google Shape;1144;p41">
                <a:extLst>
                  <a:ext uri="{FF2B5EF4-FFF2-40B4-BE49-F238E27FC236}">
                    <a16:creationId xmlns:a16="http://schemas.microsoft.com/office/drawing/2014/main" id="{AE5B309B-AADF-4CBE-B542-53AFC5F0D8F5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81" name="Google Shape;1145;p41">
                <a:extLst>
                  <a:ext uri="{FF2B5EF4-FFF2-40B4-BE49-F238E27FC236}">
                    <a16:creationId xmlns:a16="http://schemas.microsoft.com/office/drawing/2014/main" id="{69EB0A6C-61E8-45D8-B3D5-8EDB491E9EC2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82" name="Google Shape;1146;p41">
                <a:extLst>
                  <a:ext uri="{FF2B5EF4-FFF2-40B4-BE49-F238E27FC236}">
                    <a16:creationId xmlns:a16="http://schemas.microsoft.com/office/drawing/2014/main" id="{59EADAC5-0EA9-47E6-8DF3-44598466FEEC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83" name="Google Shape;1147;p41">
                <a:extLst>
                  <a:ext uri="{FF2B5EF4-FFF2-40B4-BE49-F238E27FC236}">
                    <a16:creationId xmlns:a16="http://schemas.microsoft.com/office/drawing/2014/main" id="{552040FC-9B61-4C4B-8125-36ADBA278E77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84" name="Google Shape;1148;p41">
                <a:extLst>
                  <a:ext uri="{FF2B5EF4-FFF2-40B4-BE49-F238E27FC236}">
                    <a16:creationId xmlns:a16="http://schemas.microsoft.com/office/drawing/2014/main" id="{1D8395A6-AFB5-442A-8F7D-574E2DA88C09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85" name="Google Shape;1149;p41">
                <a:extLst>
                  <a:ext uri="{FF2B5EF4-FFF2-40B4-BE49-F238E27FC236}">
                    <a16:creationId xmlns:a16="http://schemas.microsoft.com/office/drawing/2014/main" id="{6A28392A-8AA2-4875-8A31-D4322EE30D10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86" name="Google Shape;1150;p41">
                <a:extLst>
                  <a:ext uri="{FF2B5EF4-FFF2-40B4-BE49-F238E27FC236}">
                    <a16:creationId xmlns:a16="http://schemas.microsoft.com/office/drawing/2014/main" id="{4514F7DD-9A0A-4CD3-82BE-C5213E1D872B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87" name="Google Shape;1151;p41">
                <a:extLst>
                  <a:ext uri="{FF2B5EF4-FFF2-40B4-BE49-F238E27FC236}">
                    <a16:creationId xmlns:a16="http://schemas.microsoft.com/office/drawing/2014/main" id="{0E173DE7-A0C3-4219-9DF4-1D2584D67658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88" name="Google Shape;1152;p41">
                <a:extLst>
                  <a:ext uri="{FF2B5EF4-FFF2-40B4-BE49-F238E27FC236}">
                    <a16:creationId xmlns:a16="http://schemas.microsoft.com/office/drawing/2014/main" id="{FD588694-943A-4A28-99AB-6C6A9FD4D1C1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89" name="Google Shape;1153;p41">
                <a:extLst>
                  <a:ext uri="{FF2B5EF4-FFF2-40B4-BE49-F238E27FC236}">
                    <a16:creationId xmlns:a16="http://schemas.microsoft.com/office/drawing/2014/main" id="{6959F1BD-4582-4E48-823F-BCF863405495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90" name="Google Shape;1154;p41">
                <a:extLst>
                  <a:ext uri="{FF2B5EF4-FFF2-40B4-BE49-F238E27FC236}">
                    <a16:creationId xmlns:a16="http://schemas.microsoft.com/office/drawing/2014/main" id="{FFDDD17A-1571-416A-9CD9-0EE2FB334A48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91" name="Google Shape;1155;p41">
                <a:extLst>
                  <a:ext uri="{FF2B5EF4-FFF2-40B4-BE49-F238E27FC236}">
                    <a16:creationId xmlns:a16="http://schemas.microsoft.com/office/drawing/2014/main" id="{55016B09-9EAE-4B8B-93ED-A788A2B47904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92" name="Google Shape;1156;p41">
                <a:extLst>
                  <a:ext uri="{FF2B5EF4-FFF2-40B4-BE49-F238E27FC236}">
                    <a16:creationId xmlns:a16="http://schemas.microsoft.com/office/drawing/2014/main" id="{1F25DBF7-BAA3-4703-885A-BCB2791D133B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93" name="Google Shape;1157;p41">
                <a:extLst>
                  <a:ext uri="{FF2B5EF4-FFF2-40B4-BE49-F238E27FC236}">
                    <a16:creationId xmlns:a16="http://schemas.microsoft.com/office/drawing/2014/main" id="{E89FC1C0-93D4-4EAD-A684-03B5F5653086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94" name="Google Shape;1158;p41">
                <a:extLst>
                  <a:ext uri="{FF2B5EF4-FFF2-40B4-BE49-F238E27FC236}">
                    <a16:creationId xmlns:a16="http://schemas.microsoft.com/office/drawing/2014/main" id="{38BAE11C-9B9F-4A44-9BE3-808FCD16BB10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95" name="Google Shape;1159;p41">
                <a:extLst>
                  <a:ext uri="{FF2B5EF4-FFF2-40B4-BE49-F238E27FC236}">
                    <a16:creationId xmlns:a16="http://schemas.microsoft.com/office/drawing/2014/main" id="{598B60AD-BDF9-4370-817A-093BEE1A6466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96" name="Google Shape;1160;p41">
                <a:extLst>
                  <a:ext uri="{FF2B5EF4-FFF2-40B4-BE49-F238E27FC236}">
                    <a16:creationId xmlns:a16="http://schemas.microsoft.com/office/drawing/2014/main" id="{182A5012-E3FF-413D-B230-458B1D37B798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97" name="Google Shape;1161;p41">
                <a:extLst>
                  <a:ext uri="{FF2B5EF4-FFF2-40B4-BE49-F238E27FC236}">
                    <a16:creationId xmlns:a16="http://schemas.microsoft.com/office/drawing/2014/main" id="{48F347C7-D745-4BC1-B426-08949F5E28DA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98" name="Google Shape;1162;p41">
                <a:extLst>
                  <a:ext uri="{FF2B5EF4-FFF2-40B4-BE49-F238E27FC236}">
                    <a16:creationId xmlns:a16="http://schemas.microsoft.com/office/drawing/2014/main" id="{1C4F9EEC-3B4E-4273-ADEE-0EFC8AD4FC69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399" name="Google Shape;1163;p41">
                <a:extLst>
                  <a:ext uri="{FF2B5EF4-FFF2-40B4-BE49-F238E27FC236}">
                    <a16:creationId xmlns:a16="http://schemas.microsoft.com/office/drawing/2014/main" id="{6E5372F4-8CC2-48FA-8CB6-D778ABBB298E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00" name="Google Shape;1164;p41">
                <a:extLst>
                  <a:ext uri="{FF2B5EF4-FFF2-40B4-BE49-F238E27FC236}">
                    <a16:creationId xmlns:a16="http://schemas.microsoft.com/office/drawing/2014/main" id="{65DD1E05-FACB-454E-9BF5-45919C01DDBB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01" name="Google Shape;1165;p41">
                <a:extLst>
                  <a:ext uri="{FF2B5EF4-FFF2-40B4-BE49-F238E27FC236}">
                    <a16:creationId xmlns:a16="http://schemas.microsoft.com/office/drawing/2014/main" id="{3148C420-9425-442E-A623-A3D56650D8C0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02" name="Google Shape;1166;p41">
                <a:extLst>
                  <a:ext uri="{FF2B5EF4-FFF2-40B4-BE49-F238E27FC236}">
                    <a16:creationId xmlns:a16="http://schemas.microsoft.com/office/drawing/2014/main" id="{5BF24764-414A-4908-AD82-AABAA1785250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03" name="Google Shape;1167;p41">
                <a:extLst>
                  <a:ext uri="{FF2B5EF4-FFF2-40B4-BE49-F238E27FC236}">
                    <a16:creationId xmlns:a16="http://schemas.microsoft.com/office/drawing/2014/main" id="{A2F97040-8F84-4743-9A22-E24417A7C4ED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04" name="Google Shape;1168;p41">
                <a:extLst>
                  <a:ext uri="{FF2B5EF4-FFF2-40B4-BE49-F238E27FC236}">
                    <a16:creationId xmlns:a16="http://schemas.microsoft.com/office/drawing/2014/main" id="{DECF58FC-F251-4674-ACFB-E8DCDC22E8D4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05" name="Google Shape;1169;p41">
                <a:extLst>
                  <a:ext uri="{FF2B5EF4-FFF2-40B4-BE49-F238E27FC236}">
                    <a16:creationId xmlns:a16="http://schemas.microsoft.com/office/drawing/2014/main" id="{189566AF-FCE9-40B2-93B6-179F97B3E777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06" name="Google Shape;1170;p41">
                <a:extLst>
                  <a:ext uri="{FF2B5EF4-FFF2-40B4-BE49-F238E27FC236}">
                    <a16:creationId xmlns:a16="http://schemas.microsoft.com/office/drawing/2014/main" id="{CC50205E-5E92-4551-B733-D4BB3630424F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07" name="Google Shape;1171;p41">
                <a:extLst>
                  <a:ext uri="{FF2B5EF4-FFF2-40B4-BE49-F238E27FC236}">
                    <a16:creationId xmlns:a16="http://schemas.microsoft.com/office/drawing/2014/main" id="{84756DC0-EC91-438A-AABA-9EACF15236EB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08" name="Google Shape;1172;p41">
                <a:extLst>
                  <a:ext uri="{FF2B5EF4-FFF2-40B4-BE49-F238E27FC236}">
                    <a16:creationId xmlns:a16="http://schemas.microsoft.com/office/drawing/2014/main" id="{ACA71590-4C30-4947-B6F2-E52A20CD81C2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09" name="Google Shape;1173;p41">
                <a:extLst>
                  <a:ext uri="{FF2B5EF4-FFF2-40B4-BE49-F238E27FC236}">
                    <a16:creationId xmlns:a16="http://schemas.microsoft.com/office/drawing/2014/main" id="{D7A92D01-38C1-4081-A675-047AAD905DFE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10" name="Google Shape;1174;p41">
                <a:extLst>
                  <a:ext uri="{FF2B5EF4-FFF2-40B4-BE49-F238E27FC236}">
                    <a16:creationId xmlns:a16="http://schemas.microsoft.com/office/drawing/2014/main" id="{087A96F8-4DDA-4FD4-B5A2-8D6B699BBE02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11" name="Google Shape;1175;p41">
                <a:extLst>
                  <a:ext uri="{FF2B5EF4-FFF2-40B4-BE49-F238E27FC236}">
                    <a16:creationId xmlns:a16="http://schemas.microsoft.com/office/drawing/2014/main" id="{A200B574-F67E-49AD-B1BA-128D5E640441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12" name="Google Shape;1176;p41">
                <a:extLst>
                  <a:ext uri="{FF2B5EF4-FFF2-40B4-BE49-F238E27FC236}">
                    <a16:creationId xmlns:a16="http://schemas.microsoft.com/office/drawing/2014/main" id="{5D7A79A3-B911-43C8-B9A3-1B415FE38ADF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13" name="Google Shape;1177;p41">
                <a:extLst>
                  <a:ext uri="{FF2B5EF4-FFF2-40B4-BE49-F238E27FC236}">
                    <a16:creationId xmlns:a16="http://schemas.microsoft.com/office/drawing/2014/main" id="{AFBFE11F-38C8-4D11-88E9-410322545A95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14" name="Google Shape;1178;p41">
                <a:extLst>
                  <a:ext uri="{FF2B5EF4-FFF2-40B4-BE49-F238E27FC236}">
                    <a16:creationId xmlns:a16="http://schemas.microsoft.com/office/drawing/2014/main" id="{596356B6-E1B9-4EFD-9CF3-92D1E15149C9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15" name="Google Shape;1179;p41">
                <a:extLst>
                  <a:ext uri="{FF2B5EF4-FFF2-40B4-BE49-F238E27FC236}">
                    <a16:creationId xmlns:a16="http://schemas.microsoft.com/office/drawing/2014/main" id="{547C7143-7FFC-41EB-B6FC-BBFC6521227A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16" name="Google Shape;1180;p41">
                <a:extLst>
                  <a:ext uri="{FF2B5EF4-FFF2-40B4-BE49-F238E27FC236}">
                    <a16:creationId xmlns:a16="http://schemas.microsoft.com/office/drawing/2014/main" id="{BB73A828-317B-4737-A970-032E4D324888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17" name="Google Shape;1181;p41">
                <a:extLst>
                  <a:ext uri="{FF2B5EF4-FFF2-40B4-BE49-F238E27FC236}">
                    <a16:creationId xmlns:a16="http://schemas.microsoft.com/office/drawing/2014/main" id="{DF1AD7DB-4805-43D9-B476-A247ECB37914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18" name="Google Shape;1182;p41">
                <a:extLst>
                  <a:ext uri="{FF2B5EF4-FFF2-40B4-BE49-F238E27FC236}">
                    <a16:creationId xmlns:a16="http://schemas.microsoft.com/office/drawing/2014/main" id="{040E8F13-20F9-4A28-A0FD-19D6051797EA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19" name="Google Shape;1183;p41">
                <a:extLst>
                  <a:ext uri="{FF2B5EF4-FFF2-40B4-BE49-F238E27FC236}">
                    <a16:creationId xmlns:a16="http://schemas.microsoft.com/office/drawing/2014/main" id="{16F47761-EF16-4160-98CC-011679F0D938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20" name="Google Shape;1184;p41">
                <a:extLst>
                  <a:ext uri="{FF2B5EF4-FFF2-40B4-BE49-F238E27FC236}">
                    <a16:creationId xmlns:a16="http://schemas.microsoft.com/office/drawing/2014/main" id="{59867D8F-6790-4B4A-A5D9-84ADD924CD50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21" name="Google Shape;1185;p41">
                <a:extLst>
                  <a:ext uri="{FF2B5EF4-FFF2-40B4-BE49-F238E27FC236}">
                    <a16:creationId xmlns:a16="http://schemas.microsoft.com/office/drawing/2014/main" id="{7F5D1693-3844-4881-96C2-7A26A5AA91EC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22" name="Google Shape;1186;p41">
                <a:extLst>
                  <a:ext uri="{FF2B5EF4-FFF2-40B4-BE49-F238E27FC236}">
                    <a16:creationId xmlns:a16="http://schemas.microsoft.com/office/drawing/2014/main" id="{ED552E42-19DF-4EFC-BCB7-FDEBFE3C1680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23" name="Google Shape;1187;p41">
                <a:extLst>
                  <a:ext uri="{FF2B5EF4-FFF2-40B4-BE49-F238E27FC236}">
                    <a16:creationId xmlns:a16="http://schemas.microsoft.com/office/drawing/2014/main" id="{E9917E92-E335-4E31-862C-C2AD3201319B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24" name="Google Shape;1188;p41">
                <a:extLst>
                  <a:ext uri="{FF2B5EF4-FFF2-40B4-BE49-F238E27FC236}">
                    <a16:creationId xmlns:a16="http://schemas.microsoft.com/office/drawing/2014/main" id="{CF22441E-6067-41B7-A937-E1F1E52677E1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25" name="Google Shape;1189;p41">
                <a:extLst>
                  <a:ext uri="{FF2B5EF4-FFF2-40B4-BE49-F238E27FC236}">
                    <a16:creationId xmlns:a16="http://schemas.microsoft.com/office/drawing/2014/main" id="{6164F50F-B0CE-4052-80F0-1AC8C575A9B6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26" name="Google Shape;1190;p41">
                <a:extLst>
                  <a:ext uri="{FF2B5EF4-FFF2-40B4-BE49-F238E27FC236}">
                    <a16:creationId xmlns:a16="http://schemas.microsoft.com/office/drawing/2014/main" id="{9E8F1991-CA8B-4C13-94C9-835518B5BA3A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27" name="Google Shape;1191;p41">
                <a:extLst>
                  <a:ext uri="{FF2B5EF4-FFF2-40B4-BE49-F238E27FC236}">
                    <a16:creationId xmlns:a16="http://schemas.microsoft.com/office/drawing/2014/main" id="{6C3B0042-8F45-4F79-B0A2-C105F40D808F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28" name="Google Shape;1192;p41">
                <a:extLst>
                  <a:ext uri="{FF2B5EF4-FFF2-40B4-BE49-F238E27FC236}">
                    <a16:creationId xmlns:a16="http://schemas.microsoft.com/office/drawing/2014/main" id="{6A2F5692-BABB-4285-9401-B7109E1936A4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29" name="Google Shape;1193;p41">
                <a:extLst>
                  <a:ext uri="{FF2B5EF4-FFF2-40B4-BE49-F238E27FC236}">
                    <a16:creationId xmlns:a16="http://schemas.microsoft.com/office/drawing/2014/main" id="{9486422C-4A82-4B5C-A365-71B0DB9FD6E5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30" name="Google Shape;1194;p41">
                <a:extLst>
                  <a:ext uri="{FF2B5EF4-FFF2-40B4-BE49-F238E27FC236}">
                    <a16:creationId xmlns:a16="http://schemas.microsoft.com/office/drawing/2014/main" id="{664C0C87-35A7-4BDF-8314-0CABCD54739A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31" name="Google Shape;1195;p41">
                <a:extLst>
                  <a:ext uri="{FF2B5EF4-FFF2-40B4-BE49-F238E27FC236}">
                    <a16:creationId xmlns:a16="http://schemas.microsoft.com/office/drawing/2014/main" id="{5DA1139C-6FB0-4BC5-AA81-708D5D09FC93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32" name="Google Shape;1196;p41">
                <a:extLst>
                  <a:ext uri="{FF2B5EF4-FFF2-40B4-BE49-F238E27FC236}">
                    <a16:creationId xmlns:a16="http://schemas.microsoft.com/office/drawing/2014/main" id="{EFFBE56E-6E3F-4AA2-BEB8-64172A5C7BBD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33" name="Google Shape;1197;p41">
                <a:extLst>
                  <a:ext uri="{FF2B5EF4-FFF2-40B4-BE49-F238E27FC236}">
                    <a16:creationId xmlns:a16="http://schemas.microsoft.com/office/drawing/2014/main" id="{5F677BBF-390A-4CD3-AFCE-212DA0C31CB6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34" name="Google Shape;1198;p41">
                <a:extLst>
                  <a:ext uri="{FF2B5EF4-FFF2-40B4-BE49-F238E27FC236}">
                    <a16:creationId xmlns:a16="http://schemas.microsoft.com/office/drawing/2014/main" id="{E090BDFF-04F0-479E-9E2B-1DAB8A2A5761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35" name="Google Shape;1199;p41">
                <a:extLst>
                  <a:ext uri="{FF2B5EF4-FFF2-40B4-BE49-F238E27FC236}">
                    <a16:creationId xmlns:a16="http://schemas.microsoft.com/office/drawing/2014/main" id="{6D4FF92F-71DD-42B2-B5DD-09A70122E378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36" name="Google Shape;1200;p41">
                <a:extLst>
                  <a:ext uri="{FF2B5EF4-FFF2-40B4-BE49-F238E27FC236}">
                    <a16:creationId xmlns:a16="http://schemas.microsoft.com/office/drawing/2014/main" id="{D479D839-C514-4D7E-AE50-8D1F2D71FF56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37" name="Google Shape;1201;p41">
                <a:extLst>
                  <a:ext uri="{FF2B5EF4-FFF2-40B4-BE49-F238E27FC236}">
                    <a16:creationId xmlns:a16="http://schemas.microsoft.com/office/drawing/2014/main" id="{06E78DC0-8F36-4220-BFFB-C91499B8802F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38" name="Google Shape;1202;p41">
                <a:extLst>
                  <a:ext uri="{FF2B5EF4-FFF2-40B4-BE49-F238E27FC236}">
                    <a16:creationId xmlns:a16="http://schemas.microsoft.com/office/drawing/2014/main" id="{85694DF2-1DB9-41A4-8D9E-BA25CF24E20E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39" name="Google Shape;1203;p41">
                <a:extLst>
                  <a:ext uri="{FF2B5EF4-FFF2-40B4-BE49-F238E27FC236}">
                    <a16:creationId xmlns:a16="http://schemas.microsoft.com/office/drawing/2014/main" id="{702005A2-709D-437D-A3A1-BDDD5EABC89C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40" name="Google Shape;1204;p41">
                <a:extLst>
                  <a:ext uri="{FF2B5EF4-FFF2-40B4-BE49-F238E27FC236}">
                    <a16:creationId xmlns:a16="http://schemas.microsoft.com/office/drawing/2014/main" id="{618779ED-CE15-4A21-A26E-A1FB421D1030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41" name="Google Shape;1205;p41">
                <a:extLst>
                  <a:ext uri="{FF2B5EF4-FFF2-40B4-BE49-F238E27FC236}">
                    <a16:creationId xmlns:a16="http://schemas.microsoft.com/office/drawing/2014/main" id="{F2DB6E7E-1451-411B-B8F1-692939BEA20F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42" name="Google Shape;1206;p41">
                <a:extLst>
                  <a:ext uri="{FF2B5EF4-FFF2-40B4-BE49-F238E27FC236}">
                    <a16:creationId xmlns:a16="http://schemas.microsoft.com/office/drawing/2014/main" id="{B5EFEC98-36C6-45D1-8F55-57DD2650FF94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43" name="Google Shape;1207;p41">
                <a:extLst>
                  <a:ext uri="{FF2B5EF4-FFF2-40B4-BE49-F238E27FC236}">
                    <a16:creationId xmlns:a16="http://schemas.microsoft.com/office/drawing/2014/main" id="{365192CC-8038-458C-AC47-3810D5DAE16E}"/>
                  </a:ext>
                </a:extLst>
              </p:cNvPr>
              <p:cNvSpPr/>
              <p:nvPr/>
            </p:nvSpPr>
            <p:spPr>
              <a:xfrm>
                <a:off x="2012133" y="3505731"/>
                <a:ext cx="330593" cy="18982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1784" extrusionOk="0">
                    <a:moveTo>
                      <a:pt x="2745" y="1"/>
                    </a:moveTo>
                    <a:cubicBezTo>
                      <a:pt x="2711" y="1"/>
                      <a:pt x="2677" y="8"/>
                      <a:pt x="2652" y="23"/>
                    </a:cubicBezTo>
                    <a:lnTo>
                      <a:pt x="51" y="1525"/>
                    </a:lnTo>
                    <a:cubicBezTo>
                      <a:pt x="1" y="1553"/>
                      <a:pt x="1" y="1605"/>
                      <a:pt x="51" y="1632"/>
                    </a:cubicBezTo>
                    <a:lnTo>
                      <a:pt x="273" y="1761"/>
                    </a:lnTo>
                    <a:cubicBezTo>
                      <a:pt x="298" y="1776"/>
                      <a:pt x="331" y="1783"/>
                      <a:pt x="364" y="1783"/>
                    </a:cubicBezTo>
                    <a:cubicBezTo>
                      <a:pt x="397" y="1783"/>
                      <a:pt x="431" y="1776"/>
                      <a:pt x="460" y="1761"/>
                    </a:cubicBezTo>
                    <a:lnTo>
                      <a:pt x="3054" y="259"/>
                    </a:lnTo>
                    <a:cubicBezTo>
                      <a:pt x="3106" y="231"/>
                      <a:pt x="3106" y="181"/>
                      <a:pt x="3054" y="152"/>
                    </a:cubicBezTo>
                    <a:lnTo>
                      <a:pt x="2839" y="23"/>
                    </a:lnTo>
                    <a:cubicBezTo>
                      <a:pt x="2814" y="8"/>
                      <a:pt x="2780" y="1"/>
                      <a:pt x="27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44" name="Google Shape;1208;p41">
                <a:extLst>
                  <a:ext uri="{FF2B5EF4-FFF2-40B4-BE49-F238E27FC236}">
                    <a16:creationId xmlns:a16="http://schemas.microsoft.com/office/drawing/2014/main" id="{C30A830A-B3D0-4BA4-ABC9-0563176CD839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45" name="Google Shape;1209;p41">
                <a:extLst>
                  <a:ext uri="{FF2B5EF4-FFF2-40B4-BE49-F238E27FC236}">
                    <a16:creationId xmlns:a16="http://schemas.microsoft.com/office/drawing/2014/main" id="{E33714D2-1D5A-4057-92EF-4C557D1E4BA0}"/>
                  </a:ext>
                </a:extLst>
              </p:cNvPr>
              <p:cNvSpPr/>
              <p:nvPr/>
            </p:nvSpPr>
            <p:spPr>
              <a:xfrm>
                <a:off x="2044267" y="3518606"/>
                <a:ext cx="526905" cy="272603"/>
              </a:xfrm>
              <a:custGeom>
                <a:avLst/>
                <a:gdLst/>
                <a:ahLst/>
                <a:cxnLst/>
                <a:rect l="l" t="t" r="r" b="b"/>
                <a:pathLst>
                  <a:path w="4952" h="2562" extrusionOk="0">
                    <a:moveTo>
                      <a:pt x="3332" y="0"/>
                    </a:moveTo>
                    <a:cubicBezTo>
                      <a:pt x="3306" y="0"/>
                      <a:pt x="3281" y="6"/>
                      <a:pt x="3263" y="17"/>
                    </a:cubicBezTo>
                    <a:lnTo>
                      <a:pt x="44" y="1879"/>
                    </a:lnTo>
                    <a:cubicBezTo>
                      <a:pt x="1" y="1899"/>
                      <a:pt x="1" y="1935"/>
                      <a:pt x="35" y="1958"/>
                    </a:cubicBezTo>
                    <a:lnTo>
                      <a:pt x="1079" y="2562"/>
                    </a:lnTo>
                    <a:lnTo>
                      <a:pt x="2882" y="1518"/>
                    </a:lnTo>
                    <a:lnTo>
                      <a:pt x="3422" y="1835"/>
                    </a:lnTo>
                    <a:lnTo>
                      <a:pt x="4909" y="980"/>
                    </a:lnTo>
                    <a:cubicBezTo>
                      <a:pt x="4952" y="950"/>
                      <a:pt x="4952" y="914"/>
                      <a:pt x="4909" y="894"/>
                    </a:cubicBezTo>
                    <a:lnTo>
                      <a:pt x="3399" y="17"/>
                    </a:lnTo>
                    <a:cubicBezTo>
                      <a:pt x="3382" y="6"/>
                      <a:pt x="3357" y="0"/>
                      <a:pt x="33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46" name="Google Shape;1210;p41">
                <a:extLst>
                  <a:ext uri="{FF2B5EF4-FFF2-40B4-BE49-F238E27FC236}">
                    <a16:creationId xmlns:a16="http://schemas.microsoft.com/office/drawing/2014/main" id="{A31A4998-3394-4A67-A2C6-5597D7BA6568}"/>
                  </a:ext>
                </a:extLst>
              </p:cNvPr>
              <p:cNvSpPr/>
              <p:nvPr/>
            </p:nvSpPr>
            <p:spPr>
              <a:xfrm>
                <a:off x="2158970" y="3680126"/>
                <a:ext cx="249407" cy="141728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1332" extrusionOk="0">
                    <a:moveTo>
                      <a:pt x="1804" y="0"/>
                    </a:moveTo>
                    <a:lnTo>
                      <a:pt x="1" y="1044"/>
                    </a:lnTo>
                    <a:lnTo>
                      <a:pt x="475" y="1316"/>
                    </a:lnTo>
                    <a:cubicBezTo>
                      <a:pt x="493" y="1327"/>
                      <a:pt x="518" y="1332"/>
                      <a:pt x="543" y="1332"/>
                    </a:cubicBezTo>
                    <a:cubicBezTo>
                      <a:pt x="568" y="1332"/>
                      <a:pt x="593" y="1327"/>
                      <a:pt x="612" y="1316"/>
                    </a:cubicBezTo>
                    <a:lnTo>
                      <a:pt x="2344" y="317"/>
                    </a:lnTo>
                    <a:lnTo>
                      <a:pt x="180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47" name="Google Shape;1211;p41">
                <a:extLst>
                  <a:ext uri="{FF2B5EF4-FFF2-40B4-BE49-F238E27FC236}">
                    <a16:creationId xmlns:a16="http://schemas.microsoft.com/office/drawing/2014/main" id="{39C11A5E-B2C5-4CDD-A07C-F33D0A95D29F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48" name="Google Shape;1212;p41">
                <a:extLst>
                  <a:ext uri="{FF2B5EF4-FFF2-40B4-BE49-F238E27FC236}">
                    <a16:creationId xmlns:a16="http://schemas.microsoft.com/office/drawing/2014/main" id="{47945195-4A1E-4813-9E6C-1AFB69010978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49" name="Google Shape;1213;p41">
                <a:extLst>
                  <a:ext uri="{FF2B5EF4-FFF2-40B4-BE49-F238E27FC236}">
                    <a16:creationId xmlns:a16="http://schemas.microsoft.com/office/drawing/2014/main" id="{F1866F36-0F3A-40BA-8AD8-C6B8726CB7C8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50" name="Google Shape;1214;p41">
                <a:extLst>
                  <a:ext uri="{FF2B5EF4-FFF2-40B4-BE49-F238E27FC236}">
                    <a16:creationId xmlns:a16="http://schemas.microsoft.com/office/drawing/2014/main" id="{FE98ADDE-CA42-44CB-B2A6-49541A9C7F8B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51" name="Google Shape;1215;p41">
                <a:extLst>
                  <a:ext uri="{FF2B5EF4-FFF2-40B4-BE49-F238E27FC236}">
                    <a16:creationId xmlns:a16="http://schemas.microsoft.com/office/drawing/2014/main" id="{5AB3A7BC-2C63-42FC-A4C5-48F3FAA76CD4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52" name="Google Shape;1216;p41">
                <a:extLst>
                  <a:ext uri="{FF2B5EF4-FFF2-40B4-BE49-F238E27FC236}">
                    <a16:creationId xmlns:a16="http://schemas.microsoft.com/office/drawing/2014/main" id="{58C58569-AAC6-4D0E-B749-72D1B7D9FEAF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53" name="Google Shape;1217;p41">
                <a:extLst>
                  <a:ext uri="{FF2B5EF4-FFF2-40B4-BE49-F238E27FC236}">
                    <a16:creationId xmlns:a16="http://schemas.microsoft.com/office/drawing/2014/main" id="{1ECC5311-62A7-404A-B7DF-1E000AEE2BE6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54" name="Google Shape;1218;p41">
                <a:extLst>
                  <a:ext uri="{FF2B5EF4-FFF2-40B4-BE49-F238E27FC236}">
                    <a16:creationId xmlns:a16="http://schemas.microsoft.com/office/drawing/2014/main" id="{3B95780F-4F43-4DB8-9092-C51D7E67F685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55" name="Google Shape;1219;p41">
                <a:extLst>
                  <a:ext uri="{FF2B5EF4-FFF2-40B4-BE49-F238E27FC236}">
                    <a16:creationId xmlns:a16="http://schemas.microsoft.com/office/drawing/2014/main" id="{BF86CE50-3078-4E9F-9556-CB67BD26F3B0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56" name="Google Shape;1220;p41">
                <a:extLst>
                  <a:ext uri="{FF2B5EF4-FFF2-40B4-BE49-F238E27FC236}">
                    <a16:creationId xmlns:a16="http://schemas.microsoft.com/office/drawing/2014/main" id="{F5A4ED06-6DED-4AA6-BAD2-EA86B2771C57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57" name="Google Shape;1221;p41">
                <a:extLst>
                  <a:ext uri="{FF2B5EF4-FFF2-40B4-BE49-F238E27FC236}">
                    <a16:creationId xmlns:a16="http://schemas.microsoft.com/office/drawing/2014/main" id="{298D7C30-E913-47C5-8754-7C972D81F80C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58" name="Google Shape;1222;p41">
                <a:extLst>
                  <a:ext uri="{FF2B5EF4-FFF2-40B4-BE49-F238E27FC236}">
                    <a16:creationId xmlns:a16="http://schemas.microsoft.com/office/drawing/2014/main" id="{6119078E-B8EA-44B4-9DB9-B38B4FC39A85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59" name="Google Shape;1223;p41">
                <a:extLst>
                  <a:ext uri="{FF2B5EF4-FFF2-40B4-BE49-F238E27FC236}">
                    <a16:creationId xmlns:a16="http://schemas.microsoft.com/office/drawing/2014/main" id="{DEA67483-FA28-4501-9A0E-D0CCF3C260E6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60" name="Google Shape;1224;p41">
                <a:extLst>
                  <a:ext uri="{FF2B5EF4-FFF2-40B4-BE49-F238E27FC236}">
                    <a16:creationId xmlns:a16="http://schemas.microsoft.com/office/drawing/2014/main" id="{1898EFC6-827D-47B6-9AA2-99EDC9BD82A1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61" name="Google Shape;1225;p41">
                <a:extLst>
                  <a:ext uri="{FF2B5EF4-FFF2-40B4-BE49-F238E27FC236}">
                    <a16:creationId xmlns:a16="http://schemas.microsoft.com/office/drawing/2014/main" id="{0CAF4C07-5540-4156-8C43-A012F670C5A7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62" name="Google Shape;1226;p41">
                <a:extLst>
                  <a:ext uri="{FF2B5EF4-FFF2-40B4-BE49-F238E27FC236}">
                    <a16:creationId xmlns:a16="http://schemas.microsoft.com/office/drawing/2014/main" id="{1F764C95-EE2B-4A0E-8B9B-09CF61F7BFC4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63" name="Google Shape;1227;p41">
                <a:extLst>
                  <a:ext uri="{FF2B5EF4-FFF2-40B4-BE49-F238E27FC236}">
                    <a16:creationId xmlns:a16="http://schemas.microsoft.com/office/drawing/2014/main" id="{9B5A1622-4488-4A91-A13F-756787BED761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64" name="Google Shape;1228;p41">
                <a:extLst>
                  <a:ext uri="{FF2B5EF4-FFF2-40B4-BE49-F238E27FC236}">
                    <a16:creationId xmlns:a16="http://schemas.microsoft.com/office/drawing/2014/main" id="{01EEB2E6-55B8-48BB-ACA7-814BB4356321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65" name="Google Shape;1229;p41">
                <a:extLst>
                  <a:ext uri="{FF2B5EF4-FFF2-40B4-BE49-F238E27FC236}">
                    <a16:creationId xmlns:a16="http://schemas.microsoft.com/office/drawing/2014/main" id="{2E6631D3-43D8-4F63-AC6E-1F0A212DFE6E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66" name="Google Shape;1230;p41">
                <a:extLst>
                  <a:ext uri="{FF2B5EF4-FFF2-40B4-BE49-F238E27FC236}">
                    <a16:creationId xmlns:a16="http://schemas.microsoft.com/office/drawing/2014/main" id="{8D62E947-C643-43C3-8D7E-B5192B93B2D3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67" name="Google Shape;1231;p41">
                <a:extLst>
                  <a:ext uri="{FF2B5EF4-FFF2-40B4-BE49-F238E27FC236}">
                    <a16:creationId xmlns:a16="http://schemas.microsoft.com/office/drawing/2014/main" id="{5BD75B97-BCF5-44CA-B76A-2F1A0BE668F3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68" name="Google Shape;1232;p41">
                <a:extLst>
                  <a:ext uri="{FF2B5EF4-FFF2-40B4-BE49-F238E27FC236}">
                    <a16:creationId xmlns:a16="http://schemas.microsoft.com/office/drawing/2014/main" id="{3AD70D0B-6117-47CE-8C13-CC8A6C899CCC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69" name="Google Shape;1233;p41">
                <a:extLst>
                  <a:ext uri="{FF2B5EF4-FFF2-40B4-BE49-F238E27FC236}">
                    <a16:creationId xmlns:a16="http://schemas.microsoft.com/office/drawing/2014/main" id="{6A8FCE77-9F1C-4267-895B-A39774E7FF06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70" name="Google Shape;1234;p41">
                <a:extLst>
                  <a:ext uri="{FF2B5EF4-FFF2-40B4-BE49-F238E27FC236}">
                    <a16:creationId xmlns:a16="http://schemas.microsoft.com/office/drawing/2014/main" id="{CBED6D7E-F5D0-4623-8D33-39BF7A75EA96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71" name="Google Shape;1235;p41">
                <a:extLst>
                  <a:ext uri="{FF2B5EF4-FFF2-40B4-BE49-F238E27FC236}">
                    <a16:creationId xmlns:a16="http://schemas.microsoft.com/office/drawing/2014/main" id="{B84146A9-1CFB-47D5-94BC-B531E6EC1AFE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72" name="Google Shape;1236;p41">
                <a:extLst>
                  <a:ext uri="{FF2B5EF4-FFF2-40B4-BE49-F238E27FC236}">
                    <a16:creationId xmlns:a16="http://schemas.microsoft.com/office/drawing/2014/main" id="{5CD8CCBF-8FED-4987-8B91-AEC893EF3568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73" name="Google Shape;1237;p41">
                <a:extLst>
                  <a:ext uri="{FF2B5EF4-FFF2-40B4-BE49-F238E27FC236}">
                    <a16:creationId xmlns:a16="http://schemas.microsoft.com/office/drawing/2014/main" id="{5EF332EB-9C1A-47F3-BDF3-66E1E5E70E5A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74" name="Google Shape;1238;p41">
                <a:extLst>
                  <a:ext uri="{FF2B5EF4-FFF2-40B4-BE49-F238E27FC236}">
                    <a16:creationId xmlns:a16="http://schemas.microsoft.com/office/drawing/2014/main" id="{67D936A2-342A-4CD7-9613-9CF0EADD8245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75" name="Google Shape;1239;p41">
                <a:extLst>
                  <a:ext uri="{FF2B5EF4-FFF2-40B4-BE49-F238E27FC236}">
                    <a16:creationId xmlns:a16="http://schemas.microsoft.com/office/drawing/2014/main" id="{D3691B73-C0A3-497C-B44D-8B87ABF61A37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76" name="Google Shape;1240;p41">
                <a:extLst>
                  <a:ext uri="{FF2B5EF4-FFF2-40B4-BE49-F238E27FC236}">
                    <a16:creationId xmlns:a16="http://schemas.microsoft.com/office/drawing/2014/main" id="{AAB6C7CC-923E-4D33-8A6E-A7D051889CBE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77" name="Google Shape;1241;p41">
                <a:extLst>
                  <a:ext uri="{FF2B5EF4-FFF2-40B4-BE49-F238E27FC236}">
                    <a16:creationId xmlns:a16="http://schemas.microsoft.com/office/drawing/2014/main" id="{20C3B015-28E7-4129-8D50-4E923761E364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78" name="Google Shape;1242;p41">
                <a:extLst>
                  <a:ext uri="{FF2B5EF4-FFF2-40B4-BE49-F238E27FC236}">
                    <a16:creationId xmlns:a16="http://schemas.microsoft.com/office/drawing/2014/main" id="{589A7E56-B304-4C0A-9C52-C5DB155E16CC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79" name="Google Shape;1243;p41">
                <a:extLst>
                  <a:ext uri="{FF2B5EF4-FFF2-40B4-BE49-F238E27FC236}">
                    <a16:creationId xmlns:a16="http://schemas.microsoft.com/office/drawing/2014/main" id="{9FEB57B6-50D0-4095-ADA2-A677CEB41EC1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80" name="Google Shape;1244;p41">
                <a:extLst>
                  <a:ext uri="{FF2B5EF4-FFF2-40B4-BE49-F238E27FC236}">
                    <a16:creationId xmlns:a16="http://schemas.microsoft.com/office/drawing/2014/main" id="{96840AB4-D2AD-470C-9412-D35721F77EDA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81" name="Google Shape;1245;p41">
                <a:extLst>
                  <a:ext uri="{FF2B5EF4-FFF2-40B4-BE49-F238E27FC236}">
                    <a16:creationId xmlns:a16="http://schemas.microsoft.com/office/drawing/2014/main" id="{2B943AE5-0E12-4CDA-AA38-A1A2AD438E23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82" name="Google Shape;1246;p41">
                <a:extLst>
                  <a:ext uri="{FF2B5EF4-FFF2-40B4-BE49-F238E27FC236}">
                    <a16:creationId xmlns:a16="http://schemas.microsoft.com/office/drawing/2014/main" id="{145FC3AE-5BD6-49F7-83C9-F7F9B2ACAC3B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83" name="Google Shape;1247;p41">
                <a:extLst>
                  <a:ext uri="{FF2B5EF4-FFF2-40B4-BE49-F238E27FC236}">
                    <a16:creationId xmlns:a16="http://schemas.microsoft.com/office/drawing/2014/main" id="{78F5ED41-70EC-4648-9A15-CF4D4B5E053A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84" name="Google Shape;1248;p41">
                <a:extLst>
                  <a:ext uri="{FF2B5EF4-FFF2-40B4-BE49-F238E27FC236}">
                    <a16:creationId xmlns:a16="http://schemas.microsoft.com/office/drawing/2014/main" id="{7FEC144E-34B5-4BBA-A804-C2B0E90F87B7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85" name="Google Shape;1249;p41">
                <a:extLst>
                  <a:ext uri="{FF2B5EF4-FFF2-40B4-BE49-F238E27FC236}">
                    <a16:creationId xmlns:a16="http://schemas.microsoft.com/office/drawing/2014/main" id="{D076EA7F-7EDE-4BBC-A5D7-6D5F2941C951}"/>
                  </a:ext>
                </a:extLst>
              </p:cNvPr>
              <p:cNvSpPr/>
              <p:nvPr/>
            </p:nvSpPr>
            <p:spPr>
              <a:xfrm>
                <a:off x="2158970" y="3791105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86" name="Google Shape;1250;p41">
                <a:extLst>
                  <a:ext uri="{FF2B5EF4-FFF2-40B4-BE49-F238E27FC236}">
                    <a16:creationId xmlns:a16="http://schemas.microsoft.com/office/drawing/2014/main" id="{96B1EE59-A483-430A-A361-D27DB3FA4DBB}"/>
                  </a:ext>
                </a:extLst>
              </p:cNvPr>
              <p:cNvSpPr/>
              <p:nvPr/>
            </p:nvSpPr>
            <p:spPr>
              <a:xfrm>
                <a:off x="2158970" y="3791105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87" name="Google Shape;1251;p41">
                <a:extLst>
                  <a:ext uri="{FF2B5EF4-FFF2-40B4-BE49-F238E27FC236}">
                    <a16:creationId xmlns:a16="http://schemas.microsoft.com/office/drawing/2014/main" id="{CE3975E4-997A-4B0E-B284-21DC11E1ED91}"/>
                  </a:ext>
                </a:extLst>
              </p:cNvPr>
              <p:cNvSpPr/>
              <p:nvPr/>
            </p:nvSpPr>
            <p:spPr>
              <a:xfrm>
                <a:off x="2350815" y="3584576"/>
                <a:ext cx="166201" cy="95656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899" extrusionOk="0">
                    <a:moveTo>
                      <a:pt x="1562" y="1"/>
                    </a:moveTo>
                    <a:lnTo>
                      <a:pt x="1" y="89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88" name="Google Shape;1252;p41">
                <a:extLst>
                  <a:ext uri="{FF2B5EF4-FFF2-40B4-BE49-F238E27FC236}">
                    <a16:creationId xmlns:a16="http://schemas.microsoft.com/office/drawing/2014/main" id="{2E5AE284-8787-4BC1-A3A1-BCFE340F5A39}"/>
                  </a:ext>
                </a:extLst>
              </p:cNvPr>
              <p:cNvSpPr/>
              <p:nvPr/>
            </p:nvSpPr>
            <p:spPr>
              <a:xfrm>
                <a:off x="2350815" y="3584576"/>
                <a:ext cx="166201" cy="95656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899" fill="none" extrusionOk="0">
                    <a:moveTo>
                      <a:pt x="1562" y="1"/>
                    </a:moveTo>
                    <a:lnTo>
                      <a:pt x="1" y="89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89" name="Google Shape;1253;p41">
                <a:extLst>
                  <a:ext uri="{FF2B5EF4-FFF2-40B4-BE49-F238E27FC236}">
                    <a16:creationId xmlns:a16="http://schemas.microsoft.com/office/drawing/2014/main" id="{7E50AB84-B048-44DB-97EA-12DCC51889CC}"/>
                  </a:ext>
                </a:extLst>
              </p:cNvPr>
              <p:cNvSpPr/>
              <p:nvPr/>
            </p:nvSpPr>
            <p:spPr>
              <a:xfrm>
                <a:off x="1636210" y="2914500"/>
                <a:ext cx="345179" cy="203619"/>
              </a:xfrm>
              <a:custGeom>
                <a:avLst/>
                <a:gdLst/>
                <a:ahLst/>
                <a:cxnLst/>
                <a:rect l="l" t="t" r="r" b="b"/>
                <a:pathLst>
                  <a:path w="2419" h="1427" extrusionOk="0">
                    <a:moveTo>
                      <a:pt x="2358" y="0"/>
                    </a:moveTo>
                    <a:cubicBezTo>
                      <a:pt x="2353" y="0"/>
                      <a:pt x="2348" y="1"/>
                      <a:pt x="2343" y="1"/>
                    </a:cubicBezTo>
                    <a:lnTo>
                      <a:pt x="1265" y="167"/>
                    </a:lnTo>
                    <a:cubicBezTo>
                      <a:pt x="1229" y="174"/>
                      <a:pt x="1186" y="194"/>
                      <a:pt x="1143" y="217"/>
                    </a:cubicBezTo>
                    <a:cubicBezTo>
                      <a:pt x="1093" y="244"/>
                      <a:pt x="1050" y="274"/>
                      <a:pt x="1022" y="310"/>
                    </a:cubicBezTo>
                    <a:lnTo>
                      <a:pt x="58" y="1323"/>
                    </a:lnTo>
                    <a:cubicBezTo>
                      <a:pt x="1" y="1381"/>
                      <a:pt x="0" y="1427"/>
                      <a:pt x="45" y="1427"/>
                    </a:cubicBezTo>
                    <a:cubicBezTo>
                      <a:pt x="51" y="1427"/>
                      <a:pt x="57" y="1426"/>
                      <a:pt x="64" y="1424"/>
                    </a:cubicBezTo>
                    <a:lnTo>
                      <a:pt x="1151" y="1259"/>
                    </a:lnTo>
                    <a:cubicBezTo>
                      <a:pt x="1186" y="1252"/>
                      <a:pt x="1229" y="1229"/>
                      <a:pt x="1272" y="1209"/>
                    </a:cubicBezTo>
                    <a:cubicBezTo>
                      <a:pt x="1315" y="1179"/>
                      <a:pt x="1358" y="1150"/>
                      <a:pt x="1388" y="1116"/>
                    </a:cubicBezTo>
                    <a:lnTo>
                      <a:pt x="2359" y="101"/>
                    </a:lnTo>
                    <a:cubicBezTo>
                      <a:pt x="2418" y="42"/>
                      <a:pt x="2416" y="0"/>
                      <a:pt x="23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90" name="Google Shape;1254;p41">
                <a:extLst>
                  <a:ext uri="{FF2B5EF4-FFF2-40B4-BE49-F238E27FC236}">
                    <a16:creationId xmlns:a16="http://schemas.microsoft.com/office/drawing/2014/main" id="{59CDE826-AE37-4437-959C-6D880082A7F0}"/>
                  </a:ext>
                </a:extLst>
              </p:cNvPr>
              <p:cNvSpPr/>
              <p:nvPr/>
            </p:nvSpPr>
            <p:spPr>
              <a:xfrm>
                <a:off x="1708286" y="3000657"/>
                <a:ext cx="237159" cy="219029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1535" extrusionOk="0">
                    <a:moveTo>
                      <a:pt x="1589" y="0"/>
                    </a:moveTo>
                    <a:lnTo>
                      <a:pt x="949" y="670"/>
                    </a:lnTo>
                    <a:cubicBezTo>
                      <a:pt x="922" y="699"/>
                      <a:pt x="879" y="733"/>
                      <a:pt x="836" y="756"/>
                    </a:cubicBezTo>
                    <a:cubicBezTo>
                      <a:pt x="792" y="785"/>
                      <a:pt x="749" y="799"/>
                      <a:pt x="713" y="806"/>
                    </a:cubicBezTo>
                    <a:lnTo>
                      <a:pt x="1" y="922"/>
                    </a:lnTo>
                    <a:lnTo>
                      <a:pt x="59" y="1396"/>
                    </a:lnTo>
                    <a:cubicBezTo>
                      <a:pt x="72" y="1474"/>
                      <a:pt x="127" y="1534"/>
                      <a:pt x="190" y="1534"/>
                    </a:cubicBezTo>
                    <a:cubicBezTo>
                      <a:pt x="196" y="1534"/>
                      <a:pt x="203" y="1533"/>
                      <a:pt x="209" y="1532"/>
                    </a:cubicBezTo>
                    <a:lnTo>
                      <a:pt x="792" y="1439"/>
                    </a:lnTo>
                    <a:cubicBezTo>
                      <a:pt x="829" y="1439"/>
                      <a:pt x="879" y="1417"/>
                      <a:pt x="922" y="1396"/>
                    </a:cubicBezTo>
                    <a:cubicBezTo>
                      <a:pt x="965" y="1367"/>
                      <a:pt x="1008" y="1337"/>
                      <a:pt x="1036" y="1303"/>
                    </a:cubicBezTo>
                    <a:lnTo>
                      <a:pt x="1562" y="756"/>
                    </a:lnTo>
                    <a:cubicBezTo>
                      <a:pt x="1626" y="683"/>
                      <a:pt x="1662" y="561"/>
                      <a:pt x="1655" y="475"/>
                    </a:cubicBezTo>
                    <a:lnTo>
                      <a:pt x="158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91" name="Google Shape;1255;p41">
                <a:extLst>
                  <a:ext uri="{FF2B5EF4-FFF2-40B4-BE49-F238E27FC236}">
                    <a16:creationId xmlns:a16="http://schemas.microsoft.com/office/drawing/2014/main" id="{63463B7C-0484-4E04-B977-246ECAD6F81E}"/>
                  </a:ext>
                </a:extLst>
              </p:cNvPr>
              <p:cNvSpPr/>
              <p:nvPr/>
            </p:nvSpPr>
            <p:spPr>
              <a:xfrm>
                <a:off x="1089829" y="3979226"/>
                <a:ext cx="683849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6427" h="2642" extrusionOk="0">
                    <a:moveTo>
                      <a:pt x="0" y="1"/>
                    </a:moveTo>
                    <a:lnTo>
                      <a:pt x="0" y="460"/>
                    </a:lnTo>
                    <a:lnTo>
                      <a:pt x="3657" y="2589"/>
                    </a:lnTo>
                    <a:cubicBezTo>
                      <a:pt x="3719" y="2624"/>
                      <a:pt x="3800" y="2642"/>
                      <a:pt x="3881" y="2642"/>
                    </a:cubicBezTo>
                    <a:cubicBezTo>
                      <a:pt x="3962" y="2642"/>
                      <a:pt x="4043" y="2624"/>
                      <a:pt x="4104" y="2589"/>
                    </a:cubicBezTo>
                    <a:lnTo>
                      <a:pt x="6331" y="1302"/>
                    </a:lnTo>
                    <a:cubicBezTo>
                      <a:pt x="6390" y="1265"/>
                      <a:pt x="6426" y="1215"/>
                      <a:pt x="6426" y="1172"/>
                    </a:cubicBezTo>
                    <a:cubicBezTo>
                      <a:pt x="6426" y="1020"/>
                      <a:pt x="6426" y="863"/>
                      <a:pt x="6418" y="712"/>
                    </a:cubicBezTo>
                    <a:cubicBezTo>
                      <a:pt x="6418" y="755"/>
                      <a:pt x="6390" y="805"/>
                      <a:pt x="6331" y="834"/>
                    </a:cubicBezTo>
                    <a:lnTo>
                      <a:pt x="5505" y="1315"/>
                    </a:lnTo>
                    <a:cubicBezTo>
                      <a:pt x="5548" y="1352"/>
                      <a:pt x="5598" y="1388"/>
                      <a:pt x="5650" y="1416"/>
                    </a:cubicBezTo>
                    <a:lnTo>
                      <a:pt x="5289" y="1467"/>
                    </a:lnTo>
                    <a:lnTo>
                      <a:pt x="5225" y="1647"/>
                    </a:lnTo>
                    <a:cubicBezTo>
                      <a:pt x="5175" y="1624"/>
                      <a:pt x="5132" y="1588"/>
                      <a:pt x="5089" y="1554"/>
                    </a:cubicBezTo>
                    <a:lnTo>
                      <a:pt x="4097" y="2128"/>
                    </a:lnTo>
                    <a:cubicBezTo>
                      <a:pt x="4039" y="2160"/>
                      <a:pt x="3960" y="2176"/>
                      <a:pt x="3880" y="2176"/>
                    </a:cubicBezTo>
                    <a:cubicBezTo>
                      <a:pt x="3800" y="2176"/>
                      <a:pt x="3719" y="2160"/>
                      <a:pt x="3657" y="212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92" name="Google Shape;1256;p41">
                <a:extLst>
                  <a:ext uri="{FF2B5EF4-FFF2-40B4-BE49-F238E27FC236}">
                    <a16:creationId xmlns:a16="http://schemas.microsoft.com/office/drawing/2014/main" id="{93FF4872-75EE-4B52-A4E3-FE4570874BE1}"/>
                  </a:ext>
                </a:extLst>
              </p:cNvPr>
              <p:cNvSpPr/>
              <p:nvPr/>
            </p:nvSpPr>
            <p:spPr>
              <a:xfrm>
                <a:off x="1079721" y="3973055"/>
                <a:ext cx="10215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6" h="518" extrusionOk="0">
                    <a:moveTo>
                      <a:pt x="0" y="0"/>
                    </a:moveTo>
                    <a:lnTo>
                      <a:pt x="0" y="468"/>
                    </a:lnTo>
                    <a:lnTo>
                      <a:pt x="95" y="518"/>
                    </a:lnTo>
                    <a:lnTo>
                      <a:pt x="95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93" name="Google Shape;1257;p41">
                <a:extLst>
                  <a:ext uri="{FF2B5EF4-FFF2-40B4-BE49-F238E27FC236}">
                    <a16:creationId xmlns:a16="http://schemas.microsoft.com/office/drawing/2014/main" id="{20E23FD1-8372-4AEE-806C-02261EBB097D}"/>
                  </a:ext>
                </a:extLst>
              </p:cNvPr>
              <p:cNvSpPr/>
              <p:nvPr/>
            </p:nvSpPr>
            <p:spPr>
              <a:xfrm>
                <a:off x="1079721" y="3919640"/>
                <a:ext cx="551697" cy="291117"/>
              </a:xfrm>
              <a:custGeom>
                <a:avLst/>
                <a:gdLst/>
                <a:ahLst/>
                <a:cxnLst/>
                <a:rect l="l" t="t" r="r" b="b"/>
                <a:pathLst>
                  <a:path w="5185" h="2736" extrusionOk="0">
                    <a:moveTo>
                      <a:pt x="871" y="0"/>
                    </a:moveTo>
                    <a:lnTo>
                      <a:pt x="828" y="28"/>
                    </a:lnTo>
                    <a:lnTo>
                      <a:pt x="749" y="71"/>
                    </a:lnTo>
                    <a:cubicBezTo>
                      <a:pt x="820" y="150"/>
                      <a:pt x="878" y="237"/>
                      <a:pt x="921" y="337"/>
                    </a:cubicBezTo>
                    <a:lnTo>
                      <a:pt x="683" y="475"/>
                    </a:lnTo>
                    <a:lnTo>
                      <a:pt x="511" y="373"/>
                    </a:lnTo>
                    <a:cubicBezTo>
                      <a:pt x="483" y="330"/>
                      <a:pt x="447" y="294"/>
                      <a:pt x="411" y="266"/>
                    </a:cubicBezTo>
                    <a:lnTo>
                      <a:pt x="368" y="294"/>
                    </a:lnTo>
                    <a:lnTo>
                      <a:pt x="130" y="432"/>
                    </a:lnTo>
                    <a:lnTo>
                      <a:pt x="30" y="488"/>
                    </a:lnTo>
                    <a:lnTo>
                      <a:pt x="0" y="502"/>
                    </a:lnTo>
                    <a:lnTo>
                      <a:pt x="95" y="561"/>
                    </a:lnTo>
                    <a:lnTo>
                      <a:pt x="3752" y="2688"/>
                    </a:lnTo>
                    <a:cubicBezTo>
                      <a:pt x="3814" y="2720"/>
                      <a:pt x="3895" y="2736"/>
                      <a:pt x="3975" y="2736"/>
                    </a:cubicBezTo>
                    <a:cubicBezTo>
                      <a:pt x="4055" y="2736"/>
                      <a:pt x="4134" y="2720"/>
                      <a:pt x="4192" y="2688"/>
                    </a:cubicBezTo>
                    <a:lnTo>
                      <a:pt x="5184" y="2114"/>
                    </a:lnTo>
                    <a:cubicBezTo>
                      <a:pt x="4910" y="1898"/>
                      <a:pt x="4744" y="1530"/>
                      <a:pt x="4637" y="1165"/>
                    </a:cubicBezTo>
                    <a:cubicBezTo>
                      <a:pt x="4580" y="1208"/>
                      <a:pt x="4522" y="1242"/>
                      <a:pt x="4458" y="1285"/>
                    </a:cubicBezTo>
                    <a:cubicBezTo>
                      <a:pt x="4066" y="1512"/>
                      <a:pt x="3554" y="1626"/>
                      <a:pt x="3042" y="1626"/>
                    </a:cubicBezTo>
                    <a:cubicBezTo>
                      <a:pt x="2529" y="1626"/>
                      <a:pt x="2017" y="1512"/>
                      <a:pt x="1625" y="1285"/>
                    </a:cubicBezTo>
                    <a:cubicBezTo>
                      <a:pt x="1230" y="1056"/>
                      <a:pt x="1035" y="761"/>
                      <a:pt x="1035" y="459"/>
                    </a:cubicBezTo>
                    <a:lnTo>
                      <a:pt x="1035" y="143"/>
                    </a:lnTo>
                    <a:lnTo>
                      <a:pt x="971" y="107"/>
                    </a:lnTo>
                    <a:cubicBezTo>
                      <a:pt x="942" y="64"/>
                      <a:pt x="906" y="28"/>
                      <a:pt x="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94" name="Google Shape;1258;p41">
                <a:extLst>
                  <a:ext uri="{FF2B5EF4-FFF2-40B4-BE49-F238E27FC236}">
                    <a16:creationId xmlns:a16="http://schemas.microsoft.com/office/drawing/2014/main" id="{854BB5F9-A91D-4C87-ADA0-1ACDF6476DEF}"/>
                  </a:ext>
                </a:extLst>
              </p:cNvPr>
              <p:cNvSpPr/>
              <p:nvPr/>
            </p:nvSpPr>
            <p:spPr>
              <a:xfrm>
                <a:off x="1082807" y="3965500"/>
                <a:ext cx="10747" cy="6171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8" extrusionOk="0">
                    <a:moveTo>
                      <a:pt x="101" y="1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95" name="Google Shape;1259;p41">
                <a:extLst>
                  <a:ext uri="{FF2B5EF4-FFF2-40B4-BE49-F238E27FC236}">
                    <a16:creationId xmlns:a16="http://schemas.microsoft.com/office/drawing/2014/main" id="{E5B75E9E-AE68-47D3-812A-3680E57BF951}"/>
                  </a:ext>
                </a:extLst>
              </p:cNvPr>
              <p:cNvSpPr/>
              <p:nvPr/>
            </p:nvSpPr>
            <p:spPr>
              <a:xfrm>
                <a:off x="1159311" y="3922513"/>
                <a:ext cx="8619" cy="4788"/>
              </a:xfrm>
              <a:custGeom>
                <a:avLst/>
                <a:gdLst/>
                <a:ahLst/>
                <a:cxnLst/>
                <a:rect l="l" t="t" r="r" b="b"/>
                <a:pathLst>
                  <a:path w="81" h="45" extrusionOk="0">
                    <a:moveTo>
                      <a:pt x="80" y="1"/>
                    </a:moveTo>
                    <a:lnTo>
                      <a:pt x="80" y="1"/>
                    </a:lnTo>
                    <a:lnTo>
                      <a:pt x="1" y="44"/>
                    </a:lnTo>
                    <a:lnTo>
                      <a:pt x="1" y="4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96" name="Google Shape;1260;p41">
                <a:extLst>
                  <a:ext uri="{FF2B5EF4-FFF2-40B4-BE49-F238E27FC236}">
                    <a16:creationId xmlns:a16="http://schemas.microsoft.com/office/drawing/2014/main" id="{5E3D7DC9-D896-431B-973E-E95F5B5B608B}"/>
                  </a:ext>
                </a:extLst>
              </p:cNvPr>
              <p:cNvSpPr/>
              <p:nvPr/>
            </p:nvSpPr>
            <p:spPr>
              <a:xfrm>
                <a:off x="1612057" y="3955392"/>
                <a:ext cx="160668" cy="16386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540" extrusionOk="0">
                    <a:moveTo>
                      <a:pt x="36" y="1"/>
                    </a:moveTo>
                    <a:lnTo>
                      <a:pt x="36" y="123"/>
                    </a:lnTo>
                    <a:cubicBezTo>
                      <a:pt x="36" y="203"/>
                      <a:pt x="22" y="275"/>
                      <a:pt x="0" y="354"/>
                    </a:cubicBezTo>
                    <a:cubicBezTo>
                      <a:pt x="95" y="786"/>
                      <a:pt x="274" y="1274"/>
                      <a:pt x="597" y="1539"/>
                    </a:cubicBezTo>
                    <a:lnTo>
                      <a:pt x="1423" y="1058"/>
                    </a:lnTo>
                    <a:cubicBezTo>
                      <a:pt x="1482" y="1029"/>
                      <a:pt x="1510" y="979"/>
                      <a:pt x="1510" y="936"/>
                    </a:cubicBezTo>
                    <a:cubicBezTo>
                      <a:pt x="1510" y="886"/>
                      <a:pt x="1482" y="843"/>
                      <a:pt x="1423" y="806"/>
                    </a:cubicBez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97" name="Google Shape;1261;p41">
                <a:extLst>
                  <a:ext uri="{FF2B5EF4-FFF2-40B4-BE49-F238E27FC236}">
                    <a16:creationId xmlns:a16="http://schemas.microsoft.com/office/drawing/2014/main" id="{659DA9BE-F77A-4680-900C-838E82AA8520}"/>
                  </a:ext>
                </a:extLst>
              </p:cNvPr>
              <p:cNvSpPr/>
              <p:nvPr/>
            </p:nvSpPr>
            <p:spPr>
              <a:xfrm>
                <a:off x="1022370" y="3571595"/>
                <a:ext cx="760459" cy="440613"/>
              </a:xfrm>
              <a:custGeom>
                <a:avLst/>
                <a:gdLst/>
                <a:ahLst/>
                <a:cxnLst/>
                <a:rect l="l" t="t" r="r" b="b"/>
                <a:pathLst>
                  <a:path w="7147" h="4141" extrusionOk="0">
                    <a:moveTo>
                      <a:pt x="3558" y="0"/>
                    </a:moveTo>
                    <a:lnTo>
                      <a:pt x="1" y="2071"/>
                    </a:lnTo>
                    <a:lnTo>
                      <a:pt x="1467" y="2918"/>
                    </a:lnTo>
                    <a:lnTo>
                      <a:pt x="1481" y="2926"/>
                    </a:lnTo>
                    <a:lnTo>
                      <a:pt x="1574" y="2976"/>
                    </a:lnTo>
                    <a:lnTo>
                      <a:pt x="1617" y="3004"/>
                    </a:lnTo>
                    <a:lnTo>
                      <a:pt x="1747" y="3076"/>
                    </a:lnTo>
                    <a:lnTo>
                      <a:pt x="1755" y="3083"/>
                    </a:lnTo>
                    <a:lnTo>
                      <a:pt x="2323" y="3408"/>
                    </a:lnTo>
                    <a:lnTo>
                      <a:pt x="3351" y="4004"/>
                    </a:lnTo>
                    <a:lnTo>
                      <a:pt x="3588" y="4141"/>
                    </a:lnTo>
                    <a:lnTo>
                      <a:pt x="4990" y="3321"/>
                    </a:lnTo>
                    <a:lnTo>
                      <a:pt x="4774" y="3142"/>
                    </a:lnTo>
                    <a:lnTo>
                      <a:pt x="3394" y="1969"/>
                    </a:lnTo>
                    <a:lnTo>
                      <a:pt x="3817" y="1739"/>
                    </a:lnTo>
                    <a:lnTo>
                      <a:pt x="5406" y="3083"/>
                    </a:lnTo>
                    <a:lnTo>
                      <a:pt x="5578" y="2983"/>
                    </a:lnTo>
                    <a:lnTo>
                      <a:pt x="7146" y="2071"/>
                    </a:lnTo>
                    <a:lnTo>
                      <a:pt x="355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98" name="Google Shape;1262;p41">
                <a:extLst>
                  <a:ext uri="{FF2B5EF4-FFF2-40B4-BE49-F238E27FC236}">
                    <a16:creationId xmlns:a16="http://schemas.microsoft.com/office/drawing/2014/main" id="{BAB7D59E-4790-43E6-8270-6FF48731DC3E}"/>
                  </a:ext>
                </a:extLst>
              </p:cNvPr>
              <p:cNvSpPr/>
              <p:nvPr/>
            </p:nvSpPr>
            <p:spPr>
              <a:xfrm>
                <a:off x="1147819" y="3913469"/>
                <a:ext cx="24685" cy="13832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30" extrusionOk="0">
                    <a:moveTo>
                      <a:pt x="93" y="1"/>
                    </a:moveTo>
                    <a:cubicBezTo>
                      <a:pt x="67" y="1"/>
                      <a:pt x="43" y="8"/>
                      <a:pt x="23" y="22"/>
                    </a:cubicBezTo>
                    <a:cubicBezTo>
                      <a:pt x="16" y="22"/>
                      <a:pt x="7" y="29"/>
                      <a:pt x="7" y="29"/>
                    </a:cubicBezTo>
                    <a:cubicBezTo>
                      <a:pt x="0" y="29"/>
                      <a:pt x="0" y="36"/>
                      <a:pt x="0" y="36"/>
                    </a:cubicBezTo>
                    <a:cubicBezTo>
                      <a:pt x="36" y="65"/>
                      <a:pt x="73" y="93"/>
                      <a:pt x="109" y="129"/>
                    </a:cubicBezTo>
                    <a:lnTo>
                      <a:pt x="188" y="86"/>
                    </a:lnTo>
                    <a:lnTo>
                      <a:pt x="231" y="58"/>
                    </a:lnTo>
                    <a:cubicBezTo>
                      <a:pt x="223" y="50"/>
                      <a:pt x="209" y="43"/>
                      <a:pt x="195" y="36"/>
                    </a:cubicBezTo>
                    <a:lnTo>
                      <a:pt x="188" y="29"/>
                    </a:lnTo>
                    <a:cubicBezTo>
                      <a:pt x="154" y="10"/>
                      <a:pt x="122" y="1"/>
                      <a:pt x="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499" name="Google Shape;1263;p41">
                <a:extLst>
                  <a:ext uri="{FF2B5EF4-FFF2-40B4-BE49-F238E27FC236}">
                    <a16:creationId xmlns:a16="http://schemas.microsoft.com/office/drawing/2014/main" id="{B0BA9EFD-1A54-4C66-A5BF-3CDC8874FBA4}"/>
                  </a:ext>
                </a:extLst>
              </p:cNvPr>
              <p:cNvSpPr/>
              <p:nvPr/>
            </p:nvSpPr>
            <p:spPr>
              <a:xfrm>
                <a:off x="1159311" y="3922513"/>
                <a:ext cx="8619" cy="4788"/>
              </a:xfrm>
              <a:custGeom>
                <a:avLst/>
                <a:gdLst/>
                <a:ahLst/>
                <a:cxnLst/>
                <a:rect l="l" t="t" r="r" b="b"/>
                <a:pathLst>
                  <a:path w="81" h="45" extrusionOk="0">
                    <a:moveTo>
                      <a:pt x="1" y="44"/>
                    </a:moveTo>
                    <a:lnTo>
                      <a:pt x="80" y="1"/>
                    </a:lnTo>
                    <a:lnTo>
                      <a:pt x="80" y="1"/>
                    </a:lnTo>
                    <a:lnTo>
                      <a:pt x="1" y="4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00" name="Google Shape;1264;p41">
                <a:extLst>
                  <a:ext uri="{FF2B5EF4-FFF2-40B4-BE49-F238E27FC236}">
                    <a16:creationId xmlns:a16="http://schemas.microsoft.com/office/drawing/2014/main" id="{9E02F8DE-8772-469A-8DB7-D80336624351}"/>
                  </a:ext>
                </a:extLst>
              </p:cNvPr>
              <p:cNvSpPr/>
              <p:nvPr/>
            </p:nvSpPr>
            <p:spPr>
              <a:xfrm>
                <a:off x="1140265" y="3892082"/>
                <a:ext cx="49690" cy="28409"/>
              </a:xfrm>
              <a:custGeom>
                <a:avLst/>
                <a:gdLst/>
                <a:ahLst/>
                <a:cxnLst/>
                <a:rect l="l" t="t" r="r" b="b"/>
                <a:pathLst>
                  <a:path w="467" h="267" extrusionOk="0">
                    <a:moveTo>
                      <a:pt x="121" y="1"/>
                    </a:moveTo>
                    <a:cubicBezTo>
                      <a:pt x="78" y="21"/>
                      <a:pt x="44" y="44"/>
                      <a:pt x="1" y="64"/>
                    </a:cubicBezTo>
                    <a:cubicBezTo>
                      <a:pt x="7" y="64"/>
                      <a:pt x="14" y="57"/>
                      <a:pt x="21" y="57"/>
                    </a:cubicBezTo>
                    <a:cubicBezTo>
                      <a:pt x="21" y="57"/>
                      <a:pt x="28" y="51"/>
                      <a:pt x="35" y="51"/>
                    </a:cubicBezTo>
                    <a:lnTo>
                      <a:pt x="44" y="51"/>
                    </a:lnTo>
                    <a:cubicBezTo>
                      <a:pt x="44" y="44"/>
                      <a:pt x="51" y="44"/>
                      <a:pt x="51" y="44"/>
                    </a:cubicBezTo>
                    <a:lnTo>
                      <a:pt x="71" y="44"/>
                    </a:lnTo>
                    <a:cubicBezTo>
                      <a:pt x="87" y="44"/>
                      <a:pt x="94" y="35"/>
                      <a:pt x="101" y="35"/>
                    </a:cubicBezTo>
                    <a:cubicBezTo>
                      <a:pt x="151" y="35"/>
                      <a:pt x="208" y="57"/>
                      <a:pt x="266" y="94"/>
                    </a:cubicBezTo>
                    <a:cubicBezTo>
                      <a:pt x="273" y="94"/>
                      <a:pt x="280" y="101"/>
                      <a:pt x="287" y="107"/>
                    </a:cubicBezTo>
                    <a:lnTo>
                      <a:pt x="294" y="107"/>
                    </a:lnTo>
                    <a:cubicBezTo>
                      <a:pt x="302" y="107"/>
                      <a:pt x="302" y="107"/>
                      <a:pt x="302" y="114"/>
                    </a:cubicBezTo>
                    <a:cubicBezTo>
                      <a:pt x="316" y="121"/>
                      <a:pt x="323" y="130"/>
                      <a:pt x="330" y="137"/>
                    </a:cubicBezTo>
                    <a:lnTo>
                      <a:pt x="337" y="137"/>
                    </a:lnTo>
                    <a:cubicBezTo>
                      <a:pt x="352" y="151"/>
                      <a:pt x="359" y="157"/>
                      <a:pt x="373" y="173"/>
                    </a:cubicBezTo>
                    <a:cubicBezTo>
                      <a:pt x="373" y="173"/>
                      <a:pt x="380" y="173"/>
                      <a:pt x="380" y="180"/>
                    </a:cubicBezTo>
                    <a:cubicBezTo>
                      <a:pt x="389" y="187"/>
                      <a:pt x="396" y="194"/>
                      <a:pt x="402" y="201"/>
                    </a:cubicBezTo>
                    <a:lnTo>
                      <a:pt x="409" y="201"/>
                    </a:lnTo>
                    <a:cubicBezTo>
                      <a:pt x="416" y="216"/>
                      <a:pt x="432" y="223"/>
                      <a:pt x="439" y="237"/>
                    </a:cubicBezTo>
                    <a:cubicBezTo>
                      <a:pt x="446" y="251"/>
                      <a:pt x="452" y="259"/>
                      <a:pt x="466" y="266"/>
                    </a:cubicBezTo>
                    <a:lnTo>
                      <a:pt x="466" y="194"/>
                    </a:lnTo>
                    <a:lnTo>
                      <a:pt x="439" y="180"/>
                    </a:lnTo>
                    <a:lnTo>
                      <a:pt x="366" y="137"/>
                    </a:lnTo>
                    <a:lnTo>
                      <a:pt x="302" y="101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01" name="Google Shape;1265;p41">
                <a:extLst>
                  <a:ext uri="{FF2B5EF4-FFF2-40B4-BE49-F238E27FC236}">
                    <a16:creationId xmlns:a16="http://schemas.microsoft.com/office/drawing/2014/main" id="{52DBCFEF-DF07-4109-B771-CBC970EBEAE2}"/>
                  </a:ext>
                </a:extLst>
              </p:cNvPr>
              <p:cNvSpPr/>
              <p:nvPr/>
            </p:nvSpPr>
            <p:spPr>
              <a:xfrm>
                <a:off x="1131114" y="3895806"/>
                <a:ext cx="58841" cy="39156"/>
              </a:xfrm>
              <a:custGeom>
                <a:avLst/>
                <a:gdLst/>
                <a:ahLst/>
                <a:cxnLst/>
                <a:rect l="l" t="t" r="r" b="b"/>
                <a:pathLst>
                  <a:path w="553" h="368" extrusionOk="0">
                    <a:moveTo>
                      <a:pt x="187" y="0"/>
                    </a:moveTo>
                    <a:cubicBezTo>
                      <a:pt x="180" y="0"/>
                      <a:pt x="173" y="9"/>
                      <a:pt x="157" y="9"/>
                    </a:cubicBezTo>
                    <a:lnTo>
                      <a:pt x="137" y="9"/>
                    </a:lnTo>
                    <a:cubicBezTo>
                      <a:pt x="137" y="9"/>
                      <a:pt x="130" y="9"/>
                      <a:pt x="130" y="16"/>
                    </a:cubicBezTo>
                    <a:lnTo>
                      <a:pt x="121" y="16"/>
                    </a:lnTo>
                    <a:cubicBezTo>
                      <a:pt x="114" y="16"/>
                      <a:pt x="107" y="22"/>
                      <a:pt x="107" y="22"/>
                    </a:cubicBezTo>
                    <a:cubicBezTo>
                      <a:pt x="100" y="22"/>
                      <a:pt x="93" y="29"/>
                      <a:pt x="87" y="29"/>
                    </a:cubicBezTo>
                    <a:cubicBezTo>
                      <a:pt x="50" y="52"/>
                      <a:pt x="21" y="86"/>
                      <a:pt x="0" y="138"/>
                    </a:cubicBezTo>
                    <a:cubicBezTo>
                      <a:pt x="43" y="145"/>
                      <a:pt x="87" y="159"/>
                      <a:pt x="130" y="188"/>
                    </a:cubicBezTo>
                    <a:cubicBezTo>
                      <a:pt x="137" y="188"/>
                      <a:pt x="143" y="195"/>
                      <a:pt x="157" y="202"/>
                    </a:cubicBezTo>
                    <a:cubicBezTo>
                      <a:pt x="157" y="202"/>
                      <a:pt x="157" y="195"/>
                      <a:pt x="164" y="195"/>
                    </a:cubicBezTo>
                    <a:cubicBezTo>
                      <a:pt x="164" y="195"/>
                      <a:pt x="173" y="188"/>
                      <a:pt x="180" y="188"/>
                    </a:cubicBezTo>
                    <a:cubicBezTo>
                      <a:pt x="200" y="174"/>
                      <a:pt x="224" y="167"/>
                      <a:pt x="250" y="167"/>
                    </a:cubicBezTo>
                    <a:cubicBezTo>
                      <a:pt x="279" y="167"/>
                      <a:pt x="311" y="176"/>
                      <a:pt x="345" y="195"/>
                    </a:cubicBezTo>
                    <a:lnTo>
                      <a:pt x="352" y="202"/>
                    </a:lnTo>
                    <a:cubicBezTo>
                      <a:pt x="366" y="209"/>
                      <a:pt x="380" y="216"/>
                      <a:pt x="388" y="224"/>
                    </a:cubicBezTo>
                    <a:cubicBezTo>
                      <a:pt x="423" y="252"/>
                      <a:pt x="459" y="288"/>
                      <a:pt x="488" y="331"/>
                    </a:cubicBezTo>
                    <a:lnTo>
                      <a:pt x="552" y="367"/>
                    </a:lnTo>
                    <a:lnTo>
                      <a:pt x="552" y="231"/>
                    </a:lnTo>
                    <a:cubicBezTo>
                      <a:pt x="538" y="224"/>
                      <a:pt x="532" y="216"/>
                      <a:pt x="525" y="202"/>
                    </a:cubicBezTo>
                    <a:cubicBezTo>
                      <a:pt x="518" y="188"/>
                      <a:pt x="502" y="181"/>
                      <a:pt x="495" y="166"/>
                    </a:cubicBezTo>
                    <a:lnTo>
                      <a:pt x="488" y="166"/>
                    </a:lnTo>
                    <a:cubicBezTo>
                      <a:pt x="482" y="159"/>
                      <a:pt x="475" y="152"/>
                      <a:pt x="466" y="145"/>
                    </a:cubicBezTo>
                    <a:cubicBezTo>
                      <a:pt x="466" y="138"/>
                      <a:pt x="459" y="138"/>
                      <a:pt x="459" y="138"/>
                    </a:cubicBezTo>
                    <a:cubicBezTo>
                      <a:pt x="445" y="122"/>
                      <a:pt x="438" y="116"/>
                      <a:pt x="423" y="102"/>
                    </a:cubicBezTo>
                    <a:lnTo>
                      <a:pt x="416" y="102"/>
                    </a:lnTo>
                    <a:cubicBezTo>
                      <a:pt x="409" y="95"/>
                      <a:pt x="402" y="86"/>
                      <a:pt x="388" y="79"/>
                    </a:cubicBezTo>
                    <a:cubicBezTo>
                      <a:pt x="388" y="72"/>
                      <a:pt x="388" y="72"/>
                      <a:pt x="380" y="72"/>
                    </a:cubicBezTo>
                    <a:lnTo>
                      <a:pt x="373" y="72"/>
                    </a:lnTo>
                    <a:cubicBezTo>
                      <a:pt x="366" y="66"/>
                      <a:pt x="359" y="59"/>
                      <a:pt x="352" y="59"/>
                    </a:cubicBezTo>
                    <a:cubicBezTo>
                      <a:pt x="294" y="22"/>
                      <a:pt x="237" y="0"/>
                      <a:pt x="1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02" name="Google Shape;1266;p41">
                <a:extLst>
                  <a:ext uri="{FF2B5EF4-FFF2-40B4-BE49-F238E27FC236}">
                    <a16:creationId xmlns:a16="http://schemas.microsoft.com/office/drawing/2014/main" id="{88235F5A-F33A-4EAC-8629-F111A2066F01}"/>
                  </a:ext>
                </a:extLst>
              </p:cNvPr>
              <p:cNvSpPr/>
              <p:nvPr/>
            </p:nvSpPr>
            <p:spPr>
              <a:xfrm>
                <a:off x="1091213" y="3910064"/>
                <a:ext cx="86612" cy="60117"/>
              </a:xfrm>
              <a:custGeom>
                <a:avLst/>
                <a:gdLst/>
                <a:ahLst/>
                <a:cxnLst/>
                <a:rect l="l" t="t" r="r" b="b"/>
                <a:pathLst>
                  <a:path w="814" h="565" extrusionOk="0">
                    <a:moveTo>
                      <a:pt x="335" y="1"/>
                    </a:moveTo>
                    <a:cubicBezTo>
                      <a:pt x="298" y="1"/>
                      <a:pt x="264" y="9"/>
                      <a:pt x="237" y="25"/>
                    </a:cubicBezTo>
                    <a:cubicBezTo>
                      <a:pt x="160" y="68"/>
                      <a:pt x="80" y="118"/>
                      <a:pt x="1" y="161"/>
                    </a:cubicBezTo>
                    <a:cubicBezTo>
                      <a:pt x="8" y="161"/>
                      <a:pt x="15" y="154"/>
                      <a:pt x="22" y="154"/>
                    </a:cubicBezTo>
                    <a:cubicBezTo>
                      <a:pt x="22" y="154"/>
                      <a:pt x="22" y="147"/>
                      <a:pt x="30" y="147"/>
                    </a:cubicBezTo>
                    <a:lnTo>
                      <a:pt x="44" y="147"/>
                    </a:lnTo>
                    <a:cubicBezTo>
                      <a:pt x="51" y="140"/>
                      <a:pt x="65" y="140"/>
                      <a:pt x="73" y="140"/>
                    </a:cubicBezTo>
                    <a:cubicBezTo>
                      <a:pt x="80" y="140"/>
                      <a:pt x="87" y="133"/>
                      <a:pt x="101" y="133"/>
                    </a:cubicBezTo>
                    <a:cubicBezTo>
                      <a:pt x="151" y="133"/>
                      <a:pt x="210" y="154"/>
                      <a:pt x="267" y="190"/>
                    </a:cubicBezTo>
                    <a:cubicBezTo>
                      <a:pt x="273" y="190"/>
                      <a:pt x="280" y="197"/>
                      <a:pt x="289" y="204"/>
                    </a:cubicBezTo>
                    <a:lnTo>
                      <a:pt x="296" y="204"/>
                    </a:lnTo>
                    <a:cubicBezTo>
                      <a:pt x="324" y="227"/>
                      <a:pt x="346" y="247"/>
                      <a:pt x="375" y="270"/>
                    </a:cubicBezTo>
                    <a:cubicBezTo>
                      <a:pt x="382" y="277"/>
                      <a:pt x="396" y="290"/>
                      <a:pt x="403" y="297"/>
                    </a:cubicBezTo>
                    <a:cubicBezTo>
                      <a:pt x="475" y="377"/>
                      <a:pt x="532" y="463"/>
                      <a:pt x="575" y="565"/>
                    </a:cubicBezTo>
                    <a:lnTo>
                      <a:pt x="813" y="427"/>
                    </a:lnTo>
                    <a:cubicBezTo>
                      <a:pt x="770" y="327"/>
                      <a:pt x="712" y="240"/>
                      <a:pt x="641" y="161"/>
                    </a:cubicBezTo>
                    <a:cubicBezTo>
                      <a:pt x="605" y="125"/>
                      <a:pt x="568" y="97"/>
                      <a:pt x="532" y="68"/>
                    </a:cubicBezTo>
                    <a:cubicBezTo>
                      <a:pt x="518" y="61"/>
                      <a:pt x="512" y="54"/>
                      <a:pt x="505" y="54"/>
                    </a:cubicBezTo>
                    <a:cubicBezTo>
                      <a:pt x="462" y="25"/>
                      <a:pt x="418" y="11"/>
                      <a:pt x="375" y="4"/>
                    </a:cubicBezTo>
                    <a:cubicBezTo>
                      <a:pt x="362" y="2"/>
                      <a:pt x="348" y="1"/>
                      <a:pt x="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03" name="Google Shape;1267;p41">
                <a:extLst>
                  <a:ext uri="{FF2B5EF4-FFF2-40B4-BE49-F238E27FC236}">
                    <a16:creationId xmlns:a16="http://schemas.microsoft.com/office/drawing/2014/main" id="{1DC86561-B459-4CAA-8E41-0131D0A11592}"/>
                  </a:ext>
                </a:extLst>
              </p:cNvPr>
              <p:cNvSpPr/>
              <p:nvPr/>
            </p:nvSpPr>
            <p:spPr>
              <a:xfrm>
                <a:off x="1093447" y="3941985"/>
                <a:ext cx="30006" cy="23621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22" extrusionOk="0">
                    <a:moveTo>
                      <a:pt x="138" y="1"/>
                    </a:moveTo>
                    <a:cubicBezTo>
                      <a:pt x="114" y="1"/>
                      <a:pt x="92" y="7"/>
                      <a:pt x="73" y="20"/>
                    </a:cubicBezTo>
                    <a:cubicBezTo>
                      <a:pt x="66" y="20"/>
                      <a:pt x="59" y="27"/>
                      <a:pt x="52" y="27"/>
                    </a:cubicBezTo>
                    <a:cubicBezTo>
                      <a:pt x="52" y="34"/>
                      <a:pt x="44" y="34"/>
                      <a:pt x="44" y="40"/>
                    </a:cubicBezTo>
                    <a:cubicBezTo>
                      <a:pt x="37" y="49"/>
                      <a:pt x="30" y="56"/>
                      <a:pt x="23" y="70"/>
                    </a:cubicBezTo>
                    <a:cubicBezTo>
                      <a:pt x="23" y="77"/>
                      <a:pt x="16" y="77"/>
                      <a:pt x="16" y="84"/>
                    </a:cubicBezTo>
                    <a:cubicBezTo>
                      <a:pt x="16" y="92"/>
                      <a:pt x="9" y="92"/>
                      <a:pt x="9" y="99"/>
                    </a:cubicBezTo>
                    <a:cubicBezTo>
                      <a:pt x="9" y="106"/>
                      <a:pt x="9" y="113"/>
                      <a:pt x="1" y="120"/>
                    </a:cubicBezTo>
                    <a:lnTo>
                      <a:pt x="1" y="142"/>
                    </a:lnTo>
                    <a:lnTo>
                      <a:pt x="1" y="170"/>
                    </a:lnTo>
                    <a:lnTo>
                      <a:pt x="1" y="222"/>
                    </a:lnTo>
                    <a:lnTo>
                      <a:pt x="239" y="84"/>
                    </a:lnTo>
                    <a:lnTo>
                      <a:pt x="282" y="56"/>
                    </a:lnTo>
                    <a:cubicBezTo>
                      <a:pt x="268" y="49"/>
                      <a:pt x="259" y="40"/>
                      <a:pt x="246" y="34"/>
                    </a:cubicBezTo>
                    <a:cubicBezTo>
                      <a:pt x="239" y="34"/>
                      <a:pt x="239" y="27"/>
                      <a:pt x="239" y="27"/>
                    </a:cubicBezTo>
                    <a:cubicBezTo>
                      <a:pt x="202" y="10"/>
                      <a:pt x="168" y="1"/>
                      <a:pt x="1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04" name="Google Shape;1268;p41">
                <a:extLst>
                  <a:ext uri="{FF2B5EF4-FFF2-40B4-BE49-F238E27FC236}">
                    <a16:creationId xmlns:a16="http://schemas.microsoft.com/office/drawing/2014/main" id="{F9CC59F3-6AF8-4085-84A8-2DC77F8CAAEA}"/>
                  </a:ext>
                </a:extLst>
              </p:cNvPr>
              <p:cNvSpPr/>
              <p:nvPr/>
            </p:nvSpPr>
            <p:spPr>
              <a:xfrm>
                <a:off x="1082807" y="3965500"/>
                <a:ext cx="10747" cy="6171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8" extrusionOk="0">
                    <a:moveTo>
                      <a:pt x="101" y="1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05" name="Google Shape;1269;p41">
                <a:extLst>
                  <a:ext uri="{FF2B5EF4-FFF2-40B4-BE49-F238E27FC236}">
                    <a16:creationId xmlns:a16="http://schemas.microsoft.com/office/drawing/2014/main" id="{728AEBB4-6695-4F91-BEBC-1B581ADF0864}"/>
                  </a:ext>
                </a:extLst>
              </p:cNvPr>
              <p:cNvSpPr/>
              <p:nvPr/>
            </p:nvSpPr>
            <p:spPr>
              <a:xfrm>
                <a:off x="1079721" y="3924215"/>
                <a:ext cx="72779" cy="4745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446" extrusionOk="0">
                    <a:moveTo>
                      <a:pt x="209" y="0"/>
                    </a:moveTo>
                    <a:cubicBezTo>
                      <a:pt x="195" y="0"/>
                      <a:pt x="188" y="7"/>
                      <a:pt x="181" y="7"/>
                    </a:cubicBezTo>
                    <a:cubicBezTo>
                      <a:pt x="173" y="7"/>
                      <a:pt x="159" y="7"/>
                      <a:pt x="152" y="14"/>
                    </a:cubicBezTo>
                    <a:lnTo>
                      <a:pt x="138" y="14"/>
                    </a:lnTo>
                    <a:cubicBezTo>
                      <a:pt x="130" y="14"/>
                      <a:pt x="130" y="21"/>
                      <a:pt x="130" y="21"/>
                    </a:cubicBezTo>
                    <a:cubicBezTo>
                      <a:pt x="123" y="21"/>
                      <a:pt x="116" y="28"/>
                      <a:pt x="109" y="28"/>
                    </a:cubicBezTo>
                    <a:cubicBezTo>
                      <a:pt x="43" y="64"/>
                      <a:pt x="0" y="150"/>
                      <a:pt x="0" y="266"/>
                    </a:cubicBezTo>
                    <a:cubicBezTo>
                      <a:pt x="0" y="323"/>
                      <a:pt x="16" y="389"/>
                      <a:pt x="30" y="445"/>
                    </a:cubicBezTo>
                    <a:lnTo>
                      <a:pt x="130" y="389"/>
                    </a:lnTo>
                    <a:lnTo>
                      <a:pt x="130" y="337"/>
                    </a:lnTo>
                    <a:lnTo>
                      <a:pt x="130" y="309"/>
                    </a:lnTo>
                    <a:lnTo>
                      <a:pt x="130" y="287"/>
                    </a:lnTo>
                    <a:cubicBezTo>
                      <a:pt x="138" y="280"/>
                      <a:pt x="138" y="273"/>
                      <a:pt x="138" y="266"/>
                    </a:cubicBezTo>
                    <a:cubicBezTo>
                      <a:pt x="138" y="259"/>
                      <a:pt x="145" y="259"/>
                      <a:pt x="145" y="251"/>
                    </a:cubicBezTo>
                    <a:cubicBezTo>
                      <a:pt x="145" y="244"/>
                      <a:pt x="152" y="244"/>
                      <a:pt x="152" y="237"/>
                    </a:cubicBezTo>
                    <a:cubicBezTo>
                      <a:pt x="159" y="223"/>
                      <a:pt x="166" y="216"/>
                      <a:pt x="173" y="207"/>
                    </a:cubicBezTo>
                    <a:cubicBezTo>
                      <a:pt x="173" y="201"/>
                      <a:pt x="181" y="201"/>
                      <a:pt x="181" y="194"/>
                    </a:cubicBezTo>
                    <a:cubicBezTo>
                      <a:pt x="188" y="194"/>
                      <a:pt x="195" y="187"/>
                      <a:pt x="202" y="187"/>
                    </a:cubicBezTo>
                    <a:cubicBezTo>
                      <a:pt x="221" y="174"/>
                      <a:pt x="243" y="168"/>
                      <a:pt x="267" y="168"/>
                    </a:cubicBezTo>
                    <a:cubicBezTo>
                      <a:pt x="297" y="168"/>
                      <a:pt x="331" y="177"/>
                      <a:pt x="368" y="194"/>
                    </a:cubicBezTo>
                    <a:cubicBezTo>
                      <a:pt x="368" y="194"/>
                      <a:pt x="368" y="201"/>
                      <a:pt x="375" y="201"/>
                    </a:cubicBezTo>
                    <a:cubicBezTo>
                      <a:pt x="388" y="207"/>
                      <a:pt x="397" y="216"/>
                      <a:pt x="411" y="223"/>
                    </a:cubicBezTo>
                    <a:cubicBezTo>
                      <a:pt x="447" y="251"/>
                      <a:pt x="483" y="287"/>
                      <a:pt x="511" y="330"/>
                    </a:cubicBezTo>
                    <a:lnTo>
                      <a:pt x="683" y="432"/>
                    </a:lnTo>
                    <a:cubicBezTo>
                      <a:pt x="640" y="330"/>
                      <a:pt x="583" y="244"/>
                      <a:pt x="511" y="164"/>
                    </a:cubicBezTo>
                    <a:cubicBezTo>
                      <a:pt x="504" y="157"/>
                      <a:pt x="490" y="144"/>
                      <a:pt x="483" y="137"/>
                    </a:cubicBezTo>
                    <a:cubicBezTo>
                      <a:pt x="454" y="114"/>
                      <a:pt x="432" y="94"/>
                      <a:pt x="404" y="71"/>
                    </a:cubicBezTo>
                    <a:lnTo>
                      <a:pt x="397" y="71"/>
                    </a:lnTo>
                    <a:cubicBezTo>
                      <a:pt x="388" y="64"/>
                      <a:pt x="381" y="57"/>
                      <a:pt x="375" y="57"/>
                    </a:cubicBezTo>
                    <a:cubicBezTo>
                      <a:pt x="318" y="21"/>
                      <a:pt x="259" y="0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06" name="Google Shape;1270;p41">
                <a:extLst>
                  <a:ext uri="{FF2B5EF4-FFF2-40B4-BE49-F238E27FC236}">
                    <a16:creationId xmlns:a16="http://schemas.microsoft.com/office/drawing/2014/main" id="{CF32B606-B513-4BD1-80DA-E346BCA4CDA7}"/>
                  </a:ext>
                </a:extLst>
              </p:cNvPr>
              <p:cNvSpPr/>
              <p:nvPr/>
            </p:nvSpPr>
            <p:spPr>
              <a:xfrm>
                <a:off x="1600672" y="3913362"/>
                <a:ext cx="15322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144" h="750" extrusionOk="0">
                    <a:moveTo>
                      <a:pt x="143" y="1"/>
                    </a:moveTo>
                    <a:lnTo>
                      <a:pt x="0" y="87"/>
                    </a:lnTo>
                    <a:cubicBezTo>
                      <a:pt x="7" y="152"/>
                      <a:pt x="14" y="239"/>
                      <a:pt x="29" y="325"/>
                    </a:cubicBezTo>
                    <a:cubicBezTo>
                      <a:pt x="43" y="454"/>
                      <a:pt x="73" y="598"/>
                      <a:pt x="107" y="749"/>
                    </a:cubicBezTo>
                    <a:cubicBezTo>
                      <a:pt x="129" y="670"/>
                      <a:pt x="143" y="598"/>
                      <a:pt x="143" y="518"/>
                    </a:cubicBez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07" name="Google Shape;1271;p41">
                <a:extLst>
                  <a:ext uri="{FF2B5EF4-FFF2-40B4-BE49-F238E27FC236}">
                    <a16:creationId xmlns:a16="http://schemas.microsoft.com/office/drawing/2014/main" id="{5678D3D0-B972-41F4-A5EA-74F6E1395982}"/>
                  </a:ext>
                </a:extLst>
              </p:cNvPr>
              <p:cNvSpPr/>
              <p:nvPr/>
            </p:nvSpPr>
            <p:spPr>
              <a:xfrm>
                <a:off x="1189848" y="3912617"/>
                <a:ext cx="383368" cy="180033"/>
              </a:xfrm>
              <a:custGeom>
                <a:avLst/>
                <a:gdLst/>
                <a:ahLst/>
                <a:cxnLst/>
                <a:rect l="l" t="t" r="r" b="b"/>
                <a:pathLst>
                  <a:path w="3603" h="1692" extrusionOk="0">
                    <a:moveTo>
                      <a:pt x="0" y="1"/>
                    </a:moveTo>
                    <a:lnTo>
                      <a:pt x="0" y="525"/>
                    </a:lnTo>
                    <a:cubicBezTo>
                      <a:pt x="0" y="827"/>
                      <a:pt x="195" y="1122"/>
                      <a:pt x="590" y="1351"/>
                    </a:cubicBezTo>
                    <a:cubicBezTo>
                      <a:pt x="982" y="1578"/>
                      <a:pt x="1494" y="1692"/>
                      <a:pt x="2007" y="1692"/>
                    </a:cubicBezTo>
                    <a:cubicBezTo>
                      <a:pt x="2519" y="1692"/>
                      <a:pt x="3031" y="1578"/>
                      <a:pt x="3423" y="1351"/>
                    </a:cubicBezTo>
                    <a:cubicBezTo>
                      <a:pt x="3487" y="1308"/>
                      <a:pt x="3545" y="1274"/>
                      <a:pt x="3602" y="1231"/>
                    </a:cubicBezTo>
                    <a:cubicBezTo>
                      <a:pt x="3502" y="886"/>
                      <a:pt x="3451" y="548"/>
                      <a:pt x="3437" y="339"/>
                    </a:cubicBezTo>
                    <a:lnTo>
                      <a:pt x="2014" y="1165"/>
                    </a:lnTo>
                    <a:lnTo>
                      <a:pt x="1582" y="913"/>
                    </a:lnTo>
                    <a:lnTo>
                      <a:pt x="547" y="316"/>
                    </a:lnTo>
                    <a:lnTo>
                      <a:pt x="288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08" name="Google Shape;1272;p41">
                <a:extLst>
                  <a:ext uri="{FF2B5EF4-FFF2-40B4-BE49-F238E27FC236}">
                    <a16:creationId xmlns:a16="http://schemas.microsoft.com/office/drawing/2014/main" id="{C3C34018-3AF6-4674-9626-5CE4BB34746D}"/>
                  </a:ext>
                </a:extLst>
              </p:cNvPr>
              <p:cNvSpPr/>
              <p:nvPr/>
            </p:nvSpPr>
            <p:spPr>
              <a:xfrm>
                <a:off x="1022370" y="3791850"/>
                <a:ext cx="381772" cy="244832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2301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1229" y="943"/>
                    </a:lnTo>
                    <a:lnTo>
                      <a:pt x="1410" y="1043"/>
                    </a:lnTo>
                    <a:lnTo>
                      <a:pt x="1474" y="1079"/>
                    </a:lnTo>
                    <a:lnTo>
                      <a:pt x="1547" y="1122"/>
                    </a:lnTo>
                    <a:lnTo>
                      <a:pt x="1574" y="1136"/>
                    </a:lnTo>
                    <a:lnTo>
                      <a:pt x="1862" y="1301"/>
                    </a:lnTo>
                    <a:lnTo>
                      <a:pt x="2121" y="1451"/>
                    </a:lnTo>
                    <a:lnTo>
                      <a:pt x="3156" y="2048"/>
                    </a:lnTo>
                    <a:lnTo>
                      <a:pt x="3588" y="2300"/>
                    </a:lnTo>
                    <a:lnTo>
                      <a:pt x="3588" y="2071"/>
                    </a:lnTo>
                    <a:lnTo>
                      <a:pt x="3351" y="1934"/>
                    </a:lnTo>
                    <a:lnTo>
                      <a:pt x="2323" y="1338"/>
                    </a:lnTo>
                    <a:lnTo>
                      <a:pt x="1755" y="1013"/>
                    </a:lnTo>
                    <a:lnTo>
                      <a:pt x="1747" y="1006"/>
                    </a:lnTo>
                    <a:lnTo>
                      <a:pt x="1617" y="934"/>
                    </a:lnTo>
                    <a:lnTo>
                      <a:pt x="1574" y="906"/>
                    </a:lnTo>
                    <a:lnTo>
                      <a:pt x="1481" y="856"/>
                    </a:lnTo>
                    <a:lnTo>
                      <a:pt x="1467" y="8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09" name="Google Shape;1273;p41">
                <a:extLst>
                  <a:ext uri="{FF2B5EF4-FFF2-40B4-BE49-F238E27FC236}">
                    <a16:creationId xmlns:a16="http://schemas.microsoft.com/office/drawing/2014/main" id="{6442699D-653A-445D-B4A3-3DAE49CC8918}"/>
                  </a:ext>
                </a:extLst>
              </p:cNvPr>
              <p:cNvSpPr/>
              <p:nvPr/>
            </p:nvSpPr>
            <p:spPr>
              <a:xfrm>
                <a:off x="1404038" y="3924960"/>
                <a:ext cx="151517" cy="111723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1050" extrusionOk="0">
                    <a:moveTo>
                      <a:pt x="1403" y="0"/>
                    </a:moveTo>
                    <a:lnTo>
                      <a:pt x="1" y="820"/>
                    </a:lnTo>
                    <a:lnTo>
                      <a:pt x="1" y="1049"/>
                    </a:lnTo>
                    <a:lnTo>
                      <a:pt x="1424" y="223"/>
                    </a:lnTo>
                    <a:cubicBezTo>
                      <a:pt x="1410" y="87"/>
                      <a:pt x="1403" y="0"/>
                      <a:pt x="1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10" name="Google Shape;1274;p41">
                <a:extLst>
                  <a:ext uri="{FF2B5EF4-FFF2-40B4-BE49-F238E27FC236}">
                    <a16:creationId xmlns:a16="http://schemas.microsoft.com/office/drawing/2014/main" id="{E3A3F3B8-65E8-4484-8C7C-741392BDECF3}"/>
                  </a:ext>
                </a:extLst>
              </p:cNvPr>
              <p:cNvSpPr/>
              <p:nvPr/>
            </p:nvSpPr>
            <p:spPr>
              <a:xfrm>
                <a:off x="1597479" y="3791850"/>
                <a:ext cx="185353" cy="130769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229" extrusionOk="0">
                    <a:moveTo>
                      <a:pt x="1741" y="1"/>
                    </a:moveTo>
                    <a:lnTo>
                      <a:pt x="173" y="913"/>
                    </a:lnTo>
                    <a:lnTo>
                      <a:pt x="1" y="1013"/>
                    </a:lnTo>
                    <a:lnTo>
                      <a:pt x="16" y="1020"/>
                    </a:lnTo>
                    <a:cubicBezTo>
                      <a:pt x="16" y="1020"/>
                      <a:pt x="16" y="1099"/>
                      <a:pt x="30" y="1229"/>
                    </a:cubicBezTo>
                    <a:lnTo>
                      <a:pt x="173" y="1143"/>
                    </a:lnTo>
                    <a:lnTo>
                      <a:pt x="1741" y="230"/>
                    </a:lnTo>
                    <a:lnTo>
                      <a:pt x="174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  <p:sp>
            <p:nvSpPr>
              <p:cNvPr id="511" name="Google Shape;1275;p41">
                <a:extLst>
                  <a:ext uri="{FF2B5EF4-FFF2-40B4-BE49-F238E27FC236}">
                    <a16:creationId xmlns:a16="http://schemas.microsoft.com/office/drawing/2014/main" id="{1E8D84F5-45CA-471C-927A-FE2AAE9F747E}"/>
                  </a:ext>
                </a:extLst>
              </p:cNvPr>
              <p:cNvSpPr/>
              <p:nvPr/>
            </p:nvSpPr>
            <p:spPr>
              <a:xfrm>
                <a:off x="1383502" y="3756630"/>
                <a:ext cx="307503" cy="397839"/>
              </a:xfrm>
              <a:custGeom>
                <a:avLst/>
                <a:gdLst/>
                <a:ahLst/>
                <a:cxnLst/>
                <a:rect l="l" t="t" r="r" b="b"/>
                <a:pathLst>
                  <a:path w="2890" h="3739" extrusionOk="0">
                    <a:moveTo>
                      <a:pt x="423" y="0"/>
                    </a:moveTo>
                    <a:lnTo>
                      <a:pt x="0" y="230"/>
                    </a:lnTo>
                    <a:lnTo>
                      <a:pt x="1380" y="1403"/>
                    </a:lnTo>
                    <a:lnTo>
                      <a:pt x="1596" y="1582"/>
                    </a:lnTo>
                    <a:cubicBezTo>
                      <a:pt x="1596" y="1582"/>
                      <a:pt x="1603" y="1669"/>
                      <a:pt x="1617" y="1805"/>
                    </a:cubicBezTo>
                    <a:cubicBezTo>
                      <a:pt x="1631" y="2014"/>
                      <a:pt x="1682" y="2352"/>
                      <a:pt x="1782" y="2697"/>
                    </a:cubicBezTo>
                    <a:cubicBezTo>
                      <a:pt x="1889" y="3062"/>
                      <a:pt x="2055" y="3430"/>
                      <a:pt x="2329" y="3646"/>
                    </a:cubicBezTo>
                    <a:cubicBezTo>
                      <a:pt x="2372" y="3680"/>
                      <a:pt x="2415" y="3716"/>
                      <a:pt x="2465" y="3739"/>
                    </a:cubicBezTo>
                    <a:lnTo>
                      <a:pt x="2529" y="3559"/>
                    </a:lnTo>
                    <a:lnTo>
                      <a:pt x="2890" y="3508"/>
                    </a:lnTo>
                    <a:cubicBezTo>
                      <a:pt x="2838" y="3480"/>
                      <a:pt x="2788" y="3444"/>
                      <a:pt x="2745" y="3407"/>
                    </a:cubicBezTo>
                    <a:cubicBezTo>
                      <a:pt x="2422" y="3142"/>
                      <a:pt x="2243" y="2654"/>
                      <a:pt x="2148" y="2222"/>
                    </a:cubicBezTo>
                    <a:cubicBezTo>
                      <a:pt x="2114" y="2071"/>
                      <a:pt x="2084" y="1927"/>
                      <a:pt x="2070" y="1798"/>
                    </a:cubicBezTo>
                    <a:cubicBezTo>
                      <a:pt x="2055" y="1712"/>
                      <a:pt x="2048" y="1625"/>
                      <a:pt x="2041" y="1560"/>
                    </a:cubicBezTo>
                    <a:cubicBezTo>
                      <a:pt x="2027" y="1430"/>
                      <a:pt x="2027" y="1351"/>
                      <a:pt x="2027" y="1351"/>
                    </a:cubicBezTo>
                    <a:lnTo>
                      <a:pt x="2012" y="1344"/>
                    </a:lnTo>
                    <a:lnTo>
                      <a:pt x="4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sz="1867"/>
              </a:p>
            </p:txBody>
          </p:sp>
        </p:grpSp>
        <p:sp>
          <p:nvSpPr>
            <p:cNvPr id="15" name="Google Shape;1279;p41">
              <a:extLst>
                <a:ext uri="{FF2B5EF4-FFF2-40B4-BE49-F238E27FC236}">
                  <a16:creationId xmlns:a16="http://schemas.microsoft.com/office/drawing/2014/main" id="{6AB8EB51-12EC-4161-954A-43696002724A}"/>
                </a:ext>
              </a:extLst>
            </p:cNvPr>
            <p:cNvSpPr/>
            <p:nvPr/>
          </p:nvSpPr>
          <p:spPr>
            <a:xfrm>
              <a:off x="1348449" y="1954200"/>
              <a:ext cx="99155" cy="99351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70538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6487" y="1212109"/>
            <a:ext cx="9603245" cy="4706000"/>
          </a:xfrm>
        </p:spPr>
        <p:txBody>
          <a:bodyPr/>
          <a:lstStyle/>
          <a:p>
            <a:pPr marL="203195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is changing the world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solving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more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accurately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more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reliably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 humans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03195" indent="0">
              <a:buNone/>
            </a:pP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195" indent="0">
              <a:buNone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tasks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like: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etecting diseases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elping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hiring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Driving cars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203195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195" indent="0">
              <a:buNone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is far from perfect.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serious flaws. AI fails is important so we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 these issues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build better, more trustworthy systems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03195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195" indent="0">
              <a:buNone/>
            </a:pP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195" indent="0">
              <a:buNone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article explains seven major ways AI fails and what we are doing to address these problems.</a:t>
            </a:r>
          </a:p>
        </p:txBody>
      </p:sp>
    </p:spTree>
    <p:extLst>
      <p:ext uri="{BB962C8B-B14F-4D97-AF65-F5344CB8AC3E}">
        <p14:creationId xmlns:p14="http://schemas.microsoft.com/office/powerpoint/2010/main" val="2788112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3600450" y="2409825"/>
            <a:ext cx="4629150" cy="163782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these 7 flaws of the AIs?</a:t>
            </a:r>
            <a:endParaRPr sz="6267" dirty="0"/>
          </a:p>
        </p:txBody>
      </p:sp>
    </p:spTree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41;p37"/>
          <p:cNvSpPr txBox="1">
            <a:spLocks/>
          </p:cNvSpPr>
          <p:nvPr/>
        </p:nvSpPr>
        <p:spPr>
          <a:xfrm>
            <a:off x="1848554" y="395140"/>
            <a:ext cx="4409132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Brittleness </a:t>
            </a:r>
            <a:b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oogle Shape;2114;p37"/>
          <p:cNvGrpSpPr/>
          <p:nvPr/>
        </p:nvGrpSpPr>
        <p:grpSpPr>
          <a:xfrm>
            <a:off x="757539" y="466340"/>
            <a:ext cx="846800" cy="977987"/>
            <a:chOff x="731647" y="1650460"/>
            <a:chExt cx="635100" cy="733490"/>
          </a:xfrm>
        </p:grpSpPr>
        <p:grpSp>
          <p:nvGrpSpPr>
            <p:cNvPr id="7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12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Google Shape;2148;p37"/>
          <p:cNvSpPr txBox="1">
            <a:spLocks/>
          </p:cNvSpPr>
          <p:nvPr/>
        </p:nvSpPr>
        <p:spPr>
          <a:xfrm>
            <a:off x="867098" y="667551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Blue Bird Type C School Bus - ROUSH CleanTech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065" y="3993126"/>
            <a:ext cx="2852349" cy="190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en Will My Street Get Plowed? - Alexandria Living Magaz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998" y="4059018"/>
            <a:ext cx="2767906" cy="1836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Blue Bird Type C School Bus - ROUSH CleanTech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85318" y="1715962"/>
            <a:ext cx="2217349" cy="147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/>
          <p:cNvCxnSpPr/>
          <p:nvPr/>
        </p:nvCxnSpPr>
        <p:spPr>
          <a:xfrm flipH="1">
            <a:off x="7170732" y="3388722"/>
            <a:ext cx="1029172" cy="604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497228" y="3355116"/>
            <a:ext cx="1156160" cy="571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70732" y="3409138"/>
            <a:ext cx="383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label of this picture?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4202" y="1313140"/>
            <a:ext cx="1961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Flipped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7676" y="1491436"/>
            <a:ext cx="62930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often fail when faced with situations they haven’t been trained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an AI that could recognize a school bus struggled when the image of the bus was flipped on its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side and 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misidentified it as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snowplow.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changes,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putting stickers on stop signs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a single pixel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image, can confuse AI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happens because AI can only recognize patterns it has seen before.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8862" y="5852040"/>
            <a:ext cx="146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Snowplow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24052" y="5895063"/>
            <a:ext cx="177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Bus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5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9676" y="1617222"/>
            <a:ext cx="10543961" cy="2572813"/>
          </a:xfrm>
        </p:spPr>
        <p:txBody>
          <a:bodyPr/>
          <a:lstStyle/>
          <a:p>
            <a:pPr marL="203195" indent="0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Remedies</a:t>
            </a: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03195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make AI stronger, researchers train it using “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</a:t>
            </a: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are tricky scenarios designed to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 the system.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helps AI learn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handle unexpected changes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However, rare, unpredictable events (like pandemics or natural disasters) still pose a challenge, even for humans.</a:t>
            </a:r>
          </a:p>
        </p:txBody>
      </p:sp>
    </p:spTree>
    <p:extLst>
      <p:ext uri="{BB962C8B-B14F-4D97-AF65-F5344CB8AC3E}">
        <p14:creationId xmlns:p14="http://schemas.microsoft.com/office/powerpoint/2010/main" val="3981495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43;p37"/>
          <p:cNvSpPr txBox="1">
            <a:spLocks/>
          </p:cNvSpPr>
          <p:nvPr/>
        </p:nvSpPr>
        <p:spPr>
          <a:xfrm>
            <a:off x="2277965" y="548008"/>
            <a:ext cx="3486800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Bias</a:t>
            </a:r>
            <a:b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</a:pPr>
            <a:endParaRPr lang="en-US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oogle Shape;2122;p37"/>
          <p:cNvGrpSpPr/>
          <p:nvPr/>
        </p:nvGrpSpPr>
        <p:grpSpPr>
          <a:xfrm>
            <a:off x="1208952" y="630215"/>
            <a:ext cx="846800" cy="979979"/>
            <a:chOff x="731647" y="2728277"/>
            <a:chExt cx="635100" cy="734984"/>
          </a:xfrm>
        </p:grpSpPr>
        <p:grpSp>
          <p:nvGrpSpPr>
            <p:cNvPr id="7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12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9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Google Shape;2149;p37"/>
          <p:cNvSpPr txBox="1">
            <a:spLocks/>
          </p:cNvSpPr>
          <p:nvPr/>
        </p:nvSpPr>
        <p:spPr>
          <a:xfrm>
            <a:off x="1318511" y="832992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08952" y="1748973"/>
            <a:ext cx="102098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pick up and amplify biases present in its training data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instance, a healthcare AI prioritized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healthier white patients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sicker Black patients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it assumed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medical costs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severe illness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overlooked systemic inequalities in healthcare access.</a:t>
            </a:r>
          </a:p>
        </p:txBody>
      </p:sp>
      <p:pic>
        <p:nvPicPr>
          <p:cNvPr id="3074" name="Picture 2" descr="3,800+ Black White Skin Stock Photos, Pictures &amp; Royalty-Fre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622" y="3457413"/>
            <a:ext cx="4665361" cy="304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35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33131" y="1512628"/>
            <a:ext cx="770873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Remedies: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retraining AI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better datasets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all groups fairly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Regularly testing the AI for biased behavior and having oversight teams monitor its decisions can also help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algorithms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focus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fairness and transparency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another effective solution.</a:t>
            </a:r>
          </a:p>
        </p:txBody>
      </p:sp>
    </p:spTree>
    <p:extLst>
      <p:ext uri="{BB962C8B-B14F-4D97-AF65-F5344CB8AC3E}">
        <p14:creationId xmlns:p14="http://schemas.microsoft.com/office/powerpoint/2010/main" val="2551670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45;p37"/>
          <p:cNvSpPr txBox="1">
            <a:spLocks/>
          </p:cNvSpPr>
          <p:nvPr/>
        </p:nvSpPr>
        <p:spPr>
          <a:xfrm>
            <a:off x="1714226" y="550864"/>
            <a:ext cx="6425727" cy="47111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Catastrophic Forgetting </a:t>
            </a:r>
            <a:b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oogle Shape;2130;p37"/>
          <p:cNvGrpSpPr/>
          <p:nvPr/>
        </p:nvGrpSpPr>
        <p:grpSpPr>
          <a:xfrm>
            <a:off x="751411" y="556595"/>
            <a:ext cx="846800" cy="979605"/>
            <a:chOff x="731647" y="3806675"/>
            <a:chExt cx="635100" cy="734704"/>
          </a:xfrm>
        </p:grpSpPr>
        <p:grpSp>
          <p:nvGrpSpPr>
            <p:cNvPr id="7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1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9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Google Shape;2150;p37"/>
          <p:cNvSpPr txBox="1">
            <a:spLocks/>
          </p:cNvSpPr>
          <p:nvPr/>
        </p:nvSpPr>
        <p:spPr>
          <a:xfrm>
            <a:off x="860970" y="760164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Remembering and forgetting - Mindful Practice in Medic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998" y="2241176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094120" y="2241176"/>
            <a:ext cx="439270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tends to forget what it learned previously when it’s trained on new tasks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an AI detecting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fakes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stopped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older types of fake videos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being updated to identify new ones.</a:t>
            </a:r>
          </a:p>
        </p:txBody>
      </p:sp>
    </p:spTree>
    <p:extLst>
      <p:ext uri="{BB962C8B-B14F-4D97-AF65-F5344CB8AC3E}">
        <p14:creationId xmlns:p14="http://schemas.microsoft.com/office/powerpoint/2010/main" val="18860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64656" y="2095704"/>
            <a:ext cx="944238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Remedies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is “knowledge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distillation”. It means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 AI systems pass their knowledge to newer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involves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periodically refreshing the AI with summaries of old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also developing continuous learning techniques that allow AI to retain knowledge without relying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outdated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</p:txBody>
      </p:sp>
    </p:spTree>
    <p:extLst>
      <p:ext uri="{BB962C8B-B14F-4D97-AF65-F5344CB8AC3E}">
        <p14:creationId xmlns:p14="http://schemas.microsoft.com/office/powerpoint/2010/main" val="3045455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40;p37"/>
          <p:cNvSpPr txBox="1">
            <a:spLocks/>
          </p:cNvSpPr>
          <p:nvPr/>
        </p:nvSpPr>
        <p:spPr>
          <a:xfrm>
            <a:off x="2117348" y="1035563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609585" lvl="0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600" kern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1219170" lvl="1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2400" kern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828754" lvl="2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2000" kern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2438339" lvl="3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800" kern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3047924" lvl="4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800" kern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3657509" lvl="5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800" kern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4267093" lvl="6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800" kern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4876678" lvl="7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800" kern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5486263" lvl="8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800" kern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203195" indent="0">
              <a:buNone/>
            </a:pPr>
            <a:r>
              <a:rPr lang="en-US" sz="28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endParaRPr lang="en-US" sz="4000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oogle Shape;2106;p37"/>
          <p:cNvGrpSpPr/>
          <p:nvPr/>
        </p:nvGrpSpPr>
        <p:grpSpPr>
          <a:xfrm>
            <a:off x="1118888" y="915338"/>
            <a:ext cx="846800" cy="979520"/>
            <a:chOff x="731647" y="573573"/>
            <a:chExt cx="635100" cy="734640"/>
          </a:xfrm>
        </p:grpSpPr>
        <p:grpSp>
          <p:nvGrpSpPr>
            <p:cNvPr id="6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1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8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3" name="Google Shape;2147;p37"/>
          <p:cNvSpPr txBox="1">
            <a:spLocks/>
          </p:cNvSpPr>
          <p:nvPr/>
        </p:nvSpPr>
        <p:spPr>
          <a:xfrm>
            <a:off x="1237488" y="1115568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17348" y="1990525"/>
            <a:ext cx="901476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decisions often feel like 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“black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box”.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that people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know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AI made a particular decision.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it’s hard to understand why an AI suspects someone has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a criminal risk score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186,600+ Decision Making Stock Illustrations, Royalty-Free Vector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884" y="3500310"/>
            <a:ext cx="4079443" cy="279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94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87448" y="1403350"/>
            <a:ext cx="900013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Remedies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creating tools to explain AI decisions in simple, clear ways. One idea is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databases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correct explanations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AI can reference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approach is to develop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methods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make AI behavior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predictable and consistent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371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41;p37"/>
          <p:cNvSpPr txBox="1">
            <a:spLocks/>
          </p:cNvSpPr>
          <p:nvPr/>
        </p:nvSpPr>
        <p:spPr>
          <a:xfrm>
            <a:off x="2201055" y="789219"/>
            <a:ext cx="7828083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Quantifying Uncertainty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oogle Shape;2114;p37"/>
          <p:cNvGrpSpPr/>
          <p:nvPr/>
        </p:nvGrpSpPr>
        <p:grpSpPr>
          <a:xfrm>
            <a:off x="1230342" y="692463"/>
            <a:ext cx="846800" cy="977987"/>
            <a:chOff x="731647" y="1650460"/>
            <a:chExt cx="635100" cy="733490"/>
          </a:xfrm>
        </p:grpSpPr>
        <p:grpSp>
          <p:nvGrpSpPr>
            <p:cNvPr id="8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13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10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1" name="Google Shape;2148;p37"/>
          <p:cNvSpPr txBox="1">
            <a:spLocks/>
          </p:cNvSpPr>
          <p:nvPr/>
        </p:nvSpPr>
        <p:spPr>
          <a:xfrm>
            <a:off x="1339901" y="893674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847901" y="1974486"/>
            <a:ext cx="842724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overconfident even when it’s wrong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instance, in 2016,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Tesla autopilot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failed to recognize a truck and caused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fatal crash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didn’t realize it was uncertain about the situation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Tesla Autopilot Crashes and Causes - AutoPilot Revi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199" y="4084955"/>
            <a:ext cx="4358570" cy="216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01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63039" y="1769871"/>
            <a:ext cx="875791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Remedies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can be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to measure their own uncertainty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alert humans when unsure.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some AI systems in healthcare now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 confidence levels for diagnoses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helps doctors make better decisions.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working on faster techniques to apply this idea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real-time systems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self-driving cars.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864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43;p37"/>
          <p:cNvSpPr txBox="1">
            <a:spLocks/>
          </p:cNvSpPr>
          <p:nvPr/>
        </p:nvSpPr>
        <p:spPr>
          <a:xfrm>
            <a:off x="2120864" y="933131"/>
            <a:ext cx="3486800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Sense</a:t>
            </a:r>
            <a:endParaRPr lang="en-US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oogle Shape;2122;p37"/>
          <p:cNvGrpSpPr/>
          <p:nvPr/>
        </p:nvGrpSpPr>
        <p:grpSpPr>
          <a:xfrm>
            <a:off x="1164505" y="820131"/>
            <a:ext cx="846800" cy="979979"/>
            <a:chOff x="731647" y="2728277"/>
            <a:chExt cx="635100" cy="734984"/>
          </a:xfrm>
        </p:grpSpPr>
        <p:grpSp>
          <p:nvGrpSpPr>
            <p:cNvPr id="7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12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9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2" name="Google Shape;2149;p37"/>
          <p:cNvSpPr txBox="1">
            <a:spLocks/>
          </p:cNvSpPr>
          <p:nvPr/>
        </p:nvSpPr>
        <p:spPr>
          <a:xfrm>
            <a:off x="1274064" y="1022908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120864" y="1882642"/>
            <a:ext cx="86404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lacks common sense, which means it often fails to understand context.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hate speech detection systems can mistakenly label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harmless phrases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offensive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they don’t grasp the intent or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tone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behind the words.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Speech Recogni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199" y="3830637"/>
            <a:ext cx="5126567" cy="2450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15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27200" y="1840282"/>
            <a:ext cx="85614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Remedies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AI’s common sense, researchers are training it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realistic datasets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it with comprehensive checklists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include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situations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helps AI understand context better and avoid making illogical decisions</a:t>
            </a:r>
          </a:p>
        </p:txBody>
      </p:sp>
    </p:spTree>
    <p:extLst>
      <p:ext uri="{BB962C8B-B14F-4D97-AF65-F5344CB8AC3E}">
        <p14:creationId xmlns:p14="http://schemas.microsoft.com/office/powerpoint/2010/main" val="2428270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45;p37"/>
          <p:cNvSpPr txBox="1">
            <a:spLocks/>
          </p:cNvSpPr>
          <p:nvPr/>
        </p:nvSpPr>
        <p:spPr>
          <a:xfrm>
            <a:off x="2110033" y="981458"/>
            <a:ext cx="4689337" cy="51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b="1" i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endParaRPr lang="en-US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oogle Shape;2130;p37"/>
          <p:cNvGrpSpPr/>
          <p:nvPr/>
        </p:nvGrpSpPr>
        <p:grpSpPr>
          <a:xfrm>
            <a:off x="1120614" y="911998"/>
            <a:ext cx="846800" cy="979605"/>
            <a:chOff x="731647" y="3806675"/>
            <a:chExt cx="635100" cy="734704"/>
          </a:xfrm>
        </p:grpSpPr>
        <p:grpSp>
          <p:nvGrpSpPr>
            <p:cNvPr id="6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11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8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b="1" i="1">
                  <a:solidFill>
                    <a:srgbClr val="59595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3" name="Google Shape;2150;p37"/>
          <p:cNvSpPr txBox="1">
            <a:spLocks/>
          </p:cNvSpPr>
          <p:nvPr/>
        </p:nvSpPr>
        <p:spPr>
          <a:xfrm>
            <a:off x="1230173" y="1115567"/>
            <a:ext cx="609600" cy="46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rPr lang="e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e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10033" y="1891603"/>
            <a:ext cx="83108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their advanced capabilities, AI systems are surprisingly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at solving math problems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Even state-of-the-art models struggle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school math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achieving low accuracy.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because AI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data in a parallel way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math requires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reasoning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Math With AI: How To Solve Mathematical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50" name="Picture 6" descr="Math Problem Stock Illustrations – 4,048 Math Problem Stock Illustrations,  Vectors &amp; Clipart - Dreamsti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165" y="3556001"/>
            <a:ext cx="2877748" cy="287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28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36169" y="1698724"/>
            <a:ext cx="9863889" cy="2661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Remedies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exploring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AI architectures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better suited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problem-solving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Providing AI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structured math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eaching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break down problems into smaller steps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also help improve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performance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726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8B3F-B289-1C52-2B64-FABD661BA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794BDB-0521-C8B3-462B-2603053E6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504" y="303657"/>
            <a:ext cx="6412800" cy="768000"/>
          </a:xfrm>
        </p:spPr>
        <p:txBody>
          <a:bodyPr/>
          <a:lstStyle/>
          <a:p>
            <a:r>
              <a:rPr lang="en-US" b="1" i="1" dirty="0">
                <a:solidFill>
                  <a:srgbClr val="292D3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en-US" sz="4400" b="1" i="1" dirty="0" smtClean="0">
                <a:solidFill>
                  <a:srgbClr val="292D3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onclusion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4BB01-4E2A-A24B-9CDB-416AC8915B0A}"/>
              </a:ext>
            </a:extLst>
          </p:cNvPr>
          <p:cNvSpPr txBox="1"/>
          <p:nvPr/>
        </p:nvSpPr>
        <p:spPr>
          <a:xfrm>
            <a:off x="1290541" y="1260326"/>
            <a:ext cx="96107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immense potential to improve our lives, but it’s not without flaws.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brittleness and bias to a lack of common sense and transparency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these failures show us where AI needs improvement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Thankfully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researchers are working hard to address these challenges with creative solutions,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training methods, fairer algorithms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their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remedies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can build AI that is not only more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also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everyone.</a:t>
            </a:r>
            <a:endParaRPr lang="en-US" sz="1800" i="1" dirty="0">
              <a:solidFill>
                <a:srgbClr val="292D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98F2B6-F729-4D6C-BA84-FD31DE5B4AC5}"/>
              </a:ext>
            </a:extLst>
          </p:cNvPr>
          <p:cNvSpPr/>
          <p:nvPr/>
        </p:nvSpPr>
        <p:spPr>
          <a:xfrm>
            <a:off x="5885809" y="5264573"/>
            <a:ext cx="995084" cy="1367715"/>
          </a:xfrm>
          <a:custGeom>
            <a:avLst/>
            <a:gdLst>
              <a:gd name="connsiteX0" fmla="*/ 0 w 995084"/>
              <a:gd name="connsiteY0" fmla="*/ 1367715 h 1367715"/>
              <a:gd name="connsiteX1" fmla="*/ 0 w 995084"/>
              <a:gd name="connsiteY1" fmla="*/ 1075549 h 1367715"/>
              <a:gd name="connsiteX2" fmla="*/ 31289 w 995084"/>
              <a:gd name="connsiteY2" fmla="*/ 1092847 h 1367715"/>
              <a:gd name="connsiteX3" fmla="*/ 125505 w 995084"/>
              <a:gd name="connsiteY3" fmla="*/ 1112220 h 1367715"/>
              <a:gd name="connsiteX4" fmla="*/ 367552 w 995084"/>
              <a:gd name="connsiteY4" fmla="*/ 865692 h 1367715"/>
              <a:gd name="connsiteX5" fmla="*/ 125505 w 995084"/>
              <a:gd name="connsiteY5" fmla="*/ 619163 h 1367715"/>
              <a:gd name="connsiteX6" fmla="*/ 31289 w 995084"/>
              <a:gd name="connsiteY6" fmla="*/ 638537 h 1367715"/>
              <a:gd name="connsiteX7" fmla="*/ 0 w 995084"/>
              <a:gd name="connsiteY7" fmla="*/ 655834 h 1367715"/>
              <a:gd name="connsiteX8" fmla="*/ 0 w 995084"/>
              <a:gd name="connsiteY8" fmla="*/ 364131 h 1367715"/>
              <a:gd name="connsiteX9" fmla="*/ 283202 w 995084"/>
              <a:gd name="connsiteY9" fmla="*/ 364131 h 1367715"/>
              <a:gd name="connsiteX10" fmla="*/ 265905 w 995084"/>
              <a:gd name="connsiteY10" fmla="*/ 333134 h 1367715"/>
              <a:gd name="connsiteX11" fmla="*/ 246531 w 995084"/>
              <a:gd name="connsiteY11" fmla="*/ 239794 h 1367715"/>
              <a:gd name="connsiteX12" fmla="*/ 493060 w 995084"/>
              <a:gd name="connsiteY12" fmla="*/ 0 h 1367715"/>
              <a:gd name="connsiteX13" fmla="*/ 739589 w 995084"/>
              <a:gd name="connsiteY13" fmla="*/ 239794 h 1367715"/>
              <a:gd name="connsiteX14" fmla="*/ 720216 w 995084"/>
              <a:gd name="connsiteY14" fmla="*/ 333134 h 1367715"/>
              <a:gd name="connsiteX15" fmla="*/ 702918 w 995084"/>
              <a:gd name="connsiteY15" fmla="*/ 364131 h 1367715"/>
              <a:gd name="connsiteX16" fmla="*/ 995084 w 995084"/>
              <a:gd name="connsiteY16" fmla="*/ 364131 h 1367715"/>
              <a:gd name="connsiteX17" fmla="*/ 995084 w 995084"/>
              <a:gd name="connsiteY17" fmla="*/ 1367715 h 1367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95084" h="1367715">
                <a:moveTo>
                  <a:pt x="0" y="1367715"/>
                </a:moveTo>
                <a:lnTo>
                  <a:pt x="0" y="1075549"/>
                </a:lnTo>
                <a:lnTo>
                  <a:pt x="31289" y="1092847"/>
                </a:lnTo>
                <a:cubicBezTo>
                  <a:pt x="60247" y="1105322"/>
                  <a:pt x="92085" y="1112220"/>
                  <a:pt x="125505" y="1112220"/>
                </a:cubicBezTo>
                <a:cubicBezTo>
                  <a:pt x="259184" y="1112220"/>
                  <a:pt x="367552" y="1001846"/>
                  <a:pt x="367552" y="865692"/>
                </a:cubicBezTo>
                <a:cubicBezTo>
                  <a:pt x="367552" y="729538"/>
                  <a:pt x="259184" y="619163"/>
                  <a:pt x="125505" y="619163"/>
                </a:cubicBezTo>
                <a:cubicBezTo>
                  <a:pt x="92085" y="619163"/>
                  <a:pt x="60247" y="626062"/>
                  <a:pt x="31289" y="638537"/>
                </a:cubicBezTo>
                <a:lnTo>
                  <a:pt x="0" y="655834"/>
                </a:lnTo>
                <a:lnTo>
                  <a:pt x="0" y="364131"/>
                </a:lnTo>
                <a:lnTo>
                  <a:pt x="283202" y="364131"/>
                </a:lnTo>
                <a:lnTo>
                  <a:pt x="265905" y="333134"/>
                </a:lnTo>
                <a:cubicBezTo>
                  <a:pt x="253430" y="304445"/>
                  <a:pt x="246531" y="272903"/>
                  <a:pt x="246531" y="239794"/>
                </a:cubicBezTo>
                <a:cubicBezTo>
                  <a:pt x="246531" y="107360"/>
                  <a:pt x="356906" y="0"/>
                  <a:pt x="493060" y="0"/>
                </a:cubicBezTo>
                <a:cubicBezTo>
                  <a:pt x="629214" y="0"/>
                  <a:pt x="739589" y="107360"/>
                  <a:pt x="739589" y="239794"/>
                </a:cubicBezTo>
                <a:cubicBezTo>
                  <a:pt x="739589" y="272903"/>
                  <a:pt x="732691" y="304445"/>
                  <a:pt x="720216" y="333134"/>
                </a:cubicBezTo>
                <a:lnTo>
                  <a:pt x="702918" y="364131"/>
                </a:lnTo>
                <a:lnTo>
                  <a:pt x="995084" y="364131"/>
                </a:lnTo>
                <a:lnTo>
                  <a:pt x="995084" y="1367715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isometricTopUp">
              <a:rot lat="19311421" lon="19914976" rev="3093771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10">
            <a:extLst>
              <a:ext uri="{FF2B5EF4-FFF2-40B4-BE49-F238E27FC236}">
                <a16:creationId xmlns:a16="http://schemas.microsoft.com/office/drawing/2014/main" id="{CC75FDD6-9DDD-4FAE-A9EA-B3F7B053344A}"/>
              </a:ext>
            </a:extLst>
          </p:cNvPr>
          <p:cNvSpPr/>
          <p:nvPr/>
        </p:nvSpPr>
        <p:spPr>
          <a:xfrm rot="19018559" flipV="1">
            <a:off x="6143159" y="3741294"/>
            <a:ext cx="995084" cy="1367715"/>
          </a:xfrm>
          <a:custGeom>
            <a:avLst/>
            <a:gdLst>
              <a:gd name="connsiteX0" fmla="*/ 0 w 995084"/>
              <a:gd name="connsiteY0" fmla="*/ 1367715 h 1367715"/>
              <a:gd name="connsiteX1" fmla="*/ 0 w 995084"/>
              <a:gd name="connsiteY1" fmla="*/ 1075549 h 1367715"/>
              <a:gd name="connsiteX2" fmla="*/ 31289 w 995084"/>
              <a:gd name="connsiteY2" fmla="*/ 1092847 h 1367715"/>
              <a:gd name="connsiteX3" fmla="*/ 125505 w 995084"/>
              <a:gd name="connsiteY3" fmla="*/ 1112220 h 1367715"/>
              <a:gd name="connsiteX4" fmla="*/ 367552 w 995084"/>
              <a:gd name="connsiteY4" fmla="*/ 865692 h 1367715"/>
              <a:gd name="connsiteX5" fmla="*/ 125505 w 995084"/>
              <a:gd name="connsiteY5" fmla="*/ 619163 h 1367715"/>
              <a:gd name="connsiteX6" fmla="*/ 31289 w 995084"/>
              <a:gd name="connsiteY6" fmla="*/ 638537 h 1367715"/>
              <a:gd name="connsiteX7" fmla="*/ 0 w 995084"/>
              <a:gd name="connsiteY7" fmla="*/ 655834 h 1367715"/>
              <a:gd name="connsiteX8" fmla="*/ 0 w 995084"/>
              <a:gd name="connsiteY8" fmla="*/ 364131 h 1367715"/>
              <a:gd name="connsiteX9" fmla="*/ 283202 w 995084"/>
              <a:gd name="connsiteY9" fmla="*/ 364131 h 1367715"/>
              <a:gd name="connsiteX10" fmla="*/ 265905 w 995084"/>
              <a:gd name="connsiteY10" fmla="*/ 333134 h 1367715"/>
              <a:gd name="connsiteX11" fmla="*/ 246531 w 995084"/>
              <a:gd name="connsiteY11" fmla="*/ 239794 h 1367715"/>
              <a:gd name="connsiteX12" fmla="*/ 493060 w 995084"/>
              <a:gd name="connsiteY12" fmla="*/ 0 h 1367715"/>
              <a:gd name="connsiteX13" fmla="*/ 739589 w 995084"/>
              <a:gd name="connsiteY13" fmla="*/ 239794 h 1367715"/>
              <a:gd name="connsiteX14" fmla="*/ 720216 w 995084"/>
              <a:gd name="connsiteY14" fmla="*/ 333134 h 1367715"/>
              <a:gd name="connsiteX15" fmla="*/ 702918 w 995084"/>
              <a:gd name="connsiteY15" fmla="*/ 364131 h 1367715"/>
              <a:gd name="connsiteX16" fmla="*/ 995084 w 995084"/>
              <a:gd name="connsiteY16" fmla="*/ 364131 h 1367715"/>
              <a:gd name="connsiteX17" fmla="*/ 995084 w 995084"/>
              <a:gd name="connsiteY17" fmla="*/ 1367715 h 1367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95084" h="1367715">
                <a:moveTo>
                  <a:pt x="0" y="1367715"/>
                </a:moveTo>
                <a:lnTo>
                  <a:pt x="0" y="1075549"/>
                </a:lnTo>
                <a:lnTo>
                  <a:pt x="31289" y="1092847"/>
                </a:lnTo>
                <a:cubicBezTo>
                  <a:pt x="60247" y="1105322"/>
                  <a:pt x="92085" y="1112220"/>
                  <a:pt x="125505" y="1112220"/>
                </a:cubicBezTo>
                <a:cubicBezTo>
                  <a:pt x="259184" y="1112220"/>
                  <a:pt x="367552" y="1001846"/>
                  <a:pt x="367552" y="865692"/>
                </a:cubicBezTo>
                <a:cubicBezTo>
                  <a:pt x="367552" y="729538"/>
                  <a:pt x="259184" y="619163"/>
                  <a:pt x="125505" y="619163"/>
                </a:cubicBezTo>
                <a:cubicBezTo>
                  <a:pt x="92085" y="619163"/>
                  <a:pt x="60247" y="626062"/>
                  <a:pt x="31289" y="638537"/>
                </a:cubicBezTo>
                <a:lnTo>
                  <a:pt x="0" y="655834"/>
                </a:lnTo>
                <a:lnTo>
                  <a:pt x="0" y="364131"/>
                </a:lnTo>
                <a:lnTo>
                  <a:pt x="283202" y="364131"/>
                </a:lnTo>
                <a:lnTo>
                  <a:pt x="265905" y="333134"/>
                </a:lnTo>
                <a:cubicBezTo>
                  <a:pt x="253430" y="304445"/>
                  <a:pt x="246531" y="272903"/>
                  <a:pt x="246531" y="239794"/>
                </a:cubicBezTo>
                <a:cubicBezTo>
                  <a:pt x="246531" y="107360"/>
                  <a:pt x="356906" y="0"/>
                  <a:pt x="493060" y="0"/>
                </a:cubicBezTo>
                <a:cubicBezTo>
                  <a:pt x="629214" y="0"/>
                  <a:pt x="739589" y="107360"/>
                  <a:pt x="739589" y="239794"/>
                </a:cubicBezTo>
                <a:cubicBezTo>
                  <a:pt x="739589" y="272903"/>
                  <a:pt x="732691" y="304445"/>
                  <a:pt x="720216" y="333134"/>
                </a:cubicBezTo>
                <a:lnTo>
                  <a:pt x="702918" y="364131"/>
                </a:lnTo>
                <a:lnTo>
                  <a:pt x="995084" y="364131"/>
                </a:lnTo>
                <a:lnTo>
                  <a:pt x="995084" y="136771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19336181" lon="19922890" rev="563335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C5E15B30-6606-44B0-9995-8B8EC82F4C49}"/>
              </a:ext>
            </a:extLst>
          </p:cNvPr>
          <p:cNvSpPr/>
          <p:nvPr/>
        </p:nvSpPr>
        <p:spPr>
          <a:xfrm rot="13814054" flipV="1">
            <a:off x="4934093" y="4371232"/>
            <a:ext cx="995084" cy="1367715"/>
          </a:xfrm>
          <a:custGeom>
            <a:avLst/>
            <a:gdLst>
              <a:gd name="connsiteX0" fmla="*/ 0 w 995084"/>
              <a:gd name="connsiteY0" fmla="*/ 1367715 h 1367715"/>
              <a:gd name="connsiteX1" fmla="*/ 0 w 995084"/>
              <a:gd name="connsiteY1" fmla="*/ 1075549 h 1367715"/>
              <a:gd name="connsiteX2" fmla="*/ 31289 w 995084"/>
              <a:gd name="connsiteY2" fmla="*/ 1092847 h 1367715"/>
              <a:gd name="connsiteX3" fmla="*/ 125505 w 995084"/>
              <a:gd name="connsiteY3" fmla="*/ 1112220 h 1367715"/>
              <a:gd name="connsiteX4" fmla="*/ 367552 w 995084"/>
              <a:gd name="connsiteY4" fmla="*/ 865692 h 1367715"/>
              <a:gd name="connsiteX5" fmla="*/ 125505 w 995084"/>
              <a:gd name="connsiteY5" fmla="*/ 619163 h 1367715"/>
              <a:gd name="connsiteX6" fmla="*/ 31289 w 995084"/>
              <a:gd name="connsiteY6" fmla="*/ 638537 h 1367715"/>
              <a:gd name="connsiteX7" fmla="*/ 0 w 995084"/>
              <a:gd name="connsiteY7" fmla="*/ 655834 h 1367715"/>
              <a:gd name="connsiteX8" fmla="*/ 0 w 995084"/>
              <a:gd name="connsiteY8" fmla="*/ 364131 h 1367715"/>
              <a:gd name="connsiteX9" fmla="*/ 283202 w 995084"/>
              <a:gd name="connsiteY9" fmla="*/ 364131 h 1367715"/>
              <a:gd name="connsiteX10" fmla="*/ 265905 w 995084"/>
              <a:gd name="connsiteY10" fmla="*/ 333134 h 1367715"/>
              <a:gd name="connsiteX11" fmla="*/ 246531 w 995084"/>
              <a:gd name="connsiteY11" fmla="*/ 239794 h 1367715"/>
              <a:gd name="connsiteX12" fmla="*/ 493060 w 995084"/>
              <a:gd name="connsiteY12" fmla="*/ 0 h 1367715"/>
              <a:gd name="connsiteX13" fmla="*/ 739589 w 995084"/>
              <a:gd name="connsiteY13" fmla="*/ 239794 h 1367715"/>
              <a:gd name="connsiteX14" fmla="*/ 720216 w 995084"/>
              <a:gd name="connsiteY14" fmla="*/ 333134 h 1367715"/>
              <a:gd name="connsiteX15" fmla="*/ 702918 w 995084"/>
              <a:gd name="connsiteY15" fmla="*/ 364131 h 1367715"/>
              <a:gd name="connsiteX16" fmla="*/ 995084 w 995084"/>
              <a:gd name="connsiteY16" fmla="*/ 364131 h 1367715"/>
              <a:gd name="connsiteX17" fmla="*/ 995084 w 995084"/>
              <a:gd name="connsiteY17" fmla="*/ 1367715 h 1367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95084" h="1367715">
                <a:moveTo>
                  <a:pt x="0" y="1367715"/>
                </a:moveTo>
                <a:lnTo>
                  <a:pt x="0" y="1075549"/>
                </a:lnTo>
                <a:lnTo>
                  <a:pt x="31289" y="1092847"/>
                </a:lnTo>
                <a:cubicBezTo>
                  <a:pt x="60247" y="1105322"/>
                  <a:pt x="92085" y="1112220"/>
                  <a:pt x="125505" y="1112220"/>
                </a:cubicBezTo>
                <a:cubicBezTo>
                  <a:pt x="259184" y="1112220"/>
                  <a:pt x="367552" y="1001846"/>
                  <a:pt x="367552" y="865692"/>
                </a:cubicBezTo>
                <a:cubicBezTo>
                  <a:pt x="367552" y="729538"/>
                  <a:pt x="259184" y="619163"/>
                  <a:pt x="125505" y="619163"/>
                </a:cubicBezTo>
                <a:cubicBezTo>
                  <a:pt x="92085" y="619163"/>
                  <a:pt x="60247" y="626062"/>
                  <a:pt x="31289" y="638537"/>
                </a:cubicBezTo>
                <a:lnTo>
                  <a:pt x="0" y="655834"/>
                </a:lnTo>
                <a:lnTo>
                  <a:pt x="0" y="364131"/>
                </a:lnTo>
                <a:lnTo>
                  <a:pt x="283202" y="364131"/>
                </a:lnTo>
                <a:lnTo>
                  <a:pt x="265905" y="333134"/>
                </a:lnTo>
                <a:cubicBezTo>
                  <a:pt x="253430" y="304445"/>
                  <a:pt x="246531" y="272903"/>
                  <a:pt x="246531" y="239794"/>
                </a:cubicBezTo>
                <a:cubicBezTo>
                  <a:pt x="246531" y="107360"/>
                  <a:pt x="356906" y="0"/>
                  <a:pt x="493060" y="0"/>
                </a:cubicBezTo>
                <a:cubicBezTo>
                  <a:pt x="629214" y="0"/>
                  <a:pt x="739589" y="107360"/>
                  <a:pt x="739589" y="239794"/>
                </a:cubicBezTo>
                <a:cubicBezTo>
                  <a:pt x="739589" y="272903"/>
                  <a:pt x="732691" y="304445"/>
                  <a:pt x="720216" y="333134"/>
                </a:cubicBezTo>
                <a:lnTo>
                  <a:pt x="702918" y="364131"/>
                </a:lnTo>
                <a:lnTo>
                  <a:pt x="995084" y="364131"/>
                </a:lnTo>
                <a:lnTo>
                  <a:pt x="995084" y="136771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1420907" lon="19291168" rev="21223446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01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B9889B-FF6D-4A84-A131-6BDE6291F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1200"/>
          </a:xfrm>
        </p:spPr>
        <p:txBody>
          <a:bodyPr/>
          <a:lstStyle/>
          <a:p>
            <a:r>
              <a:rPr lang="en-US" sz="4000" b="1" dirty="0" smtClean="0">
                <a:solidFill>
                  <a:srgbClr val="292D3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</a:t>
            </a:r>
            <a:endParaRPr lang="en-US" sz="4000" b="1" dirty="0">
              <a:solidFill>
                <a:srgbClr val="292D34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Google Shape;17280;p87">
            <a:extLst>
              <a:ext uri="{FF2B5EF4-FFF2-40B4-BE49-F238E27FC236}">
                <a16:creationId xmlns:a16="http://schemas.microsoft.com/office/drawing/2014/main" id="{D6A76C5E-99EC-4F23-B173-BF60FAC65F34}"/>
              </a:ext>
            </a:extLst>
          </p:cNvPr>
          <p:cNvSpPr/>
          <p:nvPr/>
        </p:nvSpPr>
        <p:spPr>
          <a:xfrm>
            <a:off x="9420696" y="4595510"/>
            <a:ext cx="1933104" cy="1808079"/>
          </a:xfrm>
          <a:custGeom>
            <a:avLst/>
            <a:gdLst/>
            <a:ahLst/>
            <a:cxnLst/>
            <a:rect l="l" t="t" r="r" b="b"/>
            <a:pathLst>
              <a:path w="12918" h="10807" extrusionOk="0">
                <a:moveTo>
                  <a:pt x="10807" y="851"/>
                </a:moveTo>
                <a:cubicBezTo>
                  <a:pt x="10366" y="1608"/>
                  <a:pt x="10366" y="2584"/>
                  <a:pt x="10807" y="3340"/>
                </a:cubicBezTo>
                <a:lnTo>
                  <a:pt x="2332" y="3340"/>
                </a:lnTo>
                <a:cubicBezTo>
                  <a:pt x="1765" y="3340"/>
                  <a:pt x="1293" y="2962"/>
                  <a:pt x="1135" y="2458"/>
                </a:cubicBezTo>
                <a:cubicBezTo>
                  <a:pt x="915" y="1671"/>
                  <a:pt x="1513" y="851"/>
                  <a:pt x="2332" y="851"/>
                </a:cubicBezTo>
                <a:close/>
                <a:moveTo>
                  <a:pt x="8822" y="4159"/>
                </a:moveTo>
                <a:lnTo>
                  <a:pt x="8822" y="6648"/>
                </a:lnTo>
                <a:lnTo>
                  <a:pt x="1891" y="6648"/>
                </a:lnTo>
                <a:lnTo>
                  <a:pt x="1891" y="4159"/>
                </a:lnTo>
                <a:close/>
                <a:moveTo>
                  <a:pt x="10524" y="4159"/>
                </a:moveTo>
                <a:lnTo>
                  <a:pt x="10524" y="6648"/>
                </a:lnTo>
                <a:lnTo>
                  <a:pt x="9704" y="6648"/>
                </a:lnTo>
                <a:lnTo>
                  <a:pt x="9704" y="4159"/>
                </a:lnTo>
                <a:close/>
                <a:moveTo>
                  <a:pt x="12130" y="4159"/>
                </a:moveTo>
                <a:lnTo>
                  <a:pt x="12130" y="6648"/>
                </a:lnTo>
                <a:lnTo>
                  <a:pt x="11343" y="6648"/>
                </a:lnTo>
                <a:lnTo>
                  <a:pt x="11343" y="4159"/>
                </a:lnTo>
                <a:close/>
                <a:moveTo>
                  <a:pt x="1986" y="7467"/>
                </a:moveTo>
                <a:lnTo>
                  <a:pt x="1986" y="9956"/>
                </a:lnTo>
                <a:lnTo>
                  <a:pt x="1104" y="9956"/>
                </a:lnTo>
                <a:lnTo>
                  <a:pt x="1104" y="7467"/>
                </a:lnTo>
                <a:close/>
                <a:moveTo>
                  <a:pt x="3624" y="7467"/>
                </a:moveTo>
                <a:lnTo>
                  <a:pt x="3624" y="9956"/>
                </a:lnTo>
                <a:lnTo>
                  <a:pt x="2805" y="9956"/>
                </a:lnTo>
                <a:lnTo>
                  <a:pt x="2805" y="7467"/>
                </a:lnTo>
                <a:close/>
                <a:moveTo>
                  <a:pt x="11311" y="7467"/>
                </a:moveTo>
                <a:lnTo>
                  <a:pt x="11311" y="9956"/>
                </a:lnTo>
                <a:lnTo>
                  <a:pt x="4443" y="9956"/>
                </a:lnTo>
                <a:lnTo>
                  <a:pt x="4443" y="7467"/>
                </a:lnTo>
                <a:close/>
                <a:moveTo>
                  <a:pt x="2364" y="1"/>
                </a:moveTo>
                <a:cubicBezTo>
                  <a:pt x="1671" y="1"/>
                  <a:pt x="1041" y="379"/>
                  <a:pt x="631" y="914"/>
                </a:cubicBezTo>
                <a:cubicBezTo>
                  <a:pt x="1" y="1828"/>
                  <a:pt x="253" y="3088"/>
                  <a:pt x="1104" y="3718"/>
                </a:cubicBezTo>
                <a:lnTo>
                  <a:pt x="1104" y="6648"/>
                </a:lnTo>
                <a:lnTo>
                  <a:pt x="694" y="6648"/>
                </a:lnTo>
                <a:cubicBezTo>
                  <a:pt x="442" y="6648"/>
                  <a:pt x="284" y="6837"/>
                  <a:pt x="284" y="7058"/>
                </a:cubicBezTo>
                <a:lnTo>
                  <a:pt x="284" y="10366"/>
                </a:lnTo>
                <a:cubicBezTo>
                  <a:pt x="284" y="10618"/>
                  <a:pt x="473" y="10807"/>
                  <a:pt x="694" y="10807"/>
                </a:cubicBezTo>
                <a:lnTo>
                  <a:pt x="11721" y="10807"/>
                </a:lnTo>
                <a:cubicBezTo>
                  <a:pt x="11941" y="10807"/>
                  <a:pt x="12130" y="10618"/>
                  <a:pt x="12130" y="10366"/>
                </a:cubicBezTo>
                <a:lnTo>
                  <a:pt x="12130" y="7499"/>
                </a:lnTo>
                <a:lnTo>
                  <a:pt x="12540" y="7499"/>
                </a:lnTo>
                <a:cubicBezTo>
                  <a:pt x="12760" y="7499"/>
                  <a:pt x="12918" y="7310"/>
                  <a:pt x="12918" y="7058"/>
                </a:cubicBezTo>
                <a:lnTo>
                  <a:pt x="12918" y="3750"/>
                </a:lnTo>
                <a:cubicBezTo>
                  <a:pt x="12918" y="3529"/>
                  <a:pt x="12760" y="3340"/>
                  <a:pt x="12540" y="3340"/>
                </a:cubicBezTo>
                <a:lnTo>
                  <a:pt x="11878" y="3340"/>
                </a:lnTo>
                <a:cubicBezTo>
                  <a:pt x="11091" y="2647"/>
                  <a:pt x="11122" y="1387"/>
                  <a:pt x="11973" y="757"/>
                </a:cubicBezTo>
                <a:cubicBezTo>
                  <a:pt x="12256" y="536"/>
                  <a:pt x="12130" y="64"/>
                  <a:pt x="117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184F48-6CBE-F39A-6C2C-86B1F0380B3C}"/>
              </a:ext>
            </a:extLst>
          </p:cNvPr>
          <p:cNvSpPr txBox="1"/>
          <p:nvPr/>
        </p:nvSpPr>
        <p:spPr>
          <a:xfrm>
            <a:off x="1295400" y="1490008"/>
            <a:ext cx="8658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Q. (2021, October).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revealing ways AIs fail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Spectrum. Retrieved from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https://spectrum.ieee.org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920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22F4622-2011-4BF5-BF90-9D69F4156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562" y="1734987"/>
            <a:ext cx="3865557" cy="162269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D3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Thank You for Your Attention</a:t>
            </a:r>
          </a:p>
        </p:txBody>
      </p:sp>
      <p:grpSp>
        <p:nvGrpSpPr>
          <p:cNvPr id="3" name="Google Shape;3516;p62">
            <a:extLst>
              <a:ext uri="{FF2B5EF4-FFF2-40B4-BE49-F238E27FC236}">
                <a16:creationId xmlns:a16="http://schemas.microsoft.com/office/drawing/2014/main" id="{47889877-13F7-50BD-D09B-38470BEC209A}"/>
              </a:ext>
            </a:extLst>
          </p:cNvPr>
          <p:cNvGrpSpPr/>
          <p:nvPr/>
        </p:nvGrpSpPr>
        <p:grpSpPr>
          <a:xfrm>
            <a:off x="2305051" y="239627"/>
            <a:ext cx="7581899" cy="5494424"/>
            <a:chOff x="1230400" y="410075"/>
            <a:chExt cx="5124625" cy="4728500"/>
          </a:xfrm>
        </p:grpSpPr>
        <p:sp>
          <p:nvSpPr>
            <p:cNvPr id="4" name="Google Shape;3517;p62">
              <a:extLst>
                <a:ext uri="{FF2B5EF4-FFF2-40B4-BE49-F238E27FC236}">
                  <a16:creationId xmlns:a16="http://schemas.microsoft.com/office/drawing/2014/main" id="{2C62894C-4761-DA3D-A06A-891432CE8434}"/>
                </a:ext>
              </a:extLst>
            </p:cNvPr>
            <p:cNvSpPr/>
            <p:nvPr/>
          </p:nvSpPr>
          <p:spPr>
            <a:xfrm>
              <a:off x="1384675" y="410150"/>
              <a:ext cx="4970350" cy="3655600"/>
            </a:xfrm>
            <a:custGeom>
              <a:avLst/>
              <a:gdLst/>
              <a:ahLst/>
              <a:cxnLst/>
              <a:rect l="l" t="t" r="r" b="b"/>
              <a:pathLst>
                <a:path w="198814" h="146224" extrusionOk="0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" name="Google Shape;3518;p62">
              <a:extLst>
                <a:ext uri="{FF2B5EF4-FFF2-40B4-BE49-F238E27FC236}">
                  <a16:creationId xmlns:a16="http://schemas.microsoft.com/office/drawing/2014/main" id="{7DB7E2D9-B8E8-D3B0-EBEF-6FE532026A9E}"/>
                </a:ext>
              </a:extLst>
            </p:cNvPr>
            <p:cNvSpPr/>
            <p:nvPr/>
          </p:nvSpPr>
          <p:spPr>
            <a:xfrm>
              <a:off x="1515675" y="410075"/>
              <a:ext cx="4819275" cy="3654050"/>
            </a:xfrm>
            <a:custGeom>
              <a:avLst/>
              <a:gdLst/>
              <a:ahLst/>
              <a:cxnLst/>
              <a:rect l="l" t="t" r="r" b="b"/>
              <a:pathLst>
                <a:path w="192771" h="146162" extrusionOk="0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" name="Google Shape;3519;p62">
              <a:extLst>
                <a:ext uri="{FF2B5EF4-FFF2-40B4-BE49-F238E27FC236}">
                  <a16:creationId xmlns:a16="http://schemas.microsoft.com/office/drawing/2014/main" id="{0CA93EC3-BDC0-8B25-8841-BB2E139D323A}"/>
                </a:ext>
              </a:extLst>
            </p:cNvPr>
            <p:cNvSpPr/>
            <p:nvPr/>
          </p:nvSpPr>
          <p:spPr>
            <a:xfrm>
              <a:off x="1972925" y="4531000"/>
              <a:ext cx="4095225" cy="240325"/>
            </a:xfrm>
            <a:custGeom>
              <a:avLst/>
              <a:gdLst/>
              <a:ahLst/>
              <a:cxnLst/>
              <a:rect l="l" t="t" r="r" b="b"/>
              <a:pathLst>
                <a:path w="163809" h="9613" extrusionOk="0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3520;p62">
              <a:extLst>
                <a:ext uri="{FF2B5EF4-FFF2-40B4-BE49-F238E27FC236}">
                  <a16:creationId xmlns:a16="http://schemas.microsoft.com/office/drawing/2014/main" id="{53340A10-8680-5DA3-D629-AB7F93D93775}"/>
                </a:ext>
              </a:extLst>
            </p:cNvPr>
            <p:cNvSpPr/>
            <p:nvPr/>
          </p:nvSpPr>
          <p:spPr>
            <a:xfrm>
              <a:off x="1972925" y="4535825"/>
              <a:ext cx="4095225" cy="235500"/>
            </a:xfrm>
            <a:custGeom>
              <a:avLst/>
              <a:gdLst/>
              <a:ahLst/>
              <a:cxnLst/>
              <a:rect l="l" t="t" r="r" b="b"/>
              <a:pathLst>
                <a:path w="163809" h="9420" extrusionOk="0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3521;p62">
              <a:extLst>
                <a:ext uri="{FF2B5EF4-FFF2-40B4-BE49-F238E27FC236}">
                  <a16:creationId xmlns:a16="http://schemas.microsoft.com/office/drawing/2014/main" id="{D0CB5382-7270-4F98-E4C5-EC5E86E5DFEB}"/>
                </a:ext>
              </a:extLst>
            </p:cNvPr>
            <p:cNvSpPr/>
            <p:nvPr/>
          </p:nvSpPr>
          <p:spPr>
            <a:xfrm>
              <a:off x="2121600" y="3176250"/>
              <a:ext cx="133425" cy="207225"/>
            </a:xfrm>
            <a:custGeom>
              <a:avLst/>
              <a:gdLst/>
              <a:ahLst/>
              <a:cxnLst/>
              <a:rect l="l" t="t" r="r" b="b"/>
              <a:pathLst>
                <a:path w="5337" h="8289" extrusionOk="0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Google Shape;3522;p62">
              <a:extLst>
                <a:ext uri="{FF2B5EF4-FFF2-40B4-BE49-F238E27FC236}">
                  <a16:creationId xmlns:a16="http://schemas.microsoft.com/office/drawing/2014/main" id="{C1BB98E8-D11E-A25D-A17D-3A8D9B46E9D8}"/>
                </a:ext>
              </a:extLst>
            </p:cNvPr>
            <p:cNvSpPr/>
            <p:nvPr/>
          </p:nvSpPr>
          <p:spPr>
            <a:xfrm>
              <a:off x="1502000" y="3626850"/>
              <a:ext cx="143875" cy="202650"/>
            </a:xfrm>
            <a:custGeom>
              <a:avLst/>
              <a:gdLst/>
              <a:ahLst/>
              <a:cxnLst/>
              <a:rect l="l" t="t" r="r" b="b"/>
              <a:pathLst>
                <a:path w="5755" h="8106" extrusionOk="0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3523;p62">
              <a:extLst>
                <a:ext uri="{FF2B5EF4-FFF2-40B4-BE49-F238E27FC236}">
                  <a16:creationId xmlns:a16="http://schemas.microsoft.com/office/drawing/2014/main" id="{0489291E-9F07-D293-2974-A3F0FD5422AD}"/>
                </a:ext>
              </a:extLst>
            </p:cNvPr>
            <p:cNvSpPr/>
            <p:nvPr/>
          </p:nvSpPr>
          <p:spPr>
            <a:xfrm>
              <a:off x="2656800" y="3458200"/>
              <a:ext cx="462900" cy="1053550"/>
            </a:xfrm>
            <a:custGeom>
              <a:avLst/>
              <a:gdLst/>
              <a:ahLst/>
              <a:cxnLst/>
              <a:rect l="l" t="t" r="r" b="b"/>
              <a:pathLst>
                <a:path w="18516" h="42142" extrusionOk="0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" name="Google Shape;3524;p62">
              <a:extLst>
                <a:ext uri="{FF2B5EF4-FFF2-40B4-BE49-F238E27FC236}">
                  <a16:creationId xmlns:a16="http://schemas.microsoft.com/office/drawing/2014/main" id="{4DEB7ADA-786D-8288-67A5-52A961673F23}"/>
                </a:ext>
              </a:extLst>
            </p:cNvPr>
            <p:cNvSpPr/>
            <p:nvPr/>
          </p:nvSpPr>
          <p:spPr>
            <a:xfrm>
              <a:off x="1230400" y="3120375"/>
              <a:ext cx="1581525" cy="1453250"/>
            </a:xfrm>
            <a:custGeom>
              <a:avLst/>
              <a:gdLst/>
              <a:ahLst/>
              <a:cxnLst/>
              <a:rect l="l" t="t" r="r" b="b"/>
              <a:pathLst>
                <a:path w="63261" h="58130" extrusionOk="0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" name="Google Shape;3525;p62">
              <a:extLst>
                <a:ext uri="{FF2B5EF4-FFF2-40B4-BE49-F238E27FC236}">
                  <a16:creationId xmlns:a16="http://schemas.microsoft.com/office/drawing/2014/main" id="{B601E23D-3CD6-1DB9-5AEB-9F55CBBB9D9C}"/>
                </a:ext>
              </a:extLst>
            </p:cNvPr>
            <p:cNvSpPr/>
            <p:nvPr/>
          </p:nvSpPr>
          <p:spPr>
            <a:xfrm>
              <a:off x="2969400" y="4123575"/>
              <a:ext cx="426750" cy="440400"/>
            </a:xfrm>
            <a:custGeom>
              <a:avLst/>
              <a:gdLst/>
              <a:ahLst/>
              <a:cxnLst/>
              <a:rect l="l" t="t" r="r" b="b"/>
              <a:pathLst>
                <a:path w="17070" h="17616" extrusionOk="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Google Shape;3526;p62">
              <a:extLst>
                <a:ext uri="{FF2B5EF4-FFF2-40B4-BE49-F238E27FC236}">
                  <a16:creationId xmlns:a16="http://schemas.microsoft.com/office/drawing/2014/main" id="{EC3FA03F-82A4-594D-0400-097CA23F65B9}"/>
                </a:ext>
              </a:extLst>
            </p:cNvPr>
            <p:cNvSpPr/>
            <p:nvPr/>
          </p:nvSpPr>
          <p:spPr>
            <a:xfrm>
              <a:off x="1515675" y="3626950"/>
              <a:ext cx="126175" cy="202525"/>
            </a:xfrm>
            <a:custGeom>
              <a:avLst/>
              <a:gdLst/>
              <a:ahLst/>
              <a:cxnLst/>
              <a:rect l="l" t="t" r="r" b="b"/>
              <a:pathLst>
                <a:path w="5047" h="8101" extrusionOk="0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Google Shape;3527;p62">
              <a:extLst>
                <a:ext uri="{FF2B5EF4-FFF2-40B4-BE49-F238E27FC236}">
                  <a16:creationId xmlns:a16="http://schemas.microsoft.com/office/drawing/2014/main" id="{B77327C4-5DF2-9271-12CE-0394DB6AA4D3}"/>
                </a:ext>
              </a:extLst>
            </p:cNvPr>
            <p:cNvSpPr/>
            <p:nvPr/>
          </p:nvSpPr>
          <p:spPr>
            <a:xfrm>
              <a:off x="2659200" y="4023125"/>
              <a:ext cx="458100" cy="488625"/>
            </a:xfrm>
            <a:custGeom>
              <a:avLst/>
              <a:gdLst/>
              <a:ahLst/>
              <a:cxnLst/>
              <a:rect l="l" t="t" r="r" b="b"/>
              <a:pathLst>
                <a:path w="18324" h="19545" extrusionOk="0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3528;p62">
              <a:extLst>
                <a:ext uri="{FF2B5EF4-FFF2-40B4-BE49-F238E27FC236}">
                  <a16:creationId xmlns:a16="http://schemas.microsoft.com/office/drawing/2014/main" id="{21FCC084-CEF0-27C6-3F20-445BFD35768F}"/>
                </a:ext>
              </a:extLst>
            </p:cNvPr>
            <p:cNvSpPr/>
            <p:nvPr/>
          </p:nvSpPr>
          <p:spPr>
            <a:xfrm>
              <a:off x="1239225" y="3702475"/>
              <a:ext cx="1564650" cy="871150"/>
            </a:xfrm>
            <a:custGeom>
              <a:avLst/>
              <a:gdLst/>
              <a:ahLst/>
              <a:cxnLst/>
              <a:rect l="l" t="t" r="r" b="b"/>
              <a:pathLst>
                <a:path w="62586" h="34846" extrusionOk="0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3529;p62">
              <a:extLst>
                <a:ext uri="{FF2B5EF4-FFF2-40B4-BE49-F238E27FC236}">
                  <a16:creationId xmlns:a16="http://schemas.microsoft.com/office/drawing/2014/main" id="{C7B71153-6B64-B48D-B727-E88751B65261}"/>
                </a:ext>
              </a:extLst>
            </p:cNvPr>
            <p:cNvSpPr/>
            <p:nvPr/>
          </p:nvSpPr>
          <p:spPr>
            <a:xfrm>
              <a:off x="2159350" y="3969275"/>
              <a:ext cx="152725" cy="66725"/>
            </a:xfrm>
            <a:custGeom>
              <a:avLst/>
              <a:gdLst/>
              <a:ahLst/>
              <a:cxnLst/>
              <a:rect l="l" t="t" r="r" b="b"/>
              <a:pathLst>
                <a:path w="6109" h="2669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rgbClr val="BBE3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3530;p62">
              <a:extLst>
                <a:ext uri="{FF2B5EF4-FFF2-40B4-BE49-F238E27FC236}">
                  <a16:creationId xmlns:a16="http://schemas.microsoft.com/office/drawing/2014/main" id="{1163E497-78D6-45F2-3D84-9575AA5F6F8C}"/>
                </a:ext>
              </a:extLst>
            </p:cNvPr>
            <p:cNvSpPr/>
            <p:nvPr/>
          </p:nvSpPr>
          <p:spPr>
            <a:xfrm>
              <a:off x="2104725" y="3692850"/>
              <a:ext cx="29750" cy="98050"/>
            </a:xfrm>
            <a:custGeom>
              <a:avLst/>
              <a:gdLst/>
              <a:ahLst/>
              <a:cxnLst/>
              <a:rect l="l" t="t" r="r" b="b"/>
              <a:pathLst>
                <a:path w="1190" h="3922" extrusionOk="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rgbClr val="BBE3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3531;p62">
              <a:extLst>
                <a:ext uri="{FF2B5EF4-FFF2-40B4-BE49-F238E27FC236}">
                  <a16:creationId xmlns:a16="http://schemas.microsoft.com/office/drawing/2014/main" id="{68585479-B19E-84AC-4CD4-3F378DB9A403}"/>
                </a:ext>
              </a:extLst>
            </p:cNvPr>
            <p:cNvSpPr/>
            <p:nvPr/>
          </p:nvSpPr>
          <p:spPr>
            <a:xfrm>
              <a:off x="2091050" y="3538550"/>
              <a:ext cx="43425" cy="60300"/>
            </a:xfrm>
            <a:custGeom>
              <a:avLst/>
              <a:gdLst/>
              <a:ahLst/>
              <a:cxnLst/>
              <a:rect l="l" t="t" r="r" b="b"/>
              <a:pathLst>
                <a:path w="1737" h="2412" extrusionOk="0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rgbClr val="BBE3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3532;p62">
              <a:extLst>
                <a:ext uri="{FF2B5EF4-FFF2-40B4-BE49-F238E27FC236}">
                  <a16:creationId xmlns:a16="http://schemas.microsoft.com/office/drawing/2014/main" id="{A82AD664-BF4C-BA18-D2AC-1FE0F1B127C3}"/>
                </a:ext>
              </a:extLst>
            </p:cNvPr>
            <p:cNvSpPr/>
            <p:nvPr/>
          </p:nvSpPr>
          <p:spPr>
            <a:xfrm>
              <a:off x="1844350" y="3120675"/>
              <a:ext cx="110925" cy="121375"/>
            </a:xfrm>
            <a:custGeom>
              <a:avLst/>
              <a:gdLst/>
              <a:ahLst/>
              <a:cxnLst/>
              <a:rect l="l" t="t" r="r" b="b"/>
              <a:pathLst>
                <a:path w="4437" h="4855" extrusionOk="0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rgbClr val="BBE3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3534;p62">
              <a:extLst>
                <a:ext uri="{FF2B5EF4-FFF2-40B4-BE49-F238E27FC236}">
                  <a16:creationId xmlns:a16="http://schemas.microsoft.com/office/drawing/2014/main" id="{B895B8F0-B9D8-228A-6637-0731451526E2}"/>
                </a:ext>
              </a:extLst>
            </p:cNvPr>
            <p:cNvSpPr/>
            <p:nvPr/>
          </p:nvSpPr>
          <p:spPr>
            <a:xfrm>
              <a:off x="2693750" y="3458200"/>
              <a:ext cx="388975" cy="1053550"/>
            </a:xfrm>
            <a:custGeom>
              <a:avLst/>
              <a:gdLst/>
              <a:ahLst/>
              <a:cxnLst/>
              <a:rect l="l" t="t" r="r" b="b"/>
              <a:pathLst>
                <a:path w="15559" h="42142" extrusionOk="0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3535;p62">
              <a:extLst>
                <a:ext uri="{FF2B5EF4-FFF2-40B4-BE49-F238E27FC236}">
                  <a16:creationId xmlns:a16="http://schemas.microsoft.com/office/drawing/2014/main" id="{1E207260-3B14-03F2-A9DB-B06428E61996}"/>
                </a:ext>
              </a:extLst>
            </p:cNvPr>
            <p:cNvSpPr/>
            <p:nvPr/>
          </p:nvSpPr>
          <p:spPr>
            <a:xfrm>
              <a:off x="2391600" y="4114750"/>
              <a:ext cx="416300" cy="462900"/>
            </a:xfrm>
            <a:custGeom>
              <a:avLst/>
              <a:gdLst/>
              <a:ahLst/>
              <a:cxnLst/>
              <a:rect l="l" t="t" r="r" b="b"/>
              <a:pathLst>
                <a:path w="16652" h="18516" extrusionOk="0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3536;p62">
              <a:extLst>
                <a:ext uri="{FF2B5EF4-FFF2-40B4-BE49-F238E27FC236}">
                  <a16:creationId xmlns:a16="http://schemas.microsoft.com/office/drawing/2014/main" id="{9B01E6A5-F114-CC89-CF0C-2BD2F99C1749}"/>
                </a:ext>
              </a:extLst>
            </p:cNvPr>
            <p:cNvSpPr/>
            <p:nvPr/>
          </p:nvSpPr>
          <p:spPr>
            <a:xfrm>
              <a:off x="2967000" y="4119550"/>
              <a:ext cx="431550" cy="448450"/>
            </a:xfrm>
            <a:custGeom>
              <a:avLst/>
              <a:gdLst/>
              <a:ahLst/>
              <a:cxnLst/>
              <a:rect l="l" t="t" r="r" b="b"/>
              <a:pathLst>
                <a:path w="17262" h="17938" extrusionOk="0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3537;p62">
              <a:extLst>
                <a:ext uri="{FF2B5EF4-FFF2-40B4-BE49-F238E27FC236}">
                  <a16:creationId xmlns:a16="http://schemas.microsoft.com/office/drawing/2014/main" id="{BCCC053A-5988-D7EF-9CA1-37728297DE24}"/>
                </a:ext>
              </a:extLst>
            </p:cNvPr>
            <p:cNvSpPr/>
            <p:nvPr/>
          </p:nvSpPr>
          <p:spPr>
            <a:xfrm>
              <a:off x="3413000" y="3916250"/>
              <a:ext cx="1215075" cy="654150"/>
            </a:xfrm>
            <a:custGeom>
              <a:avLst/>
              <a:gdLst/>
              <a:ahLst/>
              <a:cxnLst/>
              <a:rect l="l" t="t" r="r" b="b"/>
              <a:pathLst>
                <a:path w="48603" h="26166" extrusionOk="0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3538;p62">
              <a:extLst>
                <a:ext uri="{FF2B5EF4-FFF2-40B4-BE49-F238E27FC236}">
                  <a16:creationId xmlns:a16="http://schemas.microsoft.com/office/drawing/2014/main" id="{61FE7B3F-ACD4-D9ED-84EC-DF582827438C}"/>
                </a:ext>
              </a:extLst>
            </p:cNvPr>
            <p:cNvSpPr/>
            <p:nvPr/>
          </p:nvSpPr>
          <p:spPr>
            <a:xfrm>
              <a:off x="3404950" y="3908200"/>
              <a:ext cx="1231150" cy="669450"/>
            </a:xfrm>
            <a:custGeom>
              <a:avLst/>
              <a:gdLst/>
              <a:ahLst/>
              <a:cxnLst/>
              <a:rect l="l" t="t" r="r" b="b"/>
              <a:pathLst>
                <a:path w="49246" h="26778" extrusionOk="0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" name="Google Shape;3539;p62">
              <a:extLst>
                <a:ext uri="{FF2B5EF4-FFF2-40B4-BE49-F238E27FC236}">
                  <a16:creationId xmlns:a16="http://schemas.microsoft.com/office/drawing/2014/main" id="{85DBBF10-8DBF-30A4-D543-861E107CA3C6}"/>
                </a:ext>
              </a:extLst>
            </p:cNvPr>
            <p:cNvSpPr/>
            <p:nvPr/>
          </p:nvSpPr>
          <p:spPr>
            <a:xfrm>
              <a:off x="3503800" y="4023125"/>
              <a:ext cx="1032675" cy="432375"/>
            </a:xfrm>
            <a:custGeom>
              <a:avLst/>
              <a:gdLst/>
              <a:ahLst/>
              <a:cxnLst/>
              <a:rect l="l" t="t" r="r" b="b"/>
              <a:pathLst>
                <a:path w="41307" h="17295" extrusionOk="0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Google Shape;3540;p62">
              <a:extLst>
                <a:ext uri="{FF2B5EF4-FFF2-40B4-BE49-F238E27FC236}">
                  <a16:creationId xmlns:a16="http://schemas.microsoft.com/office/drawing/2014/main" id="{09545AEE-CCA7-29AC-475D-33E57B26DE75}"/>
                </a:ext>
              </a:extLst>
            </p:cNvPr>
            <p:cNvSpPr/>
            <p:nvPr/>
          </p:nvSpPr>
          <p:spPr>
            <a:xfrm>
              <a:off x="3495775" y="4023125"/>
              <a:ext cx="1049525" cy="432375"/>
            </a:xfrm>
            <a:custGeom>
              <a:avLst/>
              <a:gdLst/>
              <a:ahLst/>
              <a:cxnLst/>
              <a:rect l="l" t="t" r="r" b="b"/>
              <a:pathLst>
                <a:path w="41981" h="17295" extrusionOk="0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Google Shape;3541;p62">
              <a:extLst>
                <a:ext uri="{FF2B5EF4-FFF2-40B4-BE49-F238E27FC236}">
                  <a16:creationId xmlns:a16="http://schemas.microsoft.com/office/drawing/2014/main" id="{36D58585-7ECA-4E38-827D-7B53559D933F}"/>
                </a:ext>
              </a:extLst>
            </p:cNvPr>
            <p:cNvSpPr/>
            <p:nvPr/>
          </p:nvSpPr>
          <p:spPr>
            <a:xfrm>
              <a:off x="3552825" y="3963650"/>
              <a:ext cx="934625" cy="134250"/>
            </a:xfrm>
            <a:custGeom>
              <a:avLst/>
              <a:gdLst/>
              <a:ahLst/>
              <a:cxnLst/>
              <a:rect l="l" t="t" r="r" b="b"/>
              <a:pathLst>
                <a:path w="37385" h="5370" extrusionOk="0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Google Shape;3542;p62">
              <a:extLst>
                <a:ext uri="{FF2B5EF4-FFF2-40B4-BE49-F238E27FC236}">
                  <a16:creationId xmlns:a16="http://schemas.microsoft.com/office/drawing/2014/main" id="{8C3CAE36-65B0-77D8-25A2-F65124D904EA}"/>
                </a:ext>
              </a:extLst>
            </p:cNvPr>
            <p:cNvSpPr/>
            <p:nvPr/>
          </p:nvSpPr>
          <p:spPr>
            <a:xfrm>
              <a:off x="3545600" y="3956425"/>
              <a:ext cx="949875" cy="148700"/>
            </a:xfrm>
            <a:custGeom>
              <a:avLst/>
              <a:gdLst/>
              <a:ahLst/>
              <a:cxnLst/>
              <a:rect l="l" t="t" r="r" b="b"/>
              <a:pathLst>
                <a:path w="37995" h="5948" extrusionOk="0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3543;p62">
              <a:extLst>
                <a:ext uri="{FF2B5EF4-FFF2-40B4-BE49-F238E27FC236}">
                  <a16:creationId xmlns:a16="http://schemas.microsoft.com/office/drawing/2014/main" id="{5AB394BE-5DAC-916D-A2D2-7DF466A4015D}"/>
                </a:ext>
              </a:extLst>
            </p:cNvPr>
            <p:cNvSpPr/>
            <p:nvPr/>
          </p:nvSpPr>
          <p:spPr>
            <a:xfrm>
              <a:off x="2141675" y="3577925"/>
              <a:ext cx="3757700" cy="438000"/>
            </a:xfrm>
            <a:custGeom>
              <a:avLst/>
              <a:gdLst/>
              <a:ahLst/>
              <a:cxnLst/>
              <a:rect l="l" t="t" r="r" b="b"/>
              <a:pathLst>
                <a:path w="150308" h="17520" extrusionOk="0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Google Shape;3544;p62">
              <a:extLst>
                <a:ext uri="{FF2B5EF4-FFF2-40B4-BE49-F238E27FC236}">
                  <a16:creationId xmlns:a16="http://schemas.microsoft.com/office/drawing/2014/main" id="{851E99D2-1E70-C646-3799-055C0768B5ED}"/>
                </a:ext>
              </a:extLst>
            </p:cNvPr>
            <p:cNvSpPr/>
            <p:nvPr/>
          </p:nvSpPr>
          <p:spPr>
            <a:xfrm>
              <a:off x="2134450" y="3570700"/>
              <a:ext cx="3772175" cy="452450"/>
            </a:xfrm>
            <a:custGeom>
              <a:avLst/>
              <a:gdLst/>
              <a:ahLst/>
              <a:cxnLst/>
              <a:rect l="l" t="t" r="r" b="b"/>
              <a:pathLst>
                <a:path w="150887" h="18098" extrusionOk="0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" name="Google Shape;3545;p62">
              <a:extLst>
                <a:ext uri="{FF2B5EF4-FFF2-40B4-BE49-F238E27FC236}">
                  <a16:creationId xmlns:a16="http://schemas.microsoft.com/office/drawing/2014/main" id="{B8E7AFD2-5893-BF5C-F695-2B6B8D85E5BB}"/>
                </a:ext>
              </a:extLst>
            </p:cNvPr>
            <p:cNvSpPr/>
            <p:nvPr/>
          </p:nvSpPr>
          <p:spPr>
            <a:xfrm>
              <a:off x="2141675" y="1197625"/>
              <a:ext cx="3757700" cy="2818300"/>
            </a:xfrm>
            <a:custGeom>
              <a:avLst/>
              <a:gdLst/>
              <a:ahLst/>
              <a:cxnLst/>
              <a:rect l="l" t="t" r="r" b="b"/>
              <a:pathLst>
                <a:path w="150308" h="112732" extrusionOk="0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Google Shape;3546;p62">
              <a:extLst>
                <a:ext uri="{FF2B5EF4-FFF2-40B4-BE49-F238E27FC236}">
                  <a16:creationId xmlns:a16="http://schemas.microsoft.com/office/drawing/2014/main" id="{EBA9B396-3FA1-040F-BFAC-A423C9E75F96}"/>
                </a:ext>
              </a:extLst>
            </p:cNvPr>
            <p:cNvSpPr/>
            <p:nvPr/>
          </p:nvSpPr>
          <p:spPr>
            <a:xfrm>
              <a:off x="2134450" y="1190400"/>
              <a:ext cx="3772175" cy="2832750"/>
            </a:xfrm>
            <a:custGeom>
              <a:avLst/>
              <a:gdLst/>
              <a:ahLst/>
              <a:cxnLst/>
              <a:rect l="l" t="t" r="r" b="b"/>
              <a:pathLst>
                <a:path w="150887" h="113310" extrusionOk="0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Google Shape;3547;p62">
              <a:extLst>
                <a:ext uri="{FF2B5EF4-FFF2-40B4-BE49-F238E27FC236}">
                  <a16:creationId xmlns:a16="http://schemas.microsoft.com/office/drawing/2014/main" id="{6CBC430C-E27B-40C3-88EF-5C3A390AD07E}"/>
                </a:ext>
              </a:extLst>
            </p:cNvPr>
            <p:cNvSpPr/>
            <p:nvPr/>
          </p:nvSpPr>
          <p:spPr>
            <a:xfrm>
              <a:off x="3951400" y="3727400"/>
              <a:ext cx="138250" cy="139050"/>
            </a:xfrm>
            <a:custGeom>
              <a:avLst/>
              <a:gdLst/>
              <a:ahLst/>
              <a:cxnLst/>
              <a:rect l="l" t="t" r="r" b="b"/>
              <a:pathLst>
                <a:path w="5530" h="5562" extrusionOk="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" name="Google Shape;3548;p62">
              <a:extLst>
                <a:ext uri="{FF2B5EF4-FFF2-40B4-BE49-F238E27FC236}">
                  <a16:creationId xmlns:a16="http://schemas.microsoft.com/office/drawing/2014/main" id="{24B9A622-2C90-2166-955B-D0D6032D3049}"/>
                </a:ext>
              </a:extLst>
            </p:cNvPr>
            <p:cNvSpPr/>
            <p:nvPr/>
          </p:nvSpPr>
          <p:spPr>
            <a:xfrm>
              <a:off x="3943375" y="3720175"/>
              <a:ext cx="153525" cy="153500"/>
            </a:xfrm>
            <a:custGeom>
              <a:avLst/>
              <a:gdLst/>
              <a:ahLst/>
              <a:cxnLst/>
              <a:rect l="l" t="t" r="r" b="b"/>
              <a:pathLst>
                <a:path w="6141" h="6140" extrusionOk="0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Google Shape;3549;p62">
              <a:extLst>
                <a:ext uri="{FF2B5EF4-FFF2-40B4-BE49-F238E27FC236}">
                  <a16:creationId xmlns:a16="http://schemas.microsoft.com/office/drawing/2014/main" id="{BB71A8BB-D3B6-D464-529B-1687D72E8601}"/>
                </a:ext>
              </a:extLst>
            </p:cNvPr>
            <p:cNvSpPr/>
            <p:nvPr/>
          </p:nvSpPr>
          <p:spPr>
            <a:xfrm>
              <a:off x="3413000" y="4570400"/>
              <a:ext cx="1215075" cy="57075"/>
            </a:xfrm>
            <a:custGeom>
              <a:avLst/>
              <a:gdLst/>
              <a:ahLst/>
              <a:cxnLst/>
              <a:rect l="l" t="t" r="r" b="b"/>
              <a:pathLst>
                <a:path w="48603" h="2283" extrusionOk="0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8" name="Google Shape;3550;p62">
              <a:extLst>
                <a:ext uri="{FF2B5EF4-FFF2-40B4-BE49-F238E27FC236}">
                  <a16:creationId xmlns:a16="http://schemas.microsoft.com/office/drawing/2014/main" id="{E144AC3F-EDEA-8262-FBB2-0E07E5779B7F}"/>
                </a:ext>
              </a:extLst>
            </p:cNvPr>
            <p:cNvSpPr/>
            <p:nvPr/>
          </p:nvSpPr>
          <p:spPr>
            <a:xfrm>
              <a:off x="3404950" y="4563150"/>
              <a:ext cx="1230350" cy="71550"/>
            </a:xfrm>
            <a:custGeom>
              <a:avLst/>
              <a:gdLst/>
              <a:ahLst/>
              <a:cxnLst/>
              <a:rect l="l" t="t" r="r" b="b"/>
              <a:pathLst>
                <a:path w="49214" h="2862" extrusionOk="0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9" name="Google Shape;3551;p62">
              <a:extLst>
                <a:ext uri="{FF2B5EF4-FFF2-40B4-BE49-F238E27FC236}">
                  <a16:creationId xmlns:a16="http://schemas.microsoft.com/office/drawing/2014/main" id="{284535EA-B994-35C8-5364-E9A9047F2DEB}"/>
                </a:ext>
              </a:extLst>
            </p:cNvPr>
            <p:cNvSpPr/>
            <p:nvPr/>
          </p:nvSpPr>
          <p:spPr>
            <a:xfrm>
              <a:off x="2180250" y="2902900"/>
              <a:ext cx="162350" cy="178425"/>
            </a:xfrm>
            <a:custGeom>
              <a:avLst/>
              <a:gdLst/>
              <a:ahLst/>
              <a:cxnLst/>
              <a:rect l="l" t="t" r="r" b="b"/>
              <a:pathLst>
                <a:path w="6494" h="7137" extrusionOk="0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0" name="Google Shape;3552;p62">
              <a:extLst>
                <a:ext uri="{FF2B5EF4-FFF2-40B4-BE49-F238E27FC236}">
                  <a16:creationId xmlns:a16="http://schemas.microsoft.com/office/drawing/2014/main" id="{5FB3FBBC-D6A4-EE77-5B3B-8D83698CE6B9}"/>
                </a:ext>
              </a:extLst>
            </p:cNvPr>
            <p:cNvSpPr/>
            <p:nvPr/>
          </p:nvSpPr>
          <p:spPr>
            <a:xfrm>
              <a:off x="2177050" y="2895650"/>
              <a:ext cx="172800" cy="192900"/>
            </a:xfrm>
            <a:custGeom>
              <a:avLst/>
              <a:gdLst/>
              <a:ahLst/>
              <a:cxnLst/>
              <a:rect l="l" t="t" r="r" b="b"/>
              <a:pathLst>
                <a:path w="6912" h="7716" extrusionOk="0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" name="Google Shape;3553;p62">
              <a:extLst>
                <a:ext uri="{FF2B5EF4-FFF2-40B4-BE49-F238E27FC236}">
                  <a16:creationId xmlns:a16="http://schemas.microsoft.com/office/drawing/2014/main" id="{7645DC2E-8820-E6F4-43A0-7356C1BE9F49}"/>
                </a:ext>
              </a:extLst>
            </p:cNvPr>
            <p:cNvSpPr/>
            <p:nvPr/>
          </p:nvSpPr>
          <p:spPr>
            <a:xfrm>
              <a:off x="2210000" y="2764900"/>
              <a:ext cx="282075" cy="242375"/>
            </a:xfrm>
            <a:custGeom>
              <a:avLst/>
              <a:gdLst/>
              <a:ahLst/>
              <a:cxnLst/>
              <a:rect l="l" t="t" r="r" b="b"/>
              <a:pathLst>
                <a:path w="11283" h="9695" extrusionOk="0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Google Shape;3554;p62">
              <a:extLst>
                <a:ext uri="{FF2B5EF4-FFF2-40B4-BE49-F238E27FC236}">
                  <a16:creationId xmlns:a16="http://schemas.microsoft.com/office/drawing/2014/main" id="{968963E1-D500-750E-DE32-BD5DA0A25001}"/>
                </a:ext>
              </a:extLst>
            </p:cNvPr>
            <p:cNvSpPr/>
            <p:nvPr/>
          </p:nvSpPr>
          <p:spPr>
            <a:xfrm>
              <a:off x="2214000" y="2758250"/>
              <a:ext cx="276475" cy="255575"/>
            </a:xfrm>
            <a:custGeom>
              <a:avLst/>
              <a:gdLst/>
              <a:ahLst/>
              <a:cxnLst/>
              <a:rect l="l" t="t" r="r" b="b"/>
              <a:pathLst>
                <a:path w="11059" h="10223" extrusionOk="0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" name="Google Shape;3555;p62">
              <a:extLst>
                <a:ext uri="{FF2B5EF4-FFF2-40B4-BE49-F238E27FC236}">
                  <a16:creationId xmlns:a16="http://schemas.microsoft.com/office/drawing/2014/main" id="{31032D13-16D3-C959-D0FD-DFB9E26FC86F}"/>
                </a:ext>
              </a:extLst>
            </p:cNvPr>
            <p:cNvSpPr/>
            <p:nvPr/>
          </p:nvSpPr>
          <p:spPr>
            <a:xfrm>
              <a:off x="2414900" y="2812075"/>
              <a:ext cx="12900" cy="42625"/>
            </a:xfrm>
            <a:custGeom>
              <a:avLst/>
              <a:gdLst/>
              <a:ahLst/>
              <a:cxnLst/>
              <a:rect l="l" t="t" r="r" b="b"/>
              <a:pathLst>
                <a:path w="516" h="1705" extrusionOk="0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3556;p62">
              <a:extLst>
                <a:ext uri="{FF2B5EF4-FFF2-40B4-BE49-F238E27FC236}">
                  <a16:creationId xmlns:a16="http://schemas.microsoft.com/office/drawing/2014/main" id="{497A4A20-8E67-AC21-A075-9B71770462A2}"/>
                </a:ext>
              </a:extLst>
            </p:cNvPr>
            <p:cNvSpPr/>
            <p:nvPr/>
          </p:nvSpPr>
          <p:spPr>
            <a:xfrm>
              <a:off x="2047650" y="2005300"/>
              <a:ext cx="213800" cy="665375"/>
            </a:xfrm>
            <a:custGeom>
              <a:avLst/>
              <a:gdLst/>
              <a:ahLst/>
              <a:cxnLst/>
              <a:rect l="l" t="t" r="r" b="b"/>
              <a:pathLst>
                <a:path w="8552" h="26615" extrusionOk="0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" name="Google Shape;3557;p62">
              <a:extLst>
                <a:ext uri="{FF2B5EF4-FFF2-40B4-BE49-F238E27FC236}">
                  <a16:creationId xmlns:a16="http://schemas.microsoft.com/office/drawing/2014/main" id="{1E1FA7E2-3B81-CCC8-38DD-BF375876F1A2}"/>
                </a:ext>
              </a:extLst>
            </p:cNvPr>
            <p:cNvSpPr/>
            <p:nvPr/>
          </p:nvSpPr>
          <p:spPr>
            <a:xfrm>
              <a:off x="2047650" y="2204550"/>
              <a:ext cx="80400" cy="466125"/>
            </a:xfrm>
            <a:custGeom>
              <a:avLst/>
              <a:gdLst/>
              <a:ahLst/>
              <a:cxnLst/>
              <a:rect l="l" t="t" r="r" b="b"/>
              <a:pathLst>
                <a:path w="3216" h="18645" extrusionOk="0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3558;p62">
              <a:extLst>
                <a:ext uri="{FF2B5EF4-FFF2-40B4-BE49-F238E27FC236}">
                  <a16:creationId xmlns:a16="http://schemas.microsoft.com/office/drawing/2014/main" id="{5FE454CE-F059-0F28-3127-212431A07897}"/>
                </a:ext>
              </a:extLst>
            </p:cNvPr>
            <p:cNvSpPr/>
            <p:nvPr/>
          </p:nvSpPr>
          <p:spPr>
            <a:xfrm>
              <a:off x="2054100" y="2240725"/>
              <a:ext cx="69925" cy="289325"/>
            </a:xfrm>
            <a:custGeom>
              <a:avLst/>
              <a:gdLst/>
              <a:ahLst/>
              <a:cxnLst/>
              <a:rect l="l" t="t" r="r" b="b"/>
              <a:pathLst>
                <a:path w="2797" h="11573" extrusionOk="0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rgbClr val="BBE3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7" name="Google Shape;3559;p62">
              <a:extLst>
                <a:ext uri="{FF2B5EF4-FFF2-40B4-BE49-F238E27FC236}">
                  <a16:creationId xmlns:a16="http://schemas.microsoft.com/office/drawing/2014/main" id="{0DABB9EE-B1FB-77D3-EE7E-562B7B370A4F}"/>
                </a:ext>
              </a:extLst>
            </p:cNvPr>
            <p:cNvSpPr/>
            <p:nvPr/>
          </p:nvSpPr>
          <p:spPr>
            <a:xfrm>
              <a:off x="2040425" y="1998825"/>
              <a:ext cx="226650" cy="679075"/>
            </a:xfrm>
            <a:custGeom>
              <a:avLst/>
              <a:gdLst/>
              <a:ahLst/>
              <a:cxnLst/>
              <a:rect l="l" t="t" r="r" b="b"/>
              <a:pathLst>
                <a:path w="9066" h="27163" extrusionOk="0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" name="Google Shape;3560;p62">
              <a:extLst>
                <a:ext uri="{FF2B5EF4-FFF2-40B4-BE49-F238E27FC236}">
                  <a16:creationId xmlns:a16="http://schemas.microsoft.com/office/drawing/2014/main" id="{5B0720E6-775B-0643-0EED-BA026EF0FF75}"/>
                </a:ext>
              </a:extLst>
            </p:cNvPr>
            <p:cNvSpPr/>
            <p:nvPr/>
          </p:nvSpPr>
          <p:spPr>
            <a:xfrm>
              <a:off x="2352225" y="3549925"/>
              <a:ext cx="682300" cy="202825"/>
            </a:xfrm>
            <a:custGeom>
              <a:avLst/>
              <a:gdLst/>
              <a:ahLst/>
              <a:cxnLst/>
              <a:rect l="l" t="t" r="r" b="b"/>
              <a:pathLst>
                <a:path w="27292" h="8113" extrusionOk="0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Google Shape;3561;p62">
              <a:extLst>
                <a:ext uri="{FF2B5EF4-FFF2-40B4-BE49-F238E27FC236}">
                  <a16:creationId xmlns:a16="http://schemas.microsoft.com/office/drawing/2014/main" id="{98E0D695-BF55-0436-57F1-FFB63190BE4E}"/>
                </a:ext>
              </a:extLst>
            </p:cNvPr>
            <p:cNvSpPr/>
            <p:nvPr/>
          </p:nvSpPr>
          <p:spPr>
            <a:xfrm>
              <a:off x="2345000" y="3543375"/>
              <a:ext cx="682275" cy="216200"/>
            </a:xfrm>
            <a:custGeom>
              <a:avLst/>
              <a:gdLst/>
              <a:ahLst/>
              <a:cxnLst/>
              <a:rect l="l" t="t" r="r" b="b"/>
              <a:pathLst>
                <a:path w="27291" h="8648" extrusionOk="0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Google Shape;3562;p62">
              <a:extLst>
                <a:ext uri="{FF2B5EF4-FFF2-40B4-BE49-F238E27FC236}">
                  <a16:creationId xmlns:a16="http://schemas.microsoft.com/office/drawing/2014/main" id="{0FA3EC18-957D-3B7D-9B48-95F5EDA98DD4}"/>
                </a:ext>
              </a:extLst>
            </p:cNvPr>
            <p:cNvSpPr/>
            <p:nvPr/>
          </p:nvSpPr>
          <p:spPr>
            <a:xfrm>
              <a:off x="1661925" y="2524225"/>
              <a:ext cx="708000" cy="1228100"/>
            </a:xfrm>
            <a:custGeom>
              <a:avLst/>
              <a:gdLst/>
              <a:ahLst/>
              <a:cxnLst/>
              <a:rect l="l" t="t" r="r" b="b"/>
              <a:pathLst>
                <a:path w="28320" h="49124" extrusionOk="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Google Shape;3563;p62">
              <a:extLst>
                <a:ext uri="{FF2B5EF4-FFF2-40B4-BE49-F238E27FC236}">
                  <a16:creationId xmlns:a16="http://schemas.microsoft.com/office/drawing/2014/main" id="{F8A40951-6FF5-5E9C-4B0F-A6368A132D62}"/>
                </a:ext>
              </a:extLst>
            </p:cNvPr>
            <p:cNvSpPr/>
            <p:nvPr/>
          </p:nvSpPr>
          <p:spPr>
            <a:xfrm>
              <a:off x="1745500" y="2526000"/>
              <a:ext cx="524775" cy="1109800"/>
            </a:xfrm>
            <a:custGeom>
              <a:avLst/>
              <a:gdLst/>
              <a:ahLst/>
              <a:cxnLst/>
              <a:rect l="l" t="t" r="r" b="b"/>
              <a:pathLst>
                <a:path w="20991" h="44392" extrusionOk="0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3564;p62">
              <a:extLst>
                <a:ext uri="{FF2B5EF4-FFF2-40B4-BE49-F238E27FC236}">
                  <a16:creationId xmlns:a16="http://schemas.microsoft.com/office/drawing/2014/main" id="{205EDD41-411D-6D6B-DF52-81B906236291}"/>
                </a:ext>
              </a:extLst>
            </p:cNvPr>
            <p:cNvSpPr/>
            <p:nvPr/>
          </p:nvSpPr>
          <p:spPr>
            <a:xfrm>
              <a:off x="1745500" y="2598325"/>
              <a:ext cx="511925" cy="1037475"/>
            </a:xfrm>
            <a:custGeom>
              <a:avLst/>
              <a:gdLst/>
              <a:ahLst/>
              <a:cxnLst/>
              <a:rect l="l" t="t" r="r" b="b"/>
              <a:pathLst>
                <a:path w="20477" h="41499" extrusionOk="0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rgbClr val="BBE3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3565;p62">
              <a:extLst>
                <a:ext uri="{FF2B5EF4-FFF2-40B4-BE49-F238E27FC236}">
                  <a16:creationId xmlns:a16="http://schemas.microsoft.com/office/drawing/2014/main" id="{FBF68AF3-7DDA-C6A5-D57A-1C33CC04091C}"/>
                </a:ext>
              </a:extLst>
            </p:cNvPr>
            <p:cNvSpPr/>
            <p:nvPr/>
          </p:nvSpPr>
          <p:spPr>
            <a:xfrm>
              <a:off x="1655500" y="2517150"/>
              <a:ext cx="716850" cy="1242100"/>
            </a:xfrm>
            <a:custGeom>
              <a:avLst/>
              <a:gdLst/>
              <a:ahLst/>
              <a:cxnLst/>
              <a:rect l="l" t="t" r="r" b="b"/>
              <a:pathLst>
                <a:path w="28674" h="49684" extrusionOk="0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" name="Google Shape;3566;p62">
              <a:extLst>
                <a:ext uri="{FF2B5EF4-FFF2-40B4-BE49-F238E27FC236}">
                  <a16:creationId xmlns:a16="http://schemas.microsoft.com/office/drawing/2014/main" id="{A0C91AA4-DC2D-39A7-BDAF-9058D77F6F2F}"/>
                </a:ext>
              </a:extLst>
            </p:cNvPr>
            <p:cNvSpPr/>
            <p:nvPr/>
          </p:nvSpPr>
          <p:spPr>
            <a:xfrm>
              <a:off x="2159350" y="2939125"/>
              <a:ext cx="140675" cy="185600"/>
            </a:xfrm>
            <a:custGeom>
              <a:avLst/>
              <a:gdLst/>
              <a:ahLst/>
              <a:cxnLst/>
              <a:rect l="l" t="t" r="r" b="b"/>
              <a:pathLst>
                <a:path w="5627" h="7424" extrusionOk="0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3567;p62">
              <a:extLst>
                <a:ext uri="{FF2B5EF4-FFF2-40B4-BE49-F238E27FC236}">
                  <a16:creationId xmlns:a16="http://schemas.microsoft.com/office/drawing/2014/main" id="{15B03961-F5D6-8F8B-1D89-F9FC4D169BDB}"/>
                </a:ext>
              </a:extLst>
            </p:cNvPr>
            <p:cNvSpPr/>
            <p:nvPr/>
          </p:nvSpPr>
          <p:spPr>
            <a:xfrm>
              <a:off x="2152925" y="2932625"/>
              <a:ext cx="154325" cy="199000"/>
            </a:xfrm>
            <a:custGeom>
              <a:avLst/>
              <a:gdLst/>
              <a:ahLst/>
              <a:cxnLst/>
              <a:rect l="l" t="t" r="r" b="b"/>
              <a:pathLst>
                <a:path w="6173" h="7960" extrusionOk="0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3568;p62">
              <a:extLst>
                <a:ext uri="{FF2B5EF4-FFF2-40B4-BE49-F238E27FC236}">
                  <a16:creationId xmlns:a16="http://schemas.microsoft.com/office/drawing/2014/main" id="{E7D2DA17-2837-E568-CE5A-CFC35D8656D6}"/>
                </a:ext>
              </a:extLst>
            </p:cNvPr>
            <p:cNvSpPr/>
            <p:nvPr/>
          </p:nvSpPr>
          <p:spPr>
            <a:xfrm>
              <a:off x="2144100" y="3174525"/>
              <a:ext cx="314225" cy="554975"/>
            </a:xfrm>
            <a:custGeom>
              <a:avLst/>
              <a:gdLst/>
              <a:ahLst/>
              <a:cxnLst/>
              <a:rect l="l" t="t" r="r" b="b"/>
              <a:pathLst>
                <a:path w="12569" h="22199" extrusionOk="0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3569;p62">
              <a:extLst>
                <a:ext uri="{FF2B5EF4-FFF2-40B4-BE49-F238E27FC236}">
                  <a16:creationId xmlns:a16="http://schemas.microsoft.com/office/drawing/2014/main" id="{5A52B3DF-62FC-03F5-8909-899BA907997A}"/>
                </a:ext>
              </a:extLst>
            </p:cNvPr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3570;p62">
              <a:extLst>
                <a:ext uri="{FF2B5EF4-FFF2-40B4-BE49-F238E27FC236}">
                  <a16:creationId xmlns:a16="http://schemas.microsoft.com/office/drawing/2014/main" id="{61355627-1912-4191-6352-480C232A64C9}"/>
                </a:ext>
              </a:extLst>
            </p:cNvPr>
            <p:cNvSpPr/>
            <p:nvPr/>
          </p:nvSpPr>
          <p:spPr>
            <a:xfrm>
              <a:off x="2169800" y="3376225"/>
              <a:ext cx="141475" cy="243525"/>
            </a:xfrm>
            <a:custGeom>
              <a:avLst/>
              <a:gdLst/>
              <a:ahLst/>
              <a:cxnLst/>
              <a:rect l="l" t="t" r="r" b="b"/>
              <a:pathLst>
                <a:path w="5659" h="9741" extrusionOk="0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3571;p62">
              <a:extLst>
                <a:ext uri="{FF2B5EF4-FFF2-40B4-BE49-F238E27FC236}">
                  <a16:creationId xmlns:a16="http://schemas.microsoft.com/office/drawing/2014/main" id="{484DCA86-9D1B-2E31-47D8-842C151BA9BF}"/>
                </a:ext>
              </a:extLst>
            </p:cNvPr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rgbClr val="BBE3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3572;p62">
              <a:extLst>
                <a:ext uri="{FF2B5EF4-FFF2-40B4-BE49-F238E27FC236}">
                  <a16:creationId xmlns:a16="http://schemas.microsoft.com/office/drawing/2014/main" id="{3CC98444-6E2B-27B6-AFB1-1F99F43E8D51}"/>
                </a:ext>
              </a:extLst>
            </p:cNvPr>
            <p:cNvSpPr/>
            <p:nvPr/>
          </p:nvSpPr>
          <p:spPr>
            <a:xfrm>
              <a:off x="2136850" y="3167975"/>
              <a:ext cx="325500" cy="568300"/>
            </a:xfrm>
            <a:custGeom>
              <a:avLst/>
              <a:gdLst/>
              <a:ahLst/>
              <a:cxnLst/>
              <a:rect l="l" t="t" r="r" b="b"/>
              <a:pathLst>
                <a:path w="13020" h="22732" extrusionOk="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" name="Google Shape;3573;p62">
              <a:extLst>
                <a:ext uri="{FF2B5EF4-FFF2-40B4-BE49-F238E27FC236}">
                  <a16:creationId xmlns:a16="http://schemas.microsoft.com/office/drawing/2014/main" id="{A98F7993-6E7E-9FB2-4EFD-88DD4D3672C3}"/>
                </a:ext>
              </a:extLst>
            </p:cNvPr>
            <p:cNvSpPr/>
            <p:nvPr/>
          </p:nvSpPr>
          <p:spPr>
            <a:xfrm>
              <a:off x="2314450" y="3589175"/>
              <a:ext cx="147900" cy="140325"/>
            </a:xfrm>
            <a:custGeom>
              <a:avLst/>
              <a:gdLst/>
              <a:ahLst/>
              <a:cxnLst/>
              <a:rect l="l" t="t" r="r" b="b"/>
              <a:pathLst>
                <a:path w="5916" h="5613" extrusionOk="0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" name="Google Shape;3574;p62">
              <a:extLst>
                <a:ext uri="{FF2B5EF4-FFF2-40B4-BE49-F238E27FC236}">
                  <a16:creationId xmlns:a16="http://schemas.microsoft.com/office/drawing/2014/main" id="{696E62A0-A002-3D78-134A-789B503F5B6E}"/>
                </a:ext>
              </a:extLst>
            </p:cNvPr>
            <p:cNvSpPr/>
            <p:nvPr/>
          </p:nvSpPr>
          <p:spPr>
            <a:xfrm>
              <a:off x="2307225" y="3582450"/>
              <a:ext cx="156725" cy="153825"/>
            </a:xfrm>
            <a:custGeom>
              <a:avLst/>
              <a:gdLst/>
              <a:ahLst/>
              <a:cxnLst/>
              <a:rect l="l" t="t" r="r" b="b"/>
              <a:pathLst>
                <a:path w="6269" h="6153" extrusionOk="0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3575;p62">
              <a:extLst>
                <a:ext uri="{FF2B5EF4-FFF2-40B4-BE49-F238E27FC236}">
                  <a16:creationId xmlns:a16="http://schemas.microsoft.com/office/drawing/2014/main" id="{48CAF0AA-8580-F160-B52F-D17F4FB60EDD}"/>
                </a:ext>
              </a:extLst>
            </p:cNvPr>
            <p:cNvSpPr/>
            <p:nvPr/>
          </p:nvSpPr>
          <p:spPr>
            <a:xfrm>
              <a:off x="2013100" y="2523650"/>
              <a:ext cx="178425" cy="93975"/>
            </a:xfrm>
            <a:custGeom>
              <a:avLst/>
              <a:gdLst/>
              <a:ahLst/>
              <a:cxnLst/>
              <a:rect l="l" t="t" r="r" b="b"/>
              <a:pathLst>
                <a:path w="7137" h="3759" extrusionOk="0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3576;p62">
              <a:extLst>
                <a:ext uri="{FF2B5EF4-FFF2-40B4-BE49-F238E27FC236}">
                  <a16:creationId xmlns:a16="http://schemas.microsoft.com/office/drawing/2014/main" id="{14519E38-9C0E-96E7-6CB2-5DDF5D81797E}"/>
                </a:ext>
              </a:extLst>
            </p:cNvPr>
            <p:cNvSpPr/>
            <p:nvPr/>
          </p:nvSpPr>
          <p:spPr>
            <a:xfrm>
              <a:off x="2013100" y="2524400"/>
              <a:ext cx="86025" cy="93225"/>
            </a:xfrm>
            <a:custGeom>
              <a:avLst/>
              <a:gdLst/>
              <a:ahLst/>
              <a:cxnLst/>
              <a:rect l="l" t="t" r="r" b="b"/>
              <a:pathLst>
                <a:path w="3441" h="3729" extrusionOk="0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3577;p62">
              <a:extLst>
                <a:ext uri="{FF2B5EF4-FFF2-40B4-BE49-F238E27FC236}">
                  <a16:creationId xmlns:a16="http://schemas.microsoft.com/office/drawing/2014/main" id="{FB74C39A-C434-3715-29A3-A5E3AE579104}"/>
                </a:ext>
              </a:extLst>
            </p:cNvPr>
            <p:cNvSpPr/>
            <p:nvPr/>
          </p:nvSpPr>
          <p:spPr>
            <a:xfrm>
              <a:off x="2023550" y="2524400"/>
              <a:ext cx="75575" cy="93225"/>
            </a:xfrm>
            <a:custGeom>
              <a:avLst/>
              <a:gdLst/>
              <a:ahLst/>
              <a:cxnLst/>
              <a:rect l="l" t="t" r="r" b="b"/>
              <a:pathLst>
                <a:path w="3023" h="3729" extrusionOk="0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rgbClr val="BBE3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3578;p62">
              <a:extLst>
                <a:ext uri="{FF2B5EF4-FFF2-40B4-BE49-F238E27FC236}">
                  <a16:creationId xmlns:a16="http://schemas.microsoft.com/office/drawing/2014/main" id="{0B02DE20-D001-6D15-10CB-7AFC06847282}"/>
                </a:ext>
              </a:extLst>
            </p:cNvPr>
            <p:cNvSpPr/>
            <p:nvPr/>
          </p:nvSpPr>
          <p:spPr>
            <a:xfrm>
              <a:off x="2016325" y="2517150"/>
              <a:ext cx="182450" cy="106975"/>
            </a:xfrm>
            <a:custGeom>
              <a:avLst/>
              <a:gdLst/>
              <a:ahLst/>
              <a:cxnLst/>
              <a:rect l="l" t="t" r="r" b="b"/>
              <a:pathLst>
                <a:path w="7298" h="4279" extrusionOk="0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7" name="Google Shape;3579;p62">
              <a:extLst>
                <a:ext uri="{FF2B5EF4-FFF2-40B4-BE49-F238E27FC236}">
                  <a16:creationId xmlns:a16="http://schemas.microsoft.com/office/drawing/2014/main" id="{9D1227A3-DF04-3791-6A49-A4FC79986BDA}"/>
                </a:ext>
              </a:extLst>
            </p:cNvPr>
            <p:cNvSpPr/>
            <p:nvPr/>
          </p:nvSpPr>
          <p:spPr>
            <a:xfrm>
              <a:off x="2067750" y="3353725"/>
              <a:ext cx="137450" cy="96575"/>
            </a:xfrm>
            <a:custGeom>
              <a:avLst/>
              <a:gdLst/>
              <a:ahLst/>
              <a:cxnLst/>
              <a:rect l="l" t="t" r="r" b="b"/>
              <a:pathLst>
                <a:path w="5498" h="3863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" name="Google Shape;3580;p62">
              <a:extLst>
                <a:ext uri="{FF2B5EF4-FFF2-40B4-BE49-F238E27FC236}">
                  <a16:creationId xmlns:a16="http://schemas.microsoft.com/office/drawing/2014/main" id="{60FA8967-37B4-F6FF-E204-32CC0A316F63}"/>
                </a:ext>
              </a:extLst>
            </p:cNvPr>
            <p:cNvSpPr/>
            <p:nvPr/>
          </p:nvSpPr>
          <p:spPr>
            <a:xfrm>
              <a:off x="2120800" y="2560950"/>
              <a:ext cx="365650" cy="417475"/>
            </a:xfrm>
            <a:custGeom>
              <a:avLst/>
              <a:gdLst/>
              <a:ahLst/>
              <a:cxnLst/>
              <a:rect l="l" t="t" r="r" b="b"/>
              <a:pathLst>
                <a:path w="14626" h="16699" extrusionOk="0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3581;p62">
              <a:extLst>
                <a:ext uri="{FF2B5EF4-FFF2-40B4-BE49-F238E27FC236}">
                  <a16:creationId xmlns:a16="http://schemas.microsoft.com/office/drawing/2014/main" id="{597ED775-2C0E-2C34-B38A-E0FC4CC080AC}"/>
                </a:ext>
              </a:extLst>
            </p:cNvPr>
            <p:cNvSpPr/>
            <p:nvPr/>
          </p:nvSpPr>
          <p:spPr>
            <a:xfrm>
              <a:off x="2124000" y="2554125"/>
              <a:ext cx="348800" cy="430975"/>
            </a:xfrm>
            <a:custGeom>
              <a:avLst/>
              <a:gdLst/>
              <a:ahLst/>
              <a:cxnLst/>
              <a:rect l="l" t="t" r="r" b="b"/>
              <a:pathLst>
                <a:path w="13952" h="17239" extrusionOk="0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0" name="Google Shape;3582;p62">
              <a:extLst>
                <a:ext uri="{FF2B5EF4-FFF2-40B4-BE49-F238E27FC236}">
                  <a16:creationId xmlns:a16="http://schemas.microsoft.com/office/drawing/2014/main" id="{04F44859-FF4D-2670-C445-FEC0D96D6FED}"/>
                </a:ext>
              </a:extLst>
            </p:cNvPr>
            <p:cNvSpPr/>
            <p:nvPr/>
          </p:nvSpPr>
          <p:spPr>
            <a:xfrm>
              <a:off x="2203550" y="2655875"/>
              <a:ext cx="254775" cy="296875"/>
            </a:xfrm>
            <a:custGeom>
              <a:avLst/>
              <a:gdLst/>
              <a:ahLst/>
              <a:cxnLst/>
              <a:rect l="l" t="t" r="r" b="b"/>
              <a:pathLst>
                <a:path w="10191" h="11875" extrusionOk="0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1" name="Google Shape;3583;p62">
              <a:extLst>
                <a:ext uri="{FF2B5EF4-FFF2-40B4-BE49-F238E27FC236}">
                  <a16:creationId xmlns:a16="http://schemas.microsoft.com/office/drawing/2014/main" id="{DA06D650-F3C6-7A70-B43E-735EA3D61DC5}"/>
                </a:ext>
              </a:extLst>
            </p:cNvPr>
            <p:cNvSpPr/>
            <p:nvPr/>
          </p:nvSpPr>
          <p:spPr>
            <a:xfrm>
              <a:off x="2254175" y="2833475"/>
              <a:ext cx="89250" cy="68800"/>
            </a:xfrm>
            <a:custGeom>
              <a:avLst/>
              <a:gdLst/>
              <a:ahLst/>
              <a:cxnLst/>
              <a:rect l="l" t="t" r="r" b="b"/>
              <a:pathLst>
                <a:path w="3570" h="2752" extrusionOk="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" name="Google Shape;3584;p62">
              <a:extLst>
                <a:ext uri="{FF2B5EF4-FFF2-40B4-BE49-F238E27FC236}">
                  <a16:creationId xmlns:a16="http://schemas.microsoft.com/office/drawing/2014/main" id="{13D2AB74-BB32-B5F5-2358-EA4338883CB8}"/>
                </a:ext>
              </a:extLst>
            </p:cNvPr>
            <p:cNvSpPr/>
            <p:nvPr/>
          </p:nvSpPr>
          <p:spPr>
            <a:xfrm>
              <a:off x="1974675" y="4962550"/>
              <a:ext cx="249000" cy="116775"/>
            </a:xfrm>
            <a:custGeom>
              <a:avLst/>
              <a:gdLst/>
              <a:ahLst/>
              <a:cxnLst/>
              <a:rect l="l" t="t" r="r" b="b"/>
              <a:pathLst>
                <a:path w="9960" h="4671" extrusionOk="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" name="Google Shape;3585;p62">
              <a:extLst>
                <a:ext uri="{FF2B5EF4-FFF2-40B4-BE49-F238E27FC236}">
                  <a16:creationId xmlns:a16="http://schemas.microsoft.com/office/drawing/2014/main" id="{184706B9-1964-7CA3-4485-7ABF86E833A7}"/>
                </a:ext>
              </a:extLst>
            </p:cNvPr>
            <p:cNvSpPr/>
            <p:nvPr/>
          </p:nvSpPr>
          <p:spPr>
            <a:xfrm>
              <a:off x="1969700" y="4955525"/>
              <a:ext cx="258000" cy="130800"/>
            </a:xfrm>
            <a:custGeom>
              <a:avLst/>
              <a:gdLst/>
              <a:ahLst/>
              <a:cxnLst/>
              <a:rect l="l" t="t" r="r" b="b"/>
              <a:pathLst>
                <a:path w="10320" h="5232" extrusionOk="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4" name="Google Shape;3586;p62">
              <a:extLst>
                <a:ext uri="{FF2B5EF4-FFF2-40B4-BE49-F238E27FC236}">
                  <a16:creationId xmlns:a16="http://schemas.microsoft.com/office/drawing/2014/main" id="{42692EB2-9407-CC14-27C9-5E272E4AD3EF}"/>
                </a:ext>
              </a:extLst>
            </p:cNvPr>
            <p:cNvSpPr/>
            <p:nvPr/>
          </p:nvSpPr>
          <p:spPr>
            <a:xfrm>
              <a:off x="1977750" y="5042900"/>
              <a:ext cx="245925" cy="36350"/>
            </a:xfrm>
            <a:custGeom>
              <a:avLst/>
              <a:gdLst/>
              <a:ahLst/>
              <a:cxnLst/>
              <a:rect l="l" t="t" r="r" b="b"/>
              <a:pathLst>
                <a:path w="9837" h="1454" extrusionOk="0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5" name="Google Shape;3587;p62">
              <a:extLst>
                <a:ext uri="{FF2B5EF4-FFF2-40B4-BE49-F238E27FC236}">
                  <a16:creationId xmlns:a16="http://schemas.microsoft.com/office/drawing/2014/main" id="{16D97914-012B-D020-D24A-3F3480DC2DA9}"/>
                </a:ext>
              </a:extLst>
            </p:cNvPr>
            <p:cNvSpPr/>
            <p:nvPr/>
          </p:nvSpPr>
          <p:spPr>
            <a:xfrm>
              <a:off x="1970525" y="5036475"/>
              <a:ext cx="257175" cy="49850"/>
            </a:xfrm>
            <a:custGeom>
              <a:avLst/>
              <a:gdLst/>
              <a:ahLst/>
              <a:cxnLst/>
              <a:rect l="l" t="t" r="r" b="b"/>
              <a:pathLst>
                <a:path w="10287" h="1994" extrusionOk="0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6" name="Google Shape;3588;p62">
              <a:extLst>
                <a:ext uri="{FF2B5EF4-FFF2-40B4-BE49-F238E27FC236}">
                  <a16:creationId xmlns:a16="http://schemas.microsoft.com/office/drawing/2014/main" id="{E9046A11-C9D5-D99C-F92A-947E812F29F4}"/>
                </a:ext>
              </a:extLst>
            </p:cNvPr>
            <p:cNvSpPr/>
            <p:nvPr/>
          </p:nvSpPr>
          <p:spPr>
            <a:xfrm>
              <a:off x="1259325" y="4948900"/>
              <a:ext cx="232650" cy="183350"/>
            </a:xfrm>
            <a:custGeom>
              <a:avLst/>
              <a:gdLst/>
              <a:ahLst/>
              <a:cxnLst/>
              <a:rect l="l" t="t" r="r" b="b"/>
              <a:pathLst>
                <a:path w="9306" h="7334" extrusionOk="0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7" name="Google Shape;3589;p62">
              <a:extLst>
                <a:ext uri="{FF2B5EF4-FFF2-40B4-BE49-F238E27FC236}">
                  <a16:creationId xmlns:a16="http://schemas.microsoft.com/office/drawing/2014/main" id="{34F658CA-D3AC-9777-650E-8576D041DEB0}"/>
                </a:ext>
              </a:extLst>
            </p:cNvPr>
            <p:cNvSpPr/>
            <p:nvPr/>
          </p:nvSpPr>
          <p:spPr>
            <a:xfrm>
              <a:off x="1255300" y="4942425"/>
              <a:ext cx="238700" cy="196150"/>
            </a:xfrm>
            <a:custGeom>
              <a:avLst/>
              <a:gdLst/>
              <a:ahLst/>
              <a:cxnLst/>
              <a:rect l="l" t="t" r="r" b="b"/>
              <a:pathLst>
                <a:path w="9548" h="7846" extrusionOk="0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8" name="Google Shape;3590;p62">
              <a:extLst>
                <a:ext uri="{FF2B5EF4-FFF2-40B4-BE49-F238E27FC236}">
                  <a16:creationId xmlns:a16="http://schemas.microsoft.com/office/drawing/2014/main" id="{3021B8BE-A168-EC4E-3058-682F3AF4A341}"/>
                </a:ext>
              </a:extLst>
            </p:cNvPr>
            <p:cNvSpPr/>
            <p:nvPr/>
          </p:nvSpPr>
          <p:spPr>
            <a:xfrm>
              <a:off x="1259325" y="4995500"/>
              <a:ext cx="227450" cy="136700"/>
            </a:xfrm>
            <a:custGeom>
              <a:avLst/>
              <a:gdLst/>
              <a:ahLst/>
              <a:cxnLst/>
              <a:rect l="l" t="t" r="r" b="b"/>
              <a:pathLst>
                <a:path w="9098" h="5468" extrusionOk="0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" name="Google Shape;3591;p62">
              <a:extLst>
                <a:ext uri="{FF2B5EF4-FFF2-40B4-BE49-F238E27FC236}">
                  <a16:creationId xmlns:a16="http://schemas.microsoft.com/office/drawing/2014/main" id="{489DB29D-660E-9102-4290-4818C70A3488}"/>
                </a:ext>
              </a:extLst>
            </p:cNvPr>
            <p:cNvSpPr/>
            <p:nvPr/>
          </p:nvSpPr>
          <p:spPr>
            <a:xfrm>
              <a:off x="1255300" y="4989075"/>
              <a:ext cx="238700" cy="149500"/>
            </a:xfrm>
            <a:custGeom>
              <a:avLst/>
              <a:gdLst/>
              <a:ahLst/>
              <a:cxnLst/>
              <a:rect l="l" t="t" r="r" b="b"/>
              <a:pathLst>
                <a:path w="9548" h="5980" extrusionOk="0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0" name="Google Shape;3592;p62">
              <a:extLst>
                <a:ext uri="{FF2B5EF4-FFF2-40B4-BE49-F238E27FC236}">
                  <a16:creationId xmlns:a16="http://schemas.microsoft.com/office/drawing/2014/main" id="{F080BE51-8D9D-0EA9-A3FE-F47E8B945359}"/>
                </a:ext>
              </a:extLst>
            </p:cNvPr>
            <p:cNvSpPr/>
            <p:nvPr/>
          </p:nvSpPr>
          <p:spPr>
            <a:xfrm>
              <a:off x="1608075" y="3506400"/>
              <a:ext cx="458900" cy="1476275"/>
            </a:xfrm>
            <a:custGeom>
              <a:avLst/>
              <a:gdLst/>
              <a:ahLst/>
              <a:cxnLst/>
              <a:rect l="l" t="t" r="r" b="b"/>
              <a:pathLst>
                <a:path w="18356" h="59051" extrusionOk="0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" name="Google Shape;3593;p62">
              <a:extLst>
                <a:ext uri="{FF2B5EF4-FFF2-40B4-BE49-F238E27FC236}">
                  <a16:creationId xmlns:a16="http://schemas.microsoft.com/office/drawing/2014/main" id="{98D7A7B1-BD4C-FB9C-E9A2-AAFEC8E70085}"/>
                </a:ext>
              </a:extLst>
            </p:cNvPr>
            <p:cNvSpPr/>
            <p:nvPr/>
          </p:nvSpPr>
          <p:spPr>
            <a:xfrm>
              <a:off x="1606475" y="3499650"/>
              <a:ext cx="466925" cy="1489450"/>
            </a:xfrm>
            <a:custGeom>
              <a:avLst/>
              <a:gdLst/>
              <a:ahLst/>
              <a:cxnLst/>
              <a:rect l="l" t="t" r="r" b="b"/>
              <a:pathLst>
                <a:path w="18677" h="59578" extrusionOk="0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" name="Google Shape;3594;p62">
              <a:extLst>
                <a:ext uri="{FF2B5EF4-FFF2-40B4-BE49-F238E27FC236}">
                  <a16:creationId xmlns:a16="http://schemas.microsoft.com/office/drawing/2014/main" id="{A7788761-E953-109B-E10A-6C520C040579}"/>
                </a:ext>
              </a:extLst>
            </p:cNvPr>
            <p:cNvSpPr/>
            <p:nvPr/>
          </p:nvSpPr>
          <p:spPr>
            <a:xfrm>
              <a:off x="1318775" y="3717750"/>
              <a:ext cx="634875" cy="1260100"/>
            </a:xfrm>
            <a:custGeom>
              <a:avLst/>
              <a:gdLst/>
              <a:ahLst/>
              <a:cxnLst/>
              <a:rect l="l" t="t" r="r" b="b"/>
              <a:pathLst>
                <a:path w="25395" h="50404" extrusionOk="0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" name="Google Shape;3595;p62">
              <a:extLst>
                <a:ext uri="{FF2B5EF4-FFF2-40B4-BE49-F238E27FC236}">
                  <a16:creationId xmlns:a16="http://schemas.microsoft.com/office/drawing/2014/main" id="{FF6E600A-B30F-E451-9F9E-BCD2C9CD297D}"/>
                </a:ext>
              </a:extLst>
            </p:cNvPr>
            <p:cNvSpPr/>
            <p:nvPr/>
          </p:nvSpPr>
          <p:spPr>
            <a:xfrm>
              <a:off x="1311550" y="3711175"/>
              <a:ext cx="649350" cy="1273425"/>
            </a:xfrm>
            <a:custGeom>
              <a:avLst/>
              <a:gdLst/>
              <a:ahLst/>
              <a:cxnLst/>
              <a:rect l="l" t="t" r="r" b="b"/>
              <a:pathLst>
                <a:path w="25974" h="50937" extrusionOk="0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" name="Google Shape;3596;p62">
              <a:extLst>
                <a:ext uri="{FF2B5EF4-FFF2-40B4-BE49-F238E27FC236}">
                  <a16:creationId xmlns:a16="http://schemas.microsoft.com/office/drawing/2014/main" id="{7E2C0DA4-9ED7-A82E-E102-93E2A7C4DDBD}"/>
                </a:ext>
              </a:extLst>
            </p:cNvPr>
            <p:cNvSpPr/>
            <p:nvPr/>
          </p:nvSpPr>
          <p:spPr>
            <a:xfrm>
              <a:off x="1848375" y="3941000"/>
              <a:ext cx="67525" cy="394925"/>
            </a:xfrm>
            <a:custGeom>
              <a:avLst/>
              <a:gdLst/>
              <a:ahLst/>
              <a:cxnLst/>
              <a:rect l="l" t="t" r="r" b="b"/>
              <a:pathLst>
                <a:path w="2701" h="15797" extrusionOk="0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" name="Google Shape;3597;p62">
              <a:extLst>
                <a:ext uri="{FF2B5EF4-FFF2-40B4-BE49-F238E27FC236}">
                  <a16:creationId xmlns:a16="http://schemas.microsoft.com/office/drawing/2014/main" id="{1E2DA40E-2D92-57E6-DE32-42E18B0FBF4C}"/>
                </a:ext>
              </a:extLst>
            </p:cNvPr>
            <p:cNvSpPr/>
            <p:nvPr/>
          </p:nvSpPr>
          <p:spPr>
            <a:xfrm>
              <a:off x="1633800" y="3761650"/>
              <a:ext cx="54675" cy="233375"/>
            </a:xfrm>
            <a:custGeom>
              <a:avLst/>
              <a:gdLst/>
              <a:ahLst/>
              <a:cxnLst/>
              <a:rect l="l" t="t" r="r" b="b"/>
              <a:pathLst>
                <a:path w="2187" h="9335" extrusionOk="0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" name="Google Shape;3598;p62">
              <a:extLst>
                <a:ext uri="{FF2B5EF4-FFF2-40B4-BE49-F238E27FC236}">
                  <a16:creationId xmlns:a16="http://schemas.microsoft.com/office/drawing/2014/main" id="{A50DC677-B9FB-9B2C-F9C4-927898C7AA14}"/>
                </a:ext>
              </a:extLst>
            </p:cNvPr>
            <p:cNvSpPr/>
            <p:nvPr/>
          </p:nvSpPr>
          <p:spPr>
            <a:xfrm>
              <a:off x="1827475" y="3665300"/>
              <a:ext cx="123775" cy="93475"/>
            </a:xfrm>
            <a:custGeom>
              <a:avLst/>
              <a:gdLst/>
              <a:ahLst/>
              <a:cxnLst/>
              <a:rect l="l" t="t" r="r" b="b"/>
              <a:pathLst>
                <a:path w="4951" h="3739" extrusionOk="0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7" name="Google Shape;3599;p62">
              <a:extLst>
                <a:ext uri="{FF2B5EF4-FFF2-40B4-BE49-F238E27FC236}">
                  <a16:creationId xmlns:a16="http://schemas.microsoft.com/office/drawing/2014/main" id="{871FDC38-9B64-A68D-815A-95569DE201F4}"/>
                </a:ext>
              </a:extLst>
            </p:cNvPr>
            <p:cNvSpPr/>
            <p:nvPr/>
          </p:nvSpPr>
          <p:spPr>
            <a:xfrm>
              <a:off x="1726225" y="3634675"/>
              <a:ext cx="181625" cy="758150"/>
            </a:xfrm>
            <a:custGeom>
              <a:avLst/>
              <a:gdLst/>
              <a:ahLst/>
              <a:cxnLst/>
              <a:rect l="l" t="t" r="r" b="b"/>
              <a:pathLst>
                <a:path w="7265" h="30326" extrusionOk="0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" name="Google Shape;3600;p62">
              <a:extLst>
                <a:ext uri="{FF2B5EF4-FFF2-40B4-BE49-F238E27FC236}">
                  <a16:creationId xmlns:a16="http://schemas.microsoft.com/office/drawing/2014/main" id="{5460F0DD-98C6-3E90-05E8-72A741953D49}"/>
                </a:ext>
              </a:extLst>
            </p:cNvPr>
            <p:cNvSpPr/>
            <p:nvPr/>
          </p:nvSpPr>
          <p:spPr>
            <a:xfrm>
              <a:off x="1690850" y="4417675"/>
              <a:ext cx="32975" cy="40550"/>
            </a:xfrm>
            <a:custGeom>
              <a:avLst/>
              <a:gdLst/>
              <a:ahLst/>
              <a:cxnLst/>
              <a:rect l="l" t="t" r="r" b="b"/>
              <a:pathLst>
                <a:path w="1319" h="1622" extrusionOk="0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891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1006</Words>
  <Application>Microsoft Office PowerPoint</Application>
  <PresentationFormat>Widescreen</PresentationFormat>
  <Paragraphs>118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Barlow Semi Condensed</vt:lpstr>
      <vt:lpstr>Barlow Semi Condensed Medium</vt:lpstr>
      <vt:lpstr>Calibri</vt:lpstr>
      <vt:lpstr>Calibri Light</vt:lpstr>
      <vt:lpstr>Fjalla One</vt:lpstr>
      <vt:lpstr>Roboto Condensed Light</vt:lpstr>
      <vt:lpstr>Times New Roman</vt:lpstr>
      <vt:lpstr>Work Sans</vt:lpstr>
      <vt:lpstr>Office Theme</vt:lpstr>
      <vt:lpstr>PowerPoint Presentation</vt:lpstr>
      <vt:lpstr>In The Name of God</vt:lpstr>
      <vt:lpstr>Table of Contents</vt:lpstr>
      <vt:lpstr>Table of Contents</vt:lpstr>
      <vt:lpstr>Introduction</vt:lpstr>
      <vt:lpstr>PowerPoint Presentation</vt:lpstr>
      <vt:lpstr>What are these 7 flaws of the AIs?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Helped Students with Their Work</dc:title>
  <dc:creator>hasti</dc:creator>
  <cp:lastModifiedBy>LENOVO</cp:lastModifiedBy>
  <cp:revision>250</cp:revision>
  <dcterms:created xsi:type="dcterms:W3CDTF">2023-12-27T11:26:02Z</dcterms:created>
  <dcterms:modified xsi:type="dcterms:W3CDTF">2025-01-25T19:44:31Z</dcterms:modified>
</cp:coreProperties>
</file>